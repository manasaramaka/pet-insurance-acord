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82" r:id="rId4"/>
  </p:sldMasterIdLst>
  <p:notesMasterIdLst>
    <p:notesMasterId r:id="rId36"/>
  </p:notesMasterIdLst>
  <p:sldIdLst>
    <p:sldId id="256" r:id="rId5"/>
    <p:sldId id="257" r:id="rId6"/>
    <p:sldId id="260" r:id="rId7"/>
    <p:sldId id="264" r:id="rId8"/>
    <p:sldId id="262" r:id="rId9"/>
    <p:sldId id="259" r:id="rId10"/>
    <p:sldId id="267" r:id="rId11"/>
    <p:sldId id="269" r:id="rId12"/>
    <p:sldId id="313" r:id="rId13"/>
    <p:sldId id="282" r:id="rId14"/>
    <p:sldId id="263" r:id="rId15"/>
    <p:sldId id="316" r:id="rId16"/>
    <p:sldId id="317" r:id="rId17"/>
    <p:sldId id="319" r:id="rId18"/>
    <p:sldId id="315" r:id="rId19"/>
    <p:sldId id="320" r:id="rId20"/>
    <p:sldId id="321" r:id="rId21"/>
    <p:sldId id="330" r:id="rId22"/>
    <p:sldId id="322" r:id="rId23"/>
    <p:sldId id="323" r:id="rId24"/>
    <p:sldId id="324" r:id="rId25"/>
    <p:sldId id="276" r:id="rId26"/>
    <p:sldId id="325" r:id="rId27"/>
    <p:sldId id="326" r:id="rId28"/>
    <p:sldId id="272" r:id="rId29"/>
    <p:sldId id="329" r:id="rId30"/>
    <p:sldId id="327" r:id="rId31"/>
    <p:sldId id="266" r:id="rId32"/>
    <p:sldId id="265" r:id="rId33"/>
    <p:sldId id="328" r:id="rId34"/>
    <p:sldId id="275" r:id="rId3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CB394B2-2F76-4687-BB9C-A2CA2B1E882B}">
  <a:tblStyle styleId="{0CB394B2-2F76-4687-BB9C-A2CA2B1E882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4660"/>
  </p:normalViewPr>
  <p:slideViewPr>
    <p:cSldViewPr snapToGrid="0">
      <p:cViewPr varScale="1">
        <p:scale>
          <a:sx n="98" d="100"/>
          <a:sy n="98" d="100"/>
        </p:scale>
        <p:origin x="376" y="60"/>
      </p:cViewPr>
      <p:guideLst>
        <p:guide orient="horz" pos="1620"/>
        <p:guide pos="2880"/>
      </p:guideLst>
    </p:cSldViewPr>
  </p:slideViewPr>
  <p:notesTextViewPr>
    <p:cViewPr>
      <p:scale>
        <a:sx n="1" d="1"/>
        <a:sy n="1" d="1"/>
      </p:scale>
      <p:origin x="0" y="0"/>
    </p:cViewPr>
  </p:notesTextViewPr>
  <p:notesViewPr>
    <p:cSldViewPr snapToGrid="0">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260b493aaa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3" name="Google Shape;893;g260b493aaa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4f49123c6b_0_4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1" name="Google Shape;1041;g24f49123c6b_0_4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9"/>
        <p:cNvGrpSpPr/>
        <p:nvPr/>
      </p:nvGrpSpPr>
      <p:grpSpPr>
        <a:xfrm>
          <a:off x="0" y="0"/>
          <a:ext cx="0" cy="0"/>
          <a:chOff x="0" y="0"/>
          <a:chExt cx="0" cy="0"/>
        </a:xfrm>
      </p:grpSpPr>
      <p:sp>
        <p:nvSpPr>
          <p:cNvPr id="1190" name="Google Shape;1190;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1" name="Google Shape;1191;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4"/>
        <p:cNvGrpSpPr/>
        <p:nvPr/>
      </p:nvGrpSpPr>
      <p:grpSpPr>
        <a:xfrm>
          <a:off x="0" y="0"/>
          <a:ext cx="0" cy="0"/>
          <a:chOff x="0" y="0"/>
          <a:chExt cx="0" cy="0"/>
        </a:xfrm>
      </p:grpSpPr>
      <p:sp>
        <p:nvSpPr>
          <p:cNvPr id="1435" name="Google Shape;1435;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6" name="Google Shape;1436;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Let's start with the market context. Pet insurance is a 21 billion dollar global market growing at 12% annually—one of the fastest-growing insurance sectors.</a:t>
            </a:r>
          </a:p>
          <a:p>
            <a:pPr marL="0" lvl="0" indent="0" algn="l" rtl="0">
              <a:spcBef>
                <a:spcPts val="0"/>
              </a:spcBef>
              <a:spcAft>
                <a:spcPts val="0"/>
              </a:spcAft>
              <a:buNone/>
            </a:pPr>
            <a:r>
              <a:rPr lang="en-US" dirty="0"/>
              <a:t>However, there are over 60 carriers in the U.S. market, and each one operates with completely different data structures. There's no common language, no shared standards, no consistency whatsoever.</a:t>
            </a:r>
          </a:p>
          <a:p>
            <a:pPr marL="0" lvl="0" indent="0" algn="l" rtl="0">
              <a:spcBef>
                <a:spcPts val="0"/>
              </a:spcBef>
              <a:spcAft>
                <a:spcPts val="0"/>
              </a:spcAft>
              <a:buNone/>
            </a:pPr>
            <a:r>
              <a:rPr lang="en-US" dirty="0"/>
              <a:t>This is precisely the type of standardization problem ACORD was created to solve.</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1"/>
        <p:cNvGrpSpPr/>
        <p:nvPr/>
      </p:nvGrpSpPr>
      <p:grpSpPr>
        <a:xfrm>
          <a:off x="0" y="0"/>
          <a:ext cx="0" cy="0"/>
          <a:chOff x="0" y="0"/>
          <a:chExt cx="0" cy="0"/>
        </a:xfrm>
      </p:grpSpPr>
      <p:sp>
        <p:nvSpPr>
          <p:cNvPr id="1262" name="Google Shape;1262;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3" name="Google Shape;1263;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industry faces significant challenges due to this lack of standardization. Every carrier reinvents the wheel, creating duplicate efforts that waste millions of dollars. Digital innovation is stalled because there's no foundation to build on. And the inconsistency creates friction throughout the entire ecosystem.</a:t>
            </a:r>
          </a:p>
          <a:p>
            <a:pPr marL="0" lvl="0" indent="0" algn="l" rtl="0">
              <a:spcBef>
                <a:spcPts val="0"/>
              </a:spcBef>
              <a:spcAft>
                <a:spcPts val="0"/>
              </a:spcAft>
              <a:buNone/>
            </a:pPr>
            <a:r>
              <a:rPr lang="en-US" dirty="0"/>
              <a:t>This fragmentation is holding back a multi-billion dollar industry.</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3" name="Google Shape;107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ACORD's challenge was straightforward but ambitious: identify all data fields necessary for pet insurance underwriting, and organize them into production-ready standards that the entire industry can adopt.</a:t>
            </a:r>
          </a:p>
          <a:p>
            <a:pPr marL="0" lvl="0" indent="0" algn="l" rtl="0">
              <a:spcBef>
                <a:spcPts val="0"/>
              </a:spcBef>
              <a:spcAft>
                <a:spcPts val="0"/>
              </a:spcAft>
              <a:buNone/>
            </a:pPr>
            <a:r>
              <a:rPr lang="en-US" dirty="0"/>
              <a:t>I took this on as an independent project, determined to create a comprehensive solution.</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8"/>
        <p:cNvGrpSpPr/>
        <p:nvPr/>
      </p:nvGrpSpPr>
      <p:grpSpPr>
        <a:xfrm>
          <a:off x="0" y="0"/>
          <a:ext cx="0" cy="0"/>
          <a:chOff x="0" y="0"/>
          <a:chExt cx="0" cy="0"/>
        </a:xfrm>
      </p:grpSpPr>
      <p:sp>
        <p:nvSpPr>
          <p:cNvPr id="1549" name="Google Shape;1549;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0" name="Google Shape;1550;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
        <p:cNvGrpSpPr/>
        <p:nvPr/>
      </p:nvGrpSpPr>
      <p:grpSpPr>
        <a:xfrm>
          <a:off x="0" y="0"/>
          <a:ext cx="0" cy="0"/>
          <a:chOff x="0" y="0"/>
          <a:chExt cx="0" cy="0"/>
        </a:xfrm>
      </p:grpSpPr>
      <p:sp>
        <p:nvSpPr>
          <p:cNvPr id="1657" name="Google Shape;1657;g24f49123c6b_0_6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8" name="Google Shape;1658;g24f49123c6b_0_6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Here's my core insight: most people would either use AI to generate fields OR manually collect from carriers. I asked—why not both?</a:t>
            </a:r>
          </a:p>
          <a:p>
            <a:pPr marL="0" lvl="0" indent="0" algn="l" rtl="0">
              <a:spcBef>
                <a:spcPts val="0"/>
              </a:spcBef>
              <a:spcAft>
                <a:spcPts val="0"/>
              </a:spcAft>
              <a:buNone/>
            </a:pPr>
            <a:r>
              <a:rPr lang="en-US" dirty="0"/>
              <a:t>This became my dual-source validation methodology. I used AI for comprehensive theoretical coverage, then validated against what carriers actually collect in the real world. This approach combines breadth with accuracy.</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4">
          <a:extLst>
            <a:ext uri="{FF2B5EF4-FFF2-40B4-BE49-F238E27FC236}">
              <a16:creationId xmlns:a16="http://schemas.microsoft.com/office/drawing/2014/main" id="{2315BBC4-52CD-0353-91F3-769BBFB10A9B}"/>
            </a:ext>
          </a:extLst>
        </p:cNvPr>
        <p:cNvGrpSpPr/>
        <p:nvPr/>
      </p:nvGrpSpPr>
      <p:grpSpPr>
        <a:xfrm>
          <a:off x="0" y="0"/>
          <a:ext cx="0" cy="0"/>
          <a:chOff x="0" y="0"/>
          <a:chExt cx="0" cy="0"/>
        </a:xfrm>
      </p:grpSpPr>
      <p:sp>
        <p:nvSpPr>
          <p:cNvPr id="1255" name="Google Shape;1255;g14072739ea5_12_0:notes">
            <a:extLst>
              <a:ext uri="{FF2B5EF4-FFF2-40B4-BE49-F238E27FC236}">
                <a16:creationId xmlns:a16="http://schemas.microsoft.com/office/drawing/2014/main" id="{54EEBE64-5CD5-5465-4829-51BD359B92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6" name="Google Shape;1256;g14072739ea5_12_0:notes">
            <a:extLst>
              <a:ext uri="{FF2B5EF4-FFF2-40B4-BE49-F238E27FC236}">
                <a16:creationId xmlns:a16="http://schemas.microsoft.com/office/drawing/2014/main" id="{3CD0B45E-C4E7-A116-1F51-DF08BB9321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diagram shows my complete methodology. </a:t>
            </a:r>
          </a:p>
          <a:p>
            <a:pPr marL="0" lvl="0" indent="0" algn="l" rtl="0">
              <a:spcBef>
                <a:spcPts val="0"/>
              </a:spcBef>
              <a:spcAft>
                <a:spcPts val="0"/>
              </a:spcAft>
              <a:buNone/>
            </a:pPr>
            <a:r>
              <a:rPr lang="en-US" dirty="0"/>
              <a:t>At the top is Phase 1: data collection from two parallel streams—AI generation on the left and carrier validation on the right. These merge to create 614 raw fields.</a:t>
            </a:r>
          </a:p>
          <a:p>
            <a:pPr marL="0" lvl="0" indent="0" algn="l" rtl="0">
              <a:spcBef>
                <a:spcPts val="0"/>
              </a:spcBef>
              <a:spcAft>
                <a:spcPts val="0"/>
              </a:spcAft>
              <a:buNone/>
            </a:pPr>
            <a:r>
              <a:rPr lang="en-US" dirty="0"/>
              <a:t>Phase 2 processes these through multiple refinement steps: deduplication, intelligent filtering, and manual quality control.</a:t>
            </a:r>
          </a:p>
          <a:p>
            <a:pPr marL="0" lvl="0" indent="0" algn="l" rtl="0">
              <a:spcBef>
                <a:spcPts val="0"/>
              </a:spcBef>
              <a:spcAft>
                <a:spcPts val="0"/>
              </a:spcAft>
              <a:buNone/>
            </a:pPr>
            <a:r>
              <a:rPr lang="en-US" dirty="0"/>
              <a:t>Phase 3 performs analytics and organizes everything into logical categories.</a:t>
            </a:r>
          </a:p>
          <a:p>
            <a:pPr marL="0" lvl="0" indent="0" algn="l" rtl="0">
              <a:spcBef>
                <a:spcPts val="0"/>
              </a:spcBef>
              <a:spcAft>
                <a:spcPts val="0"/>
              </a:spcAft>
              <a:buNone/>
            </a:pPr>
            <a:r>
              <a:rPr lang="en-US" dirty="0"/>
              <a:t>Phase 4 produces 37 production-ready output files.</a:t>
            </a:r>
          </a:p>
          <a:p>
            <a:pPr marL="0" lvl="0" indent="0" algn="l" rtl="0">
              <a:spcBef>
                <a:spcPts val="0"/>
              </a:spcBef>
              <a:spcAft>
                <a:spcPts val="0"/>
              </a:spcAft>
              <a:buNone/>
            </a:pPr>
            <a:r>
              <a:rPr lang="en-US" dirty="0"/>
              <a:t>This is an end-to-end methodology from raw data to implementable standards.</a:t>
            </a:r>
            <a:endParaRPr dirty="0"/>
          </a:p>
        </p:txBody>
      </p:sp>
    </p:spTree>
    <p:extLst>
      <p:ext uri="{BB962C8B-B14F-4D97-AF65-F5344CB8AC3E}">
        <p14:creationId xmlns:p14="http://schemas.microsoft.com/office/powerpoint/2010/main" val="3021113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9"/>
        <p:cNvGrpSpPr/>
        <p:nvPr/>
      </p:nvGrpSpPr>
      <p:grpSpPr>
        <a:xfrm>
          <a:off x="0" y="0"/>
          <a:ext cx="0" cy="0"/>
          <a:chOff x="0" y="0"/>
          <a:chExt cx="0" cy="0"/>
        </a:xfrm>
      </p:grpSpPr>
      <p:sp>
        <p:nvSpPr>
          <p:cNvPr id="2290" name="Google Shape;2290;g54dda1946d_4_2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1" name="Google Shape;2291;g54dda1946d_4_2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8"/>
        <p:cNvGrpSpPr/>
        <p:nvPr/>
      </p:nvGrpSpPr>
      <p:grpSpPr>
        <a:xfrm>
          <a:off x="0" y="0"/>
          <a:ext cx="0" cy="0"/>
          <a:chOff x="0" y="0"/>
          <a:chExt cx="0" cy="0"/>
        </a:xfrm>
      </p:grpSpPr>
      <p:sp>
        <p:nvSpPr>
          <p:cNvPr id="1409" name="Google Shape;1409;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0" name="Google Shape;1410;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For the AI component, I used two large language models with complementary strengths.</a:t>
            </a:r>
          </a:p>
          <a:p>
            <a:pPr marL="0" lvl="0" indent="0" algn="l" rtl="0">
              <a:spcBef>
                <a:spcPts val="0"/>
              </a:spcBef>
              <a:spcAft>
                <a:spcPts val="0"/>
              </a:spcAft>
              <a:buNone/>
            </a:pPr>
            <a:r>
              <a:rPr lang="en-US" dirty="0"/>
              <a:t>GPT-5 generated 476 fields using expert-level prompting. I instructed it to think like a senior underwriting professional with deep domain knowledge.</a:t>
            </a:r>
          </a:p>
          <a:p>
            <a:pPr marL="0" lvl="0" indent="0" algn="l" rtl="0">
              <a:spcBef>
                <a:spcPts val="0"/>
              </a:spcBef>
              <a:spcAft>
                <a:spcPts val="0"/>
              </a:spcAft>
              <a:buNone/>
            </a:pPr>
            <a:r>
              <a:rPr lang="en-US" dirty="0"/>
              <a:t>Claude 3.5 generated 92 fields with a focus on innovation and emerging technologies.</a:t>
            </a:r>
          </a:p>
          <a:p>
            <a:pPr marL="0" lvl="0" indent="0" algn="l" rtl="0">
              <a:spcBef>
                <a:spcPts val="0"/>
              </a:spcBef>
              <a:spcAft>
                <a:spcPts val="0"/>
              </a:spcAft>
              <a:buNone/>
            </a:pPr>
            <a:r>
              <a:rPr lang="en-US" dirty="0"/>
              <a:t>Combined, these AI sources provided 568 comprehensively reasoned fields. But the key wasn't just asking questions—it was engineering sophisticated prompts that embedded insurance expertise directly into the generation process.</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9">
          <a:extLst>
            <a:ext uri="{FF2B5EF4-FFF2-40B4-BE49-F238E27FC236}">
              <a16:creationId xmlns:a16="http://schemas.microsoft.com/office/drawing/2014/main" id="{D8579060-0FAB-741B-5EFA-3A3F0130ECD5}"/>
            </a:ext>
          </a:extLst>
        </p:cNvPr>
        <p:cNvGrpSpPr/>
        <p:nvPr/>
      </p:nvGrpSpPr>
      <p:grpSpPr>
        <a:xfrm>
          <a:off x="0" y="0"/>
          <a:ext cx="0" cy="0"/>
          <a:chOff x="0" y="0"/>
          <a:chExt cx="0" cy="0"/>
        </a:xfrm>
      </p:grpSpPr>
      <p:sp>
        <p:nvSpPr>
          <p:cNvPr id="2290" name="Google Shape;2290;g54dda1946d_4_2758:notes">
            <a:extLst>
              <a:ext uri="{FF2B5EF4-FFF2-40B4-BE49-F238E27FC236}">
                <a16:creationId xmlns:a16="http://schemas.microsoft.com/office/drawing/2014/main" id="{EA513E97-5D30-B0E3-A302-68DF9F2763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1" name="Google Shape;2291;g54dda1946d_4_2758:notes">
            <a:extLst>
              <a:ext uri="{FF2B5EF4-FFF2-40B4-BE49-F238E27FC236}">
                <a16:creationId xmlns:a16="http://schemas.microsoft.com/office/drawing/2014/main" id="{C6DE10E7-C83E-3150-16DF-CED383B893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My prompt engineering approach had three components:</a:t>
            </a:r>
          </a:p>
          <a:p>
            <a:pPr marL="0" lvl="0" indent="0" algn="l" rtl="0">
              <a:spcBef>
                <a:spcPts val="0"/>
              </a:spcBef>
              <a:spcAft>
                <a:spcPts val="0"/>
              </a:spcAft>
              <a:buNone/>
            </a:pPr>
            <a:r>
              <a:rPr lang="en-US" dirty="0"/>
              <a:t>First, the senior expert prompt: "You are a senior underwriting professional with 20 years of experience." This generated over 200 fields with built-in risk assessments and business justifications.</a:t>
            </a:r>
          </a:p>
          <a:p>
            <a:pPr marL="0" lvl="0" indent="0" algn="l" rtl="0">
              <a:spcBef>
                <a:spcPts val="0"/>
              </a:spcBef>
              <a:spcAft>
                <a:spcPts val="0"/>
              </a:spcAft>
              <a:buNone/>
            </a:pPr>
            <a:r>
              <a:rPr lang="en-US" dirty="0"/>
              <a:t>Second, the extraction prompt that normalized carrier form data into structured JSON with complete metadata.</a:t>
            </a:r>
          </a:p>
          <a:p>
            <a:pPr marL="0" lvl="0" indent="0" algn="l" rtl="0">
              <a:spcBef>
                <a:spcPts val="0"/>
              </a:spcBef>
              <a:spcAft>
                <a:spcPts val="0"/>
              </a:spcAft>
              <a:buNone/>
            </a:pPr>
            <a:r>
              <a:rPr lang="en-US" dirty="0"/>
              <a:t>Third, the forward-looking prompt about emerging technologies—capturing fields for IoT wearables, genetic testing, and telemedicine that will transform the industry in 3-5 years.</a:t>
            </a:r>
          </a:p>
          <a:p>
            <a:pPr marL="0" lvl="0" indent="0" algn="l" rtl="0">
              <a:spcBef>
                <a:spcPts val="0"/>
              </a:spcBef>
              <a:spcAft>
                <a:spcPts val="0"/>
              </a:spcAft>
              <a:buNone/>
            </a:pPr>
            <a:r>
              <a:rPr lang="en-US" dirty="0"/>
              <a:t>This wasn't casual questioning—it was architecting intelligence.</a:t>
            </a:r>
            <a:endParaRPr dirty="0"/>
          </a:p>
        </p:txBody>
      </p:sp>
    </p:spTree>
    <p:extLst>
      <p:ext uri="{BB962C8B-B14F-4D97-AF65-F5344CB8AC3E}">
        <p14:creationId xmlns:p14="http://schemas.microsoft.com/office/powerpoint/2010/main" val="30661032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4">
          <a:extLst>
            <a:ext uri="{FF2B5EF4-FFF2-40B4-BE49-F238E27FC236}">
              <a16:creationId xmlns:a16="http://schemas.microsoft.com/office/drawing/2014/main" id="{0B153D11-6260-C4BD-4617-AD2FA6651859}"/>
            </a:ext>
          </a:extLst>
        </p:cNvPr>
        <p:cNvGrpSpPr/>
        <p:nvPr/>
      </p:nvGrpSpPr>
      <p:grpSpPr>
        <a:xfrm>
          <a:off x="0" y="0"/>
          <a:ext cx="0" cy="0"/>
          <a:chOff x="0" y="0"/>
          <a:chExt cx="0" cy="0"/>
        </a:xfrm>
      </p:grpSpPr>
      <p:sp>
        <p:nvSpPr>
          <p:cNvPr id="1255" name="Google Shape;1255;g14072739ea5_12_0:notes">
            <a:extLst>
              <a:ext uri="{FF2B5EF4-FFF2-40B4-BE49-F238E27FC236}">
                <a16:creationId xmlns:a16="http://schemas.microsoft.com/office/drawing/2014/main" id="{84AF2DFE-BB1C-647D-D742-4D87231492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6" name="Google Shape;1256;g14072739ea5_12_0:notes">
            <a:extLst>
              <a:ext uri="{FF2B5EF4-FFF2-40B4-BE49-F238E27FC236}">
                <a16:creationId xmlns:a16="http://schemas.microsoft.com/office/drawing/2014/main" id="{DDAD584B-191D-B38C-B7A9-FDA5625A5E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01104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4">
          <a:extLst>
            <a:ext uri="{FF2B5EF4-FFF2-40B4-BE49-F238E27FC236}">
              <a16:creationId xmlns:a16="http://schemas.microsoft.com/office/drawing/2014/main" id="{4DB64937-21B2-545A-01F0-18FA7A7B895C}"/>
            </a:ext>
          </a:extLst>
        </p:cNvPr>
        <p:cNvGrpSpPr/>
        <p:nvPr/>
      </p:nvGrpSpPr>
      <p:grpSpPr>
        <a:xfrm>
          <a:off x="0" y="0"/>
          <a:ext cx="0" cy="0"/>
          <a:chOff x="0" y="0"/>
          <a:chExt cx="0" cy="0"/>
        </a:xfrm>
      </p:grpSpPr>
      <p:sp>
        <p:nvSpPr>
          <p:cNvPr id="2235" name="Google Shape;2235;g54dda1946d_4_2701:notes">
            <a:extLst>
              <a:ext uri="{FF2B5EF4-FFF2-40B4-BE49-F238E27FC236}">
                <a16:creationId xmlns:a16="http://schemas.microsoft.com/office/drawing/2014/main" id="{65AAE116-A9A3-40F7-3213-DA91F15D1D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6" name="Google Shape;2236;g54dda1946d_4_2701:notes">
            <a:extLst>
              <a:ext uri="{FF2B5EF4-FFF2-40B4-BE49-F238E27FC236}">
                <a16:creationId xmlns:a16="http://schemas.microsoft.com/office/drawing/2014/main" id="{4973DE09-B734-5AAD-4791-C2D45414B0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But AI alone isn't sufficient. I needed real-world validation.</a:t>
            </a:r>
          </a:p>
          <a:p>
            <a:pPr marL="0" lvl="0" indent="0" algn="l" rtl="0">
              <a:spcBef>
                <a:spcPts val="0"/>
              </a:spcBef>
              <a:spcAft>
                <a:spcPts val="0"/>
              </a:spcAft>
              <a:buNone/>
            </a:pPr>
            <a:r>
              <a:rPr lang="en-US" dirty="0"/>
              <a:t>I analyzed the top 5 carriers representing approximately 40% of the U.S. market: </a:t>
            </a:r>
            <a:r>
              <a:rPr lang="en-US" dirty="0" err="1"/>
              <a:t>Trupanion</a:t>
            </a:r>
            <a:r>
              <a:rPr lang="en-US" dirty="0"/>
              <a:t>, Healthy Paws, Fetch, Spot, and ASPCA.</a:t>
            </a:r>
          </a:p>
          <a:p>
            <a:pPr marL="0" lvl="0" indent="0" algn="l" rtl="0">
              <a:spcBef>
                <a:spcPts val="0"/>
              </a:spcBef>
              <a:spcAft>
                <a:spcPts val="0"/>
              </a:spcAft>
              <a:buNone/>
            </a:pPr>
            <a:r>
              <a:rPr lang="en-US" dirty="0"/>
              <a:t>Using browser developer tools and OCR extraction, I captured 46 fields from their actual quote forms—what they're collecting in production today, not what they theoretically should collect.</a:t>
            </a:r>
          </a:p>
          <a:p>
            <a:pPr marL="0" lvl="0" indent="0" algn="l" rtl="0">
              <a:spcBef>
                <a:spcPts val="0"/>
              </a:spcBef>
              <a:spcAft>
                <a:spcPts val="0"/>
              </a:spcAft>
              <a:buNone/>
            </a:pPr>
            <a:r>
              <a:rPr lang="en-US" dirty="0"/>
              <a:t>This grounded my comprehensive AI coverage with real-world requirements.</a:t>
            </a:r>
            <a:endParaRPr dirty="0"/>
          </a:p>
        </p:txBody>
      </p:sp>
    </p:spTree>
    <p:extLst>
      <p:ext uri="{BB962C8B-B14F-4D97-AF65-F5344CB8AC3E}">
        <p14:creationId xmlns:p14="http://schemas.microsoft.com/office/powerpoint/2010/main" val="17473488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4">
          <a:extLst>
            <a:ext uri="{FF2B5EF4-FFF2-40B4-BE49-F238E27FC236}">
              <a16:creationId xmlns:a16="http://schemas.microsoft.com/office/drawing/2014/main" id="{ECC16AF7-DD43-0B14-F732-D1629BA2251B}"/>
            </a:ext>
          </a:extLst>
        </p:cNvPr>
        <p:cNvGrpSpPr/>
        <p:nvPr/>
      </p:nvGrpSpPr>
      <p:grpSpPr>
        <a:xfrm>
          <a:off x="0" y="0"/>
          <a:ext cx="0" cy="0"/>
          <a:chOff x="0" y="0"/>
          <a:chExt cx="0" cy="0"/>
        </a:xfrm>
      </p:grpSpPr>
      <p:sp>
        <p:nvSpPr>
          <p:cNvPr id="1255" name="Google Shape;1255;g14072739ea5_12_0:notes">
            <a:extLst>
              <a:ext uri="{FF2B5EF4-FFF2-40B4-BE49-F238E27FC236}">
                <a16:creationId xmlns:a16="http://schemas.microsoft.com/office/drawing/2014/main" id="{1E133AF3-CA11-F9E7-F7F5-D39168B373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6" name="Google Shape;1256;g14072739ea5_12_0:notes">
            <a:extLst>
              <a:ext uri="{FF2B5EF4-FFF2-40B4-BE49-F238E27FC236}">
                <a16:creationId xmlns:a16="http://schemas.microsoft.com/office/drawing/2014/main" id="{80962B85-6273-C7CD-9E69-3A2DD8C7AE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813748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9">
          <a:extLst>
            <a:ext uri="{FF2B5EF4-FFF2-40B4-BE49-F238E27FC236}">
              <a16:creationId xmlns:a16="http://schemas.microsoft.com/office/drawing/2014/main" id="{8E30205B-A375-4B56-5E1D-1D8C85B2778E}"/>
            </a:ext>
          </a:extLst>
        </p:cNvPr>
        <p:cNvGrpSpPr/>
        <p:nvPr/>
      </p:nvGrpSpPr>
      <p:grpSpPr>
        <a:xfrm>
          <a:off x="0" y="0"/>
          <a:ext cx="0" cy="0"/>
          <a:chOff x="0" y="0"/>
          <a:chExt cx="0" cy="0"/>
        </a:xfrm>
      </p:grpSpPr>
      <p:sp>
        <p:nvSpPr>
          <p:cNvPr id="1190" name="Google Shape;1190;g54dda1946d_6_308:notes">
            <a:extLst>
              <a:ext uri="{FF2B5EF4-FFF2-40B4-BE49-F238E27FC236}">
                <a16:creationId xmlns:a16="http://schemas.microsoft.com/office/drawing/2014/main" id="{970959BE-32D8-BE11-9F45-55B200332F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1" name="Google Shape;1191;g54dda1946d_6_308:notes">
            <a:extLst>
              <a:ext uri="{FF2B5EF4-FFF2-40B4-BE49-F238E27FC236}">
                <a16:creationId xmlns:a16="http://schemas.microsoft.com/office/drawing/2014/main" id="{D1C3B2A6-82E9-EA32-A07B-0F09E1B90C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I had 614 raw fields from both sources. But there was a significant problem: massive duplication.</a:t>
            </a:r>
          </a:p>
          <a:p>
            <a:pPr marL="0" lvl="0" indent="0" algn="l" rtl="0">
              <a:spcBef>
                <a:spcPts val="0"/>
              </a:spcBef>
              <a:spcAft>
                <a:spcPts val="0"/>
              </a:spcAft>
              <a:buNone/>
            </a:pPr>
            <a:r>
              <a:rPr lang="en-US" dirty="0"/>
              <a:t>I encountered "</a:t>
            </a:r>
            <a:r>
              <a:rPr lang="en-US" dirty="0" err="1"/>
              <a:t>pet_age</a:t>
            </a:r>
            <a:r>
              <a:rPr lang="en-US" dirty="0"/>
              <a:t>," "</a:t>
            </a:r>
            <a:r>
              <a:rPr lang="en-US" dirty="0" err="1"/>
              <a:t>animal_age</a:t>
            </a:r>
            <a:r>
              <a:rPr lang="en-US" dirty="0"/>
              <a:t>," and "</a:t>
            </a:r>
            <a:r>
              <a:rPr lang="en-US" dirty="0" err="1"/>
              <a:t>age_of_pet</a:t>
            </a:r>
            <a:r>
              <a:rPr lang="en-US" dirty="0"/>
              <a:t>"—three names for the same concept. This pattern repeated across hundreds of fields. Same concepts, different naming conventions, inconsistent formats.</a:t>
            </a:r>
          </a:p>
          <a:p>
            <a:pPr marL="0" lvl="0" indent="0" algn="l" rtl="0">
              <a:spcBef>
                <a:spcPts val="0"/>
              </a:spcBef>
              <a:spcAft>
                <a:spcPts val="0"/>
              </a:spcAft>
              <a:buNone/>
            </a:pPr>
            <a:r>
              <a:rPr lang="en-US" dirty="0"/>
              <a:t>Complete chaos requiring intelligent resolution.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6375207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4">
          <a:extLst>
            <a:ext uri="{FF2B5EF4-FFF2-40B4-BE49-F238E27FC236}">
              <a16:creationId xmlns:a16="http://schemas.microsoft.com/office/drawing/2014/main" id="{A33FB4EC-9F53-52BC-70A5-B7F887774C85}"/>
            </a:ext>
          </a:extLst>
        </p:cNvPr>
        <p:cNvGrpSpPr/>
        <p:nvPr/>
      </p:nvGrpSpPr>
      <p:grpSpPr>
        <a:xfrm>
          <a:off x="0" y="0"/>
          <a:ext cx="0" cy="0"/>
          <a:chOff x="0" y="0"/>
          <a:chExt cx="0" cy="0"/>
        </a:xfrm>
      </p:grpSpPr>
      <p:sp>
        <p:nvSpPr>
          <p:cNvPr id="1255" name="Google Shape;1255;g14072739ea5_12_0:notes">
            <a:extLst>
              <a:ext uri="{FF2B5EF4-FFF2-40B4-BE49-F238E27FC236}">
                <a16:creationId xmlns:a16="http://schemas.microsoft.com/office/drawing/2014/main" id="{FB5A33C4-1272-6CB2-79A5-F3A4DC14CF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6" name="Google Shape;1256;g14072739ea5_12_0:notes">
            <a:extLst>
              <a:ext uri="{FF2B5EF4-FFF2-40B4-BE49-F238E27FC236}">
                <a16:creationId xmlns:a16="http://schemas.microsoft.com/office/drawing/2014/main" id="{0E25BA63-885C-A10B-288E-A14E2109D2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 built a fuzzy matching algorithm using </a:t>
            </a:r>
            <a:r>
              <a:rPr lang="en-US" dirty="0" err="1"/>
              <a:t>Levenshtein</a:t>
            </a:r>
            <a:r>
              <a:rPr lang="en-US" dirty="0"/>
              <a:t> distance to measure semantic similarity between field names.</a:t>
            </a:r>
          </a:p>
          <a:p>
            <a:pPr marL="0" lvl="0" indent="0" algn="l" rtl="0">
              <a:spcBef>
                <a:spcPts val="0"/>
              </a:spcBef>
              <a:spcAft>
                <a:spcPts val="0"/>
              </a:spcAft>
              <a:buNone/>
            </a:pPr>
            <a:r>
              <a:rPr lang="en-US" dirty="0"/>
              <a:t>With an 85% similarity threshold, the algorithm identified and consolidated 71 duplicate fields—an 11.6% reduction from 614 to 543 unique fields.</a:t>
            </a:r>
          </a:p>
          <a:p>
            <a:pPr marL="0" lvl="0" indent="0" algn="l" rtl="0">
              <a:spcBef>
                <a:spcPts val="0"/>
              </a:spcBef>
              <a:spcAft>
                <a:spcPts val="0"/>
              </a:spcAft>
              <a:buNone/>
            </a:pPr>
            <a:r>
              <a:rPr lang="en-US" dirty="0"/>
              <a:t>This automated what would have taken weeks of manual comparison.</a:t>
            </a:r>
            <a:endParaRPr dirty="0"/>
          </a:p>
        </p:txBody>
      </p:sp>
    </p:spTree>
    <p:extLst>
      <p:ext uri="{BB962C8B-B14F-4D97-AF65-F5344CB8AC3E}">
        <p14:creationId xmlns:p14="http://schemas.microsoft.com/office/powerpoint/2010/main" val="34386912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9">
          <a:extLst>
            <a:ext uri="{FF2B5EF4-FFF2-40B4-BE49-F238E27FC236}">
              <a16:creationId xmlns:a16="http://schemas.microsoft.com/office/drawing/2014/main" id="{47FD1252-38A6-416D-CDD0-67F15649AAE5}"/>
            </a:ext>
          </a:extLst>
        </p:cNvPr>
        <p:cNvGrpSpPr/>
        <p:nvPr/>
      </p:nvGrpSpPr>
      <p:grpSpPr>
        <a:xfrm>
          <a:off x="0" y="0"/>
          <a:ext cx="0" cy="0"/>
          <a:chOff x="0" y="0"/>
          <a:chExt cx="0" cy="0"/>
        </a:xfrm>
      </p:grpSpPr>
      <p:sp>
        <p:nvSpPr>
          <p:cNvPr id="1920" name="Google Shape;1920;g54dda1946d_4_2726:notes">
            <a:extLst>
              <a:ext uri="{FF2B5EF4-FFF2-40B4-BE49-F238E27FC236}">
                <a16:creationId xmlns:a16="http://schemas.microsoft.com/office/drawing/2014/main" id="{C58A24DC-7734-2E33-0E6D-F9E6FF0F63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1" name="Google Shape;1921;g54dda1946d_4_2726:notes">
            <a:extLst>
              <a:ext uri="{FF2B5EF4-FFF2-40B4-BE49-F238E27FC236}">
                <a16:creationId xmlns:a16="http://schemas.microsoft.com/office/drawing/2014/main" id="{F2B82F25-DB22-0FEA-8853-ED7B4F1A98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 manually reviewed all 298 remaining fields. Despite sophisticated algorithms, human judgment was essential for catching edge cases.</a:t>
            </a:r>
          </a:p>
          <a:p>
            <a:pPr marL="0" lvl="0" indent="0" algn="l" rtl="0">
              <a:spcBef>
                <a:spcPts val="0"/>
              </a:spcBef>
              <a:spcAft>
                <a:spcPts val="0"/>
              </a:spcAft>
              <a:buNone/>
            </a:pPr>
            <a:r>
              <a:rPr lang="en-US" dirty="0"/>
              <a:t>I identified 39 fields requiring removal: 29 were junk fields—unclear purposes, AI hallucinations, or invalid concepts. Another 10 were low-value fields that didn't meet production quality standards.</a:t>
            </a:r>
          </a:p>
          <a:p>
            <a:pPr marL="0" lvl="0" indent="0" algn="l" rtl="0">
              <a:spcBef>
                <a:spcPts val="0"/>
              </a:spcBef>
              <a:spcAft>
                <a:spcPts val="0"/>
              </a:spcAft>
              <a:buNone/>
            </a:pPr>
            <a:r>
              <a:rPr lang="en-US" dirty="0"/>
              <a:t>This manual oversight brought me to 259 high-quality fields. This human-in-the-loop approach is what distinguishes my work from pure automation. It ensures production readiness.</a:t>
            </a:r>
            <a:endParaRPr dirty="0"/>
          </a:p>
        </p:txBody>
      </p:sp>
    </p:spTree>
    <p:extLst>
      <p:ext uri="{BB962C8B-B14F-4D97-AF65-F5344CB8AC3E}">
        <p14:creationId xmlns:p14="http://schemas.microsoft.com/office/powerpoint/2010/main" val="42222011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4">
          <a:extLst>
            <a:ext uri="{FF2B5EF4-FFF2-40B4-BE49-F238E27FC236}">
              <a16:creationId xmlns:a16="http://schemas.microsoft.com/office/drawing/2014/main" id="{DB7884CE-7D81-0843-DE36-9FDFA01B1BB2}"/>
            </a:ext>
          </a:extLst>
        </p:cNvPr>
        <p:cNvGrpSpPr/>
        <p:nvPr/>
      </p:nvGrpSpPr>
      <p:grpSpPr>
        <a:xfrm>
          <a:off x="0" y="0"/>
          <a:ext cx="0" cy="0"/>
          <a:chOff x="0" y="0"/>
          <a:chExt cx="0" cy="0"/>
        </a:xfrm>
      </p:grpSpPr>
      <p:sp>
        <p:nvSpPr>
          <p:cNvPr id="1255" name="Google Shape;1255;g14072739ea5_12_0:notes">
            <a:extLst>
              <a:ext uri="{FF2B5EF4-FFF2-40B4-BE49-F238E27FC236}">
                <a16:creationId xmlns:a16="http://schemas.microsoft.com/office/drawing/2014/main" id="{A6197106-90CB-AAE9-6372-56C0F26D11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6" name="Google Shape;1256;g14072739ea5_12_0:notes">
            <a:extLst>
              <a:ext uri="{FF2B5EF4-FFF2-40B4-BE49-F238E27FC236}">
                <a16:creationId xmlns:a16="http://schemas.microsoft.com/office/drawing/2014/main" id="{F8E95926-E416-3681-CF4B-3158C2529C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diagram shows the complete reduction pipeline.</a:t>
            </a:r>
          </a:p>
          <a:p>
            <a:pPr marL="0" lvl="0" indent="0" algn="l" rtl="0">
              <a:spcBef>
                <a:spcPts val="0"/>
              </a:spcBef>
              <a:spcAft>
                <a:spcPts val="0"/>
              </a:spcAft>
              <a:buNone/>
            </a:pPr>
            <a:r>
              <a:rPr lang="en-US" dirty="0"/>
              <a:t>After deduplication gave me 543 fields, I applied intelligent filtering algorithms to identify redundant and low-quality entries. This removed 245 fields, reducing the dataset to 298.</a:t>
            </a:r>
          </a:p>
          <a:p>
            <a:pPr marL="0" lvl="0" indent="0" algn="l" rtl="0">
              <a:spcBef>
                <a:spcPts val="0"/>
              </a:spcBef>
              <a:spcAft>
                <a:spcPts val="0"/>
              </a:spcAft>
              <a:buNone/>
            </a:pPr>
            <a:r>
              <a:rPr lang="en-US" dirty="0"/>
              <a:t>But I didn't stop with automation. And this next phase is critical.</a:t>
            </a:r>
            <a:endParaRPr dirty="0"/>
          </a:p>
        </p:txBody>
      </p:sp>
    </p:spTree>
    <p:extLst>
      <p:ext uri="{BB962C8B-B14F-4D97-AF65-F5344CB8AC3E}">
        <p14:creationId xmlns:p14="http://schemas.microsoft.com/office/powerpoint/2010/main" val="16995781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8">
          <a:extLst>
            <a:ext uri="{FF2B5EF4-FFF2-40B4-BE49-F238E27FC236}">
              <a16:creationId xmlns:a16="http://schemas.microsoft.com/office/drawing/2014/main" id="{12DFBCBD-0270-B04F-431C-E5E89C1A5E68}"/>
            </a:ext>
          </a:extLst>
        </p:cNvPr>
        <p:cNvGrpSpPr/>
        <p:nvPr/>
      </p:nvGrpSpPr>
      <p:grpSpPr>
        <a:xfrm>
          <a:off x="0" y="0"/>
          <a:ext cx="0" cy="0"/>
          <a:chOff x="0" y="0"/>
          <a:chExt cx="0" cy="0"/>
        </a:xfrm>
      </p:grpSpPr>
      <p:sp>
        <p:nvSpPr>
          <p:cNvPr id="1799" name="Google Shape;1799;g24f49123c6b_0_1135:notes">
            <a:extLst>
              <a:ext uri="{FF2B5EF4-FFF2-40B4-BE49-F238E27FC236}">
                <a16:creationId xmlns:a16="http://schemas.microsoft.com/office/drawing/2014/main" id="{6DE2A080-9F33-6AB5-EE7E-6762C94F93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0" name="Google Shape;1800;g24f49123c6b_0_1135:notes">
            <a:extLst>
              <a:ext uri="{FF2B5EF4-FFF2-40B4-BE49-F238E27FC236}">
                <a16:creationId xmlns:a16="http://schemas.microsoft.com/office/drawing/2014/main" id="{7455141F-68C9-2DE0-B7AA-7A71F81F08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Raw field names alone aren't sufficient. Each field needed comprehensive metadata.</a:t>
            </a:r>
          </a:p>
          <a:p>
            <a:pPr marL="0" lvl="0" indent="0" algn="l" rtl="0">
              <a:spcBef>
                <a:spcPts val="0"/>
              </a:spcBef>
              <a:spcAft>
                <a:spcPts val="0"/>
              </a:spcAft>
              <a:buNone/>
            </a:pPr>
            <a:r>
              <a:rPr lang="en-US" dirty="0"/>
              <a:t>I enriched all 259 fields with three key elements: business purpose explaining why insurers need the field, risk impact classification as HIGH, MEDIUM, or LOW for prioritization, and technical metadata including data types, validation rules, and examples.</a:t>
            </a:r>
          </a:p>
          <a:p>
            <a:pPr marL="0" lvl="0" indent="0" algn="l" rtl="0">
              <a:spcBef>
                <a:spcPts val="0"/>
              </a:spcBef>
              <a:spcAft>
                <a:spcPts val="0"/>
              </a:spcAft>
              <a:buNone/>
            </a:pPr>
            <a:r>
              <a:rPr lang="en-US" dirty="0"/>
              <a:t>This transforms a simple list into actionable intelligence.</a:t>
            </a:r>
            <a:endParaRPr dirty="0"/>
          </a:p>
        </p:txBody>
      </p:sp>
    </p:spTree>
    <p:extLst>
      <p:ext uri="{BB962C8B-B14F-4D97-AF65-F5344CB8AC3E}">
        <p14:creationId xmlns:p14="http://schemas.microsoft.com/office/powerpoint/2010/main" val="34096969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8">
          <a:extLst>
            <a:ext uri="{FF2B5EF4-FFF2-40B4-BE49-F238E27FC236}">
              <a16:creationId xmlns:a16="http://schemas.microsoft.com/office/drawing/2014/main" id="{54855221-9B26-B36A-2C30-F985911B68C8}"/>
            </a:ext>
          </a:extLst>
        </p:cNvPr>
        <p:cNvGrpSpPr/>
        <p:nvPr/>
      </p:nvGrpSpPr>
      <p:grpSpPr>
        <a:xfrm>
          <a:off x="0" y="0"/>
          <a:ext cx="0" cy="0"/>
          <a:chOff x="0" y="0"/>
          <a:chExt cx="0" cy="0"/>
        </a:xfrm>
      </p:grpSpPr>
      <p:sp>
        <p:nvSpPr>
          <p:cNvPr id="1549" name="Google Shape;1549;g54dda1946d_6_377:notes">
            <a:extLst>
              <a:ext uri="{FF2B5EF4-FFF2-40B4-BE49-F238E27FC236}">
                <a16:creationId xmlns:a16="http://schemas.microsoft.com/office/drawing/2014/main" id="{CA7BB2CB-C0DD-78A4-BA35-89220E8A1E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0" name="Google Shape;1550;g54dda1946d_6_377:notes">
            <a:extLst>
              <a:ext uri="{FF2B5EF4-FFF2-40B4-BE49-F238E27FC236}">
                <a16:creationId xmlns:a16="http://schemas.microsoft.com/office/drawing/2014/main" id="{8EECD493-2C61-6714-EDEA-61B2D6E2EB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259 fields are organized into 10 logical categories:</a:t>
            </a:r>
          </a:p>
          <a:p>
            <a:pPr marL="0" lvl="0" indent="0" algn="l" rtl="0">
              <a:spcBef>
                <a:spcPts val="0"/>
              </a:spcBef>
              <a:spcAft>
                <a:spcPts val="0"/>
              </a:spcAft>
              <a:buNone/>
            </a:pPr>
            <a:r>
              <a:rPr lang="en-US" dirty="0"/>
              <a:t>Policy Owner Information. Pet Identification and Demographics. Health History and Medical Records. Behavioral and Lifestyle Factors. Coverage Selection and Policy Terms. Veterinary Practice Information. Payment and Billing. Risk Assessment Factors. Regulatory and Compliance. And Claims History.</a:t>
            </a:r>
          </a:p>
          <a:p>
            <a:pPr marL="0" lvl="0" indent="0" algn="l" rtl="0">
              <a:spcBef>
                <a:spcPts val="0"/>
              </a:spcBef>
              <a:spcAft>
                <a:spcPts val="0"/>
              </a:spcAft>
              <a:buNone/>
            </a:pPr>
            <a:r>
              <a:rPr lang="en-US" dirty="0"/>
              <a:t>This structure serves underwriters, IT systems, and business stakeholders equally well.</a:t>
            </a:r>
            <a:endParaRPr dirty="0"/>
          </a:p>
        </p:txBody>
      </p:sp>
    </p:spTree>
    <p:extLst>
      <p:ext uri="{BB962C8B-B14F-4D97-AF65-F5344CB8AC3E}">
        <p14:creationId xmlns:p14="http://schemas.microsoft.com/office/powerpoint/2010/main" val="39762027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1"/>
        <p:cNvGrpSpPr/>
        <p:nvPr/>
      </p:nvGrpSpPr>
      <p:grpSpPr>
        <a:xfrm>
          <a:off x="0" y="0"/>
          <a:ext cx="0" cy="0"/>
          <a:chOff x="0" y="0"/>
          <a:chExt cx="0" cy="0"/>
        </a:xfrm>
      </p:grpSpPr>
      <p:sp>
        <p:nvSpPr>
          <p:cNvPr id="2072" name="Google Shape;2072;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3" name="Google Shape;2073;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1">
          <a:extLst>
            <a:ext uri="{FF2B5EF4-FFF2-40B4-BE49-F238E27FC236}">
              <a16:creationId xmlns:a16="http://schemas.microsoft.com/office/drawing/2014/main" id="{9671D36B-6E63-2FB3-8AFA-0C2BFD8FD488}"/>
            </a:ext>
          </a:extLst>
        </p:cNvPr>
        <p:cNvGrpSpPr/>
        <p:nvPr/>
      </p:nvGrpSpPr>
      <p:grpSpPr>
        <a:xfrm>
          <a:off x="0" y="0"/>
          <a:ext cx="0" cy="0"/>
          <a:chOff x="0" y="0"/>
          <a:chExt cx="0" cy="0"/>
        </a:xfrm>
      </p:grpSpPr>
      <p:sp>
        <p:nvSpPr>
          <p:cNvPr id="2072" name="Google Shape;2072;g54dda1946d_4_2730:notes">
            <a:extLst>
              <a:ext uri="{FF2B5EF4-FFF2-40B4-BE49-F238E27FC236}">
                <a16:creationId xmlns:a16="http://schemas.microsoft.com/office/drawing/2014/main" id="{A78A11E3-57F2-C626-DBED-E4681084FA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3" name="Google Shape;2073;g54dda1946d_4_2730:notes">
            <a:extLst>
              <a:ext uri="{FF2B5EF4-FFF2-40B4-BE49-F238E27FC236}">
                <a16:creationId xmlns:a16="http://schemas.microsoft.com/office/drawing/2014/main" id="{E43AC6CE-4AD0-0DB0-3AC3-7E57AAD4AD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Not all 259 fields have equal priority. I identified the 40 most critical fields necessary for core underwriting functionality.</a:t>
            </a:r>
          </a:p>
          <a:p>
            <a:pPr marL="0" lvl="0" indent="0" algn="l" rtl="0">
              <a:spcBef>
                <a:spcPts val="0"/>
              </a:spcBef>
              <a:spcAft>
                <a:spcPts val="0"/>
              </a:spcAft>
              <a:buNone/>
            </a:pPr>
            <a:r>
              <a:rPr lang="en-US" dirty="0"/>
              <a:t>These include foundational elements like Pet Age, Breed, and Pre-existing Conditions, plus operational requirements like Owner Address, Coverage Type, and Deductible Amount.</a:t>
            </a:r>
          </a:p>
          <a:p>
            <a:pPr marL="0" lvl="0" indent="0" algn="l" rtl="0">
              <a:spcBef>
                <a:spcPts val="0"/>
              </a:spcBef>
              <a:spcAft>
                <a:spcPts val="0"/>
              </a:spcAft>
              <a:buNone/>
            </a:pPr>
            <a:r>
              <a:rPr lang="en-US" dirty="0"/>
              <a:t>A carrier could implement just these 40 fields and have a fully functional underwriting system. This serves as the priority implementation roadmap.</a:t>
            </a:r>
            <a:endParaRPr dirty="0"/>
          </a:p>
        </p:txBody>
      </p:sp>
    </p:spTree>
    <p:extLst>
      <p:ext uri="{BB962C8B-B14F-4D97-AF65-F5344CB8AC3E}">
        <p14:creationId xmlns:p14="http://schemas.microsoft.com/office/powerpoint/2010/main" val="202651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4">
          <a:extLst>
            <a:ext uri="{FF2B5EF4-FFF2-40B4-BE49-F238E27FC236}">
              <a16:creationId xmlns:a16="http://schemas.microsoft.com/office/drawing/2014/main" id="{43D0535D-79FF-FF77-5F8B-32F04A2A82A6}"/>
            </a:ext>
          </a:extLst>
        </p:cNvPr>
        <p:cNvGrpSpPr/>
        <p:nvPr/>
      </p:nvGrpSpPr>
      <p:grpSpPr>
        <a:xfrm>
          <a:off x="0" y="0"/>
          <a:ext cx="0" cy="0"/>
          <a:chOff x="0" y="0"/>
          <a:chExt cx="0" cy="0"/>
        </a:xfrm>
      </p:grpSpPr>
      <p:sp>
        <p:nvSpPr>
          <p:cNvPr id="1255" name="Google Shape;1255;g14072739ea5_12_0:notes">
            <a:extLst>
              <a:ext uri="{FF2B5EF4-FFF2-40B4-BE49-F238E27FC236}">
                <a16:creationId xmlns:a16="http://schemas.microsoft.com/office/drawing/2014/main" id="{87FBCE07-49B8-EB66-4A6C-16F259EF4A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6" name="Google Shape;1256;g14072739ea5_12_0:notes">
            <a:extLst>
              <a:ext uri="{FF2B5EF4-FFF2-40B4-BE49-F238E27FC236}">
                <a16:creationId xmlns:a16="http://schemas.microsoft.com/office/drawing/2014/main" id="{EEF35B41-9A18-26BB-0A58-2FB976EFA1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 delivered 37 production-ready files spanning multiple formats and use cases.</a:t>
            </a:r>
          </a:p>
          <a:p>
            <a:pPr marL="0" lvl="0" indent="0" algn="l" rtl="0">
              <a:spcBef>
                <a:spcPts val="0"/>
              </a:spcBef>
              <a:spcAft>
                <a:spcPts val="0"/>
              </a:spcAft>
              <a:buNone/>
            </a:pPr>
            <a:r>
              <a:rPr lang="en-US" dirty="0"/>
              <a:t>The master data dictionary in CSV, XLSX, and JSON ensures compatibility with any system. JSON Schema enables technical validation. </a:t>
            </a:r>
            <a:r>
              <a:rPr lang="en-US" dirty="0" err="1"/>
              <a:t>OpenAPI</a:t>
            </a:r>
            <a:r>
              <a:rPr lang="en-US" dirty="0"/>
              <a:t> Specification allows immediate API development. Complete documentation includes methodology, implementation guides, and best practices. Analytics reports identify gaps and opportunities. And risk scoring models enable automated decision-making.</a:t>
            </a:r>
          </a:p>
          <a:p>
            <a:pPr marL="0" lvl="0" indent="0" algn="l" rtl="0">
              <a:spcBef>
                <a:spcPts val="0"/>
              </a:spcBef>
              <a:spcAft>
                <a:spcPts val="0"/>
              </a:spcAft>
              <a:buNone/>
            </a:pPr>
            <a:r>
              <a:rPr lang="en-US" dirty="0"/>
              <a:t>This isn't academic research—it's an implementation package.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5008264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1"/>
        <p:cNvGrpSpPr/>
        <p:nvPr/>
      </p:nvGrpSpPr>
      <p:grpSpPr>
        <a:xfrm>
          <a:off x="0" y="0"/>
          <a:ext cx="0" cy="0"/>
          <a:chOff x="0" y="0"/>
          <a:chExt cx="0" cy="0"/>
        </a:xfrm>
      </p:grpSpPr>
      <p:sp>
        <p:nvSpPr>
          <p:cNvPr id="1792" name="Google Shape;1792;g54dda1946d_6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3" name="Google Shape;1793;g54dda1946d_6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Here are the key metrics:</a:t>
            </a:r>
          </a:p>
          <a:p>
            <a:pPr marL="0" lvl="0" indent="0" algn="l" rtl="0">
              <a:spcBef>
                <a:spcPts val="0"/>
              </a:spcBef>
              <a:spcAft>
                <a:spcPts val="0"/>
              </a:spcAft>
              <a:buNone/>
            </a:pPr>
            <a:r>
              <a:rPr lang="en-US" dirty="0"/>
              <a:t>259 final curated fields, each validated and enriched. 40 critical fields identified for priority implementation. 10 comprehensive categories. 37 output files delivered.</a:t>
            </a:r>
          </a:p>
          <a:p>
            <a:pPr marL="0" lvl="0" indent="0" algn="l" rtl="0">
              <a:spcBef>
                <a:spcPts val="0"/>
              </a:spcBef>
              <a:spcAft>
                <a:spcPts val="0"/>
              </a:spcAft>
              <a:buNone/>
            </a:pPr>
            <a:r>
              <a:rPr lang="en-US" dirty="0"/>
              <a:t>For context: I started with 614 raw fields and removed 355 through rigorous processing—a 58% reduction. But this wasn't about minimizing quantity; it was about maximizing quality. Every remaining field has been validated, enriched, and proven valuable for underwriting.</a:t>
            </a: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6">
          <a:extLst>
            <a:ext uri="{FF2B5EF4-FFF2-40B4-BE49-F238E27FC236}">
              <a16:creationId xmlns:a16="http://schemas.microsoft.com/office/drawing/2014/main" id="{0AC8B8FD-D6A0-69E9-2327-E18E412777CF}"/>
            </a:ext>
          </a:extLst>
        </p:cNvPr>
        <p:cNvGrpSpPr/>
        <p:nvPr/>
      </p:nvGrpSpPr>
      <p:grpSpPr>
        <a:xfrm>
          <a:off x="0" y="0"/>
          <a:ext cx="0" cy="0"/>
          <a:chOff x="0" y="0"/>
          <a:chExt cx="0" cy="0"/>
        </a:xfrm>
      </p:grpSpPr>
      <p:sp>
        <p:nvSpPr>
          <p:cNvPr id="2877" name="Google Shape;2877;gd44c0c1fca_0_138:notes">
            <a:extLst>
              <a:ext uri="{FF2B5EF4-FFF2-40B4-BE49-F238E27FC236}">
                <a16:creationId xmlns:a16="http://schemas.microsoft.com/office/drawing/2014/main" id="{1B27F063-A833-6120-456E-92406F2CDB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8" name="Google Shape;2878;gd44c0c1fca_0_138:notes">
            <a:extLst>
              <a:ext uri="{FF2B5EF4-FFF2-40B4-BE49-F238E27FC236}">
                <a16:creationId xmlns:a16="http://schemas.microsoft.com/office/drawing/2014/main" id="{978C9ACF-0846-7E83-9BB1-D6A174B69C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41884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8">
          <a:extLst>
            <a:ext uri="{FF2B5EF4-FFF2-40B4-BE49-F238E27FC236}">
              <a16:creationId xmlns:a16="http://schemas.microsoft.com/office/drawing/2014/main" id="{C8FF425E-BEA2-4ECF-38E6-FD2FB8528506}"/>
            </a:ext>
          </a:extLst>
        </p:cNvPr>
        <p:cNvGrpSpPr/>
        <p:nvPr/>
      </p:nvGrpSpPr>
      <p:grpSpPr>
        <a:xfrm>
          <a:off x="0" y="0"/>
          <a:ext cx="0" cy="0"/>
          <a:chOff x="0" y="0"/>
          <a:chExt cx="0" cy="0"/>
        </a:xfrm>
      </p:grpSpPr>
      <p:sp>
        <p:nvSpPr>
          <p:cNvPr id="1799" name="Google Shape;1799;g24f49123c6b_0_1135:notes">
            <a:extLst>
              <a:ext uri="{FF2B5EF4-FFF2-40B4-BE49-F238E27FC236}">
                <a16:creationId xmlns:a16="http://schemas.microsoft.com/office/drawing/2014/main" id="{FCFE495E-FA52-2820-98DB-12ABF76F3F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0" name="Google Shape;1800;g24f49123c6b_0_1135:notes">
            <a:extLst>
              <a:ext uri="{FF2B5EF4-FFF2-40B4-BE49-F238E27FC236}">
                <a16:creationId xmlns:a16="http://schemas.microsoft.com/office/drawing/2014/main" id="{D2369DA4-23A6-A5A4-C940-37141699D2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framework isn't limited to today's requirements. I mapped emerging technologies that will transform the industry:</a:t>
            </a:r>
          </a:p>
          <a:p>
            <a:pPr marL="0" lvl="0" indent="0" algn="l" rtl="0">
              <a:spcBef>
                <a:spcPts val="0"/>
              </a:spcBef>
              <a:spcAft>
                <a:spcPts val="0"/>
              </a:spcAft>
              <a:buNone/>
            </a:pPr>
            <a:r>
              <a:rPr lang="en-US" dirty="0"/>
              <a:t>IoT pet wearables providing real-time health monitoring. Genetic testing predicting disease risk before symptoms appear. Telemedicine enabling remote veterinary consultations. Smart home devices tracking behavioral patterns. Microchip registries for identity verification.</a:t>
            </a:r>
          </a:p>
          <a:p>
            <a:pPr marL="0" lvl="0" indent="0" algn="l" rtl="0">
              <a:spcBef>
                <a:spcPts val="0"/>
              </a:spcBef>
              <a:spcAft>
                <a:spcPts val="0"/>
              </a:spcAft>
              <a:buNone/>
            </a:pPr>
            <a:r>
              <a:rPr lang="en-US" dirty="0"/>
              <a:t>The standards include fields for all these technologies, ensuring carriers are prepared for tomorrow's innovations.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813953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p:cNvGrpSpPr/>
        <p:nvPr/>
      </p:nvGrpSpPr>
      <p:grpSpPr>
        <a:xfrm>
          <a:off x="0" y="0"/>
          <a:ext cx="0" cy="0"/>
          <a:chOff x="0" y="0"/>
          <a:chExt cx="0" cy="0"/>
        </a:xfrm>
      </p:grpSpPr>
      <p:sp>
        <p:nvSpPr>
          <p:cNvPr id="1496" name="Google Shape;1496;g2938d9aa4be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2938d9aa4be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business impact is substantial:</a:t>
            </a:r>
          </a:p>
          <a:p>
            <a:pPr marL="0" lvl="0" indent="0" algn="l" rtl="0">
              <a:spcBef>
                <a:spcPts val="0"/>
              </a:spcBef>
              <a:spcAft>
                <a:spcPts val="0"/>
              </a:spcAft>
              <a:buNone/>
            </a:pPr>
            <a:r>
              <a:rPr lang="en-US" dirty="0"/>
              <a:t>Carriers save 6-12 months of research time by implementing these standards immediately. The industry gains seamless data exchange capabilities across the entire ecosystem. Costs decrease as carriers stop reinventing identical solutions. Innovation accelerates through AI-powered underwriting and automated processing. And ACORD gains a foundation for formal industry standards.</a:t>
            </a:r>
          </a:p>
          <a:p>
            <a:pPr marL="0" lvl="0" indent="0" algn="l" rtl="0">
              <a:spcBef>
                <a:spcPts val="0"/>
              </a:spcBef>
              <a:spcAft>
                <a:spcPts val="0"/>
              </a:spcAft>
              <a:buNone/>
            </a:pPr>
            <a:r>
              <a:rPr lang="en-US" dirty="0"/>
              <a:t>Most importantly: this is immediately actionable, not theoretical.</a:t>
            </a: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0"/>
        <p:cNvGrpSpPr/>
        <p:nvPr/>
      </p:nvGrpSpPr>
      <p:grpSpPr>
        <a:xfrm>
          <a:off x="0" y="0"/>
          <a:ext cx="0" cy="0"/>
          <a:chOff x="0" y="0"/>
          <a:chExt cx="0" cy="0"/>
        </a:xfrm>
      </p:grpSpPr>
      <p:sp>
        <p:nvSpPr>
          <p:cNvPr id="1461" name="Google Shape;1461;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2" name="Google Shape;1462;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Four elements differentiate this work:</a:t>
            </a:r>
          </a:p>
          <a:p>
            <a:pPr marL="0" lvl="0" indent="0" algn="l" rtl="0">
              <a:spcBef>
                <a:spcPts val="0"/>
              </a:spcBef>
              <a:spcAft>
                <a:spcPts val="0"/>
              </a:spcAft>
              <a:buNone/>
            </a:pPr>
            <a:r>
              <a:rPr lang="en-US" dirty="0"/>
              <a:t>Dual-source validation combining AI comprehensiveness with carrier reality. Advanced processing using fuzzy matching and intelligent normalization, not manual effort. Comprehensive metadata where every field includes purpose, risk classification, and technical specifications. Production-ready outputs with APIs, schemas, and complete documentation.</a:t>
            </a:r>
          </a:p>
          <a:p>
            <a:pPr marL="0" lvl="0" indent="0" algn="l" rtl="0">
              <a:spcBef>
                <a:spcPts val="0"/>
              </a:spcBef>
              <a:spcAft>
                <a:spcPts val="0"/>
              </a:spcAft>
              <a:buNone/>
            </a:pPr>
            <a:r>
              <a:rPr lang="en-US" dirty="0"/>
              <a:t>This represents technical excellence combining automated efficiency with human judgment.</a:t>
            </a: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4">
          <a:extLst>
            <a:ext uri="{FF2B5EF4-FFF2-40B4-BE49-F238E27FC236}">
              <a16:creationId xmlns:a16="http://schemas.microsoft.com/office/drawing/2014/main" id="{52C58565-4A1B-0860-B030-BC0FA28EF19C}"/>
            </a:ext>
          </a:extLst>
        </p:cNvPr>
        <p:cNvGrpSpPr/>
        <p:nvPr/>
      </p:nvGrpSpPr>
      <p:grpSpPr>
        <a:xfrm>
          <a:off x="0" y="0"/>
          <a:ext cx="0" cy="0"/>
          <a:chOff x="0" y="0"/>
          <a:chExt cx="0" cy="0"/>
        </a:xfrm>
      </p:grpSpPr>
      <p:sp>
        <p:nvSpPr>
          <p:cNvPr id="2485" name="Google Shape;2485;g54dda1946d_4_2720:notes">
            <a:extLst>
              <a:ext uri="{FF2B5EF4-FFF2-40B4-BE49-F238E27FC236}">
                <a16:creationId xmlns:a16="http://schemas.microsoft.com/office/drawing/2014/main" id="{8CE1E41F-1481-BD92-2B4B-F6DB933269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6" name="Google Shape;2486;g54dda1946d_4_2720:notes">
            <a:extLst>
              <a:ext uri="{FF2B5EF4-FFF2-40B4-BE49-F238E27FC236}">
                <a16:creationId xmlns:a16="http://schemas.microsoft.com/office/drawing/2014/main" id="{47CB2A10-3841-72E3-B493-55E6B5624A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Thank you for your time.</a:t>
            </a:r>
          </a:p>
          <a:p>
            <a:pPr marL="0" lvl="0" indent="0" algn="l" rtl="0">
              <a:spcBef>
                <a:spcPts val="0"/>
              </a:spcBef>
              <a:spcAft>
                <a:spcPts val="0"/>
              </a:spcAft>
              <a:buNone/>
            </a:pPr>
            <a:r>
              <a:rPr lang="en-US" dirty="0"/>
              <a:t>To summarize: I've created a comprehensive data standards framework for pet insurance using dual-source validation. Starting from 614 raw fields, I applied intelligent processing and manual quality control to produce 259 production-ready fields organized into 10 categories, with 40 critical fields prioritized for immediate implementation.</a:t>
            </a:r>
          </a:p>
          <a:p>
            <a:pPr marL="0" lvl="0" indent="0" algn="l" rtl="0">
              <a:spcBef>
                <a:spcPts val="0"/>
              </a:spcBef>
              <a:spcAft>
                <a:spcPts val="0"/>
              </a:spcAft>
              <a:buNone/>
            </a:pPr>
            <a:r>
              <a:rPr lang="en-US" dirty="0"/>
              <a:t>The result is 37 production-ready files that carriers can implement today, accelerating digital transformation and enabling standardization across the 21 billion dollar pet insurance industry.</a:t>
            </a:r>
            <a:endParaRPr dirty="0"/>
          </a:p>
        </p:txBody>
      </p:sp>
    </p:spTree>
    <p:extLst>
      <p:ext uri="{BB962C8B-B14F-4D97-AF65-F5344CB8AC3E}">
        <p14:creationId xmlns:p14="http://schemas.microsoft.com/office/powerpoint/2010/main" val="37115494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9"/>
        <p:cNvGrpSpPr/>
        <p:nvPr/>
      </p:nvGrpSpPr>
      <p:grpSpPr>
        <a:xfrm>
          <a:off x="0" y="0"/>
          <a:ext cx="0" cy="0"/>
          <a:chOff x="0" y="0"/>
          <a:chExt cx="0" cy="0"/>
        </a:xfrm>
      </p:grpSpPr>
      <p:sp>
        <p:nvSpPr>
          <p:cNvPr id="1920" name="Google Shape;1920;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1" name="Google Shape;1921;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My contact information is on your screen. I welcome questions about implementation or adoption pathways.</a:t>
            </a:r>
          </a:p>
          <a:p>
            <a:pPr marL="0" lvl="0" indent="0" algn="l" rtl="0">
              <a:spcBef>
                <a:spcPts val="0"/>
              </a:spcBef>
              <a:spcAft>
                <a:spcPts val="0"/>
              </a:spcAft>
              <a:buNone/>
            </a:pPr>
            <a:r>
              <a:rPr lang="en-US" dirty="0"/>
              <a:t>Thank you.</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73700" y="803250"/>
            <a:ext cx="7596600" cy="8808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543400" y="1632925"/>
            <a:ext cx="4057200" cy="468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
        <p:nvSpPr>
          <p:cNvPr id="11" name="Google Shape;11;p2"/>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12" name="Google Shape;12;p2"/>
          <p:cNvGrpSpPr/>
          <p:nvPr/>
        </p:nvGrpSpPr>
        <p:grpSpPr>
          <a:xfrm>
            <a:off x="180529" y="204155"/>
            <a:ext cx="8782955" cy="1820572"/>
            <a:chOff x="119754" y="280355"/>
            <a:chExt cx="8782955" cy="1820572"/>
          </a:xfrm>
        </p:grpSpPr>
        <p:sp>
          <p:nvSpPr>
            <p:cNvPr id="13" name="Google Shape;13;p2"/>
            <p:cNvSpPr/>
            <p:nvPr/>
          </p:nvSpPr>
          <p:spPr>
            <a:xfrm>
              <a:off x="8499379" y="13329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14;p2"/>
            <p:cNvSpPr/>
            <p:nvPr/>
          </p:nvSpPr>
          <p:spPr>
            <a:xfrm>
              <a:off x="471169" y="280355"/>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15;p2"/>
            <p:cNvSpPr/>
            <p:nvPr/>
          </p:nvSpPr>
          <p:spPr>
            <a:xfrm>
              <a:off x="8638774" y="1632882"/>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16;p2"/>
            <p:cNvSpPr/>
            <p:nvPr/>
          </p:nvSpPr>
          <p:spPr>
            <a:xfrm>
              <a:off x="238269" y="978180"/>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17;p2"/>
            <p:cNvSpPr/>
            <p:nvPr/>
          </p:nvSpPr>
          <p:spPr>
            <a:xfrm>
              <a:off x="119754" y="5056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4044500" y="976000"/>
            <a:ext cx="4386300" cy="885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50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0" name="Google Shape;20;p3"/>
          <p:cNvSpPr txBox="1">
            <a:spLocks noGrp="1"/>
          </p:cNvSpPr>
          <p:nvPr>
            <p:ph type="title" idx="2" hasCustomPrompt="1"/>
          </p:nvPr>
        </p:nvSpPr>
        <p:spPr>
          <a:xfrm>
            <a:off x="713225" y="976000"/>
            <a:ext cx="1326000" cy="1260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accent2"/>
              </a:buClr>
              <a:buSzPts val="6000"/>
              <a:buNone/>
              <a:defRPr sz="6000" b="1">
                <a:solidFill>
                  <a:schemeClr val="accent1"/>
                </a:solidFill>
              </a:defRPr>
            </a:lvl1pPr>
            <a:lvl2pPr lvl="1" rtl="0">
              <a:spcBef>
                <a:spcPts val="0"/>
              </a:spcBef>
              <a:spcAft>
                <a:spcPts val="0"/>
              </a:spcAft>
              <a:buClr>
                <a:schemeClr val="lt1"/>
              </a:buClr>
              <a:buSzPts val="6000"/>
              <a:buNone/>
              <a:defRPr sz="6000">
                <a:solidFill>
                  <a:schemeClr val="lt1"/>
                </a:solidFill>
              </a:defRPr>
            </a:lvl2pPr>
            <a:lvl3pPr lvl="2" rtl="0">
              <a:spcBef>
                <a:spcPts val="0"/>
              </a:spcBef>
              <a:spcAft>
                <a:spcPts val="0"/>
              </a:spcAft>
              <a:buClr>
                <a:schemeClr val="lt1"/>
              </a:buClr>
              <a:buSzPts val="6000"/>
              <a:buNone/>
              <a:defRPr sz="6000">
                <a:solidFill>
                  <a:schemeClr val="lt1"/>
                </a:solidFill>
              </a:defRPr>
            </a:lvl3pPr>
            <a:lvl4pPr lvl="3" rtl="0">
              <a:spcBef>
                <a:spcPts val="0"/>
              </a:spcBef>
              <a:spcAft>
                <a:spcPts val="0"/>
              </a:spcAft>
              <a:buClr>
                <a:schemeClr val="lt1"/>
              </a:buClr>
              <a:buSzPts val="6000"/>
              <a:buNone/>
              <a:defRPr sz="6000">
                <a:solidFill>
                  <a:schemeClr val="lt1"/>
                </a:solidFill>
              </a:defRPr>
            </a:lvl4pPr>
            <a:lvl5pPr lvl="4" rtl="0">
              <a:spcBef>
                <a:spcPts val="0"/>
              </a:spcBef>
              <a:spcAft>
                <a:spcPts val="0"/>
              </a:spcAft>
              <a:buClr>
                <a:schemeClr val="lt1"/>
              </a:buClr>
              <a:buSzPts val="6000"/>
              <a:buNone/>
              <a:defRPr sz="6000">
                <a:solidFill>
                  <a:schemeClr val="lt1"/>
                </a:solidFill>
              </a:defRPr>
            </a:lvl5pPr>
            <a:lvl6pPr lvl="5" rtl="0">
              <a:spcBef>
                <a:spcPts val="0"/>
              </a:spcBef>
              <a:spcAft>
                <a:spcPts val="0"/>
              </a:spcAft>
              <a:buClr>
                <a:schemeClr val="lt1"/>
              </a:buClr>
              <a:buSzPts val="6000"/>
              <a:buNone/>
              <a:defRPr sz="6000">
                <a:solidFill>
                  <a:schemeClr val="lt1"/>
                </a:solidFill>
              </a:defRPr>
            </a:lvl6pPr>
            <a:lvl7pPr lvl="6" rtl="0">
              <a:spcBef>
                <a:spcPts val="0"/>
              </a:spcBef>
              <a:spcAft>
                <a:spcPts val="0"/>
              </a:spcAft>
              <a:buClr>
                <a:schemeClr val="lt1"/>
              </a:buClr>
              <a:buSzPts val="6000"/>
              <a:buNone/>
              <a:defRPr sz="6000">
                <a:solidFill>
                  <a:schemeClr val="lt1"/>
                </a:solidFill>
              </a:defRPr>
            </a:lvl7pPr>
            <a:lvl8pPr lvl="7" rtl="0">
              <a:spcBef>
                <a:spcPts val="0"/>
              </a:spcBef>
              <a:spcAft>
                <a:spcPts val="0"/>
              </a:spcAft>
              <a:buClr>
                <a:schemeClr val="lt1"/>
              </a:buClr>
              <a:buSzPts val="6000"/>
              <a:buNone/>
              <a:defRPr sz="6000">
                <a:solidFill>
                  <a:schemeClr val="lt1"/>
                </a:solidFill>
              </a:defRPr>
            </a:lvl8pPr>
            <a:lvl9pPr lvl="8" rtl="0">
              <a:spcBef>
                <a:spcPts val="0"/>
              </a:spcBef>
              <a:spcAft>
                <a:spcPts val="0"/>
              </a:spcAft>
              <a:buClr>
                <a:schemeClr val="lt1"/>
              </a:buClr>
              <a:buSzPts val="6000"/>
              <a:buNone/>
              <a:defRPr sz="6000">
                <a:solidFill>
                  <a:schemeClr val="lt1"/>
                </a:solidFill>
              </a:defRPr>
            </a:lvl9pPr>
          </a:lstStyle>
          <a:p>
            <a:r>
              <a:t>xx%</a:t>
            </a:r>
          </a:p>
        </p:txBody>
      </p:sp>
      <p:sp>
        <p:nvSpPr>
          <p:cNvPr id="21" name="Google Shape;21;p3"/>
          <p:cNvSpPr txBox="1">
            <a:spLocks noGrp="1"/>
          </p:cNvSpPr>
          <p:nvPr>
            <p:ph type="subTitle" idx="1"/>
          </p:nvPr>
        </p:nvSpPr>
        <p:spPr>
          <a:xfrm>
            <a:off x="4044500" y="1861900"/>
            <a:ext cx="4386300" cy="37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22" name="Google Shape;22;p3"/>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23" name="Google Shape;23;p3"/>
          <p:cNvGrpSpPr/>
          <p:nvPr/>
        </p:nvGrpSpPr>
        <p:grpSpPr>
          <a:xfrm>
            <a:off x="-572802" y="3703374"/>
            <a:ext cx="9941524" cy="1234368"/>
            <a:chOff x="-572802" y="3703374"/>
            <a:chExt cx="9941524" cy="1234368"/>
          </a:xfrm>
        </p:grpSpPr>
        <p:grpSp>
          <p:nvGrpSpPr>
            <p:cNvPr id="24" name="Google Shape;24;p3"/>
            <p:cNvGrpSpPr/>
            <p:nvPr/>
          </p:nvGrpSpPr>
          <p:grpSpPr>
            <a:xfrm>
              <a:off x="7275406" y="3703374"/>
              <a:ext cx="2093316" cy="1234368"/>
              <a:chOff x="7119831" y="3369574"/>
              <a:chExt cx="2093316" cy="1234368"/>
            </a:xfrm>
          </p:grpSpPr>
          <p:sp>
            <p:nvSpPr>
              <p:cNvPr id="25" name="Google Shape;25;p3"/>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6;p3"/>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7" name="Google Shape;27;p3"/>
            <p:cNvGrpSpPr/>
            <p:nvPr/>
          </p:nvGrpSpPr>
          <p:grpSpPr>
            <a:xfrm>
              <a:off x="-572802" y="3725295"/>
              <a:ext cx="2052960" cy="1190533"/>
              <a:chOff x="-441352" y="3413408"/>
              <a:chExt cx="2052960" cy="1190533"/>
            </a:xfrm>
          </p:grpSpPr>
          <p:sp>
            <p:nvSpPr>
              <p:cNvPr id="28" name="Google Shape;28;p3"/>
              <p:cNvSpPr/>
              <p:nvPr/>
            </p:nvSpPr>
            <p:spPr>
              <a:xfrm>
                <a:off x="-441352" y="3413408"/>
                <a:ext cx="2052960" cy="1190533"/>
              </a:xfrm>
              <a:custGeom>
                <a:avLst/>
                <a:gdLst/>
                <a:ahLst/>
                <a:cxnLst/>
                <a:rect l="l" t="t" r="r" b="b"/>
                <a:pathLst>
                  <a:path w="2149696" h="1246631" extrusionOk="0">
                    <a:moveTo>
                      <a:pt x="2127694" y="885920"/>
                    </a:moveTo>
                    <a:cubicBezTo>
                      <a:pt x="2141601" y="922115"/>
                      <a:pt x="2149602" y="961168"/>
                      <a:pt x="2149602" y="1002602"/>
                    </a:cubicBezTo>
                    <a:cubicBezTo>
                      <a:pt x="2149602" y="1099376"/>
                      <a:pt x="2107787" y="1186529"/>
                      <a:pt x="2040922" y="1246632"/>
                    </a:cubicBezTo>
                    <a:lnTo>
                      <a:pt x="298990" y="1246632"/>
                    </a:lnTo>
                    <a:cubicBezTo>
                      <a:pt x="193453" y="1173004"/>
                      <a:pt x="119444" y="1057085"/>
                      <a:pt x="101060" y="923735"/>
                    </a:cubicBezTo>
                    <a:cubicBezTo>
                      <a:pt x="97917" y="902589"/>
                      <a:pt x="96298" y="880777"/>
                      <a:pt x="96298" y="858869"/>
                    </a:cubicBezTo>
                    <a:cubicBezTo>
                      <a:pt x="96298" y="844582"/>
                      <a:pt x="97060" y="830199"/>
                      <a:pt x="98298" y="815911"/>
                    </a:cubicBezTo>
                    <a:cubicBezTo>
                      <a:pt x="40576" y="789623"/>
                      <a:pt x="0" y="731520"/>
                      <a:pt x="0" y="663797"/>
                    </a:cubicBezTo>
                    <a:cubicBezTo>
                      <a:pt x="0" y="596074"/>
                      <a:pt x="40576" y="537972"/>
                      <a:pt x="98774" y="511683"/>
                    </a:cubicBezTo>
                    <a:cubicBezTo>
                      <a:pt x="97155" y="500920"/>
                      <a:pt x="96393" y="490157"/>
                      <a:pt x="96393" y="479012"/>
                    </a:cubicBezTo>
                    <a:cubicBezTo>
                      <a:pt x="96393" y="369951"/>
                      <a:pt x="173260" y="278702"/>
                      <a:pt x="275558" y="256413"/>
                    </a:cubicBezTo>
                    <a:cubicBezTo>
                      <a:pt x="296228" y="111443"/>
                      <a:pt x="420910" y="0"/>
                      <a:pt x="571786" y="0"/>
                    </a:cubicBezTo>
                    <a:cubicBezTo>
                      <a:pt x="682466" y="0"/>
                      <a:pt x="779240" y="60103"/>
                      <a:pt x="830961" y="149352"/>
                    </a:cubicBezTo>
                    <a:cubicBezTo>
                      <a:pt x="980694" y="161258"/>
                      <a:pt x="1110901" y="242506"/>
                      <a:pt x="1188530" y="361569"/>
                    </a:cubicBezTo>
                    <a:cubicBezTo>
                      <a:pt x="1280065" y="380714"/>
                      <a:pt x="1362170" y="426053"/>
                      <a:pt x="1426178" y="489394"/>
                    </a:cubicBezTo>
                    <a:cubicBezTo>
                      <a:pt x="1482280" y="443960"/>
                      <a:pt x="1554004" y="416909"/>
                      <a:pt x="1632014" y="416909"/>
                    </a:cubicBezTo>
                    <a:cubicBezTo>
                      <a:pt x="1679829" y="416909"/>
                      <a:pt x="1725168" y="427292"/>
                      <a:pt x="1766221" y="445961"/>
                    </a:cubicBezTo>
                    <a:cubicBezTo>
                      <a:pt x="1784127" y="442817"/>
                      <a:pt x="1802416" y="440817"/>
                      <a:pt x="1821180" y="440817"/>
                    </a:cubicBezTo>
                    <a:cubicBezTo>
                      <a:pt x="2002726" y="440817"/>
                      <a:pt x="2149697" y="588169"/>
                      <a:pt x="2149697" y="769334"/>
                    </a:cubicBezTo>
                    <a:cubicBezTo>
                      <a:pt x="2149697" y="801148"/>
                      <a:pt x="2144935" y="831818"/>
                      <a:pt x="2136172" y="860870"/>
                    </a:cubicBezTo>
                    <a:cubicBezTo>
                      <a:pt x="2133791" y="869632"/>
                      <a:pt x="2131028" y="878015"/>
                      <a:pt x="2127790" y="88592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9;p3"/>
              <p:cNvSpPr/>
              <p:nvPr/>
            </p:nvSpPr>
            <p:spPr>
              <a:xfrm>
                <a:off x="-441352" y="3413408"/>
                <a:ext cx="2052960" cy="1190533"/>
              </a:xfrm>
              <a:custGeom>
                <a:avLst/>
                <a:gdLst/>
                <a:ahLst/>
                <a:cxnLst/>
                <a:rect l="l" t="t" r="r" b="b"/>
                <a:pathLst>
                  <a:path w="2149696" h="1246631" extrusionOk="0">
                    <a:moveTo>
                      <a:pt x="2127694" y="885920"/>
                    </a:moveTo>
                    <a:cubicBezTo>
                      <a:pt x="2141601" y="922115"/>
                      <a:pt x="2149602" y="961168"/>
                      <a:pt x="2149602" y="1002602"/>
                    </a:cubicBezTo>
                    <a:cubicBezTo>
                      <a:pt x="2149602" y="1099376"/>
                      <a:pt x="2107787" y="1186529"/>
                      <a:pt x="2040922" y="1246632"/>
                    </a:cubicBezTo>
                    <a:lnTo>
                      <a:pt x="298990" y="1246632"/>
                    </a:lnTo>
                    <a:cubicBezTo>
                      <a:pt x="193453" y="1173004"/>
                      <a:pt x="119444" y="1057085"/>
                      <a:pt x="101060" y="923735"/>
                    </a:cubicBezTo>
                    <a:cubicBezTo>
                      <a:pt x="97917" y="902589"/>
                      <a:pt x="96298" y="880777"/>
                      <a:pt x="96298" y="858869"/>
                    </a:cubicBezTo>
                    <a:cubicBezTo>
                      <a:pt x="96298" y="844582"/>
                      <a:pt x="97060" y="830199"/>
                      <a:pt x="98298" y="815911"/>
                    </a:cubicBezTo>
                    <a:cubicBezTo>
                      <a:pt x="40576" y="789623"/>
                      <a:pt x="0" y="731520"/>
                      <a:pt x="0" y="663797"/>
                    </a:cubicBezTo>
                    <a:cubicBezTo>
                      <a:pt x="0" y="596074"/>
                      <a:pt x="40576" y="537972"/>
                      <a:pt x="98774" y="511683"/>
                    </a:cubicBezTo>
                    <a:cubicBezTo>
                      <a:pt x="97155" y="500920"/>
                      <a:pt x="96393" y="490157"/>
                      <a:pt x="96393" y="479012"/>
                    </a:cubicBezTo>
                    <a:cubicBezTo>
                      <a:pt x="96393" y="369951"/>
                      <a:pt x="173260" y="278702"/>
                      <a:pt x="275558" y="256413"/>
                    </a:cubicBezTo>
                    <a:cubicBezTo>
                      <a:pt x="296228" y="111443"/>
                      <a:pt x="420910" y="0"/>
                      <a:pt x="571786" y="0"/>
                    </a:cubicBezTo>
                    <a:cubicBezTo>
                      <a:pt x="682466" y="0"/>
                      <a:pt x="779240" y="60103"/>
                      <a:pt x="830961" y="149352"/>
                    </a:cubicBezTo>
                    <a:cubicBezTo>
                      <a:pt x="980694" y="161258"/>
                      <a:pt x="1110901" y="242506"/>
                      <a:pt x="1188530" y="361569"/>
                    </a:cubicBezTo>
                    <a:cubicBezTo>
                      <a:pt x="1280065" y="380714"/>
                      <a:pt x="1362170" y="426053"/>
                      <a:pt x="1426178" y="489394"/>
                    </a:cubicBezTo>
                    <a:cubicBezTo>
                      <a:pt x="1482280" y="443960"/>
                      <a:pt x="1554004" y="416909"/>
                      <a:pt x="1632014" y="416909"/>
                    </a:cubicBezTo>
                    <a:cubicBezTo>
                      <a:pt x="1679829" y="416909"/>
                      <a:pt x="1725168" y="427292"/>
                      <a:pt x="1766221" y="445961"/>
                    </a:cubicBezTo>
                    <a:cubicBezTo>
                      <a:pt x="1784127" y="442817"/>
                      <a:pt x="1802416" y="440817"/>
                      <a:pt x="1821180" y="440817"/>
                    </a:cubicBezTo>
                    <a:cubicBezTo>
                      <a:pt x="2002726" y="440817"/>
                      <a:pt x="2149697" y="588169"/>
                      <a:pt x="2149697" y="769334"/>
                    </a:cubicBezTo>
                    <a:cubicBezTo>
                      <a:pt x="2149697" y="801148"/>
                      <a:pt x="2144935" y="831818"/>
                      <a:pt x="2136172" y="860870"/>
                    </a:cubicBezTo>
                    <a:cubicBezTo>
                      <a:pt x="2133791" y="869632"/>
                      <a:pt x="2131028" y="878015"/>
                      <a:pt x="2127790" y="885920"/>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0" name="Google Shape;30;p3"/>
          <p:cNvGrpSpPr/>
          <p:nvPr/>
        </p:nvGrpSpPr>
        <p:grpSpPr>
          <a:xfrm>
            <a:off x="449299" y="103855"/>
            <a:ext cx="8563586" cy="3535883"/>
            <a:chOff x="449299" y="103855"/>
            <a:chExt cx="8563586" cy="3535883"/>
          </a:xfrm>
        </p:grpSpPr>
        <p:grpSp>
          <p:nvGrpSpPr>
            <p:cNvPr id="31" name="Google Shape;31;p3"/>
            <p:cNvGrpSpPr/>
            <p:nvPr/>
          </p:nvGrpSpPr>
          <p:grpSpPr>
            <a:xfrm>
              <a:off x="811544" y="103855"/>
              <a:ext cx="8201340" cy="3535883"/>
              <a:chOff x="811544" y="103855"/>
              <a:chExt cx="8201340" cy="3535883"/>
            </a:xfrm>
          </p:grpSpPr>
          <p:sp>
            <p:nvSpPr>
              <p:cNvPr id="32" name="Google Shape;32;p3"/>
              <p:cNvSpPr/>
              <p:nvPr/>
            </p:nvSpPr>
            <p:spPr>
              <a:xfrm>
                <a:off x="8371466" y="3314673"/>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33;p3"/>
              <p:cNvSpPr/>
              <p:nvPr/>
            </p:nvSpPr>
            <p:spPr>
              <a:xfrm>
                <a:off x="811544" y="103855"/>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34;p3"/>
              <p:cNvSpPr/>
              <p:nvPr/>
            </p:nvSpPr>
            <p:spPr>
              <a:xfrm>
                <a:off x="8713449" y="2571757"/>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35;p3"/>
              <p:cNvSpPr/>
              <p:nvPr/>
            </p:nvSpPr>
            <p:spPr>
              <a:xfrm>
                <a:off x="8848869" y="3350042"/>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36;p3"/>
              <p:cNvSpPr/>
              <p:nvPr/>
            </p:nvSpPr>
            <p:spPr>
              <a:xfrm>
                <a:off x="1528679" y="3935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7" name="Google Shape;37;p3"/>
            <p:cNvSpPr/>
            <p:nvPr/>
          </p:nvSpPr>
          <p:spPr>
            <a:xfrm>
              <a:off x="449299" y="641357"/>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8"/>
        <p:cNvGrpSpPr/>
        <p:nvPr/>
      </p:nvGrpSpPr>
      <p:grpSpPr>
        <a:xfrm>
          <a:off x="0" y="0"/>
          <a:ext cx="0" cy="0"/>
          <a:chOff x="0" y="0"/>
          <a:chExt cx="0" cy="0"/>
        </a:xfrm>
      </p:grpSpPr>
      <p:sp>
        <p:nvSpPr>
          <p:cNvPr id="39" name="Google Shape;39;p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40" name="Google Shape;40;p4"/>
          <p:cNvSpPr txBox="1">
            <a:spLocks noGrp="1"/>
          </p:cNvSpPr>
          <p:nvPr>
            <p:ph type="body" idx="1"/>
          </p:nvPr>
        </p:nvSpPr>
        <p:spPr>
          <a:xfrm>
            <a:off x="720000" y="1163175"/>
            <a:ext cx="7704000" cy="1194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41" name="Google Shape;41;p4"/>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42" name="Google Shape;42;p4"/>
          <p:cNvGrpSpPr/>
          <p:nvPr/>
        </p:nvGrpSpPr>
        <p:grpSpPr>
          <a:xfrm>
            <a:off x="77294" y="1162532"/>
            <a:ext cx="8989415" cy="3273895"/>
            <a:chOff x="77294" y="154007"/>
            <a:chExt cx="8989415" cy="3273895"/>
          </a:xfrm>
        </p:grpSpPr>
        <p:grpSp>
          <p:nvGrpSpPr>
            <p:cNvPr id="43" name="Google Shape;43;p4"/>
            <p:cNvGrpSpPr/>
            <p:nvPr/>
          </p:nvGrpSpPr>
          <p:grpSpPr>
            <a:xfrm>
              <a:off x="77294" y="154007"/>
              <a:ext cx="8989415" cy="2912143"/>
              <a:chOff x="77294" y="154007"/>
              <a:chExt cx="8989415" cy="2912143"/>
            </a:xfrm>
          </p:grpSpPr>
          <p:sp>
            <p:nvSpPr>
              <p:cNvPr id="44" name="Google Shape;44;p4"/>
              <p:cNvSpPr/>
              <p:nvPr/>
            </p:nvSpPr>
            <p:spPr>
              <a:xfrm>
                <a:off x="8668229" y="11390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 name="Google Shape;45;p4"/>
              <p:cNvSpPr/>
              <p:nvPr/>
            </p:nvSpPr>
            <p:spPr>
              <a:xfrm>
                <a:off x="77294" y="2776455"/>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 name="Google Shape;46;p4"/>
              <p:cNvSpPr/>
              <p:nvPr/>
            </p:nvSpPr>
            <p:spPr>
              <a:xfrm>
                <a:off x="8522824" y="154007"/>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47;p4"/>
              <p:cNvSpPr/>
              <p:nvPr/>
            </p:nvSpPr>
            <p:spPr>
              <a:xfrm>
                <a:off x="8902694" y="580992"/>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 name="Google Shape;48;p4"/>
              <p:cNvSpPr/>
              <p:nvPr/>
            </p:nvSpPr>
            <p:spPr>
              <a:xfrm>
                <a:off x="314004" y="22898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9" name="Google Shape;49;p4"/>
            <p:cNvSpPr/>
            <p:nvPr/>
          </p:nvSpPr>
          <p:spPr>
            <a:xfrm>
              <a:off x="313999" y="2959857"/>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0"/>
        <p:cNvGrpSpPr/>
        <p:nvPr/>
      </p:nvGrpSpPr>
      <p:grpSpPr>
        <a:xfrm>
          <a:off x="0" y="0"/>
          <a:ext cx="0" cy="0"/>
          <a:chOff x="0" y="0"/>
          <a:chExt cx="0" cy="0"/>
        </a:xfrm>
      </p:grpSpPr>
      <p:sp>
        <p:nvSpPr>
          <p:cNvPr id="51" name="Google Shape;51;p5"/>
          <p:cNvSpPr txBox="1">
            <a:spLocks noGrp="1"/>
          </p:cNvSpPr>
          <p:nvPr>
            <p:ph type="title"/>
          </p:nvPr>
        </p:nvSpPr>
        <p:spPr>
          <a:xfrm>
            <a:off x="713225"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
        <p:nvSpPr>
          <p:cNvPr id="52" name="Google Shape;52;p5"/>
          <p:cNvSpPr txBox="1">
            <a:spLocks noGrp="1"/>
          </p:cNvSpPr>
          <p:nvPr>
            <p:ph type="subTitle" idx="1"/>
          </p:nvPr>
        </p:nvSpPr>
        <p:spPr>
          <a:xfrm>
            <a:off x="5091073" y="2866650"/>
            <a:ext cx="2449500" cy="122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3" name="Google Shape;53;p5"/>
          <p:cNvSpPr txBox="1">
            <a:spLocks noGrp="1"/>
          </p:cNvSpPr>
          <p:nvPr>
            <p:ph type="subTitle" idx="2"/>
          </p:nvPr>
        </p:nvSpPr>
        <p:spPr>
          <a:xfrm>
            <a:off x="1603600" y="2866650"/>
            <a:ext cx="2449500" cy="122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4" name="Google Shape;54;p5"/>
          <p:cNvSpPr txBox="1">
            <a:spLocks noGrp="1"/>
          </p:cNvSpPr>
          <p:nvPr>
            <p:ph type="subTitle" idx="3"/>
          </p:nvPr>
        </p:nvSpPr>
        <p:spPr>
          <a:xfrm>
            <a:off x="5091076" y="2412075"/>
            <a:ext cx="24495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Vibur"/>
              <a:buNone/>
              <a:defRPr sz="2500">
                <a:solidFill>
                  <a:schemeClr val="dk1"/>
                </a:solidFill>
                <a:latin typeface="Vibur"/>
                <a:ea typeface="Vibur"/>
                <a:cs typeface="Vibur"/>
                <a:sym typeface="Vibur"/>
              </a:defRPr>
            </a:lvl1pPr>
            <a:lvl2pPr lvl="1" rtl="0">
              <a:lnSpc>
                <a:spcPct val="100000"/>
              </a:lnSpc>
              <a:spcBef>
                <a:spcPts val="0"/>
              </a:spcBef>
              <a:spcAft>
                <a:spcPts val="0"/>
              </a:spcAft>
              <a:buSzPts val="2500"/>
              <a:buFont typeface="Vibur"/>
              <a:buNone/>
              <a:defRPr sz="2500">
                <a:latin typeface="Vibur"/>
                <a:ea typeface="Vibur"/>
                <a:cs typeface="Vibur"/>
                <a:sym typeface="Vibur"/>
              </a:defRPr>
            </a:lvl2pPr>
            <a:lvl3pPr lvl="2" rtl="0">
              <a:lnSpc>
                <a:spcPct val="100000"/>
              </a:lnSpc>
              <a:spcBef>
                <a:spcPts val="0"/>
              </a:spcBef>
              <a:spcAft>
                <a:spcPts val="0"/>
              </a:spcAft>
              <a:buSzPts val="2500"/>
              <a:buFont typeface="Vibur"/>
              <a:buNone/>
              <a:defRPr sz="2500">
                <a:latin typeface="Vibur"/>
                <a:ea typeface="Vibur"/>
                <a:cs typeface="Vibur"/>
                <a:sym typeface="Vibur"/>
              </a:defRPr>
            </a:lvl3pPr>
            <a:lvl4pPr lvl="3" rtl="0">
              <a:lnSpc>
                <a:spcPct val="100000"/>
              </a:lnSpc>
              <a:spcBef>
                <a:spcPts val="0"/>
              </a:spcBef>
              <a:spcAft>
                <a:spcPts val="0"/>
              </a:spcAft>
              <a:buSzPts val="2500"/>
              <a:buFont typeface="Vibur"/>
              <a:buNone/>
              <a:defRPr sz="2500">
                <a:latin typeface="Vibur"/>
                <a:ea typeface="Vibur"/>
                <a:cs typeface="Vibur"/>
                <a:sym typeface="Vibur"/>
              </a:defRPr>
            </a:lvl4pPr>
            <a:lvl5pPr lvl="4" rtl="0">
              <a:lnSpc>
                <a:spcPct val="100000"/>
              </a:lnSpc>
              <a:spcBef>
                <a:spcPts val="0"/>
              </a:spcBef>
              <a:spcAft>
                <a:spcPts val="0"/>
              </a:spcAft>
              <a:buSzPts val="2500"/>
              <a:buFont typeface="Vibur"/>
              <a:buNone/>
              <a:defRPr sz="2500">
                <a:latin typeface="Vibur"/>
                <a:ea typeface="Vibur"/>
                <a:cs typeface="Vibur"/>
                <a:sym typeface="Vibur"/>
              </a:defRPr>
            </a:lvl5pPr>
            <a:lvl6pPr lvl="5" rtl="0">
              <a:lnSpc>
                <a:spcPct val="100000"/>
              </a:lnSpc>
              <a:spcBef>
                <a:spcPts val="0"/>
              </a:spcBef>
              <a:spcAft>
                <a:spcPts val="0"/>
              </a:spcAft>
              <a:buSzPts val="2500"/>
              <a:buFont typeface="Vibur"/>
              <a:buNone/>
              <a:defRPr sz="2500">
                <a:latin typeface="Vibur"/>
                <a:ea typeface="Vibur"/>
                <a:cs typeface="Vibur"/>
                <a:sym typeface="Vibur"/>
              </a:defRPr>
            </a:lvl6pPr>
            <a:lvl7pPr lvl="6" rtl="0">
              <a:lnSpc>
                <a:spcPct val="100000"/>
              </a:lnSpc>
              <a:spcBef>
                <a:spcPts val="0"/>
              </a:spcBef>
              <a:spcAft>
                <a:spcPts val="0"/>
              </a:spcAft>
              <a:buSzPts val="2500"/>
              <a:buFont typeface="Vibur"/>
              <a:buNone/>
              <a:defRPr sz="2500">
                <a:latin typeface="Vibur"/>
                <a:ea typeface="Vibur"/>
                <a:cs typeface="Vibur"/>
                <a:sym typeface="Vibur"/>
              </a:defRPr>
            </a:lvl7pPr>
            <a:lvl8pPr lvl="7" rtl="0">
              <a:lnSpc>
                <a:spcPct val="100000"/>
              </a:lnSpc>
              <a:spcBef>
                <a:spcPts val="0"/>
              </a:spcBef>
              <a:spcAft>
                <a:spcPts val="0"/>
              </a:spcAft>
              <a:buSzPts val="2500"/>
              <a:buFont typeface="Vibur"/>
              <a:buNone/>
              <a:defRPr sz="2500">
                <a:latin typeface="Vibur"/>
                <a:ea typeface="Vibur"/>
                <a:cs typeface="Vibur"/>
                <a:sym typeface="Vibur"/>
              </a:defRPr>
            </a:lvl8pPr>
            <a:lvl9pPr lvl="8" rtl="0">
              <a:lnSpc>
                <a:spcPct val="100000"/>
              </a:lnSpc>
              <a:spcBef>
                <a:spcPts val="0"/>
              </a:spcBef>
              <a:spcAft>
                <a:spcPts val="0"/>
              </a:spcAft>
              <a:buSzPts val="2500"/>
              <a:buFont typeface="Vibur"/>
              <a:buNone/>
              <a:defRPr sz="2500">
                <a:latin typeface="Vibur"/>
                <a:ea typeface="Vibur"/>
                <a:cs typeface="Vibur"/>
                <a:sym typeface="Vibur"/>
              </a:defRPr>
            </a:lvl9pPr>
          </a:lstStyle>
          <a:p>
            <a:endParaRPr/>
          </a:p>
        </p:txBody>
      </p:sp>
      <p:sp>
        <p:nvSpPr>
          <p:cNvPr id="55" name="Google Shape;55;p5"/>
          <p:cNvSpPr txBox="1">
            <a:spLocks noGrp="1"/>
          </p:cNvSpPr>
          <p:nvPr>
            <p:ph type="subTitle" idx="4"/>
          </p:nvPr>
        </p:nvSpPr>
        <p:spPr>
          <a:xfrm>
            <a:off x="1603600" y="2412075"/>
            <a:ext cx="24495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Vibur"/>
              <a:buNone/>
              <a:defRPr sz="2500">
                <a:solidFill>
                  <a:schemeClr val="dk1"/>
                </a:solidFill>
                <a:latin typeface="Vibur"/>
                <a:ea typeface="Vibur"/>
                <a:cs typeface="Vibur"/>
                <a:sym typeface="Vibur"/>
              </a:defRPr>
            </a:lvl1pPr>
            <a:lvl2pPr lvl="1" rtl="0">
              <a:lnSpc>
                <a:spcPct val="100000"/>
              </a:lnSpc>
              <a:spcBef>
                <a:spcPts val="0"/>
              </a:spcBef>
              <a:spcAft>
                <a:spcPts val="0"/>
              </a:spcAft>
              <a:buSzPts val="2500"/>
              <a:buFont typeface="Vibur"/>
              <a:buNone/>
              <a:defRPr sz="2500">
                <a:latin typeface="Vibur"/>
                <a:ea typeface="Vibur"/>
                <a:cs typeface="Vibur"/>
                <a:sym typeface="Vibur"/>
              </a:defRPr>
            </a:lvl2pPr>
            <a:lvl3pPr lvl="2" rtl="0">
              <a:lnSpc>
                <a:spcPct val="100000"/>
              </a:lnSpc>
              <a:spcBef>
                <a:spcPts val="0"/>
              </a:spcBef>
              <a:spcAft>
                <a:spcPts val="0"/>
              </a:spcAft>
              <a:buSzPts val="2500"/>
              <a:buFont typeface="Vibur"/>
              <a:buNone/>
              <a:defRPr sz="2500">
                <a:latin typeface="Vibur"/>
                <a:ea typeface="Vibur"/>
                <a:cs typeface="Vibur"/>
                <a:sym typeface="Vibur"/>
              </a:defRPr>
            </a:lvl3pPr>
            <a:lvl4pPr lvl="3" rtl="0">
              <a:lnSpc>
                <a:spcPct val="100000"/>
              </a:lnSpc>
              <a:spcBef>
                <a:spcPts val="0"/>
              </a:spcBef>
              <a:spcAft>
                <a:spcPts val="0"/>
              </a:spcAft>
              <a:buSzPts val="2500"/>
              <a:buFont typeface="Vibur"/>
              <a:buNone/>
              <a:defRPr sz="2500">
                <a:latin typeface="Vibur"/>
                <a:ea typeface="Vibur"/>
                <a:cs typeface="Vibur"/>
                <a:sym typeface="Vibur"/>
              </a:defRPr>
            </a:lvl4pPr>
            <a:lvl5pPr lvl="4" rtl="0">
              <a:lnSpc>
                <a:spcPct val="100000"/>
              </a:lnSpc>
              <a:spcBef>
                <a:spcPts val="0"/>
              </a:spcBef>
              <a:spcAft>
                <a:spcPts val="0"/>
              </a:spcAft>
              <a:buSzPts val="2500"/>
              <a:buFont typeface="Vibur"/>
              <a:buNone/>
              <a:defRPr sz="2500">
                <a:latin typeface="Vibur"/>
                <a:ea typeface="Vibur"/>
                <a:cs typeface="Vibur"/>
                <a:sym typeface="Vibur"/>
              </a:defRPr>
            </a:lvl5pPr>
            <a:lvl6pPr lvl="5" rtl="0">
              <a:lnSpc>
                <a:spcPct val="100000"/>
              </a:lnSpc>
              <a:spcBef>
                <a:spcPts val="0"/>
              </a:spcBef>
              <a:spcAft>
                <a:spcPts val="0"/>
              </a:spcAft>
              <a:buSzPts val="2500"/>
              <a:buFont typeface="Vibur"/>
              <a:buNone/>
              <a:defRPr sz="2500">
                <a:latin typeface="Vibur"/>
                <a:ea typeface="Vibur"/>
                <a:cs typeface="Vibur"/>
                <a:sym typeface="Vibur"/>
              </a:defRPr>
            </a:lvl6pPr>
            <a:lvl7pPr lvl="6" rtl="0">
              <a:lnSpc>
                <a:spcPct val="100000"/>
              </a:lnSpc>
              <a:spcBef>
                <a:spcPts val="0"/>
              </a:spcBef>
              <a:spcAft>
                <a:spcPts val="0"/>
              </a:spcAft>
              <a:buSzPts val="2500"/>
              <a:buFont typeface="Vibur"/>
              <a:buNone/>
              <a:defRPr sz="2500">
                <a:latin typeface="Vibur"/>
                <a:ea typeface="Vibur"/>
                <a:cs typeface="Vibur"/>
                <a:sym typeface="Vibur"/>
              </a:defRPr>
            </a:lvl7pPr>
            <a:lvl8pPr lvl="7" rtl="0">
              <a:lnSpc>
                <a:spcPct val="100000"/>
              </a:lnSpc>
              <a:spcBef>
                <a:spcPts val="0"/>
              </a:spcBef>
              <a:spcAft>
                <a:spcPts val="0"/>
              </a:spcAft>
              <a:buSzPts val="2500"/>
              <a:buFont typeface="Vibur"/>
              <a:buNone/>
              <a:defRPr sz="2500">
                <a:latin typeface="Vibur"/>
                <a:ea typeface="Vibur"/>
                <a:cs typeface="Vibur"/>
                <a:sym typeface="Vibur"/>
              </a:defRPr>
            </a:lvl8pPr>
            <a:lvl9pPr lvl="8" rtl="0">
              <a:lnSpc>
                <a:spcPct val="100000"/>
              </a:lnSpc>
              <a:spcBef>
                <a:spcPts val="0"/>
              </a:spcBef>
              <a:spcAft>
                <a:spcPts val="0"/>
              </a:spcAft>
              <a:buSzPts val="2500"/>
              <a:buFont typeface="Vibur"/>
              <a:buNone/>
              <a:defRPr sz="2500">
                <a:latin typeface="Vibur"/>
                <a:ea typeface="Vibur"/>
                <a:cs typeface="Vibur"/>
                <a:sym typeface="Vibur"/>
              </a:defRPr>
            </a:lvl9pPr>
          </a:lstStyle>
          <a:p>
            <a:endParaRPr/>
          </a:p>
        </p:txBody>
      </p:sp>
      <p:sp>
        <p:nvSpPr>
          <p:cNvPr id="56" name="Google Shape;56;p5"/>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57" name="Google Shape;57;p5"/>
          <p:cNvGrpSpPr/>
          <p:nvPr/>
        </p:nvGrpSpPr>
        <p:grpSpPr>
          <a:xfrm flipH="1">
            <a:off x="75145" y="124289"/>
            <a:ext cx="8618407" cy="4057182"/>
            <a:chOff x="452610" y="-758170"/>
            <a:chExt cx="8614100" cy="4057182"/>
          </a:xfrm>
        </p:grpSpPr>
        <p:sp>
          <p:nvSpPr>
            <p:cNvPr id="58" name="Google Shape;58;p5"/>
            <p:cNvSpPr/>
            <p:nvPr/>
          </p:nvSpPr>
          <p:spPr>
            <a:xfrm>
              <a:off x="8668229" y="30887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59;p5"/>
            <p:cNvSpPr/>
            <p:nvPr/>
          </p:nvSpPr>
          <p:spPr>
            <a:xfrm>
              <a:off x="729118" y="-758170"/>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60;p5"/>
            <p:cNvSpPr/>
            <p:nvPr/>
          </p:nvSpPr>
          <p:spPr>
            <a:xfrm>
              <a:off x="8522824" y="2103707"/>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61;p5"/>
            <p:cNvSpPr/>
            <p:nvPr/>
          </p:nvSpPr>
          <p:spPr>
            <a:xfrm>
              <a:off x="8902694" y="2530692"/>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62;p5"/>
            <p:cNvSpPr/>
            <p:nvPr/>
          </p:nvSpPr>
          <p:spPr>
            <a:xfrm>
              <a:off x="452610" y="-589577"/>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3" name="Google Shape;63;p5"/>
          <p:cNvGrpSpPr/>
          <p:nvPr/>
        </p:nvGrpSpPr>
        <p:grpSpPr>
          <a:xfrm>
            <a:off x="451232" y="3584675"/>
            <a:ext cx="9362038" cy="1509781"/>
            <a:chOff x="451232" y="3584675"/>
            <a:chExt cx="9362038" cy="1509781"/>
          </a:xfrm>
        </p:grpSpPr>
        <p:grpSp>
          <p:nvGrpSpPr>
            <p:cNvPr id="64" name="Google Shape;64;p5"/>
            <p:cNvGrpSpPr/>
            <p:nvPr/>
          </p:nvGrpSpPr>
          <p:grpSpPr>
            <a:xfrm>
              <a:off x="8417225" y="3584675"/>
              <a:ext cx="1396044" cy="1282953"/>
              <a:chOff x="8417225" y="3584675"/>
              <a:chExt cx="1396044" cy="1282953"/>
            </a:xfrm>
          </p:grpSpPr>
          <p:sp>
            <p:nvSpPr>
              <p:cNvPr id="65" name="Google Shape;65;p5"/>
              <p:cNvSpPr/>
              <p:nvPr/>
            </p:nvSpPr>
            <p:spPr>
              <a:xfrm flipH="1">
                <a:off x="8486604" y="3608211"/>
                <a:ext cx="1216732" cy="1259417"/>
              </a:xfrm>
              <a:custGeom>
                <a:avLst/>
                <a:gdLst/>
                <a:ahLst/>
                <a:cxnLst/>
                <a:rect l="l" t="t" r="r" b="b"/>
                <a:pathLst>
                  <a:path w="708432" h="733285" extrusionOk="0">
                    <a:moveTo>
                      <a:pt x="674527" y="733285"/>
                    </a:moveTo>
                    <a:lnTo>
                      <a:pt x="87113" y="733285"/>
                    </a:lnTo>
                    <a:cubicBezTo>
                      <a:pt x="58076" y="570931"/>
                      <a:pt x="29038" y="408662"/>
                      <a:pt x="0" y="246307"/>
                    </a:cubicBezTo>
                    <a:cubicBezTo>
                      <a:pt x="120335" y="164233"/>
                      <a:pt x="240586" y="82074"/>
                      <a:pt x="360920" y="0"/>
                    </a:cubicBezTo>
                    <a:cubicBezTo>
                      <a:pt x="476729" y="74217"/>
                      <a:pt x="592624" y="148348"/>
                      <a:pt x="708432" y="222565"/>
                    </a:cubicBezTo>
                    <a:cubicBezTo>
                      <a:pt x="697159" y="392776"/>
                      <a:pt x="685885" y="562988"/>
                      <a:pt x="674612" y="73320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66;p5"/>
              <p:cNvSpPr/>
              <p:nvPr/>
            </p:nvSpPr>
            <p:spPr>
              <a:xfrm flipH="1">
                <a:off x="9006014" y="3584675"/>
                <a:ext cx="807255" cy="508932"/>
              </a:xfrm>
              <a:custGeom>
                <a:avLst/>
                <a:gdLst/>
                <a:ahLst/>
                <a:cxnLst/>
                <a:rect l="l" t="t" r="r" b="b"/>
                <a:pathLst>
                  <a:path w="521651" h="340423" extrusionOk="0">
                    <a:moveTo>
                      <a:pt x="521652" y="32368"/>
                    </a:moveTo>
                    <a:lnTo>
                      <a:pt x="469470" y="64737"/>
                    </a:lnTo>
                    <a:lnTo>
                      <a:pt x="25109" y="340423"/>
                    </a:lnTo>
                    <a:lnTo>
                      <a:pt x="0" y="291230"/>
                    </a:lnTo>
                    <a:lnTo>
                      <a:pt x="417116" y="32368"/>
                    </a:lnTo>
                    <a:lnTo>
                      <a:pt x="469470" y="0"/>
                    </a:lnTo>
                    <a:lnTo>
                      <a:pt x="521652" y="3236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67;p5"/>
              <p:cNvSpPr/>
              <p:nvPr/>
            </p:nvSpPr>
            <p:spPr>
              <a:xfrm flipH="1">
                <a:off x="8417225" y="3584875"/>
                <a:ext cx="742050" cy="477443"/>
              </a:xfrm>
              <a:custGeom>
                <a:avLst/>
                <a:gdLst/>
                <a:ahLst/>
                <a:cxnLst/>
                <a:rect l="l" t="t" r="r" b="b"/>
                <a:pathLst>
                  <a:path w="521652" h="340423" extrusionOk="0">
                    <a:moveTo>
                      <a:pt x="521652" y="291230"/>
                    </a:moveTo>
                    <a:lnTo>
                      <a:pt x="496543" y="340423"/>
                    </a:lnTo>
                    <a:lnTo>
                      <a:pt x="52353" y="64737"/>
                    </a:lnTo>
                    <a:lnTo>
                      <a:pt x="0" y="32368"/>
                    </a:lnTo>
                    <a:lnTo>
                      <a:pt x="52353" y="0"/>
                    </a:lnTo>
                    <a:lnTo>
                      <a:pt x="104535" y="32368"/>
                    </a:lnTo>
                    <a:lnTo>
                      <a:pt x="521652" y="29123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 name="Google Shape;68;p5"/>
              <p:cNvSpPr/>
              <p:nvPr/>
            </p:nvSpPr>
            <p:spPr>
              <a:xfrm flipH="1">
                <a:off x="8809830" y="4128188"/>
                <a:ext cx="511042" cy="562967"/>
              </a:xfrm>
              <a:custGeom>
                <a:avLst/>
                <a:gdLst/>
                <a:ahLst/>
                <a:cxnLst/>
                <a:rect l="l" t="t" r="r" b="b"/>
                <a:pathLst>
                  <a:path w="297550" h="327783" extrusionOk="0">
                    <a:moveTo>
                      <a:pt x="297550" y="163892"/>
                    </a:moveTo>
                    <a:cubicBezTo>
                      <a:pt x="297550" y="254407"/>
                      <a:pt x="230941" y="327783"/>
                      <a:pt x="148775" y="327783"/>
                    </a:cubicBezTo>
                    <a:cubicBezTo>
                      <a:pt x="66609" y="327783"/>
                      <a:pt x="0" y="254407"/>
                      <a:pt x="0" y="163892"/>
                    </a:cubicBezTo>
                    <a:cubicBezTo>
                      <a:pt x="0" y="73377"/>
                      <a:pt x="66609" y="0"/>
                      <a:pt x="148775" y="0"/>
                    </a:cubicBezTo>
                    <a:cubicBezTo>
                      <a:pt x="230941" y="0"/>
                      <a:pt x="297550" y="73377"/>
                      <a:pt x="297550" y="16389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9" name="Google Shape;69;p5"/>
            <p:cNvGrpSpPr/>
            <p:nvPr/>
          </p:nvGrpSpPr>
          <p:grpSpPr>
            <a:xfrm>
              <a:off x="451232" y="4812470"/>
              <a:ext cx="633274" cy="271470"/>
              <a:chOff x="4320706" y="4751569"/>
              <a:chExt cx="796872" cy="341601"/>
            </a:xfrm>
          </p:grpSpPr>
          <p:grpSp>
            <p:nvGrpSpPr>
              <p:cNvPr id="70" name="Google Shape;70;p5"/>
              <p:cNvGrpSpPr/>
              <p:nvPr/>
            </p:nvGrpSpPr>
            <p:grpSpPr>
              <a:xfrm rot="-895287">
                <a:off x="4327460" y="4824577"/>
                <a:ext cx="583949" cy="128924"/>
                <a:chOff x="8430719" y="2766517"/>
                <a:chExt cx="583937" cy="128921"/>
              </a:xfrm>
            </p:grpSpPr>
            <p:sp>
              <p:nvSpPr>
                <p:cNvPr id="71" name="Google Shape;71;p5"/>
                <p:cNvSpPr/>
                <p:nvPr/>
              </p:nvSpPr>
              <p:spPr>
                <a:xfrm>
                  <a:off x="8483834" y="2798156"/>
                  <a:ext cx="475960" cy="79341"/>
                </a:xfrm>
                <a:custGeom>
                  <a:avLst/>
                  <a:gdLst/>
                  <a:ahLst/>
                  <a:cxnLst/>
                  <a:rect l="l" t="t" r="r" b="b"/>
                  <a:pathLst>
                    <a:path w="475960" h="79341" extrusionOk="0">
                      <a:moveTo>
                        <a:pt x="475960" y="79341"/>
                      </a:moveTo>
                      <a:cubicBezTo>
                        <a:pt x="400719" y="75413"/>
                        <a:pt x="321805" y="73192"/>
                        <a:pt x="239475" y="73192"/>
                      </a:cubicBezTo>
                      <a:cubicBezTo>
                        <a:pt x="156035" y="73192"/>
                        <a:pt x="76095" y="75413"/>
                        <a:pt x="0" y="79341"/>
                      </a:cubicBezTo>
                      <a:lnTo>
                        <a:pt x="0" y="0"/>
                      </a:lnTo>
                      <a:cubicBezTo>
                        <a:pt x="66958" y="4270"/>
                        <a:pt x="137501" y="7003"/>
                        <a:pt x="211120" y="7516"/>
                      </a:cubicBezTo>
                      <a:cubicBezTo>
                        <a:pt x="304553" y="8199"/>
                        <a:pt x="393033" y="5295"/>
                        <a:pt x="475960" y="0"/>
                      </a:cubicBezTo>
                      <a:lnTo>
                        <a:pt x="475960" y="7934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 name="Google Shape;72;p5"/>
                <p:cNvSpPr/>
                <p:nvPr/>
              </p:nvSpPr>
              <p:spPr>
                <a:xfrm>
                  <a:off x="8907836" y="2766517"/>
                  <a:ext cx="106820" cy="68230"/>
                </a:xfrm>
                <a:custGeom>
                  <a:avLst/>
                  <a:gdLst/>
                  <a:ahLst/>
                  <a:cxnLst/>
                  <a:rect l="l" t="t" r="r" b="b"/>
                  <a:pathLst>
                    <a:path w="106820" h="68230" extrusionOk="0">
                      <a:moveTo>
                        <a:pt x="1057" y="54185"/>
                      </a:moveTo>
                      <a:cubicBezTo>
                        <a:pt x="6865" y="69387"/>
                        <a:pt x="35048" y="72803"/>
                        <a:pt x="64000" y="61701"/>
                      </a:cubicBezTo>
                      <a:cubicBezTo>
                        <a:pt x="92867" y="50598"/>
                        <a:pt x="111571" y="29247"/>
                        <a:pt x="105763" y="14045"/>
                      </a:cubicBezTo>
                      <a:cubicBezTo>
                        <a:pt x="99955" y="-1157"/>
                        <a:pt x="71772" y="-4573"/>
                        <a:pt x="42820" y="6529"/>
                      </a:cubicBezTo>
                      <a:cubicBezTo>
                        <a:pt x="13953" y="17632"/>
                        <a:pt x="-4750" y="38983"/>
                        <a:pt x="1057" y="5418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 name="Google Shape;73;p5"/>
                <p:cNvSpPr/>
                <p:nvPr/>
              </p:nvSpPr>
              <p:spPr>
                <a:xfrm>
                  <a:off x="8898894" y="2826930"/>
                  <a:ext cx="106574" cy="68508"/>
                </a:xfrm>
                <a:custGeom>
                  <a:avLst/>
                  <a:gdLst/>
                  <a:ahLst/>
                  <a:cxnLst/>
                  <a:rect l="l" t="t" r="r" b="b"/>
                  <a:pathLst>
                    <a:path w="106574" h="68508" extrusionOk="0">
                      <a:moveTo>
                        <a:pt x="1117" y="13842"/>
                      </a:moveTo>
                      <a:cubicBezTo>
                        <a:pt x="-4861" y="29045"/>
                        <a:pt x="13757" y="50481"/>
                        <a:pt x="42539" y="61755"/>
                      </a:cubicBezTo>
                      <a:cubicBezTo>
                        <a:pt x="71406" y="73028"/>
                        <a:pt x="99589" y="69868"/>
                        <a:pt x="105482" y="54666"/>
                      </a:cubicBezTo>
                      <a:cubicBezTo>
                        <a:pt x="111375" y="39464"/>
                        <a:pt x="92842" y="18027"/>
                        <a:pt x="64060" y="6754"/>
                      </a:cubicBezTo>
                      <a:cubicBezTo>
                        <a:pt x="35193" y="-4520"/>
                        <a:pt x="7010" y="-1360"/>
                        <a:pt x="1117" y="1384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 name="Google Shape;74;p5"/>
                <p:cNvSpPr/>
                <p:nvPr/>
              </p:nvSpPr>
              <p:spPr>
                <a:xfrm rot="10800000">
                  <a:off x="8430719" y="2827208"/>
                  <a:ext cx="106820" cy="68230"/>
                </a:xfrm>
                <a:custGeom>
                  <a:avLst/>
                  <a:gdLst/>
                  <a:ahLst/>
                  <a:cxnLst/>
                  <a:rect l="l" t="t" r="r" b="b"/>
                  <a:pathLst>
                    <a:path w="106820" h="68230" extrusionOk="0">
                      <a:moveTo>
                        <a:pt x="1057" y="54185"/>
                      </a:moveTo>
                      <a:cubicBezTo>
                        <a:pt x="6865" y="69387"/>
                        <a:pt x="35048" y="72803"/>
                        <a:pt x="64000" y="61701"/>
                      </a:cubicBezTo>
                      <a:cubicBezTo>
                        <a:pt x="92867" y="50598"/>
                        <a:pt x="111571" y="29247"/>
                        <a:pt x="105763" y="14045"/>
                      </a:cubicBezTo>
                      <a:cubicBezTo>
                        <a:pt x="99955" y="-1157"/>
                        <a:pt x="71772" y="-4573"/>
                        <a:pt x="42820" y="6529"/>
                      </a:cubicBezTo>
                      <a:cubicBezTo>
                        <a:pt x="13953" y="17632"/>
                        <a:pt x="-4750" y="38983"/>
                        <a:pt x="1057" y="5418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 name="Google Shape;75;p5"/>
                <p:cNvSpPr/>
                <p:nvPr/>
              </p:nvSpPr>
              <p:spPr>
                <a:xfrm rot="10800000">
                  <a:off x="8439907" y="2766517"/>
                  <a:ext cx="106574" cy="68508"/>
                </a:xfrm>
                <a:custGeom>
                  <a:avLst/>
                  <a:gdLst/>
                  <a:ahLst/>
                  <a:cxnLst/>
                  <a:rect l="l" t="t" r="r" b="b"/>
                  <a:pathLst>
                    <a:path w="106574" h="68508" extrusionOk="0">
                      <a:moveTo>
                        <a:pt x="1117" y="13842"/>
                      </a:moveTo>
                      <a:cubicBezTo>
                        <a:pt x="-4861" y="29045"/>
                        <a:pt x="13757" y="50481"/>
                        <a:pt x="42539" y="61755"/>
                      </a:cubicBezTo>
                      <a:cubicBezTo>
                        <a:pt x="71406" y="73028"/>
                        <a:pt x="99589" y="69868"/>
                        <a:pt x="105482" y="54666"/>
                      </a:cubicBezTo>
                      <a:cubicBezTo>
                        <a:pt x="111375" y="39464"/>
                        <a:pt x="92842" y="18027"/>
                        <a:pt x="64060" y="6754"/>
                      </a:cubicBezTo>
                      <a:cubicBezTo>
                        <a:pt x="35193" y="-4520"/>
                        <a:pt x="7010" y="-1360"/>
                        <a:pt x="1117" y="1384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6" name="Google Shape;76;p5"/>
              <p:cNvGrpSpPr/>
              <p:nvPr/>
            </p:nvGrpSpPr>
            <p:grpSpPr>
              <a:xfrm rot="377688">
                <a:off x="4657551" y="4967831"/>
                <a:ext cx="455884" cy="100650"/>
                <a:chOff x="8430719" y="2766517"/>
                <a:chExt cx="583937" cy="128921"/>
              </a:xfrm>
            </p:grpSpPr>
            <p:sp>
              <p:nvSpPr>
                <p:cNvPr id="77" name="Google Shape;77;p5"/>
                <p:cNvSpPr/>
                <p:nvPr/>
              </p:nvSpPr>
              <p:spPr>
                <a:xfrm>
                  <a:off x="8483834" y="2798156"/>
                  <a:ext cx="475960" cy="79341"/>
                </a:xfrm>
                <a:custGeom>
                  <a:avLst/>
                  <a:gdLst/>
                  <a:ahLst/>
                  <a:cxnLst/>
                  <a:rect l="l" t="t" r="r" b="b"/>
                  <a:pathLst>
                    <a:path w="475960" h="79341" extrusionOk="0">
                      <a:moveTo>
                        <a:pt x="475960" y="79341"/>
                      </a:moveTo>
                      <a:cubicBezTo>
                        <a:pt x="400719" y="75413"/>
                        <a:pt x="321805" y="73192"/>
                        <a:pt x="239475" y="73192"/>
                      </a:cubicBezTo>
                      <a:cubicBezTo>
                        <a:pt x="156035" y="73192"/>
                        <a:pt x="76095" y="75413"/>
                        <a:pt x="0" y="79341"/>
                      </a:cubicBezTo>
                      <a:lnTo>
                        <a:pt x="0" y="0"/>
                      </a:lnTo>
                      <a:cubicBezTo>
                        <a:pt x="66958" y="4270"/>
                        <a:pt x="137501" y="7003"/>
                        <a:pt x="211120" y="7516"/>
                      </a:cubicBezTo>
                      <a:cubicBezTo>
                        <a:pt x="304553" y="8199"/>
                        <a:pt x="393033" y="5295"/>
                        <a:pt x="475960" y="0"/>
                      </a:cubicBezTo>
                      <a:lnTo>
                        <a:pt x="475960" y="7934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 name="Google Shape;78;p5"/>
                <p:cNvSpPr/>
                <p:nvPr/>
              </p:nvSpPr>
              <p:spPr>
                <a:xfrm>
                  <a:off x="8907836" y="2766517"/>
                  <a:ext cx="106820" cy="68230"/>
                </a:xfrm>
                <a:custGeom>
                  <a:avLst/>
                  <a:gdLst/>
                  <a:ahLst/>
                  <a:cxnLst/>
                  <a:rect l="l" t="t" r="r" b="b"/>
                  <a:pathLst>
                    <a:path w="106820" h="68230" extrusionOk="0">
                      <a:moveTo>
                        <a:pt x="1057" y="54185"/>
                      </a:moveTo>
                      <a:cubicBezTo>
                        <a:pt x="6865" y="69387"/>
                        <a:pt x="35048" y="72803"/>
                        <a:pt x="64000" y="61701"/>
                      </a:cubicBezTo>
                      <a:cubicBezTo>
                        <a:pt x="92867" y="50598"/>
                        <a:pt x="111571" y="29247"/>
                        <a:pt x="105763" y="14045"/>
                      </a:cubicBezTo>
                      <a:cubicBezTo>
                        <a:pt x="99955" y="-1157"/>
                        <a:pt x="71772" y="-4573"/>
                        <a:pt x="42820" y="6529"/>
                      </a:cubicBezTo>
                      <a:cubicBezTo>
                        <a:pt x="13953" y="17632"/>
                        <a:pt x="-4750" y="38983"/>
                        <a:pt x="1057" y="5418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 name="Google Shape;79;p5"/>
                <p:cNvSpPr/>
                <p:nvPr/>
              </p:nvSpPr>
              <p:spPr>
                <a:xfrm>
                  <a:off x="8898894" y="2826930"/>
                  <a:ext cx="106574" cy="68508"/>
                </a:xfrm>
                <a:custGeom>
                  <a:avLst/>
                  <a:gdLst/>
                  <a:ahLst/>
                  <a:cxnLst/>
                  <a:rect l="l" t="t" r="r" b="b"/>
                  <a:pathLst>
                    <a:path w="106574" h="68508" extrusionOk="0">
                      <a:moveTo>
                        <a:pt x="1117" y="13842"/>
                      </a:moveTo>
                      <a:cubicBezTo>
                        <a:pt x="-4861" y="29045"/>
                        <a:pt x="13757" y="50481"/>
                        <a:pt x="42539" y="61755"/>
                      </a:cubicBezTo>
                      <a:cubicBezTo>
                        <a:pt x="71406" y="73028"/>
                        <a:pt x="99589" y="69868"/>
                        <a:pt x="105482" y="54666"/>
                      </a:cubicBezTo>
                      <a:cubicBezTo>
                        <a:pt x="111375" y="39464"/>
                        <a:pt x="92842" y="18027"/>
                        <a:pt x="64060" y="6754"/>
                      </a:cubicBezTo>
                      <a:cubicBezTo>
                        <a:pt x="35193" y="-4520"/>
                        <a:pt x="7010" y="-1360"/>
                        <a:pt x="1117" y="1384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 name="Google Shape;80;p5"/>
                <p:cNvSpPr/>
                <p:nvPr/>
              </p:nvSpPr>
              <p:spPr>
                <a:xfrm rot="10800000">
                  <a:off x="8430719" y="2827208"/>
                  <a:ext cx="106820" cy="68230"/>
                </a:xfrm>
                <a:custGeom>
                  <a:avLst/>
                  <a:gdLst/>
                  <a:ahLst/>
                  <a:cxnLst/>
                  <a:rect l="l" t="t" r="r" b="b"/>
                  <a:pathLst>
                    <a:path w="106820" h="68230" extrusionOk="0">
                      <a:moveTo>
                        <a:pt x="1057" y="54185"/>
                      </a:moveTo>
                      <a:cubicBezTo>
                        <a:pt x="6865" y="69387"/>
                        <a:pt x="35048" y="72803"/>
                        <a:pt x="64000" y="61701"/>
                      </a:cubicBezTo>
                      <a:cubicBezTo>
                        <a:pt x="92867" y="50598"/>
                        <a:pt x="111571" y="29247"/>
                        <a:pt x="105763" y="14045"/>
                      </a:cubicBezTo>
                      <a:cubicBezTo>
                        <a:pt x="99955" y="-1157"/>
                        <a:pt x="71772" y="-4573"/>
                        <a:pt x="42820" y="6529"/>
                      </a:cubicBezTo>
                      <a:cubicBezTo>
                        <a:pt x="13953" y="17632"/>
                        <a:pt x="-4750" y="38983"/>
                        <a:pt x="1057" y="5418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 name="Google Shape;81;p5"/>
                <p:cNvSpPr/>
                <p:nvPr/>
              </p:nvSpPr>
              <p:spPr>
                <a:xfrm rot="10800000">
                  <a:off x="8439907" y="2766517"/>
                  <a:ext cx="106574" cy="68508"/>
                </a:xfrm>
                <a:custGeom>
                  <a:avLst/>
                  <a:gdLst/>
                  <a:ahLst/>
                  <a:cxnLst/>
                  <a:rect l="l" t="t" r="r" b="b"/>
                  <a:pathLst>
                    <a:path w="106574" h="68508" extrusionOk="0">
                      <a:moveTo>
                        <a:pt x="1117" y="13842"/>
                      </a:moveTo>
                      <a:cubicBezTo>
                        <a:pt x="-4861" y="29045"/>
                        <a:pt x="13757" y="50481"/>
                        <a:pt x="42539" y="61755"/>
                      </a:cubicBezTo>
                      <a:cubicBezTo>
                        <a:pt x="71406" y="73028"/>
                        <a:pt x="99589" y="69868"/>
                        <a:pt x="105482" y="54666"/>
                      </a:cubicBezTo>
                      <a:cubicBezTo>
                        <a:pt x="111375" y="39464"/>
                        <a:pt x="92842" y="18027"/>
                        <a:pt x="64060" y="6754"/>
                      </a:cubicBezTo>
                      <a:cubicBezTo>
                        <a:pt x="35193" y="-4520"/>
                        <a:pt x="7010" y="-1360"/>
                        <a:pt x="1117" y="1384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82" name="Google Shape;82;p5"/>
            <p:cNvGrpSpPr/>
            <p:nvPr/>
          </p:nvGrpSpPr>
          <p:grpSpPr>
            <a:xfrm>
              <a:off x="3838002" y="4585776"/>
              <a:ext cx="1454450" cy="508680"/>
              <a:chOff x="713227" y="4634701"/>
              <a:chExt cx="1454450" cy="508680"/>
            </a:xfrm>
          </p:grpSpPr>
          <p:sp>
            <p:nvSpPr>
              <p:cNvPr id="83" name="Google Shape;83;p5"/>
              <p:cNvSpPr/>
              <p:nvPr/>
            </p:nvSpPr>
            <p:spPr>
              <a:xfrm>
                <a:off x="1635414" y="4676912"/>
                <a:ext cx="323838" cy="312261"/>
              </a:xfrm>
              <a:custGeom>
                <a:avLst/>
                <a:gdLst/>
                <a:ahLst/>
                <a:cxnLst/>
                <a:rect l="l" t="t" r="r" b="b"/>
                <a:pathLst>
                  <a:path w="265441" h="255952" extrusionOk="0">
                    <a:moveTo>
                      <a:pt x="80878" y="255953"/>
                    </a:moveTo>
                    <a:cubicBezTo>
                      <a:pt x="70800" y="252537"/>
                      <a:pt x="60808" y="248523"/>
                      <a:pt x="51670" y="243057"/>
                    </a:cubicBezTo>
                    <a:cubicBezTo>
                      <a:pt x="30233" y="230246"/>
                      <a:pt x="15458" y="211030"/>
                      <a:pt x="0" y="192156"/>
                    </a:cubicBezTo>
                    <a:cubicBezTo>
                      <a:pt x="9821" y="168071"/>
                      <a:pt x="-4270" y="150051"/>
                      <a:pt x="9907" y="119476"/>
                    </a:cubicBezTo>
                    <a:cubicBezTo>
                      <a:pt x="24682" y="88047"/>
                      <a:pt x="55001" y="73955"/>
                      <a:pt x="61406" y="71137"/>
                    </a:cubicBezTo>
                    <a:cubicBezTo>
                      <a:pt x="101802" y="52519"/>
                      <a:pt x="153131" y="61999"/>
                      <a:pt x="194210" y="93599"/>
                    </a:cubicBezTo>
                    <a:cubicBezTo>
                      <a:pt x="194723" y="93855"/>
                      <a:pt x="195235" y="94367"/>
                      <a:pt x="195748" y="94623"/>
                    </a:cubicBezTo>
                    <a:cubicBezTo>
                      <a:pt x="193186" y="48249"/>
                      <a:pt x="207277" y="11439"/>
                      <a:pt x="231874" y="2472"/>
                    </a:cubicBezTo>
                    <a:cubicBezTo>
                      <a:pt x="239560" y="-347"/>
                      <a:pt x="253225" y="-2140"/>
                      <a:pt x="260911" y="5034"/>
                    </a:cubicBezTo>
                    <a:cubicBezTo>
                      <a:pt x="271160" y="14599"/>
                      <a:pt x="260911" y="30570"/>
                      <a:pt x="260228" y="70368"/>
                    </a:cubicBezTo>
                    <a:cubicBezTo>
                      <a:pt x="259801" y="100858"/>
                      <a:pt x="265523" y="104445"/>
                      <a:pt x="260911" y="122551"/>
                    </a:cubicBezTo>
                    <a:cubicBezTo>
                      <a:pt x="255018" y="145268"/>
                      <a:pt x="240500" y="160043"/>
                      <a:pt x="234863" y="165680"/>
                    </a:cubicBezTo>
                    <a:cubicBezTo>
                      <a:pt x="225981" y="174733"/>
                      <a:pt x="216245" y="181309"/>
                      <a:pt x="206423" y="186263"/>
                    </a:cubicBezTo>
                    <a:cubicBezTo>
                      <a:pt x="187634" y="195913"/>
                      <a:pt x="169187" y="198988"/>
                      <a:pt x="157657" y="202233"/>
                    </a:cubicBezTo>
                    <a:cubicBezTo>
                      <a:pt x="125033" y="210688"/>
                      <a:pt x="107952" y="226744"/>
                      <a:pt x="80878" y="25586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 name="Google Shape;84;p5"/>
              <p:cNvSpPr/>
              <p:nvPr/>
            </p:nvSpPr>
            <p:spPr>
              <a:xfrm>
                <a:off x="1282780" y="4634701"/>
                <a:ext cx="106674" cy="218681"/>
              </a:xfrm>
              <a:custGeom>
                <a:avLst/>
                <a:gdLst/>
                <a:ahLst/>
                <a:cxnLst/>
                <a:rect l="l" t="t" r="r" b="b"/>
                <a:pathLst>
                  <a:path w="87438" h="179247" extrusionOk="0">
                    <a:moveTo>
                      <a:pt x="21286" y="179248"/>
                    </a:moveTo>
                    <a:cubicBezTo>
                      <a:pt x="22738" y="166181"/>
                      <a:pt x="23421" y="145940"/>
                      <a:pt x="15991" y="123479"/>
                    </a:cubicBezTo>
                    <a:cubicBezTo>
                      <a:pt x="9415" y="103494"/>
                      <a:pt x="2583" y="100334"/>
                      <a:pt x="533" y="88292"/>
                    </a:cubicBezTo>
                    <a:cubicBezTo>
                      <a:pt x="-6470" y="47041"/>
                      <a:pt x="57498" y="-9155"/>
                      <a:pt x="77995" y="1264"/>
                    </a:cubicBezTo>
                    <a:cubicBezTo>
                      <a:pt x="88841" y="6730"/>
                      <a:pt x="91233" y="32693"/>
                      <a:pt x="80472" y="50031"/>
                    </a:cubicBezTo>
                    <a:cubicBezTo>
                      <a:pt x="70906" y="65489"/>
                      <a:pt x="53740" y="69332"/>
                      <a:pt x="49641" y="70101"/>
                    </a:cubicBezTo>
                    <a:cubicBezTo>
                      <a:pt x="56217" y="77872"/>
                      <a:pt x="63732" y="88121"/>
                      <a:pt x="70223" y="101188"/>
                    </a:cubicBezTo>
                    <a:cubicBezTo>
                      <a:pt x="82265" y="125272"/>
                      <a:pt x="85511" y="147648"/>
                      <a:pt x="86279" y="162081"/>
                    </a:cubicBezTo>
                    <a:lnTo>
                      <a:pt x="21201" y="17916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 name="Google Shape;85;p5"/>
              <p:cNvSpPr/>
              <p:nvPr/>
            </p:nvSpPr>
            <p:spPr>
              <a:xfrm>
                <a:off x="1103163" y="4818734"/>
                <a:ext cx="1064058" cy="236994"/>
              </a:xfrm>
              <a:custGeom>
                <a:avLst/>
                <a:gdLst/>
                <a:ahLst/>
                <a:cxnLst/>
                <a:rect l="l" t="t" r="r" b="b"/>
                <a:pathLst>
                  <a:path w="872179" h="194257" extrusionOk="0">
                    <a:moveTo>
                      <a:pt x="0" y="127735"/>
                    </a:moveTo>
                    <a:cubicBezTo>
                      <a:pt x="7686" y="137130"/>
                      <a:pt x="20839" y="151563"/>
                      <a:pt x="40482" y="163690"/>
                    </a:cubicBezTo>
                    <a:cubicBezTo>
                      <a:pt x="66018" y="179832"/>
                      <a:pt x="91383" y="185810"/>
                      <a:pt x="121189" y="186237"/>
                    </a:cubicBezTo>
                    <a:cubicBezTo>
                      <a:pt x="162611" y="187262"/>
                      <a:pt x="212743" y="178295"/>
                      <a:pt x="284483" y="174110"/>
                    </a:cubicBezTo>
                    <a:cubicBezTo>
                      <a:pt x="378343" y="168644"/>
                      <a:pt x="371852" y="179320"/>
                      <a:pt x="442567" y="176587"/>
                    </a:cubicBezTo>
                    <a:cubicBezTo>
                      <a:pt x="450510" y="176330"/>
                      <a:pt x="459477" y="175818"/>
                      <a:pt x="469641" y="175135"/>
                    </a:cubicBezTo>
                    <a:cubicBezTo>
                      <a:pt x="585279" y="167192"/>
                      <a:pt x="616110" y="148318"/>
                      <a:pt x="666242" y="172146"/>
                    </a:cubicBezTo>
                    <a:cubicBezTo>
                      <a:pt x="677174" y="177099"/>
                      <a:pt x="693316" y="186579"/>
                      <a:pt x="713898" y="191276"/>
                    </a:cubicBezTo>
                    <a:cubicBezTo>
                      <a:pt x="724574" y="193753"/>
                      <a:pt x="736274" y="195034"/>
                      <a:pt x="748914" y="193753"/>
                    </a:cubicBezTo>
                    <a:cubicBezTo>
                      <a:pt x="756857" y="192984"/>
                      <a:pt x="777439" y="191020"/>
                      <a:pt x="796570" y="177355"/>
                    </a:cubicBezTo>
                    <a:cubicBezTo>
                      <a:pt x="811687" y="166423"/>
                      <a:pt x="809722" y="160018"/>
                      <a:pt x="829622" y="136873"/>
                    </a:cubicBezTo>
                    <a:cubicBezTo>
                      <a:pt x="855670" y="106811"/>
                      <a:pt x="873776" y="101089"/>
                      <a:pt x="872068" y="87253"/>
                    </a:cubicBezTo>
                    <a:cubicBezTo>
                      <a:pt x="870787" y="76834"/>
                      <a:pt x="859172" y="69404"/>
                      <a:pt x="851485" y="66671"/>
                    </a:cubicBezTo>
                    <a:cubicBezTo>
                      <a:pt x="826889" y="57703"/>
                      <a:pt x="792385" y="76834"/>
                      <a:pt x="764629" y="114070"/>
                    </a:cubicBezTo>
                    <a:cubicBezTo>
                      <a:pt x="764372" y="113558"/>
                      <a:pt x="764372" y="112789"/>
                      <a:pt x="764116" y="112362"/>
                    </a:cubicBezTo>
                    <a:cubicBezTo>
                      <a:pt x="752928" y="61717"/>
                      <a:pt x="719706" y="21492"/>
                      <a:pt x="676747" y="9877"/>
                    </a:cubicBezTo>
                    <a:cubicBezTo>
                      <a:pt x="670086" y="7912"/>
                      <a:pt x="637803" y="-799"/>
                      <a:pt x="606288" y="13805"/>
                    </a:cubicBezTo>
                    <a:cubicBezTo>
                      <a:pt x="575799" y="28239"/>
                      <a:pt x="575030" y="51042"/>
                      <a:pt x="552654" y="62913"/>
                    </a:cubicBezTo>
                    <a:cubicBezTo>
                      <a:pt x="521140" y="79567"/>
                      <a:pt x="488088" y="53006"/>
                      <a:pt x="431550" y="30886"/>
                    </a:cubicBezTo>
                    <a:cubicBezTo>
                      <a:pt x="425059" y="28409"/>
                      <a:pt x="298746" y="-19759"/>
                      <a:pt x="168931" y="9279"/>
                    </a:cubicBezTo>
                    <a:cubicBezTo>
                      <a:pt x="131950" y="17478"/>
                      <a:pt x="103169" y="29861"/>
                      <a:pt x="84551" y="39085"/>
                    </a:cubicBezTo>
                    <a:lnTo>
                      <a:pt x="171" y="12773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 name="Google Shape;86;p5"/>
              <p:cNvSpPr/>
              <p:nvPr/>
            </p:nvSpPr>
            <p:spPr>
              <a:xfrm>
                <a:off x="975236" y="4759061"/>
                <a:ext cx="242416" cy="261802"/>
              </a:xfrm>
              <a:custGeom>
                <a:avLst/>
                <a:gdLst/>
                <a:ahLst/>
                <a:cxnLst/>
                <a:rect l="l" t="t" r="r" b="b"/>
                <a:pathLst>
                  <a:path w="198702" h="214592" extrusionOk="0">
                    <a:moveTo>
                      <a:pt x="0" y="164148"/>
                    </a:moveTo>
                    <a:cubicBezTo>
                      <a:pt x="3416" y="166966"/>
                      <a:pt x="6747" y="169785"/>
                      <a:pt x="10163" y="172347"/>
                    </a:cubicBezTo>
                    <a:cubicBezTo>
                      <a:pt x="27330" y="186097"/>
                      <a:pt x="44752" y="197114"/>
                      <a:pt x="61662" y="203861"/>
                    </a:cubicBezTo>
                    <a:cubicBezTo>
                      <a:pt x="66189" y="206082"/>
                      <a:pt x="70630" y="207790"/>
                      <a:pt x="74900" y="208900"/>
                    </a:cubicBezTo>
                    <a:cubicBezTo>
                      <a:pt x="96849" y="216501"/>
                      <a:pt x="116577" y="216757"/>
                      <a:pt x="131438" y="208046"/>
                    </a:cubicBezTo>
                    <a:cubicBezTo>
                      <a:pt x="141259" y="202409"/>
                      <a:pt x="154839" y="181058"/>
                      <a:pt x="181827" y="138270"/>
                    </a:cubicBezTo>
                    <a:cubicBezTo>
                      <a:pt x="189684" y="125630"/>
                      <a:pt x="194467" y="117432"/>
                      <a:pt x="197029" y="105646"/>
                    </a:cubicBezTo>
                    <a:cubicBezTo>
                      <a:pt x="201214" y="85917"/>
                      <a:pt x="196772" y="69092"/>
                      <a:pt x="192246" y="52695"/>
                    </a:cubicBezTo>
                    <a:cubicBezTo>
                      <a:pt x="188574" y="39201"/>
                      <a:pt x="181827" y="19728"/>
                      <a:pt x="178154" y="20583"/>
                    </a:cubicBezTo>
                    <a:cubicBezTo>
                      <a:pt x="173969" y="21180"/>
                      <a:pt x="181827" y="47314"/>
                      <a:pt x="170553" y="73790"/>
                    </a:cubicBezTo>
                    <a:cubicBezTo>
                      <a:pt x="163806" y="89590"/>
                      <a:pt x="152533" y="100265"/>
                      <a:pt x="142968" y="107268"/>
                    </a:cubicBezTo>
                    <a:cubicBezTo>
                      <a:pt x="146042" y="93518"/>
                      <a:pt x="148860" y="75754"/>
                      <a:pt x="148860" y="55171"/>
                    </a:cubicBezTo>
                    <a:cubicBezTo>
                      <a:pt x="148860" y="38005"/>
                      <a:pt x="147152" y="22803"/>
                      <a:pt x="144676" y="10419"/>
                    </a:cubicBezTo>
                    <a:cubicBezTo>
                      <a:pt x="130584" y="7003"/>
                      <a:pt x="116236" y="3416"/>
                      <a:pt x="101888" y="0"/>
                    </a:cubicBezTo>
                    <a:cubicBezTo>
                      <a:pt x="108635" y="24170"/>
                      <a:pt x="108891" y="45606"/>
                      <a:pt x="97959" y="60210"/>
                    </a:cubicBezTo>
                    <a:cubicBezTo>
                      <a:pt x="94287" y="64993"/>
                      <a:pt x="90358" y="68068"/>
                      <a:pt x="85832" y="70630"/>
                    </a:cubicBezTo>
                    <a:cubicBezTo>
                      <a:pt x="72082" y="78231"/>
                      <a:pt x="54830" y="79085"/>
                      <a:pt x="37407" y="91981"/>
                    </a:cubicBezTo>
                    <a:cubicBezTo>
                      <a:pt x="23059" y="102400"/>
                      <a:pt x="6747" y="122385"/>
                      <a:pt x="0" y="16406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 name="Google Shape;87;p5"/>
              <p:cNvSpPr/>
              <p:nvPr/>
            </p:nvSpPr>
            <p:spPr>
              <a:xfrm>
                <a:off x="713227" y="4949229"/>
                <a:ext cx="400039" cy="194152"/>
              </a:xfrm>
              <a:custGeom>
                <a:avLst/>
                <a:gdLst/>
                <a:ahLst/>
                <a:cxnLst/>
                <a:rect l="l" t="t" r="r" b="b"/>
                <a:pathLst>
                  <a:path w="327901" h="159141" extrusionOk="0">
                    <a:moveTo>
                      <a:pt x="280813" y="28867"/>
                    </a:moveTo>
                    <a:cubicBezTo>
                      <a:pt x="327700" y="81305"/>
                      <a:pt x="331458" y="101034"/>
                      <a:pt x="325992" y="109233"/>
                    </a:cubicBezTo>
                    <a:cubicBezTo>
                      <a:pt x="317451" y="121958"/>
                      <a:pt x="287560" y="105389"/>
                      <a:pt x="242124" y="118627"/>
                    </a:cubicBezTo>
                    <a:cubicBezTo>
                      <a:pt x="208646" y="128363"/>
                      <a:pt x="211635" y="141259"/>
                      <a:pt x="180547" y="152020"/>
                    </a:cubicBezTo>
                    <a:cubicBezTo>
                      <a:pt x="129817" y="169699"/>
                      <a:pt x="81478" y="150569"/>
                      <a:pt x="46889" y="136733"/>
                    </a:cubicBezTo>
                    <a:cubicBezTo>
                      <a:pt x="25965" y="128449"/>
                      <a:pt x="-254" y="118029"/>
                      <a:pt x="2" y="104450"/>
                    </a:cubicBezTo>
                    <a:cubicBezTo>
                      <a:pt x="173" y="94799"/>
                      <a:pt x="13410" y="92920"/>
                      <a:pt x="54575" y="67470"/>
                    </a:cubicBezTo>
                    <a:cubicBezTo>
                      <a:pt x="86175" y="47912"/>
                      <a:pt x="94630" y="38945"/>
                      <a:pt x="114957" y="36382"/>
                    </a:cubicBezTo>
                    <a:cubicBezTo>
                      <a:pt x="131184" y="34333"/>
                      <a:pt x="134771" y="39457"/>
                      <a:pt x="149546" y="38688"/>
                    </a:cubicBezTo>
                    <a:cubicBezTo>
                      <a:pt x="165516" y="37920"/>
                      <a:pt x="188661" y="30831"/>
                      <a:pt x="216161" y="0"/>
                    </a:cubicBezTo>
                    <a:lnTo>
                      <a:pt x="280898" y="2878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 name="Google Shape;88;p5"/>
              <p:cNvSpPr/>
              <p:nvPr/>
            </p:nvSpPr>
            <p:spPr>
              <a:xfrm>
                <a:off x="805003" y="4974459"/>
                <a:ext cx="253199" cy="129614"/>
              </a:xfrm>
              <a:custGeom>
                <a:avLst/>
                <a:gdLst/>
                <a:ahLst/>
                <a:cxnLst/>
                <a:rect l="l" t="t" r="r" b="b"/>
                <a:pathLst>
                  <a:path w="207540" h="106241" extrusionOk="0">
                    <a:moveTo>
                      <a:pt x="171302" y="85"/>
                    </a:moveTo>
                    <a:cubicBezTo>
                      <a:pt x="159687" y="22034"/>
                      <a:pt x="146278" y="31941"/>
                      <a:pt x="137225" y="36809"/>
                    </a:cubicBezTo>
                    <a:cubicBezTo>
                      <a:pt x="97341" y="58502"/>
                      <a:pt x="59678" y="29294"/>
                      <a:pt x="20648" y="54659"/>
                    </a:cubicBezTo>
                    <a:cubicBezTo>
                      <a:pt x="17573" y="56709"/>
                      <a:pt x="-1899" y="69349"/>
                      <a:pt x="151" y="81818"/>
                    </a:cubicBezTo>
                    <a:cubicBezTo>
                      <a:pt x="2542" y="97020"/>
                      <a:pt x="35594" y="104621"/>
                      <a:pt x="56432" y="105987"/>
                    </a:cubicBezTo>
                    <a:cubicBezTo>
                      <a:pt x="102807" y="108976"/>
                      <a:pt x="142862" y="84636"/>
                      <a:pt x="148499" y="81134"/>
                    </a:cubicBezTo>
                    <a:cubicBezTo>
                      <a:pt x="161310" y="73363"/>
                      <a:pt x="168825" y="65762"/>
                      <a:pt x="186589" y="59954"/>
                    </a:cubicBezTo>
                    <a:cubicBezTo>
                      <a:pt x="197094" y="56538"/>
                      <a:pt x="203841" y="56111"/>
                      <a:pt x="206489" y="50987"/>
                    </a:cubicBezTo>
                    <a:cubicBezTo>
                      <a:pt x="211100" y="42190"/>
                      <a:pt x="199656" y="27244"/>
                      <a:pt x="189578" y="16227"/>
                    </a:cubicBezTo>
                    <a:lnTo>
                      <a:pt x="171387"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 name="Google Shape;89;p5"/>
              <p:cNvSpPr/>
              <p:nvPr/>
            </p:nvSpPr>
            <p:spPr>
              <a:xfrm>
                <a:off x="1096422" y="4756205"/>
                <a:ext cx="29251" cy="32967"/>
              </a:xfrm>
              <a:custGeom>
                <a:avLst/>
                <a:gdLst/>
                <a:ahLst/>
                <a:cxnLst/>
                <a:rect l="l" t="t" r="r" b="b"/>
                <a:pathLst>
                  <a:path w="23976" h="27022" extrusionOk="0">
                    <a:moveTo>
                      <a:pt x="2960" y="14211"/>
                    </a:moveTo>
                    <a:cubicBezTo>
                      <a:pt x="5522" y="23605"/>
                      <a:pt x="6206" y="27107"/>
                      <a:pt x="7230" y="27021"/>
                    </a:cubicBezTo>
                    <a:cubicBezTo>
                      <a:pt x="9195" y="26850"/>
                      <a:pt x="7230" y="17285"/>
                      <a:pt x="13380" y="11905"/>
                    </a:cubicBezTo>
                    <a:cubicBezTo>
                      <a:pt x="18077" y="7720"/>
                      <a:pt x="23799" y="9172"/>
                      <a:pt x="23970" y="7549"/>
                    </a:cubicBezTo>
                    <a:cubicBezTo>
                      <a:pt x="24397" y="4389"/>
                      <a:pt x="4156" y="-3383"/>
                      <a:pt x="398" y="1656"/>
                    </a:cubicBezTo>
                    <a:cubicBezTo>
                      <a:pt x="-541" y="2937"/>
                      <a:pt x="142" y="4133"/>
                      <a:pt x="2875" y="1421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 name="Google Shape;90;p5"/>
              <p:cNvSpPr/>
              <p:nvPr/>
            </p:nvSpPr>
            <p:spPr>
              <a:xfrm>
                <a:off x="1138041" y="4863841"/>
                <a:ext cx="68446" cy="167682"/>
              </a:xfrm>
              <a:custGeom>
                <a:avLst/>
                <a:gdLst/>
                <a:ahLst/>
                <a:cxnLst/>
                <a:rect l="l" t="t" r="r" b="b"/>
                <a:pathLst>
                  <a:path w="56103" h="137444" extrusionOk="0">
                    <a:moveTo>
                      <a:pt x="24552" y="0"/>
                    </a:moveTo>
                    <a:cubicBezTo>
                      <a:pt x="31128" y="7003"/>
                      <a:pt x="38900" y="17081"/>
                      <a:pt x="44878" y="30575"/>
                    </a:cubicBezTo>
                    <a:cubicBezTo>
                      <a:pt x="62215" y="70117"/>
                      <a:pt x="59568" y="125203"/>
                      <a:pt x="36252" y="135537"/>
                    </a:cubicBezTo>
                    <a:cubicBezTo>
                      <a:pt x="25747" y="140235"/>
                      <a:pt x="10972" y="135794"/>
                      <a:pt x="3798" y="127253"/>
                    </a:cubicBezTo>
                    <a:cubicBezTo>
                      <a:pt x="-3717" y="118286"/>
                      <a:pt x="1919" y="110428"/>
                      <a:pt x="3798" y="71655"/>
                    </a:cubicBezTo>
                    <a:cubicBezTo>
                      <a:pt x="5079" y="45179"/>
                      <a:pt x="2859" y="36126"/>
                      <a:pt x="9691" y="21522"/>
                    </a:cubicBezTo>
                    <a:cubicBezTo>
                      <a:pt x="14303" y="11615"/>
                      <a:pt x="20281" y="4527"/>
                      <a:pt x="24552" y="8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 name="Google Shape;91;p5"/>
              <p:cNvSpPr/>
              <p:nvPr/>
            </p:nvSpPr>
            <p:spPr>
              <a:xfrm>
                <a:off x="975236" y="4845283"/>
                <a:ext cx="129825" cy="178066"/>
              </a:xfrm>
              <a:custGeom>
                <a:avLst/>
                <a:gdLst/>
                <a:ahLst/>
                <a:cxnLst/>
                <a:rect l="l" t="t" r="r" b="b"/>
                <a:pathLst>
                  <a:path w="106414" h="145956" extrusionOk="0">
                    <a:moveTo>
                      <a:pt x="0" y="93518"/>
                    </a:moveTo>
                    <a:cubicBezTo>
                      <a:pt x="3416" y="96337"/>
                      <a:pt x="6747" y="99155"/>
                      <a:pt x="10163" y="101717"/>
                    </a:cubicBezTo>
                    <a:cubicBezTo>
                      <a:pt x="13579" y="99753"/>
                      <a:pt x="18020" y="100351"/>
                      <a:pt x="21693" y="101461"/>
                    </a:cubicBezTo>
                    <a:cubicBezTo>
                      <a:pt x="32710" y="104877"/>
                      <a:pt x="41421" y="113247"/>
                      <a:pt x="49535" y="121189"/>
                    </a:cubicBezTo>
                    <a:cubicBezTo>
                      <a:pt x="53463" y="125118"/>
                      <a:pt x="57392" y="129047"/>
                      <a:pt x="61662" y="133317"/>
                    </a:cubicBezTo>
                    <a:cubicBezTo>
                      <a:pt x="65847" y="137843"/>
                      <a:pt x="70374" y="142284"/>
                      <a:pt x="75156" y="145957"/>
                    </a:cubicBezTo>
                    <a:cubicBezTo>
                      <a:pt x="75156" y="143395"/>
                      <a:pt x="75156" y="140918"/>
                      <a:pt x="74900" y="138356"/>
                    </a:cubicBezTo>
                    <a:cubicBezTo>
                      <a:pt x="74046" y="127936"/>
                      <a:pt x="72082" y="117517"/>
                      <a:pt x="82501" y="109916"/>
                    </a:cubicBezTo>
                    <a:cubicBezTo>
                      <a:pt x="88992" y="105133"/>
                      <a:pt x="98557" y="104535"/>
                      <a:pt x="103340" y="97788"/>
                    </a:cubicBezTo>
                    <a:cubicBezTo>
                      <a:pt x="106158" y="93860"/>
                      <a:pt x="106158" y="88479"/>
                      <a:pt x="106158" y="83440"/>
                    </a:cubicBezTo>
                    <a:cubicBezTo>
                      <a:pt x="106414" y="73277"/>
                      <a:pt x="106414" y="63200"/>
                      <a:pt x="106414" y="53293"/>
                    </a:cubicBezTo>
                    <a:cubicBezTo>
                      <a:pt x="106414" y="47912"/>
                      <a:pt x="106158" y="42275"/>
                      <a:pt x="102998" y="38347"/>
                    </a:cubicBezTo>
                    <a:cubicBezTo>
                      <a:pt x="100180" y="34418"/>
                      <a:pt x="94799" y="32454"/>
                      <a:pt x="93177" y="27927"/>
                    </a:cubicBezTo>
                    <a:cubicBezTo>
                      <a:pt x="91212" y="22547"/>
                      <a:pt x="94885" y="16654"/>
                      <a:pt x="94287" y="11017"/>
                    </a:cubicBezTo>
                    <a:cubicBezTo>
                      <a:pt x="93689" y="6235"/>
                      <a:pt x="90102" y="2306"/>
                      <a:pt x="85832" y="0"/>
                    </a:cubicBezTo>
                    <a:cubicBezTo>
                      <a:pt x="72082" y="7601"/>
                      <a:pt x="54830" y="8455"/>
                      <a:pt x="37407" y="21351"/>
                    </a:cubicBezTo>
                    <a:cubicBezTo>
                      <a:pt x="23059" y="31771"/>
                      <a:pt x="6747" y="51755"/>
                      <a:pt x="0" y="9343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 name="Google Shape;92;p5"/>
              <p:cNvSpPr/>
              <p:nvPr/>
            </p:nvSpPr>
            <p:spPr>
              <a:xfrm>
                <a:off x="1071156" y="4868846"/>
                <a:ext cx="32300" cy="17712"/>
              </a:xfrm>
              <a:custGeom>
                <a:avLst/>
                <a:gdLst/>
                <a:ahLst/>
                <a:cxnLst/>
                <a:rect l="l" t="t" r="r" b="b"/>
                <a:pathLst>
                  <a:path w="26475" h="14518" extrusionOk="0">
                    <a:moveTo>
                      <a:pt x="26475" y="7259"/>
                    </a:moveTo>
                    <a:cubicBezTo>
                      <a:pt x="26475" y="11269"/>
                      <a:pt x="20549" y="14519"/>
                      <a:pt x="13238" y="14519"/>
                    </a:cubicBezTo>
                    <a:cubicBezTo>
                      <a:pt x="5927" y="14519"/>
                      <a:pt x="0" y="11269"/>
                      <a:pt x="0" y="7259"/>
                    </a:cubicBezTo>
                    <a:cubicBezTo>
                      <a:pt x="0" y="3250"/>
                      <a:pt x="5927" y="0"/>
                      <a:pt x="13238" y="0"/>
                    </a:cubicBezTo>
                    <a:cubicBezTo>
                      <a:pt x="20549" y="0"/>
                      <a:pt x="26475" y="3250"/>
                      <a:pt x="26475" y="72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 name="Google Shape;93;p5"/>
              <p:cNvSpPr/>
              <p:nvPr/>
            </p:nvSpPr>
            <p:spPr>
              <a:xfrm>
                <a:off x="1402496" y="4697085"/>
                <a:ext cx="140899" cy="194054"/>
              </a:xfrm>
              <a:custGeom>
                <a:avLst/>
                <a:gdLst/>
                <a:ahLst/>
                <a:cxnLst/>
                <a:rect l="l" t="t" r="r" b="b"/>
                <a:pathLst>
                  <a:path w="115491" h="159061" extrusionOk="0">
                    <a:moveTo>
                      <a:pt x="0" y="154108"/>
                    </a:moveTo>
                    <a:cubicBezTo>
                      <a:pt x="5637" y="142237"/>
                      <a:pt x="12811" y="123277"/>
                      <a:pt x="13152" y="99705"/>
                    </a:cubicBezTo>
                    <a:cubicBezTo>
                      <a:pt x="13494" y="78696"/>
                      <a:pt x="8028" y="73486"/>
                      <a:pt x="10078" y="61444"/>
                    </a:cubicBezTo>
                    <a:cubicBezTo>
                      <a:pt x="16910" y="20194"/>
                      <a:pt x="95739" y="-12089"/>
                      <a:pt x="111709" y="4394"/>
                    </a:cubicBezTo>
                    <a:cubicBezTo>
                      <a:pt x="120164" y="13105"/>
                      <a:pt x="113930" y="38470"/>
                      <a:pt x="98130" y="51281"/>
                    </a:cubicBezTo>
                    <a:cubicBezTo>
                      <a:pt x="84038" y="62811"/>
                      <a:pt x="66530" y="60761"/>
                      <a:pt x="62431" y="60163"/>
                    </a:cubicBezTo>
                    <a:cubicBezTo>
                      <a:pt x="66189" y="69643"/>
                      <a:pt x="69861" y="81856"/>
                      <a:pt x="71740" y="96204"/>
                    </a:cubicBezTo>
                    <a:cubicBezTo>
                      <a:pt x="75242" y="122936"/>
                      <a:pt x="70971" y="145141"/>
                      <a:pt x="67128" y="159062"/>
                    </a:cubicBezTo>
                    <a:lnTo>
                      <a:pt x="0" y="154023"/>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 name="Google Shape;94;p5"/>
              <p:cNvSpPr/>
              <p:nvPr/>
            </p:nvSpPr>
            <p:spPr>
              <a:xfrm>
                <a:off x="1251005" y="4932620"/>
                <a:ext cx="392080" cy="113602"/>
              </a:xfrm>
              <a:custGeom>
                <a:avLst/>
                <a:gdLst/>
                <a:ahLst/>
                <a:cxnLst/>
                <a:rect l="l" t="t" r="r" b="b"/>
                <a:pathLst>
                  <a:path w="321377" h="93116" extrusionOk="0">
                    <a:moveTo>
                      <a:pt x="0" y="93031"/>
                    </a:moveTo>
                    <a:cubicBezTo>
                      <a:pt x="41421" y="94056"/>
                      <a:pt x="91554" y="85089"/>
                      <a:pt x="163294" y="80904"/>
                    </a:cubicBezTo>
                    <a:cubicBezTo>
                      <a:pt x="257154" y="75438"/>
                      <a:pt x="250663" y="86114"/>
                      <a:pt x="321378" y="83381"/>
                    </a:cubicBezTo>
                    <a:lnTo>
                      <a:pt x="321378" y="81416"/>
                    </a:lnTo>
                    <a:cubicBezTo>
                      <a:pt x="321122" y="73730"/>
                      <a:pt x="320866" y="65275"/>
                      <a:pt x="316425" y="58870"/>
                    </a:cubicBezTo>
                    <a:cubicBezTo>
                      <a:pt x="308226" y="47681"/>
                      <a:pt x="291828" y="48194"/>
                      <a:pt x="277992" y="48194"/>
                    </a:cubicBezTo>
                    <a:cubicBezTo>
                      <a:pt x="269281" y="47938"/>
                      <a:pt x="259887" y="47169"/>
                      <a:pt x="253396" y="41276"/>
                    </a:cubicBezTo>
                    <a:cubicBezTo>
                      <a:pt x="249382" y="37518"/>
                      <a:pt x="246905" y="32309"/>
                      <a:pt x="244172" y="27868"/>
                    </a:cubicBezTo>
                    <a:cubicBezTo>
                      <a:pt x="234265" y="11982"/>
                      <a:pt x="216330" y="2075"/>
                      <a:pt x="197797" y="282"/>
                    </a:cubicBezTo>
                    <a:cubicBezTo>
                      <a:pt x="179179" y="-1426"/>
                      <a:pt x="160305" y="4723"/>
                      <a:pt x="145444" y="16167"/>
                    </a:cubicBezTo>
                    <a:cubicBezTo>
                      <a:pt x="136050" y="23341"/>
                      <a:pt x="127851" y="32821"/>
                      <a:pt x="117432" y="38714"/>
                    </a:cubicBezTo>
                    <a:cubicBezTo>
                      <a:pt x="94116" y="52379"/>
                      <a:pt x="65078" y="47425"/>
                      <a:pt x="38005" y="48109"/>
                    </a:cubicBezTo>
                    <a:cubicBezTo>
                      <a:pt x="31514" y="48109"/>
                      <a:pt x="24597" y="49133"/>
                      <a:pt x="20668" y="53831"/>
                    </a:cubicBezTo>
                    <a:cubicBezTo>
                      <a:pt x="17679" y="56820"/>
                      <a:pt x="16739" y="61261"/>
                      <a:pt x="15458" y="65275"/>
                    </a:cubicBezTo>
                    <a:cubicBezTo>
                      <a:pt x="12213" y="75694"/>
                      <a:pt x="6747" y="84662"/>
                      <a:pt x="85" y="9311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 name="Google Shape;95;p5"/>
              <p:cNvSpPr/>
              <p:nvPr/>
            </p:nvSpPr>
            <p:spPr>
              <a:xfrm>
                <a:off x="1974574" y="4897450"/>
                <a:ext cx="193103" cy="158325"/>
              </a:xfrm>
              <a:custGeom>
                <a:avLst/>
                <a:gdLst/>
                <a:ahLst/>
                <a:cxnLst/>
                <a:rect l="l" t="t" r="r" b="b"/>
                <a:pathLst>
                  <a:path w="158281" h="129775" extrusionOk="0">
                    <a:moveTo>
                      <a:pt x="0" y="126794"/>
                    </a:moveTo>
                    <a:cubicBezTo>
                      <a:pt x="10676" y="129271"/>
                      <a:pt x="22376" y="130552"/>
                      <a:pt x="35016" y="129271"/>
                    </a:cubicBezTo>
                    <a:cubicBezTo>
                      <a:pt x="42959" y="128503"/>
                      <a:pt x="63541" y="126538"/>
                      <a:pt x="82672" y="112873"/>
                    </a:cubicBezTo>
                    <a:cubicBezTo>
                      <a:pt x="97789" y="101942"/>
                      <a:pt x="95824" y="95536"/>
                      <a:pt x="115723" y="72392"/>
                    </a:cubicBezTo>
                    <a:cubicBezTo>
                      <a:pt x="141772" y="42329"/>
                      <a:pt x="159878" y="36607"/>
                      <a:pt x="158170" y="22771"/>
                    </a:cubicBezTo>
                    <a:cubicBezTo>
                      <a:pt x="156889" y="12352"/>
                      <a:pt x="145274" y="4922"/>
                      <a:pt x="137587" y="2189"/>
                    </a:cubicBezTo>
                    <a:cubicBezTo>
                      <a:pt x="112991" y="-6779"/>
                      <a:pt x="78487" y="12352"/>
                      <a:pt x="50730" y="49589"/>
                    </a:cubicBezTo>
                    <a:cubicBezTo>
                      <a:pt x="50474" y="49076"/>
                      <a:pt x="50474" y="48307"/>
                      <a:pt x="50218" y="47880"/>
                    </a:cubicBezTo>
                    <a:cubicBezTo>
                      <a:pt x="49449" y="49589"/>
                      <a:pt x="48510" y="51382"/>
                      <a:pt x="46973" y="52578"/>
                    </a:cubicBezTo>
                    <a:cubicBezTo>
                      <a:pt x="44240" y="55054"/>
                      <a:pt x="40311" y="55567"/>
                      <a:pt x="36553" y="55567"/>
                    </a:cubicBezTo>
                    <a:cubicBezTo>
                      <a:pt x="31087" y="55567"/>
                      <a:pt x="25365" y="55054"/>
                      <a:pt x="20156" y="56079"/>
                    </a:cubicBezTo>
                    <a:cubicBezTo>
                      <a:pt x="14690" y="57104"/>
                      <a:pt x="9224" y="59837"/>
                      <a:pt x="6491" y="64534"/>
                    </a:cubicBezTo>
                    <a:cubicBezTo>
                      <a:pt x="4014" y="69232"/>
                      <a:pt x="4526" y="75210"/>
                      <a:pt x="6747" y="80163"/>
                    </a:cubicBezTo>
                    <a:cubicBezTo>
                      <a:pt x="9224" y="84861"/>
                      <a:pt x="12982" y="88875"/>
                      <a:pt x="16910" y="92547"/>
                    </a:cubicBezTo>
                    <a:cubicBezTo>
                      <a:pt x="20668" y="95793"/>
                      <a:pt x="24853" y="99977"/>
                      <a:pt x="24084" y="104675"/>
                    </a:cubicBezTo>
                    <a:cubicBezTo>
                      <a:pt x="23572" y="109884"/>
                      <a:pt x="18362" y="112873"/>
                      <a:pt x="13921" y="115350"/>
                    </a:cubicBezTo>
                    <a:cubicBezTo>
                      <a:pt x="8968" y="118339"/>
                      <a:pt x="4270" y="122268"/>
                      <a:pt x="0" y="12679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 name="Google Shape;96;p5"/>
              <p:cNvSpPr/>
              <p:nvPr/>
            </p:nvSpPr>
            <p:spPr>
              <a:xfrm>
                <a:off x="1477641" y="4793648"/>
                <a:ext cx="21868" cy="98907"/>
              </a:xfrm>
              <a:custGeom>
                <a:avLst/>
                <a:gdLst/>
                <a:ahLst/>
                <a:cxnLst/>
                <a:rect l="l" t="t" r="r" b="b"/>
                <a:pathLst>
                  <a:path w="17925" h="81071" extrusionOk="0">
                    <a:moveTo>
                      <a:pt x="4890" y="81071"/>
                    </a:moveTo>
                    <a:cubicBezTo>
                      <a:pt x="4207" y="81071"/>
                      <a:pt x="3609" y="80901"/>
                      <a:pt x="3011" y="80559"/>
                    </a:cubicBezTo>
                    <a:cubicBezTo>
                      <a:pt x="1047" y="79534"/>
                      <a:pt x="364" y="77057"/>
                      <a:pt x="1389" y="75178"/>
                    </a:cubicBezTo>
                    <a:cubicBezTo>
                      <a:pt x="6598" y="65528"/>
                      <a:pt x="9588" y="54767"/>
                      <a:pt x="9929" y="43920"/>
                    </a:cubicBezTo>
                    <a:cubicBezTo>
                      <a:pt x="10527" y="27266"/>
                      <a:pt x="5147" y="14114"/>
                      <a:pt x="535" y="6001"/>
                    </a:cubicBezTo>
                    <a:cubicBezTo>
                      <a:pt x="-576" y="4122"/>
                      <a:pt x="108" y="1645"/>
                      <a:pt x="1987" y="535"/>
                    </a:cubicBezTo>
                    <a:cubicBezTo>
                      <a:pt x="3866" y="-576"/>
                      <a:pt x="6342" y="108"/>
                      <a:pt x="7453" y="1987"/>
                    </a:cubicBezTo>
                    <a:cubicBezTo>
                      <a:pt x="12577" y="10954"/>
                      <a:pt x="18555" y="25644"/>
                      <a:pt x="17872" y="44091"/>
                    </a:cubicBezTo>
                    <a:cubicBezTo>
                      <a:pt x="17445" y="56133"/>
                      <a:pt x="14114" y="68175"/>
                      <a:pt x="8307" y="78851"/>
                    </a:cubicBezTo>
                    <a:cubicBezTo>
                      <a:pt x="7538" y="80217"/>
                      <a:pt x="6171" y="80901"/>
                      <a:pt x="4805" y="8090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 name="Google Shape;97;p5"/>
              <p:cNvSpPr/>
              <p:nvPr/>
            </p:nvSpPr>
            <p:spPr>
              <a:xfrm>
                <a:off x="1468043" y="4744535"/>
                <a:ext cx="11944" cy="27540"/>
              </a:xfrm>
              <a:custGeom>
                <a:avLst/>
                <a:gdLst/>
                <a:ahLst/>
                <a:cxnLst/>
                <a:rect l="l" t="t" r="r" b="b"/>
                <a:pathLst>
                  <a:path w="9790" h="22574" extrusionOk="0">
                    <a:moveTo>
                      <a:pt x="4041" y="22575"/>
                    </a:moveTo>
                    <a:cubicBezTo>
                      <a:pt x="1393" y="22319"/>
                      <a:pt x="-230" y="20269"/>
                      <a:pt x="26" y="18134"/>
                    </a:cubicBezTo>
                    <a:lnTo>
                      <a:pt x="1820" y="3529"/>
                    </a:lnTo>
                    <a:cubicBezTo>
                      <a:pt x="2076" y="1309"/>
                      <a:pt x="4126" y="-228"/>
                      <a:pt x="6261" y="28"/>
                    </a:cubicBezTo>
                    <a:cubicBezTo>
                      <a:pt x="8482" y="284"/>
                      <a:pt x="10019" y="2248"/>
                      <a:pt x="9763" y="4469"/>
                    </a:cubicBezTo>
                    <a:lnTo>
                      <a:pt x="7969" y="19073"/>
                    </a:lnTo>
                    <a:cubicBezTo>
                      <a:pt x="7713" y="21123"/>
                      <a:pt x="6005" y="22575"/>
                      <a:pt x="4041" y="2257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 name="Google Shape;98;p5"/>
              <p:cNvSpPr/>
              <p:nvPr/>
            </p:nvSpPr>
            <p:spPr>
              <a:xfrm>
                <a:off x="1316245" y="4707114"/>
                <a:ext cx="26519" cy="19407"/>
              </a:xfrm>
              <a:custGeom>
                <a:avLst/>
                <a:gdLst/>
                <a:ahLst/>
                <a:cxnLst/>
                <a:rect l="l" t="t" r="r" b="b"/>
                <a:pathLst>
                  <a:path w="21737" h="15907" extrusionOk="0">
                    <a:moveTo>
                      <a:pt x="17701" y="15822"/>
                    </a:moveTo>
                    <a:cubicBezTo>
                      <a:pt x="17018" y="15822"/>
                      <a:pt x="16335" y="15651"/>
                      <a:pt x="15737" y="15310"/>
                    </a:cubicBezTo>
                    <a:lnTo>
                      <a:pt x="1987" y="7453"/>
                    </a:lnTo>
                    <a:cubicBezTo>
                      <a:pt x="108" y="6342"/>
                      <a:pt x="-576" y="3951"/>
                      <a:pt x="535" y="1987"/>
                    </a:cubicBezTo>
                    <a:cubicBezTo>
                      <a:pt x="1645" y="108"/>
                      <a:pt x="4036" y="-576"/>
                      <a:pt x="6001" y="535"/>
                    </a:cubicBezTo>
                    <a:lnTo>
                      <a:pt x="19751" y="8392"/>
                    </a:lnTo>
                    <a:cubicBezTo>
                      <a:pt x="21630" y="9502"/>
                      <a:pt x="22313" y="11894"/>
                      <a:pt x="21203" y="13858"/>
                    </a:cubicBezTo>
                    <a:cubicBezTo>
                      <a:pt x="20434" y="15139"/>
                      <a:pt x="19153" y="15908"/>
                      <a:pt x="17701" y="1590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 name="Google Shape;99;p5"/>
              <p:cNvSpPr/>
              <p:nvPr/>
            </p:nvSpPr>
            <p:spPr>
              <a:xfrm>
                <a:off x="1375863" y="4896578"/>
                <a:ext cx="93023" cy="26778"/>
              </a:xfrm>
              <a:custGeom>
                <a:avLst/>
                <a:gdLst/>
                <a:ahLst/>
                <a:cxnLst/>
                <a:rect l="l" t="t" r="r" b="b"/>
                <a:pathLst>
                  <a:path w="76248" h="21949" extrusionOk="0">
                    <a:moveTo>
                      <a:pt x="44704" y="21864"/>
                    </a:moveTo>
                    <a:cubicBezTo>
                      <a:pt x="24378" y="21864"/>
                      <a:pt x="8236" y="11957"/>
                      <a:pt x="1660" y="7175"/>
                    </a:cubicBezTo>
                    <a:cubicBezTo>
                      <a:pt x="-133" y="5894"/>
                      <a:pt x="-560" y="3417"/>
                      <a:pt x="806" y="1623"/>
                    </a:cubicBezTo>
                    <a:cubicBezTo>
                      <a:pt x="2087" y="-170"/>
                      <a:pt x="4649" y="-512"/>
                      <a:pt x="6358" y="769"/>
                    </a:cubicBezTo>
                    <a:cubicBezTo>
                      <a:pt x="13190" y="5723"/>
                      <a:pt x="31552" y="16825"/>
                      <a:pt x="53416" y="13238"/>
                    </a:cubicBezTo>
                    <a:cubicBezTo>
                      <a:pt x="59308" y="12299"/>
                      <a:pt x="65031" y="10335"/>
                      <a:pt x="70411" y="7431"/>
                    </a:cubicBezTo>
                    <a:cubicBezTo>
                      <a:pt x="72375" y="6406"/>
                      <a:pt x="74767" y="7175"/>
                      <a:pt x="75792" y="9054"/>
                    </a:cubicBezTo>
                    <a:cubicBezTo>
                      <a:pt x="76816" y="11018"/>
                      <a:pt x="76048" y="13409"/>
                      <a:pt x="74169" y="14434"/>
                    </a:cubicBezTo>
                    <a:cubicBezTo>
                      <a:pt x="68020" y="17680"/>
                      <a:pt x="61444" y="19985"/>
                      <a:pt x="54697" y="21096"/>
                    </a:cubicBezTo>
                    <a:cubicBezTo>
                      <a:pt x="51280" y="21694"/>
                      <a:pt x="47950" y="21950"/>
                      <a:pt x="44704" y="2195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 name="Google Shape;100;p5"/>
              <p:cNvSpPr/>
              <p:nvPr/>
            </p:nvSpPr>
            <p:spPr>
              <a:xfrm>
                <a:off x="1153882" y="4891517"/>
                <a:ext cx="31997" cy="78097"/>
              </a:xfrm>
              <a:custGeom>
                <a:avLst/>
                <a:gdLst/>
                <a:ahLst/>
                <a:cxnLst/>
                <a:rect l="l" t="t" r="r" b="b"/>
                <a:pathLst>
                  <a:path w="26227" h="64014" extrusionOk="0">
                    <a:moveTo>
                      <a:pt x="22252" y="63929"/>
                    </a:moveTo>
                    <a:cubicBezTo>
                      <a:pt x="20287" y="63929"/>
                      <a:pt x="18579" y="62477"/>
                      <a:pt x="18323" y="60513"/>
                    </a:cubicBezTo>
                    <a:cubicBezTo>
                      <a:pt x="16957" y="50435"/>
                      <a:pt x="14565" y="40357"/>
                      <a:pt x="11320" y="30707"/>
                    </a:cubicBezTo>
                    <a:cubicBezTo>
                      <a:pt x="8416" y="22166"/>
                      <a:pt x="4744" y="13797"/>
                      <a:pt x="473" y="5854"/>
                    </a:cubicBezTo>
                    <a:cubicBezTo>
                      <a:pt x="-551" y="3890"/>
                      <a:pt x="132" y="1498"/>
                      <a:pt x="2096" y="473"/>
                    </a:cubicBezTo>
                    <a:cubicBezTo>
                      <a:pt x="4060" y="-551"/>
                      <a:pt x="6452" y="132"/>
                      <a:pt x="7477" y="2096"/>
                    </a:cubicBezTo>
                    <a:cubicBezTo>
                      <a:pt x="12003" y="10466"/>
                      <a:pt x="15761" y="19262"/>
                      <a:pt x="18835" y="28230"/>
                    </a:cubicBezTo>
                    <a:cubicBezTo>
                      <a:pt x="22252" y="38393"/>
                      <a:pt x="24728" y="48898"/>
                      <a:pt x="26180" y="59488"/>
                    </a:cubicBezTo>
                    <a:cubicBezTo>
                      <a:pt x="26522" y="61709"/>
                      <a:pt x="24985" y="63673"/>
                      <a:pt x="22764" y="64015"/>
                    </a:cubicBezTo>
                    <a:cubicBezTo>
                      <a:pt x="22593" y="64015"/>
                      <a:pt x="22422" y="64015"/>
                      <a:pt x="22252" y="6401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 name="Google Shape;101;p5"/>
              <p:cNvSpPr/>
              <p:nvPr/>
            </p:nvSpPr>
            <p:spPr>
              <a:xfrm>
                <a:off x="1214732" y="4861212"/>
                <a:ext cx="13882" cy="77228"/>
              </a:xfrm>
              <a:custGeom>
                <a:avLst/>
                <a:gdLst/>
                <a:ahLst/>
                <a:cxnLst/>
                <a:rect l="l" t="t" r="r" b="b"/>
                <a:pathLst>
                  <a:path w="11379" h="63302" extrusionOk="0">
                    <a:moveTo>
                      <a:pt x="5373" y="63303"/>
                    </a:moveTo>
                    <a:cubicBezTo>
                      <a:pt x="2555" y="62876"/>
                      <a:pt x="1103" y="60826"/>
                      <a:pt x="1445" y="58691"/>
                    </a:cubicBezTo>
                    <a:cubicBezTo>
                      <a:pt x="2896" y="49894"/>
                      <a:pt x="3494" y="40927"/>
                      <a:pt x="3323" y="31959"/>
                    </a:cubicBezTo>
                    <a:cubicBezTo>
                      <a:pt x="3153" y="22906"/>
                      <a:pt x="2042" y="13768"/>
                      <a:pt x="78" y="4886"/>
                    </a:cubicBezTo>
                    <a:cubicBezTo>
                      <a:pt x="-349" y="2751"/>
                      <a:pt x="1018" y="616"/>
                      <a:pt x="3153" y="103"/>
                    </a:cubicBezTo>
                    <a:cubicBezTo>
                      <a:pt x="5373" y="-409"/>
                      <a:pt x="7423" y="1043"/>
                      <a:pt x="7935" y="3178"/>
                    </a:cubicBezTo>
                    <a:cubicBezTo>
                      <a:pt x="9985" y="12572"/>
                      <a:pt x="11095" y="22138"/>
                      <a:pt x="11352" y="31788"/>
                    </a:cubicBezTo>
                    <a:cubicBezTo>
                      <a:pt x="11522" y="41183"/>
                      <a:pt x="10925" y="50663"/>
                      <a:pt x="9387" y="59972"/>
                    </a:cubicBezTo>
                    <a:cubicBezTo>
                      <a:pt x="9046" y="61936"/>
                      <a:pt x="7337" y="63303"/>
                      <a:pt x="5459" y="6330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 name="Google Shape;102;p5"/>
              <p:cNvSpPr/>
              <p:nvPr/>
            </p:nvSpPr>
            <p:spPr>
              <a:xfrm>
                <a:off x="1700502" y="4804951"/>
                <a:ext cx="277633" cy="130641"/>
              </a:xfrm>
              <a:custGeom>
                <a:avLst/>
                <a:gdLst/>
                <a:ahLst/>
                <a:cxnLst/>
                <a:rect l="l" t="t" r="r" b="b"/>
                <a:pathLst>
                  <a:path w="227568" h="107083" extrusionOk="0">
                    <a:moveTo>
                      <a:pt x="15947" y="106999"/>
                    </a:moveTo>
                    <a:cubicBezTo>
                      <a:pt x="14495" y="106999"/>
                      <a:pt x="13129" y="106230"/>
                      <a:pt x="12445" y="104864"/>
                    </a:cubicBezTo>
                    <a:cubicBezTo>
                      <a:pt x="-4892" y="71983"/>
                      <a:pt x="-365" y="50461"/>
                      <a:pt x="3905" y="40554"/>
                    </a:cubicBezTo>
                    <a:cubicBezTo>
                      <a:pt x="22694" y="-3430"/>
                      <a:pt x="99900" y="-3259"/>
                      <a:pt x="138076" y="2976"/>
                    </a:cubicBezTo>
                    <a:cubicBezTo>
                      <a:pt x="169675" y="8100"/>
                      <a:pt x="199311" y="21252"/>
                      <a:pt x="226043" y="42091"/>
                    </a:cubicBezTo>
                    <a:cubicBezTo>
                      <a:pt x="227751" y="43457"/>
                      <a:pt x="228092" y="45934"/>
                      <a:pt x="226726" y="47728"/>
                    </a:cubicBezTo>
                    <a:cubicBezTo>
                      <a:pt x="225359" y="49436"/>
                      <a:pt x="222797" y="49777"/>
                      <a:pt x="221089" y="48411"/>
                    </a:cubicBezTo>
                    <a:cubicBezTo>
                      <a:pt x="195382" y="28426"/>
                      <a:pt x="167028" y="15786"/>
                      <a:pt x="136709" y="10918"/>
                    </a:cubicBezTo>
                    <a:cubicBezTo>
                      <a:pt x="94861" y="4086"/>
                      <a:pt x="26793" y="7246"/>
                      <a:pt x="11164" y="43799"/>
                    </a:cubicBezTo>
                    <a:cubicBezTo>
                      <a:pt x="7492" y="52425"/>
                      <a:pt x="3649" y="71385"/>
                      <a:pt x="19448" y="101277"/>
                    </a:cubicBezTo>
                    <a:cubicBezTo>
                      <a:pt x="20473" y="103241"/>
                      <a:pt x="19705" y="105632"/>
                      <a:pt x="17740" y="106657"/>
                    </a:cubicBezTo>
                    <a:cubicBezTo>
                      <a:pt x="17143" y="106999"/>
                      <a:pt x="16545" y="107084"/>
                      <a:pt x="15862" y="10708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 name="Google Shape;103;p5"/>
              <p:cNvSpPr/>
              <p:nvPr/>
            </p:nvSpPr>
            <p:spPr>
              <a:xfrm>
                <a:off x="1642642" y="4857098"/>
                <a:ext cx="62759" cy="36641"/>
              </a:xfrm>
              <a:custGeom>
                <a:avLst/>
                <a:gdLst/>
                <a:ahLst/>
                <a:cxnLst/>
                <a:rect l="l" t="t" r="r" b="b"/>
                <a:pathLst>
                  <a:path w="51442" h="30034" extrusionOk="0">
                    <a:moveTo>
                      <a:pt x="47457" y="30034"/>
                    </a:moveTo>
                    <a:cubicBezTo>
                      <a:pt x="46859" y="30034"/>
                      <a:pt x="46261" y="29864"/>
                      <a:pt x="45663" y="29607"/>
                    </a:cubicBezTo>
                    <a:lnTo>
                      <a:pt x="2192" y="7573"/>
                    </a:lnTo>
                    <a:cubicBezTo>
                      <a:pt x="228" y="6548"/>
                      <a:pt x="-541" y="4157"/>
                      <a:pt x="399" y="2192"/>
                    </a:cubicBezTo>
                    <a:cubicBezTo>
                      <a:pt x="1424" y="228"/>
                      <a:pt x="3815" y="-541"/>
                      <a:pt x="5779" y="399"/>
                    </a:cubicBezTo>
                    <a:lnTo>
                      <a:pt x="49250" y="22433"/>
                    </a:lnTo>
                    <a:cubicBezTo>
                      <a:pt x="51215" y="23458"/>
                      <a:pt x="51983" y="25850"/>
                      <a:pt x="51044" y="27814"/>
                    </a:cubicBezTo>
                    <a:cubicBezTo>
                      <a:pt x="50361" y="29180"/>
                      <a:pt x="48909" y="30034"/>
                      <a:pt x="47457" y="3003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4"/>
        <p:cNvGrpSpPr/>
        <p:nvPr/>
      </p:nvGrpSpPr>
      <p:grpSpPr>
        <a:xfrm>
          <a:off x="0" y="0"/>
          <a:ext cx="0" cy="0"/>
          <a:chOff x="0" y="0"/>
          <a:chExt cx="0" cy="0"/>
        </a:xfrm>
      </p:grpSpPr>
      <p:sp>
        <p:nvSpPr>
          <p:cNvPr id="105" name="Google Shape;105;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06" name="Google Shape;106;p6"/>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107" name="Google Shape;107;p6"/>
          <p:cNvGrpSpPr/>
          <p:nvPr/>
        </p:nvGrpSpPr>
        <p:grpSpPr>
          <a:xfrm>
            <a:off x="-155633" y="4033625"/>
            <a:ext cx="2115417" cy="1012378"/>
            <a:chOff x="-155633" y="4033625"/>
            <a:chExt cx="2115417" cy="1012378"/>
          </a:xfrm>
        </p:grpSpPr>
        <p:grpSp>
          <p:nvGrpSpPr>
            <p:cNvPr id="108" name="Google Shape;108;p6"/>
            <p:cNvGrpSpPr/>
            <p:nvPr/>
          </p:nvGrpSpPr>
          <p:grpSpPr>
            <a:xfrm>
              <a:off x="-155633" y="4033625"/>
              <a:ext cx="875631" cy="896753"/>
              <a:chOff x="-155633" y="4020000"/>
              <a:chExt cx="875631" cy="896753"/>
            </a:xfrm>
          </p:grpSpPr>
          <p:sp>
            <p:nvSpPr>
              <p:cNvPr id="109" name="Google Shape;109;p6"/>
              <p:cNvSpPr/>
              <p:nvPr/>
            </p:nvSpPr>
            <p:spPr>
              <a:xfrm flipH="1">
                <a:off x="148867" y="4210970"/>
                <a:ext cx="496902" cy="506785"/>
              </a:xfrm>
              <a:custGeom>
                <a:avLst/>
                <a:gdLst/>
                <a:ahLst/>
                <a:cxnLst/>
                <a:rect l="l" t="t" r="r" b="b"/>
                <a:pathLst>
                  <a:path w="142788" h="146364" extrusionOk="0">
                    <a:moveTo>
                      <a:pt x="56327" y="10761"/>
                    </a:moveTo>
                    <a:cubicBezTo>
                      <a:pt x="56951" y="20915"/>
                      <a:pt x="59406" y="34814"/>
                      <a:pt x="68728" y="45800"/>
                    </a:cubicBezTo>
                    <a:cubicBezTo>
                      <a:pt x="78757" y="57618"/>
                      <a:pt x="88120" y="55912"/>
                      <a:pt x="103642" y="65275"/>
                    </a:cubicBezTo>
                    <a:cubicBezTo>
                      <a:pt x="124948" y="78092"/>
                      <a:pt x="147961" y="105807"/>
                      <a:pt x="141761" y="126074"/>
                    </a:cubicBezTo>
                    <a:cubicBezTo>
                      <a:pt x="138473" y="136810"/>
                      <a:pt x="127404" y="144259"/>
                      <a:pt x="117416" y="146007"/>
                    </a:cubicBezTo>
                    <a:cubicBezTo>
                      <a:pt x="106389" y="147921"/>
                      <a:pt x="97442" y="142719"/>
                      <a:pt x="66439" y="116835"/>
                    </a:cubicBezTo>
                    <a:cubicBezTo>
                      <a:pt x="19914" y="77926"/>
                      <a:pt x="14380" y="68147"/>
                      <a:pt x="11342" y="61863"/>
                    </a:cubicBezTo>
                    <a:cubicBezTo>
                      <a:pt x="7597" y="54123"/>
                      <a:pt x="-8133" y="21539"/>
                      <a:pt x="5391" y="6891"/>
                    </a:cubicBezTo>
                    <a:cubicBezTo>
                      <a:pt x="14754" y="-3263"/>
                      <a:pt x="36061" y="-2389"/>
                      <a:pt x="56368" y="10803"/>
                    </a:cubicBez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 name="Google Shape;110;p6"/>
              <p:cNvSpPr/>
              <p:nvPr/>
            </p:nvSpPr>
            <p:spPr>
              <a:xfrm flipH="1">
                <a:off x="513752" y="4246335"/>
                <a:ext cx="155880" cy="567563"/>
              </a:xfrm>
              <a:custGeom>
                <a:avLst/>
                <a:gdLst/>
                <a:ahLst/>
                <a:cxnLst/>
                <a:rect l="l" t="t" r="r" b="b"/>
                <a:pathLst>
                  <a:path w="44793" h="163917" extrusionOk="0">
                    <a:moveTo>
                      <a:pt x="5760" y="42"/>
                    </a:moveTo>
                    <a:cubicBezTo>
                      <a:pt x="3346" y="12151"/>
                      <a:pt x="849" y="32084"/>
                      <a:pt x="4844" y="55971"/>
                    </a:cubicBezTo>
                    <a:cubicBezTo>
                      <a:pt x="8256" y="76362"/>
                      <a:pt x="15081" y="92092"/>
                      <a:pt x="20449" y="102163"/>
                    </a:cubicBezTo>
                    <a:cubicBezTo>
                      <a:pt x="18327" y="117393"/>
                      <a:pt x="16163" y="132666"/>
                      <a:pt x="14041" y="147896"/>
                    </a:cubicBezTo>
                    <a:cubicBezTo>
                      <a:pt x="7091" y="147688"/>
                      <a:pt x="1515" y="151559"/>
                      <a:pt x="267" y="156635"/>
                    </a:cubicBezTo>
                    <a:cubicBezTo>
                      <a:pt x="-482" y="159673"/>
                      <a:pt x="516" y="162461"/>
                      <a:pt x="1182" y="163918"/>
                    </a:cubicBezTo>
                    <a:lnTo>
                      <a:pt x="32393" y="163918"/>
                    </a:lnTo>
                    <a:cubicBezTo>
                      <a:pt x="36513" y="141238"/>
                      <a:pt x="40674" y="118517"/>
                      <a:pt x="44794" y="95837"/>
                    </a:cubicBezTo>
                    <a:lnTo>
                      <a:pt x="5760" y="0"/>
                    </a:ln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 name="Google Shape;111;p6"/>
              <p:cNvSpPr/>
              <p:nvPr/>
            </p:nvSpPr>
            <p:spPr>
              <a:xfrm flipH="1">
                <a:off x="441374" y="4256420"/>
                <a:ext cx="155880" cy="567563"/>
              </a:xfrm>
              <a:custGeom>
                <a:avLst/>
                <a:gdLst/>
                <a:ahLst/>
                <a:cxnLst/>
                <a:rect l="l" t="t" r="r" b="b"/>
                <a:pathLst>
                  <a:path w="44793" h="163917" extrusionOk="0">
                    <a:moveTo>
                      <a:pt x="5760" y="42"/>
                    </a:moveTo>
                    <a:cubicBezTo>
                      <a:pt x="3346" y="12151"/>
                      <a:pt x="849" y="32084"/>
                      <a:pt x="4844" y="55971"/>
                    </a:cubicBezTo>
                    <a:cubicBezTo>
                      <a:pt x="8256" y="76362"/>
                      <a:pt x="15081" y="92092"/>
                      <a:pt x="20449" y="102163"/>
                    </a:cubicBezTo>
                    <a:cubicBezTo>
                      <a:pt x="18327" y="117393"/>
                      <a:pt x="16163" y="132624"/>
                      <a:pt x="14041" y="147896"/>
                    </a:cubicBezTo>
                    <a:cubicBezTo>
                      <a:pt x="7091" y="147688"/>
                      <a:pt x="1515" y="151558"/>
                      <a:pt x="267" y="156635"/>
                    </a:cubicBezTo>
                    <a:cubicBezTo>
                      <a:pt x="-482" y="159673"/>
                      <a:pt x="516" y="162461"/>
                      <a:pt x="1182" y="163918"/>
                    </a:cubicBezTo>
                    <a:lnTo>
                      <a:pt x="32393" y="163918"/>
                    </a:lnTo>
                    <a:cubicBezTo>
                      <a:pt x="36513" y="141238"/>
                      <a:pt x="40674" y="118517"/>
                      <a:pt x="44794" y="95837"/>
                    </a:cubicBezTo>
                    <a:lnTo>
                      <a:pt x="5760" y="0"/>
                    </a:ln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 name="Google Shape;112;p6"/>
              <p:cNvSpPr/>
              <p:nvPr/>
            </p:nvSpPr>
            <p:spPr>
              <a:xfrm flipH="1">
                <a:off x="119618" y="4239711"/>
                <a:ext cx="416358" cy="584422"/>
              </a:xfrm>
              <a:custGeom>
                <a:avLst/>
                <a:gdLst/>
                <a:ahLst/>
                <a:cxnLst/>
                <a:rect l="l" t="t" r="r" b="b"/>
                <a:pathLst>
                  <a:path w="119643" h="168786" extrusionOk="0">
                    <a:moveTo>
                      <a:pt x="99586" y="85142"/>
                    </a:moveTo>
                    <a:cubicBezTo>
                      <a:pt x="98255" y="83769"/>
                      <a:pt x="71663" y="57095"/>
                      <a:pt x="45863" y="59591"/>
                    </a:cubicBezTo>
                    <a:cubicBezTo>
                      <a:pt x="42492" y="59924"/>
                      <a:pt x="35959" y="61006"/>
                      <a:pt x="29800" y="57095"/>
                    </a:cubicBezTo>
                    <a:cubicBezTo>
                      <a:pt x="23766" y="53266"/>
                      <a:pt x="18980" y="45193"/>
                      <a:pt x="18314" y="36579"/>
                    </a:cubicBezTo>
                    <a:cubicBezTo>
                      <a:pt x="17316" y="23595"/>
                      <a:pt x="26262" y="18019"/>
                      <a:pt x="22892" y="8531"/>
                    </a:cubicBezTo>
                    <a:cubicBezTo>
                      <a:pt x="21352" y="4120"/>
                      <a:pt x="17524" y="0"/>
                      <a:pt x="13695" y="0"/>
                    </a:cubicBezTo>
                    <a:cubicBezTo>
                      <a:pt x="8077" y="42"/>
                      <a:pt x="4041" y="9238"/>
                      <a:pt x="2667" y="15023"/>
                    </a:cubicBezTo>
                    <a:cubicBezTo>
                      <a:pt x="1377" y="20474"/>
                      <a:pt x="2085" y="24261"/>
                      <a:pt x="2667" y="30045"/>
                    </a:cubicBezTo>
                    <a:cubicBezTo>
                      <a:pt x="2667" y="30045"/>
                      <a:pt x="4290" y="46067"/>
                      <a:pt x="2667" y="66624"/>
                    </a:cubicBezTo>
                    <a:cubicBezTo>
                      <a:pt x="1336" y="83103"/>
                      <a:pt x="-1369" y="84518"/>
                      <a:pt x="836" y="90178"/>
                    </a:cubicBezTo>
                    <a:cubicBezTo>
                      <a:pt x="4956" y="100748"/>
                      <a:pt x="15151" y="97294"/>
                      <a:pt x="22892" y="107697"/>
                    </a:cubicBezTo>
                    <a:cubicBezTo>
                      <a:pt x="31131" y="118808"/>
                      <a:pt x="24640" y="128920"/>
                      <a:pt x="32546" y="152266"/>
                    </a:cubicBezTo>
                    <a:cubicBezTo>
                      <a:pt x="35001" y="159590"/>
                      <a:pt x="37873" y="165208"/>
                      <a:pt x="39912" y="168787"/>
                    </a:cubicBezTo>
                    <a:cubicBezTo>
                      <a:pt x="65921" y="168287"/>
                      <a:pt x="91930" y="167788"/>
                      <a:pt x="117980" y="167289"/>
                    </a:cubicBezTo>
                    <a:cubicBezTo>
                      <a:pt x="118895" y="161712"/>
                      <a:pt x="126428" y="112816"/>
                      <a:pt x="99628" y="85142"/>
                    </a:cubicBez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 name="Google Shape;113;p6"/>
              <p:cNvSpPr/>
              <p:nvPr/>
            </p:nvSpPr>
            <p:spPr>
              <a:xfrm flipH="1">
                <a:off x="421772" y="4075936"/>
                <a:ext cx="257844" cy="227109"/>
              </a:xfrm>
              <a:custGeom>
                <a:avLst/>
                <a:gdLst/>
                <a:ahLst/>
                <a:cxnLst/>
                <a:rect l="l" t="t" r="r" b="b"/>
                <a:pathLst>
                  <a:path w="74093" h="65591" extrusionOk="0">
                    <a:moveTo>
                      <a:pt x="26565" y="883"/>
                    </a:moveTo>
                    <a:cubicBezTo>
                      <a:pt x="20823" y="2506"/>
                      <a:pt x="16786" y="5876"/>
                      <a:pt x="11418" y="10371"/>
                    </a:cubicBezTo>
                    <a:cubicBezTo>
                      <a:pt x="5467" y="15323"/>
                      <a:pt x="2512" y="17820"/>
                      <a:pt x="1097" y="21565"/>
                    </a:cubicBezTo>
                    <a:cubicBezTo>
                      <a:pt x="-2149" y="30096"/>
                      <a:pt x="2512" y="39459"/>
                      <a:pt x="5925" y="46367"/>
                    </a:cubicBezTo>
                    <a:cubicBezTo>
                      <a:pt x="8505" y="51569"/>
                      <a:pt x="10461" y="55522"/>
                      <a:pt x="14414" y="59018"/>
                    </a:cubicBezTo>
                    <a:cubicBezTo>
                      <a:pt x="27481" y="70503"/>
                      <a:pt x="48746" y="64802"/>
                      <a:pt x="60772" y="58060"/>
                    </a:cubicBezTo>
                    <a:cubicBezTo>
                      <a:pt x="66598" y="54815"/>
                      <a:pt x="70593" y="52526"/>
                      <a:pt x="72715" y="47615"/>
                    </a:cubicBezTo>
                    <a:cubicBezTo>
                      <a:pt x="78625" y="33841"/>
                      <a:pt x="64642" y="11494"/>
                      <a:pt x="47705" y="3588"/>
                    </a:cubicBezTo>
                    <a:cubicBezTo>
                      <a:pt x="44667" y="2173"/>
                      <a:pt x="36178" y="-1781"/>
                      <a:pt x="26565" y="924"/>
                    </a:cubicBez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 name="Google Shape;114;p6"/>
              <p:cNvSpPr/>
              <p:nvPr/>
            </p:nvSpPr>
            <p:spPr>
              <a:xfrm flipH="1">
                <a:off x="576231" y="4020000"/>
                <a:ext cx="63667" cy="91874"/>
              </a:xfrm>
              <a:custGeom>
                <a:avLst/>
                <a:gdLst/>
                <a:ahLst/>
                <a:cxnLst/>
                <a:rect l="l" t="t" r="r" b="b"/>
                <a:pathLst>
                  <a:path w="18295" h="26534" extrusionOk="0">
                    <a:moveTo>
                      <a:pt x="0" y="26534"/>
                    </a:moveTo>
                    <a:cubicBezTo>
                      <a:pt x="0" y="22248"/>
                      <a:pt x="499" y="9597"/>
                      <a:pt x="8739" y="2439"/>
                    </a:cubicBezTo>
                    <a:cubicBezTo>
                      <a:pt x="10196" y="1149"/>
                      <a:pt x="12110" y="-432"/>
                      <a:pt x="13941" y="109"/>
                    </a:cubicBezTo>
                    <a:cubicBezTo>
                      <a:pt x="18810" y="1566"/>
                      <a:pt x="18394" y="17254"/>
                      <a:pt x="18185" y="22414"/>
                    </a:cubicBezTo>
                    <a:lnTo>
                      <a:pt x="42" y="26534"/>
                    </a:ln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 name="Google Shape;115;p6"/>
              <p:cNvSpPr/>
              <p:nvPr/>
            </p:nvSpPr>
            <p:spPr>
              <a:xfrm flipH="1">
                <a:off x="373079" y="4178363"/>
                <a:ext cx="74291" cy="81698"/>
              </a:xfrm>
              <a:custGeom>
                <a:avLst/>
                <a:gdLst/>
                <a:ahLst/>
                <a:cxnLst/>
                <a:rect l="l" t="t" r="r" b="b"/>
                <a:pathLst>
                  <a:path w="21348" h="23595" extrusionOk="0">
                    <a:moveTo>
                      <a:pt x="208" y="0"/>
                    </a:moveTo>
                    <a:cubicBezTo>
                      <a:pt x="2122" y="291"/>
                      <a:pt x="10196" y="1623"/>
                      <a:pt x="16063" y="9238"/>
                    </a:cubicBezTo>
                    <a:cubicBezTo>
                      <a:pt x="20225" y="14648"/>
                      <a:pt x="21098" y="20433"/>
                      <a:pt x="21348" y="22846"/>
                    </a:cubicBezTo>
                    <a:cubicBezTo>
                      <a:pt x="19517" y="23387"/>
                      <a:pt x="15522" y="24219"/>
                      <a:pt x="10778" y="22846"/>
                    </a:cubicBezTo>
                    <a:cubicBezTo>
                      <a:pt x="4578" y="21057"/>
                      <a:pt x="1082" y="16604"/>
                      <a:pt x="0" y="15064"/>
                    </a:cubicBezTo>
                    <a:lnTo>
                      <a:pt x="208" y="0"/>
                    </a:ln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 name="Google Shape;116;p6"/>
              <p:cNvSpPr/>
              <p:nvPr/>
            </p:nvSpPr>
            <p:spPr>
              <a:xfrm flipH="1">
                <a:off x="-155633" y="4731035"/>
                <a:ext cx="469400" cy="185718"/>
              </a:xfrm>
              <a:custGeom>
                <a:avLst/>
                <a:gdLst/>
                <a:ahLst/>
                <a:cxnLst/>
                <a:rect l="l" t="t" r="r" b="b"/>
                <a:pathLst>
                  <a:path w="134885" h="53637" extrusionOk="0">
                    <a:moveTo>
                      <a:pt x="48232" y="557"/>
                    </a:moveTo>
                    <a:cubicBezTo>
                      <a:pt x="72743" y="-982"/>
                      <a:pt x="92510" y="932"/>
                      <a:pt x="106409" y="3096"/>
                    </a:cubicBezTo>
                    <a:cubicBezTo>
                      <a:pt x="123512" y="5801"/>
                      <a:pt x="130753" y="8714"/>
                      <a:pt x="133625" y="15122"/>
                    </a:cubicBezTo>
                    <a:cubicBezTo>
                      <a:pt x="137203" y="23195"/>
                      <a:pt x="132543" y="34015"/>
                      <a:pt x="127424" y="40299"/>
                    </a:cubicBezTo>
                    <a:cubicBezTo>
                      <a:pt x="119559" y="49953"/>
                      <a:pt x="107532" y="52700"/>
                      <a:pt x="86434" y="53449"/>
                    </a:cubicBezTo>
                    <a:cubicBezTo>
                      <a:pt x="44196" y="54947"/>
                      <a:pt x="-331" y="47207"/>
                      <a:pt x="2" y="42130"/>
                    </a:cubicBezTo>
                    <a:cubicBezTo>
                      <a:pt x="168" y="39425"/>
                      <a:pt x="12985" y="37635"/>
                      <a:pt x="22057" y="37760"/>
                    </a:cubicBezTo>
                    <a:cubicBezTo>
                      <a:pt x="30089" y="37885"/>
                      <a:pt x="35956" y="39550"/>
                      <a:pt x="37538" y="39966"/>
                    </a:cubicBezTo>
                    <a:cubicBezTo>
                      <a:pt x="60467" y="46000"/>
                      <a:pt x="101457" y="35097"/>
                      <a:pt x="101249" y="29770"/>
                    </a:cubicBezTo>
                    <a:cubicBezTo>
                      <a:pt x="101124" y="26649"/>
                      <a:pt x="87100" y="23279"/>
                      <a:pt x="34791" y="20906"/>
                    </a:cubicBezTo>
                    <a:lnTo>
                      <a:pt x="48232" y="599"/>
                    </a:ln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 name="Google Shape;117;p6"/>
              <p:cNvSpPr/>
              <p:nvPr/>
            </p:nvSpPr>
            <p:spPr>
              <a:xfrm flipH="1">
                <a:off x="420001" y="4224138"/>
                <a:ext cx="125228" cy="414416"/>
              </a:xfrm>
              <a:custGeom>
                <a:avLst/>
                <a:gdLst/>
                <a:ahLst/>
                <a:cxnLst/>
                <a:rect l="l" t="t" r="r" b="b"/>
                <a:pathLst>
                  <a:path w="35985" h="119687" extrusionOk="0">
                    <a:moveTo>
                      <a:pt x="34165" y="119688"/>
                    </a:moveTo>
                    <a:cubicBezTo>
                      <a:pt x="33708" y="119688"/>
                      <a:pt x="33208" y="119521"/>
                      <a:pt x="32875" y="119147"/>
                    </a:cubicBezTo>
                    <a:cubicBezTo>
                      <a:pt x="26425" y="112613"/>
                      <a:pt x="20308" y="105539"/>
                      <a:pt x="14815" y="98173"/>
                    </a:cubicBezTo>
                    <a:cubicBezTo>
                      <a:pt x="5243" y="85356"/>
                      <a:pt x="-41" y="78282"/>
                      <a:pt x="0" y="70042"/>
                    </a:cubicBezTo>
                    <a:cubicBezTo>
                      <a:pt x="0" y="64840"/>
                      <a:pt x="1748" y="61636"/>
                      <a:pt x="3371" y="58515"/>
                    </a:cubicBezTo>
                    <a:cubicBezTo>
                      <a:pt x="5160" y="55103"/>
                      <a:pt x="6866" y="51857"/>
                      <a:pt x="6866" y="45615"/>
                    </a:cubicBezTo>
                    <a:cubicBezTo>
                      <a:pt x="6866" y="42951"/>
                      <a:pt x="6533" y="35461"/>
                      <a:pt x="6201" y="29302"/>
                    </a:cubicBezTo>
                    <a:cubicBezTo>
                      <a:pt x="6076" y="27388"/>
                      <a:pt x="6034" y="26306"/>
                      <a:pt x="5951" y="25515"/>
                    </a:cubicBezTo>
                    <a:cubicBezTo>
                      <a:pt x="5909" y="24766"/>
                      <a:pt x="5868" y="24350"/>
                      <a:pt x="5868" y="23767"/>
                    </a:cubicBezTo>
                    <a:cubicBezTo>
                      <a:pt x="5535" y="16818"/>
                      <a:pt x="6991" y="9202"/>
                      <a:pt x="10112" y="1171"/>
                    </a:cubicBezTo>
                    <a:cubicBezTo>
                      <a:pt x="10445" y="214"/>
                      <a:pt x="11527" y="-244"/>
                      <a:pt x="12484" y="131"/>
                    </a:cubicBezTo>
                    <a:cubicBezTo>
                      <a:pt x="13442" y="505"/>
                      <a:pt x="13899" y="1545"/>
                      <a:pt x="13525" y="2502"/>
                    </a:cubicBezTo>
                    <a:cubicBezTo>
                      <a:pt x="10570" y="10076"/>
                      <a:pt x="9238" y="17192"/>
                      <a:pt x="9530" y="23642"/>
                    </a:cubicBezTo>
                    <a:cubicBezTo>
                      <a:pt x="9530" y="24183"/>
                      <a:pt x="9571" y="24600"/>
                      <a:pt x="9613" y="25265"/>
                    </a:cubicBezTo>
                    <a:cubicBezTo>
                      <a:pt x="9654" y="26056"/>
                      <a:pt x="9738" y="27138"/>
                      <a:pt x="9863" y="29094"/>
                    </a:cubicBezTo>
                    <a:cubicBezTo>
                      <a:pt x="10237" y="35294"/>
                      <a:pt x="10528" y="42868"/>
                      <a:pt x="10528" y="45615"/>
                    </a:cubicBezTo>
                    <a:cubicBezTo>
                      <a:pt x="10528" y="52772"/>
                      <a:pt x="8448" y="56726"/>
                      <a:pt x="6575" y="60263"/>
                    </a:cubicBezTo>
                    <a:cubicBezTo>
                      <a:pt x="4994" y="63217"/>
                      <a:pt x="3662" y="65798"/>
                      <a:pt x="3621" y="70084"/>
                    </a:cubicBezTo>
                    <a:cubicBezTo>
                      <a:pt x="3579" y="76784"/>
                      <a:pt x="7907" y="82859"/>
                      <a:pt x="17728" y="95968"/>
                    </a:cubicBezTo>
                    <a:cubicBezTo>
                      <a:pt x="23138" y="103250"/>
                      <a:pt x="29130" y="110158"/>
                      <a:pt x="35455" y="116567"/>
                    </a:cubicBezTo>
                    <a:cubicBezTo>
                      <a:pt x="36163" y="117274"/>
                      <a:pt x="36163" y="118439"/>
                      <a:pt x="35455" y="119147"/>
                    </a:cubicBezTo>
                    <a:cubicBezTo>
                      <a:pt x="35081" y="119521"/>
                      <a:pt x="34623" y="119688"/>
                      <a:pt x="34165" y="11968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 name="Google Shape;118;p6"/>
              <p:cNvSpPr/>
              <p:nvPr/>
            </p:nvSpPr>
            <p:spPr>
              <a:xfrm flipH="1">
                <a:off x="170109" y="4207433"/>
                <a:ext cx="316356" cy="586174"/>
              </a:xfrm>
              <a:custGeom>
                <a:avLst/>
                <a:gdLst/>
                <a:ahLst/>
                <a:cxnLst/>
                <a:rect l="l" t="t" r="r" b="b"/>
                <a:pathLst>
                  <a:path w="90907" h="169292" extrusionOk="0">
                    <a:moveTo>
                      <a:pt x="86976" y="169292"/>
                    </a:moveTo>
                    <a:cubicBezTo>
                      <a:pt x="85644" y="169043"/>
                      <a:pt x="84979" y="168085"/>
                      <a:pt x="85187" y="167087"/>
                    </a:cubicBezTo>
                    <a:cubicBezTo>
                      <a:pt x="87184" y="156974"/>
                      <a:pt x="92136" y="121769"/>
                      <a:pt x="72161" y="92847"/>
                    </a:cubicBezTo>
                    <a:cubicBezTo>
                      <a:pt x="65337" y="82985"/>
                      <a:pt x="56847" y="70708"/>
                      <a:pt x="42574" y="66089"/>
                    </a:cubicBezTo>
                    <a:cubicBezTo>
                      <a:pt x="39869" y="65215"/>
                      <a:pt x="37289" y="64716"/>
                      <a:pt x="34834" y="64217"/>
                    </a:cubicBezTo>
                    <a:cubicBezTo>
                      <a:pt x="29341" y="63176"/>
                      <a:pt x="24139" y="62136"/>
                      <a:pt x="18729" y="57142"/>
                    </a:cubicBezTo>
                    <a:cubicBezTo>
                      <a:pt x="10989" y="50026"/>
                      <a:pt x="8450" y="39872"/>
                      <a:pt x="7868" y="36959"/>
                    </a:cubicBezTo>
                    <a:cubicBezTo>
                      <a:pt x="5454" y="25266"/>
                      <a:pt x="6619" y="12615"/>
                      <a:pt x="6703" y="12116"/>
                    </a:cubicBezTo>
                    <a:lnTo>
                      <a:pt x="6786" y="11075"/>
                    </a:lnTo>
                    <a:cubicBezTo>
                      <a:pt x="7036" y="8495"/>
                      <a:pt x="7452" y="4625"/>
                      <a:pt x="6286" y="3835"/>
                    </a:cubicBezTo>
                    <a:cubicBezTo>
                      <a:pt x="5704" y="3377"/>
                      <a:pt x="4330" y="3668"/>
                      <a:pt x="2624" y="4500"/>
                    </a:cubicBezTo>
                    <a:cubicBezTo>
                      <a:pt x="1667" y="4917"/>
                      <a:pt x="585" y="4500"/>
                      <a:pt x="169" y="3627"/>
                    </a:cubicBezTo>
                    <a:cubicBezTo>
                      <a:pt x="-247" y="2711"/>
                      <a:pt x="127" y="1629"/>
                      <a:pt x="1043" y="1171"/>
                    </a:cubicBezTo>
                    <a:cubicBezTo>
                      <a:pt x="4164" y="-285"/>
                      <a:pt x="6661" y="-368"/>
                      <a:pt x="8409" y="838"/>
                    </a:cubicBezTo>
                    <a:cubicBezTo>
                      <a:pt x="11280" y="2919"/>
                      <a:pt x="10822" y="7455"/>
                      <a:pt x="10448" y="11450"/>
                    </a:cubicBezTo>
                    <a:lnTo>
                      <a:pt x="10323" y="12490"/>
                    </a:lnTo>
                    <a:cubicBezTo>
                      <a:pt x="10323" y="12490"/>
                      <a:pt x="9158" y="25141"/>
                      <a:pt x="11447" y="36252"/>
                    </a:cubicBezTo>
                    <a:cubicBezTo>
                      <a:pt x="11988" y="38915"/>
                      <a:pt x="14318" y="48112"/>
                      <a:pt x="21226" y="54479"/>
                    </a:cubicBezTo>
                    <a:cubicBezTo>
                      <a:pt x="25887" y="58765"/>
                      <a:pt x="30339" y="59639"/>
                      <a:pt x="35541" y="60638"/>
                    </a:cubicBezTo>
                    <a:cubicBezTo>
                      <a:pt x="38121" y="61137"/>
                      <a:pt x="40784" y="61637"/>
                      <a:pt x="43739" y="62594"/>
                    </a:cubicBezTo>
                    <a:cubicBezTo>
                      <a:pt x="59219" y="67629"/>
                      <a:pt x="68042" y="80446"/>
                      <a:pt x="75158" y="90725"/>
                    </a:cubicBezTo>
                    <a:cubicBezTo>
                      <a:pt x="96006" y="120895"/>
                      <a:pt x="90888" y="157349"/>
                      <a:pt x="88807" y="167836"/>
                    </a:cubicBezTo>
                    <a:cubicBezTo>
                      <a:pt x="88641" y="168710"/>
                      <a:pt x="87850" y="169292"/>
                      <a:pt x="87018" y="1692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 name="Google Shape;119;p6"/>
              <p:cNvSpPr/>
              <p:nvPr/>
            </p:nvSpPr>
            <p:spPr>
              <a:xfrm flipH="1">
                <a:off x="521901" y="4492601"/>
                <a:ext cx="101205" cy="102016"/>
              </a:xfrm>
              <a:custGeom>
                <a:avLst/>
                <a:gdLst/>
                <a:ahLst/>
                <a:cxnLst/>
                <a:rect l="l" t="t" r="r" b="b"/>
                <a:pathLst>
                  <a:path w="29082" h="29463" extrusionOk="0">
                    <a:moveTo>
                      <a:pt x="27300" y="29463"/>
                    </a:moveTo>
                    <a:cubicBezTo>
                      <a:pt x="26883" y="29463"/>
                      <a:pt x="26426" y="29338"/>
                      <a:pt x="26093" y="29006"/>
                    </a:cubicBezTo>
                    <a:cubicBezTo>
                      <a:pt x="23513" y="26758"/>
                      <a:pt x="20891" y="24386"/>
                      <a:pt x="18228" y="21890"/>
                    </a:cubicBezTo>
                    <a:cubicBezTo>
                      <a:pt x="12027" y="16022"/>
                      <a:pt x="6035" y="9655"/>
                      <a:pt x="417" y="2997"/>
                    </a:cubicBezTo>
                    <a:cubicBezTo>
                      <a:pt x="-208" y="2206"/>
                      <a:pt x="-124" y="1083"/>
                      <a:pt x="625" y="417"/>
                    </a:cubicBezTo>
                    <a:cubicBezTo>
                      <a:pt x="1415" y="-207"/>
                      <a:pt x="2539" y="-124"/>
                      <a:pt x="3205" y="625"/>
                    </a:cubicBezTo>
                    <a:cubicBezTo>
                      <a:pt x="8740" y="7158"/>
                      <a:pt x="14649" y="13442"/>
                      <a:pt x="20724" y="19226"/>
                    </a:cubicBezTo>
                    <a:cubicBezTo>
                      <a:pt x="23346" y="21681"/>
                      <a:pt x="25926" y="24012"/>
                      <a:pt x="28465" y="26217"/>
                    </a:cubicBezTo>
                    <a:cubicBezTo>
                      <a:pt x="29214" y="26883"/>
                      <a:pt x="29297" y="28048"/>
                      <a:pt x="28631" y="28798"/>
                    </a:cubicBezTo>
                    <a:cubicBezTo>
                      <a:pt x="28257" y="29214"/>
                      <a:pt x="27757" y="29422"/>
                      <a:pt x="27258" y="2942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 name="Google Shape;120;p6"/>
              <p:cNvSpPr/>
              <p:nvPr/>
            </p:nvSpPr>
            <p:spPr>
              <a:xfrm flipH="1">
                <a:off x="520150" y="4557410"/>
                <a:ext cx="30022" cy="184143"/>
              </a:xfrm>
              <a:custGeom>
                <a:avLst/>
                <a:gdLst/>
                <a:ahLst/>
                <a:cxnLst/>
                <a:rect l="l" t="t" r="r" b="b"/>
                <a:pathLst>
                  <a:path w="8627" h="53182" extrusionOk="0">
                    <a:moveTo>
                      <a:pt x="1838" y="53183"/>
                    </a:moveTo>
                    <a:cubicBezTo>
                      <a:pt x="631" y="53058"/>
                      <a:pt x="-77" y="52184"/>
                      <a:pt x="7" y="51144"/>
                    </a:cubicBezTo>
                    <a:lnTo>
                      <a:pt x="4959" y="1665"/>
                    </a:lnTo>
                    <a:cubicBezTo>
                      <a:pt x="5042" y="707"/>
                      <a:pt x="5833" y="0"/>
                      <a:pt x="6790" y="0"/>
                    </a:cubicBezTo>
                    <a:cubicBezTo>
                      <a:pt x="7996" y="125"/>
                      <a:pt x="8704" y="999"/>
                      <a:pt x="8621" y="2039"/>
                    </a:cubicBezTo>
                    <a:lnTo>
                      <a:pt x="3669" y="51518"/>
                    </a:lnTo>
                    <a:cubicBezTo>
                      <a:pt x="3585" y="52475"/>
                      <a:pt x="2795" y="53183"/>
                      <a:pt x="1838" y="5318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 name="Google Shape;121;p6"/>
              <p:cNvSpPr/>
              <p:nvPr/>
            </p:nvSpPr>
            <p:spPr>
              <a:xfrm flipH="1">
                <a:off x="536208" y="4223401"/>
                <a:ext cx="126105" cy="53347"/>
              </a:xfrm>
              <a:custGeom>
                <a:avLst/>
                <a:gdLst/>
                <a:ahLst/>
                <a:cxnLst/>
                <a:rect l="l" t="t" r="r" b="b"/>
                <a:pathLst>
                  <a:path w="36237" h="15407" extrusionOk="0">
                    <a:moveTo>
                      <a:pt x="27292" y="15366"/>
                    </a:moveTo>
                    <a:cubicBezTo>
                      <a:pt x="24171" y="15366"/>
                      <a:pt x="20676" y="14950"/>
                      <a:pt x="16889" y="13785"/>
                    </a:cubicBezTo>
                    <a:cubicBezTo>
                      <a:pt x="8899" y="11288"/>
                      <a:pt x="3531" y="6586"/>
                      <a:pt x="451" y="3048"/>
                    </a:cubicBezTo>
                    <a:cubicBezTo>
                      <a:pt x="-214" y="2299"/>
                      <a:pt x="-131" y="1134"/>
                      <a:pt x="618" y="468"/>
                    </a:cubicBezTo>
                    <a:cubicBezTo>
                      <a:pt x="1367" y="-239"/>
                      <a:pt x="2532" y="-114"/>
                      <a:pt x="3198" y="635"/>
                    </a:cubicBezTo>
                    <a:cubicBezTo>
                      <a:pt x="5986" y="3798"/>
                      <a:pt x="10813" y="8042"/>
                      <a:pt x="17971" y="10289"/>
                    </a:cubicBezTo>
                    <a:cubicBezTo>
                      <a:pt x="24546" y="12370"/>
                      <a:pt x="30330" y="11787"/>
                      <a:pt x="33992" y="10997"/>
                    </a:cubicBezTo>
                    <a:cubicBezTo>
                      <a:pt x="35074" y="10789"/>
                      <a:pt x="35948" y="11413"/>
                      <a:pt x="36198" y="12370"/>
                    </a:cubicBezTo>
                    <a:cubicBezTo>
                      <a:pt x="36406" y="13369"/>
                      <a:pt x="35782" y="14368"/>
                      <a:pt x="34825" y="14576"/>
                    </a:cubicBezTo>
                    <a:cubicBezTo>
                      <a:pt x="32786" y="15033"/>
                      <a:pt x="30247" y="15408"/>
                      <a:pt x="27292" y="154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 name="Google Shape;122;p6"/>
              <p:cNvSpPr/>
              <p:nvPr/>
            </p:nvSpPr>
            <p:spPr>
              <a:xfrm flipH="1">
                <a:off x="576828" y="4072596"/>
                <a:ext cx="16840" cy="33773"/>
              </a:xfrm>
              <a:custGeom>
                <a:avLst/>
                <a:gdLst/>
                <a:ahLst/>
                <a:cxnLst/>
                <a:rect l="l" t="t" r="r" b="b"/>
                <a:pathLst>
                  <a:path w="4839" h="9754" extrusionOk="0">
                    <a:moveTo>
                      <a:pt x="2981" y="9754"/>
                    </a:moveTo>
                    <a:cubicBezTo>
                      <a:pt x="2107" y="9754"/>
                      <a:pt x="1358" y="9130"/>
                      <a:pt x="1192" y="8256"/>
                    </a:cubicBezTo>
                    <a:lnTo>
                      <a:pt x="27" y="2181"/>
                    </a:lnTo>
                    <a:cubicBezTo>
                      <a:pt x="-140" y="1182"/>
                      <a:pt x="484" y="225"/>
                      <a:pt x="1483" y="17"/>
                    </a:cubicBezTo>
                    <a:cubicBezTo>
                      <a:pt x="2482" y="-108"/>
                      <a:pt x="3439" y="475"/>
                      <a:pt x="3647" y="1473"/>
                    </a:cubicBezTo>
                    <a:lnTo>
                      <a:pt x="4812" y="7549"/>
                    </a:lnTo>
                    <a:cubicBezTo>
                      <a:pt x="4979" y="8548"/>
                      <a:pt x="4355" y="9505"/>
                      <a:pt x="3356" y="9713"/>
                    </a:cubicBezTo>
                    <a:cubicBezTo>
                      <a:pt x="3231" y="9713"/>
                      <a:pt x="3148" y="9713"/>
                      <a:pt x="3023" y="971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 name="Google Shape;123;p6"/>
              <p:cNvSpPr/>
              <p:nvPr/>
            </p:nvSpPr>
            <p:spPr>
              <a:xfrm flipH="1">
                <a:off x="412703" y="4173075"/>
                <a:ext cx="59324" cy="23587"/>
              </a:xfrm>
              <a:custGeom>
                <a:avLst/>
                <a:gdLst/>
                <a:ahLst/>
                <a:cxnLst/>
                <a:rect l="l" t="t" r="r" b="b"/>
                <a:pathLst>
                  <a:path w="17047" h="6812" extrusionOk="0">
                    <a:moveTo>
                      <a:pt x="15203" y="6813"/>
                    </a:moveTo>
                    <a:cubicBezTo>
                      <a:pt x="14787" y="6771"/>
                      <a:pt x="1428" y="3609"/>
                      <a:pt x="1428" y="3609"/>
                    </a:cubicBezTo>
                    <a:cubicBezTo>
                      <a:pt x="430" y="3359"/>
                      <a:pt x="-195" y="2402"/>
                      <a:pt x="55" y="1403"/>
                    </a:cubicBezTo>
                    <a:cubicBezTo>
                      <a:pt x="305" y="404"/>
                      <a:pt x="1304" y="-137"/>
                      <a:pt x="2261" y="30"/>
                    </a:cubicBezTo>
                    <a:lnTo>
                      <a:pt x="15619" y="3192"/>
                    </a:lnTo>
                    <a:cubicBezTo>
                      <a:pt x="16618" y="3442"/>
                      <a:pt x="17242" y="4399"/>
                      <a:pt x="16992" y="5398"/>
                    </a:cubicBezTo>
                    <a:cubicBezTo>
                      <a:pt x="16784" y="6230"/>
                      <a:pt x="16035" y="6813"/>
                      <a:pt x="15203" y="681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 name="Google Shape;124;p6"/>
              <p:cNvSpPr/>
              <p:nvPr/>
            </p:nvSpPr>
            <p:spPr>
              <a:xfrm flipH="1">
                <a:off x="569374" y="4145320"/>
                <a:ext cx="39689" cy="22953"/>
              </a:xfrm>
              <a:custGeom>
                <a:avLst/>
                <a:gdLst/>
                <a:ahLst/>
                <a:cxnLst/>
                <a:rect l="l" t="t" r="r" b="b"/>
                <a:pathLst>
                  <a:path w="11405" h="6629" extrusionOk="0">
                    <a:moveTo>
                      <a:pt x="0" y="185"/>
                    </a:moveTo>
                    <a:cubicBezTo>
                      <a:pt x="1498" y="-65"/>
                      <a:pt x="4536" y="-356"/>
                      <a:pt x="7407" y="1475"/>
                    </a:cubicBezTo>
                    <a:cubicBezTo>
                      <a:pt x="10154" y="3223"/>
                      <a:pt x="11694" y="6219"/>
                      <a:pt x="11361" y="6593"/>
                    </a:cubicBezTo>
                    <a:cubicBezTo>
                      <a:pt x="11069" y="6926"/>
                      <a:pt x="9488" y="4887"/>
                      <a:pt x="6200" y="4055"/>
                    </a:cubicBezTo>
                    <a:cubicBezTo>
                      <a:pt x="4744" y="3680"/>
                      <a:pt x="4203" y="3847"/>
                      <a:pt x="3121" y="3306"/>
                    </a:cubicBezTo>
                    <a:cubicBezTo>
                      <a:pt x="1540" y="2557"/>
                      <a:pt x="583" y="1184"/>
                      <a:pt x="42" y="18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 name="Google Shape;125;p6"/>
              <p:cNvSpPr/>
              <p:nvPr/>
            </p:nvSpPr>
            <p:spPr>
              <a:xfrm flipH="1">
                <a:off x="511695" y="4147846"/>
                <a:ext cx="42056" cy="32980"/>
              </a:xfrm>
              <a:custGeom>
                <a:avLst/>
                <a:gdLst/>
                <a:ahLst/>
                <a:cxnLst/>
                <a:rect l="l" t="t" r="r" b="b"/>
                <a:pathLst>
                  <a:path w="12085" h="9525" extrusionOk="0">
                    <a:moveTo>
                      <a:pt x="10274" y="9484"/>
                    </a:moveTo>
                    <a:cubicBezTo>
                      <a:pt x="9733" y="9484"/>
                      <a:pt x="9192" y="9234"/>
                      <a:pt x="8859" y="8776"/>
                    </a:cubicBezTo>
                    <a:cubicBezTo>
                      <a:pt x="8318" y="8110"/>
                      <a:pt x="7653" y="7361"/>
                      <a:pt x="6820" y="6654"/>
                    </a:cubicBezTo>
                    <a:cubicBezTo>
                      <a:pt x="5197" y="5239"/>
                      <a:pt x="3366" y="4199"/>
                      <a:pt x="1286" y="3575"/>
                    </a:cubicBezTo>
                    <a:cubicBezTo>
                      <a:pt x="329" y="3283"/>
                      <a:pt x="-212" y="2243"/>
                      <a:pt x="79" y="1286"/>
                    </a:cubicBezTo>
                    <a:cubicBezTo>
                      <a:pt x="370" y="329"/>
                      <a:pt x="1411" y="-212"/>
                      <a:pt x="2368" y="79"/>
                    </a:cubicBezTo>
                    <a:cubicBezTo>
                      <a:pt x="4948" y="869"/>
                      <a:pt x="7236" y="2160"/>
                      <a:pt x="9234" y="3907"/>
                    </a:cubicBezTo>
                    <a:cubicBezTo>
                      <a:pt x="10108" y="4698"/>
                      <a:pt x="10940" y="5530"/>
                      <a:pt x="11689" y="6529"/>
                    </a:cubicBezTo>
                    <a:cubicBezTo>
                      <a:pt x="12313" y="7320"/>
                      <a:pt x="12188" y="8485"/>
                      <a:pt x="11398" y="9109"/>
                    </a:cubicBezTo>
                    <a:cubicBezTo>
                      <a:pt x="11065" y="9400"/>
                      <a:pt x="10649" y="9525"/>
                      <a:pt x="10274" y="952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 name="Google Shape;126;p6"/>
              <p:cNvSpPr/>
              <p:nvPr/>
            </p:nvSpPr>
            <p:spPr>
              <a:xfrm flipH="1">
                <a:off x="587837" y="4105504"/>
                <a:ext cx="42056" cy="32835"/>
              </a:xfrm>
              <a:custGeom>
                <a:avLst/>
                <a:gdLst/>
                <a:ahLst/>
                <a:cxnLst/>
                <a:rect l="l" t="t" r="r" b="b"/>
                <a:pathLst>
                  <a:path w="12085" h="9483" extrusionOk="0">
                    <a:moveTo>
                      <a:pt x="10233" y="9484"/>
                    </a:moveTo>
                    <a:cubicBezTo>
                      <a:pt x="9692" y="9484"/>
                      <a:pt x="9151" y="9234"/>
                      <a:pt x="8818" y="8776"/>
                    </a:cubicBezTo>
                    <a:cubicBezTo>
                      <a:pt x="8277" y="8110"/>
                      <a:pt x="7611" y="7361"/>
                      <a:pt x="6820" y="6654"/>
                    </a:cubicBezTo>
                    <a:cubicBezTo>
                      <a:pt x="5197" y="5239"/>
                      <a:pt x="3366" y="4199"/>
                      <a:pt x="1286" y="3574"/>
                    </a:cubicBezTo>
                    <a:cubicBezTo>
                      <a:pt x="329" y="3283"/>
                      <a:pt x="-212" y="2243"/>
                      <a:pt x="79" y="1286"/>
                    </a:cubicBezTo>
                    <a:cubicBezTo>
                      <a:pt x="370" y="329"/>
                      <a:pt x="1369" y="-212"/>
                      <a:pt x="2368" y="79"/>
                    </a:cubicBezTo>
                    <a:cubicBezTo>
                      <a:pt x="4948" y="869"/>
                      <a:pt x="7236" y="2160"/>
                      <a:pt x="9234" y="3907"/>
                    </a:cubicBezTo>
                    <a:cubicBezTo>
                      <a:pt x="10108" y="4656"/>
                      <a:pt x="10898" y="5530"/>
                      <a:pt x="11689" y="6487"/>
                    </a:cubicBezTo>
                    <a:cubicBezTo>
                      <a:pt x="12313" y="7278"/>
                      <a:pt x="12188" y="8443"/>
                      <a:pt x="11398" y="9067"/>
                    </a:cubicBezTo>
                    <a:cubicBezTo>
                      <a:pt x="11065" y="9359"/>
                      <a:pt x="10649" y="9484"/>
                      <a:pt x="10274" y="948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 name="Google Shape;127;p6"/>
              <p:cNvSpPr/>
              <p:nvPr/>
            </p:nvSpPr>
            <p:spPr>
              <a:xfrm flipH="1">
                <a:off x="591814" y="4150279"/>
                <a:ext cx="57075" cy="39912"/>
              </a:xfrm>
              <a:custGeom>
                <a:avLst/>
                <a:gdLst/>
                <a:ahLst/>
                <a:cxnLst/>
                <a:rect l="l" t="t" r="r" b="b"/>
                <a:pathLst>
                  <a:path w="16401" h="11527" extrusionOk="0">
                    <a:moveTo>
                      <a:pt x="7537" y="11527"/>
                    </a:moveTo>
                    <a:cubicBezTo>
                      <a:pt x="5041" y="11527"/>
                      <a:pt x="2502" y="10528"/>
                      <a:pt x="546" y="8531"/>
                    </a:cubicBezTo>
                    <a:cubicBezTo>
                      <a:pt x="-161" y="7823"/>
                      <a:pt x="-203" y="6658"/>
                      <a:pt x="546" y="5951"/>
                    </a:cubicBezTo>
                    <a:cubicBezTo>
                      <a:pt x="1254" y="5243"/>
                      <a:pt x="2419" y="5202"/>
                      <a:pt x="3126" y="5951"/>
                    </a:cubicBezTo>
                    <a:cubicBezTo>
                      <a:pt x="5207" y="8073"/>
                      <a:pt x="8286" y="8489"/>
                      <a:pt x="10409" y="6949"/>
                    </a:cubicBezTo>
                    <a:cubicBezTo>
                      <a:pt x="12739" y="5285"/>
                      <a:pt x="12739" y="1997"/>
                      <a:pt x="12739" y="1831"/>
                    </a:cubicBezTo>
                    <a:cubicBezTo>
                      <a:pt x="12739" y="832"/>
                      <a:pt x="13571" y="0"/>
                      <a:pt x="14570" y="0"/>
                    </a:cubicBezTo>
                    <a:cubicBezTo>
                      <a:pt x="15569" y="0"/>
                      <a:pt x="16401" y="832"/>
                      <a:pt x="16401" y="1831"/>
                    </a:cubicBezTo>
                    <a:cubicBezTo>
                      <a:pt x="16401" y="2372"/>
                      <a:pt x="16277" y="7199"/>
                      <a:pt x="12531" y="9904"/>
                    </a:cubicBezTo>
                    <a:cubicBezTo>
                      <a:pt x="11033" y="10944"/>
                      <a:pt x="9285" y="11485"/>
                      <a:pt x="7537" y="1148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 name="Google Shape;128;p6"/>
              <p:cNvSpPr/>
              <p:nvPr/>
            </p:nvSpPr>
            <p:spPr>
              <a:xfrm flipH="1">
                <a:off x="565832" y="4149061"/>
                <a:ext cx="32712" cy="59285"/>
              </a:xfrm>
              <a:custGeom>
                <a:avLst/>
                <a:gdLst/>
                <a:ahLst/>
                <a:cxnLst/>
                <a:rect l="l" t="t" r="r" b="b"/>
                <a:pathLst>
                  <a:path w="9400" h="17122" extrusionOk="0">
                    <a:moveTo>
                      <a:pt x="7505" y="17081"/>
                    </a:moveTo>
                    <a:cubicBezTo>
                      <a:pt x="7172" y="17081"/>
                      <a:pt x="6880" y="16998"/>
                      <a:pt x="6589" y="16831"/>
                    </a:cubicBezTo>
                    <a:cubicBezTo>
                      <a:pt x="5382" y="16124"/>
                      <a:pt x="1429" y="13419"/>
                      <a:pt x="305" y="8092"/>
                    </a:cubicBezTo>
                    <a:cubicBezTo>
                      <a:pt x="-194" y="5845"/>
                      <a:pt x="-69" y="3556"/>
                      <a:pt x="596" y="1309"/>
                    </a:cubicBezTo>
                    <a:cubicBezTo>
                      <a:pt x="888" y="352"/>
                      <a:pt x="1928" y="-189"/>
                      <a:pt x="2885" y="61"/>
                    </a:cubicBezTo>
                    <a:cubicBezTo>
                      <a:pt x="3842" y="352"/>
                      <a:pt x="4425" y="1351"/>
                      <a:pt x="4134" y="2349"/>
                    </a:cubicBezTo>
                    <a:cubicBezTo>
                      <a:pt x="3634" y="4056"/>
                      <a:pt x="3551" y="5720"/>
                      <a:pt x="3926" y="7343"/>
                    </a:cubicBezTo>
                    <a:cubicBezTo>
                      <a:pt x="4758" y="11213"/>
                      <a:pt x="7629" y="13169"/>
                      <a:pt x="8503" y="13710"/>
                    </a:cubicBezTo>
                    <a:cubicBezTo>
                      <a:pt x="9377" y="14209"/>
                      <a:pt x="9668" y="15333"/>
                      <a:pt x="9127" y="16207"/>
                    </a:cubicBezTo>
                    <a:cubicBezTo>
                      <a:pt x="8795" y="16790"/>
                      <a:pt x="8170" y="17122"/>
                      <a:pt x="7546" y="1712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 name="Google Shape;129;p6"/>
              <p:cNvSpPr/>
              <p:nvPr/>
            </p:nvSpPr>
            <p:spPr>
              <a:xfrm flipH="1">
                <a:off x="108131" y="4736278"/>
                <a:ext cx="19234" cy="74638"/>
              </a:xfrm>
              <a:custGeom>
                <a:avLst/>
                <a:gdLst/>
                <a:ahLst/>
                <a:cxnLst/>
                <a:rect l="l" t="t" r="r" b="b"/>
                <a:pathLst>
                  <a:path w="5527" h="21556" extrusionOk="0">
                    <a:moveTo>
                      <a:pt x="1846" y="21514"/>
                    </a:moveTo>
                    <a:cubicBezTo>
                      <a:pt x="389" y="21182"/>
                      <a:pt x="-194" y="20183"/>
                      <a:pt x="56" y="19226"/>
                    </a:cubicBezTo>
                    <a:cubicBezTo>
                      <a:pt x="763" y="16604"/>
                      <a:pt x="1263" y="13899"/>
                      <a:pt x="1554" y="11111"/>
                    </a:cubicBezTo>
                    <a:cubicBezTo>
                      <a:pt x="1887" y="8073"/>
                      <a:pt x="1929" y="4994"/>
                      <a:pt x="1721" y="1956"/>
                    </a:cubicBezTo>
                    <a:cubicBezTo>
                      <a:pt x="1637" y="957"/>
                      <a:pt x="2428" y="83"/>
                      <a:pt x="3427" y="0"/>
                    </a:cubicBezTo>
                    <a:cubicBezTo>
                      <a:pt x="4550" y="125"/>
                      <a:pt x="5299" y="707"/>
                      <a:pt x="5383" y="1706"/>
                    </a:cubicBezTo>
                    <a:cubicBezTo>
                      <a:pt x="5632" y="4952"/>
                      <a:pt x="5549" y="8281"/>
                      <a:pt x="5216" y="11527"/>
                    </a:cubicBezTo>
                    <a:cubicBezTo>
                      <a:pt x="4883" y="14482"/>
                      <a:pt x="4384" y="17395"/>
                      <a:pt x="3635" y="20183"/>
                    </a:cubicBezTo>
                    <a:cubicBezTo>
                      <a:pt x="3427" y="21015"/>
                      <a:pt x="2678" y="21556"/>
                      <a:pt x="1846" y="2155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 name="Google Shape;130;p6"/>
              <p:cNvSpPr/>
              <p:nvPr/>
            </p:nvSpPr>
            <p:spPr>
              <a:xfrm flipH="1">
                <a:off x="550763" y="4752640"/>
                <a:ext cx="49416" cy="61723"/>
              </a:xfrm>
              <a:custGeom>
                <a:avLst/>
                <a:gdLst/>
                <a:ahLst/>
                <a:cxnLst/>
                <a:rect l="l" t="t" r="r" b="b"/>
                <a:pathLst>
                  <a:path w="14200" h="17826" extrusionOk="0">
                    <a:moveTo>
                      <a:pt x="1857" y="17785"/>
                    </a:moveTo>
                    <a:cubicBezTo>
                      <a:pt x="900" y="17785"/>
                      <a:pt x="109" y="17036"/>
                      <a:pt x="26" y="16079"/>
                    </a:cubicBezTo>
                    <a:cubicBezTo>
                      <a:pt x="-99" y="13707"/>
                      <a:pt x="109" y="9088"/>
                      <a:pt x="3438" y="5051"/>
                    </a:cubicBezTo>
                    <a:cubicBezTo>
                      <a:pt x="6393" y="1431"/>
                      <a:pt x="10097" y="349"/>
                      <a:pt x="12052" y="16"/>
                    </a:cubicBezTo>
                    <a:cubicBezTo>
                      <a:pt x="13134" y="-109"/>
                      <a:pt x="14008" y="515"/>
                      <a:pt x="14175" y="1514"/>
                    </a:cubicBezTo>
                    <a:cubicBezTo>
                      <a:pt x="14341" y="2513"/>
                      <a:pt x="13675" y="3470"/>
                      <a:pt x="12677" y="3636"/>
                    </a:cubicBezTo>
                    <a:cubicBezTo>
                      <a:pt x="11220" y="3886"/>
                      <a:pt x="8474" y="4718"/>
                      <a:pt x="6268" y="7381"/>
                    </a:cubicBezTo>
                    <a:cubicBezTo>
                      <a:pt x="3646" y="10586"/>
                      <a:pt x="3604" y="14373"/>
                      <a:pt x="3688" y="15871"/>
                    </a:cubicBezTo>
                    <a:cubicBezTo>
                      <a:pt x="3729" y="16869"/>
                      <a:pt x="2980" y="17743"/>
                      <a:pt x="1982" y="17827"/>
                    </a:cubicBezTo>
                    <a:lnTo>
                      <a:pt x="1857" y="1782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 name="Google Shape;131;p6"/>
              <p:cNvSpPr/>
              <p:nvPr/>
            </p:nvSpPr>
            <p:spPr>
              <a:xfrm flipH="1">
                <a:off x="628115" y="4106882"/>
                <a:ext cx="91882" cy="47596"/>
              </a:xfrm>
              <a:custGeom>
                <a:avLst/>
                <a:gdLst/>
                <a:ahLst/>
                <a:cxnLst/>
                <a:rect l="l" t="t" r="r" b="b"/>
                <a:pathLst>
                  <a:path w="26403" h="13746" extrusionOk="0">
                    <a:moveTo>
                      <a:pt x="24525" y="13747"/>
                    </a:moveTo>
                    <a:cubicBezTo>
                      <a:pt x="23984" y="13747"/>
                      <a:pt x="23443" y="13497"/>
                      <a:pt x="23068" y="13039"/>
                    </a:cubicBezTo>
                    <a:cubicBezTo>
                      <a:pt x="20988" y="10334"/>
                      <a:pt x="17409" y="6756"/>
                      <a:pt x="11874" y="4841"/>
                    </a:cubicBezTo>
                    <a:cubicBezTo>
                      <a:pt x="8711" y="3759"/>
                      <a:pt x="5424" y="3427"/>
                      <a:pt x="2053" y="3843"/>
                    </a:cubicBezTo>
                    <a:cubicBezTo>
                      <a:pt x="1013" y="4051"/>
                      <a:pt x="139" y="3260"/>
                      <a:pt x="14" y="2220"/>
                    </a:cubicBezTo>
                    <a:cubicBezTo>
                      <a:pt x="-111" y="1221"/>
                      <a:pt x="597" y="305"/>
                      <a:pt x="1637" y="181"/>
                    </a:cubicBezTo>
                    <a:cubicBezTo>
                      <a:pt x="5424" y="-277"/>
                      <a:pt x="9419" y="139"/>
                      <a:pt x="13081" y="1387"/>
                    </a:cubicBezTo>
                    <a:cubicBezTo>
                      <a:pt x="19448" y="3551"/>
                      <a:pt x="23651" y="7713"/>
                      <a:pt x="26023" y="10792"/>
                    </a:cubicBezTo>
                    <a:cubicBezTo>
                      <a:pt x="26647" y="11583"/>
                      <a:pt x="26481" y="12748"/>
                      <a:pt x="25690" y="13372"/>
                    </a:cubicBezTo>
                    <a:cubicBezTo>
                      <a:pt x="25357" y="13622"/>
                      <a:pt x="24941" y="13747"/>
                      <a:pt x="24566" y="137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 name="Google Shape;132;p6"/>
              <p:cNvSpPr/>
              <p:nvPr/>
            </p:nvSpPr>
            <p:spPr>
              <a:xfrm flipH="1">
                <a:off x="646311" y="4140748"/>
                <a:ext cx="60228" cy="24663"/>
              </a:xfrm>
              <a:custGeom>
                <a:avLst/>
                <a:gdLst/>
                <a:ahLst/>
                <a:cxnLst/>
                <a:rect l="l" t="t" r="r" b="b"/>
                <a:pathLst>
                  <a:path w="17307" h="7123" extrusionOk="0">
                    <a:moveTo>
                      <a:pt x="15455" y="7123"/>
                    </a:moveTo>
                    <a:cubicBezTo>
                      <a:pt x="15039" y="7123"/>
                      <a:pt x="14664" y="6999"/>
                      <a:pt x="14331" y="6707"/>
                    </a:cubicBezTo>
                    <a:cubicBezTo>
                      <a:pt x="13374" y="5958"/>
                      <a:pt x="11793" y="4918"/>
                      <a:pt x="9754" y="4294"/>
                    </a:cubicBezTo>
                    <a:cubicBezTo>
                      <a:pt x="7423" y="3545"/>
                      <a:pt x="4801" y="3503"/>
                      <a:pt x="2305" y="4169"/>
                    </a:cubicBezTo>
                    <a:cubicBezTo>
                      <a:pt x="1389" y="4419"/>
                      <a:pt x="307" y="3836"/>
                      <a:pt x="58" y="2837"/>
                    </a:cubicBezTo>
                    <a:cubicBezTo>
                      <a:pt x="-192" y="1880"/>
                      <a:pt x="390" y="881"/>
                      <a:pt x="1389" y="590"/>
                    </a:cubicBezTo>
                    <a:cubicBezTo>
                      <a:pt x="4552" y="-242"/>
                      <a:pt x="7798" y="-201"/>
                      <a:pt x="10836" y="757"/>
                    </a:cubicBezTo>
                    <a:cubicBezTo>
                      <a:pt x="12916" y="1381"/>
                      <a:pt x="14872" y="2421"/>
                      <a:pt x="16620" y="3794"/>
                    </a:cubicBezTo>
                    <a:cubicBezTo>
                      <a:pt x="17411" y="4419"/>
                      <a:pt x="17535" y="5584"/>
                      <a:pt x="16911" y="6374"/>
                    </a:cubicBezTo>
                    <a:cubicBezTo>
                      <a:pt x="16537" y="6832"/>
                      <a:pt x="16037" y="7082"/>
                      <a:pt x="15496" y="708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 name="Google Shape;133;p6"/>
              <p:cNvSpPr/>
              <p:nvPr/>
            </p:nvSpPr>
            <p:spPr>
              <a:xfrm flipH="1">
                <a:off x="482670" y="4176397"/>
                <a:ext cx="68295" cy="88848"/>
              </a:xfrm>
              <a:custGeom>
                <a:avLst/>
                <a:gdLst/>
                <a:ahLst/>
                <a:cxnLst/>
                <a:rect l="l" t="t" r="r" b="b"/>
                <a:pathLst>
                  <a:path w="19625" h="25660" extrusionOk="0">
                    <a:moveTo>
                      <a:pt x="17796" y="25660"/>
                    </a:moveTo>
                    <a:cubicBezTo>
                      <a:pt x="17005" y="25660"/>
                      <a:pt x="16297" y="25161"/>
                      <a:pt x="16048" y="24370"/>
                    </a:cubicBezTo>
                    <a:cubicBezTo>
                      <a:pt x="13967" y="17671"/>
                      <a:pt x="10596" y="12011"/>
                      <a:pt x="6019" y="7558"/>
                    </a:cubicBezTo>
                    <a:cubicBezTo>
                      <a:pt x="4396" y="5977"/>
                      <a:pt x="2690" y="4604"/>
                      <a:pt x="817" y="3355"/>
                    </a:cubicBezTo>
                    <a:cubicBezTo>
                      <a:pt x="-15" y="2814"/>
                      <a:pt x="-265" y="1649"/>
                      <a:pt x="318" y="817"/>
                    </a:cubicBezTo>
                    <a:cubicBezTo>
                      <a:pt x="900" y="-15"/>
                      <a:pt x="1982" y="-265"/>
                      <a:pt x="2856" y="317"/>
                    </a:cubicBezTo>
                    <a:cubicBezTo>
                      <a:pt x="4895" y="1649"/>
                      <a:pt x="6809" y="3231"/>
                      <a:pt x="8557" y="4937"/>
                    </a:cubicBezTo>
                    <a:cubicBezTo>
                      <a:pt x="13551" y="9847"/>
                      <a:pt x="17255" y="16006"/>
                      <a:pt x="19543" y="23289"/>
                    </a:cubicBezTo>
                    <a:cubicBezTo>
                      <a:pt x="19835" y="24246"/>
                      <a:pt x="19335" y="25286"/>
                      <a:pt x="18336" y="25577"/>
                    </a:cubicBezTo>
                    <a:cubicBezTo>
                      <a:pt x="18170" y="25619"/>
                      <a:pt x="17962" y="25660"/>
                      <a:pt x="17796" y="2566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4" name="Google Shape;134;p6"/>
            <p:cNvGrpSpPr/>
            <p:nvPr/>
          </p:nvGrpSpPr>
          <p:grpSpPr>
            <a:xfrm>
              <a:off x="981863" y="4603947"/>
              <a:ext cx="977921" cy="442056"/>
              <a:chOff x="5925488" y="4652772"/>
              <a:chExt cx="977921" cy="442056"/>
            </a:xfrm>
          </p:grpSpPr>
          <p:sp>
            <p:nvSpPr>
              <p:cNvPr id="135" name="Google Shape;135;p6"/>
              <p:cNvSpPr/>
              <p:nvPr/>
            </p:nvSpPr>
            <p:spPr>
              <a:xfrm>
                <a:off x="5930752" y="4652772"/>
                <a:ext cx="958422" cy="426558"/>
              </a:xfrm>
              <a:custGeom>
                <a:avLst/>
                <a:gdLst/>
                <a:ahLst/>
                <a:cxnLst/>
                <a:rect l="l" t="t" r="r" b="b"/>
                <a:pathLst>
                  <a:path w="344756" h="153438" extrusionOk="0">
                    <a:moveTo>
                      <a:pt x="6581" y="39011"/>
                    </a:moveTo>
                    <a:cubicBezTo>
                      <a:pt x="1504" y="32270"/>
                      <a:pt x="-327" y="30272"/>
                      <a:pt x="47" y="27109"/>
                    </a:cubicBezTo>
                    <a:cubicBezTo>
                      <a:pt x="2877" y="4055"/>
                      <a:pt x="113445" y="1974"/>
                      <a:pt x="198505" y="351"/>
                    </a:cubicBezTo>
                    <a:cubicBezTo>
                      <a:pt x="261217" y="-855"/>
                      <a:pt x="342032" y="227"/>
                      <a:pt x="344695" y="16997"/>
                    </a:cubicBezTo>
                    <a:cubicBezTo>
                      <a:pt x="345194" y="20035"/>
                      <a:pt x="342739" y="21450"/>
                      <a:pt x="335207" y="34808"/>
                    </a:cubicBezTo>
                    <a:cubicBezTo>
                      <a:pt x="326093" y="50996"/>
                      <a:pt x="323347" y="62690"/>
                      <a:pt x="319144" y="69264"/>
                    </a:cubicBezTo>
                    <a:cubicBezTo>
                      <a:pt x="313609" y="77962"/>
                      <a:pt x="293218" y="110213"/>
                      <a:pt x="276365" y="125735"/>
                    </a:cubicBezTo>
                    <a:cubicBezTo>
                      <a:pt x="225720" y="172343"/>
                      <a:pt x="110408" y="156862"/>
                      <a:pt x="46405" y="103763"/>
                    </a:cubicBezTo>
                    <a:cubicBezTo>
                      <a:pt x="35128" y="94399"/>
                      <a:pt x="31382" y="71969"/>
                      <a:pt x="6581" y="3901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 name="Google Shape;136;p6"/>
              <p:cNvSpPr/>
              <p:nvPr/>
            </p:nvSpPr>
            <p:spPr>
              <a:xfrm>
                <a:off x="6029261" y="4897326"/>
                <a:ext cx="829938" cy="89541"/>
              </a:xfrm>
              <a:custGeom>
                <a:avLst/>
                <a:gdLst/>
                <a:ahLst/>
                <a:cxnLst/>
                <a:rect l="l" t="t" r="r" b="b"/>
                <a:pathLst>
                  <a:path w="298539" h="32209" extrusionOk="0">
                    <a:moveTo>
                      <a:pt x="298539" y="16105"/>
                    </a:moveTo>
                    <a:cubicBezTo>
                      <a:pt x="298539" y="24999"/>
                      <a:pt x="231709" y="32209"/>
                      <a:pt x="149270" y="32209"/>
                    </a:cubicBezTo>
                    <a:cubicBezTo>
                      <a:pt x="66830" y="32209"/>
                      <a:pt x="0" y="24999"/>
                      <a:pt x="0" y="16105"/>
                    </a:cubicBezTo>
                    <a:cubicBezTo>
                      <a:pt x="0" y="7210"/>
                      <a:pt x="66830" y="0"/>
                      <a:pt x="149270" y="0"/>
                    </a:cubicBezTo>
                    <a:cubicBezTo>
                      <a:pt x="231709" y="0"/>
                      <a:pt x="298539" y="7210"/>
                      <a:pt x="298539" y="1610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 name="Google Shape;137;p6"/>
              <p:cNvSpPr/>
              <p:nvPr/>
            </p:nvSpPr>
            <p:spPr>
              <a:xfrm>
                <a:off x="5925488" y="4699990"/>
                <a:ext cx="977921" cy="394838"/>
              </a:xfrm>
              <a:custGeom>
                <a:avLst/>
                <a:gdLst/>
                <a:ahLst/>
                <a:cxnLst/>
                <a:rect l="l" t="t" r="r" b="b"/>
                <a:pathLst>
                  <a:path w="351770" h="142028" extrusionOk="0">
                    <a:moveTo>
                      <a:pt x="1900" y="10112"/>
                    </a:moveTo>
                    <a:cubicBezTo>
                      <a:pt x="7893" y="11569"/>
                      <a:pt x="31280" y="17936"/>
                      <a:pt x="47634" y="41032"/>
                    </a:cubicBezTo>
                    <a:cubicBezTo>
                      <a:pt x="62740" y="62338"/>
                      <a:pt x="62282" y="84393"/>
                      <a:pt x="61908" y="90927"/>
                    </a:cubicBezTo>
                    <a:cubicBezTo>
                      <a:pt x="83630" y="98168"/>
                      <a:pt x="101441" y="99915"/>
                      <a:pt x="113884" y="100123"/>
                    </a:cubicBezTo>
                    <a:cubicBezTo>
                      <a:pt x="131778" y="100456"/>
                      <a:pt x="134691" y="97543"/>
                      <a:pt x="159909" y="97585"/>
                    </a:cubicBezTo>
                    <a:cubicBezTo>
                      <a:pt x="183254" y="97585"/>
                      <a:pt x="185585" y="100082"/>
                      <a:pt x="203895" y="98917"/>
                    </a:cubicBezTo>
                    <a:cubicBezTo>
                      <a:pt x="220333" y="97835"/>
                      <a:pt x="223828" y="95504"/>
                      <a:pt x="242804" y="93091"/>
                    </a:cubicBezTo>
                    <a:cubicBezTo>
                      <a:pt x="253582" y="91718"/>
                      <a:pt x="269770" y="90303"/>
                      <a:pt x="290078" y="90927"/>
                    </a:cubicBezTo>
                    <a:cubicBezTo>
                      <a:pt x="291909" y="79566"/>
                      <a:pt x="296153" y="61797"/>
                      <a:pt x="307306" y="42779"/>
                    </a:cubicBezTo>
                    <a:cubicBezTo>
                      <a:pt x="320331" y="20599"/>
                      <a:pt x="336602" y="7033"/>
                      <a:pt x="346506" y="0"/>
                    </a:cubicBezTo>
                    <a:cubicBezTo>
                      <a:pt x="349960" y="18019"/>
                      <a:pt x="352790" y="41864"/>
                      <a:pt x="351417" y="69829"/>
                    </a:cubicBezTo>
                    <a:cubicBezTo>
                      <a:pt x="350002" y="98168"/>
                      <a:pt x="344717" y="121929"/>
                      <a:pt x="339390" y="139657"/>
                    </a:cubicBezTo>
                    <a:cubicBezTo>
                      <a:pt x="236978" y="140448"/>
                      <a:pt x="134608" y="141238"/>
                      <a:pt x="32195" y="142029"/>
                    </a:cubicBezTo>
                    <a:cubicBezTo>
                      <a:pt x="19461" y="122179"/>
                      <a:pt x="1609" y="87515"/>
                      <a:pt x="111" y="42488"/>
                    </a:cubicBezTo>
                    <a:cubicBezTo>
                      <a:pt x="-305" y="30711"/>
                      <a:pt x="485" y="19850"/>
                      <a:pt x="1900" y="1011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38" name="Google Shape;138;p6"/>
          <p:cNvGrpSpPr/>
          <p:nvPr/>
        </p:nvGrpSpPr>
        <p:grpSpPr>
          <a:xfrm>
            <a:off x="77294" y="2103707"/>
            <a:ext cx="8989415" cy="1324195"/>
            <a:chOff x="77294" y="2103707"/>
            <a:chExt cx="8989415" cy="1324195"/>
          </a:xfrm>
        </p:grpSpPr>
        <p:grpSp>
          <p:nvGrpSpPr>
            <p:cNvPr id="139" name="Google Shape;139;p6"/>
            <p:cNvGrpSpPr/>
            <p:nvPr/>
          </p:nvGrpSpPr>
          <p:grpSpPr>
            <a:xfrm>
              <a:off x="77294" y="2103707"/>
              <a:ext cx="8989415" cy="1195304"/>
              <a:chOff x="77294" y="2103707"/>
              <a:chExt cx="8989415" cy="1195304"/>
            </a:xfrm>
          </p:grpSpPr>
          <p:sp>
            <p:nvSpPr>
              <p:cNvPr id="140" name="Google Shape;140;p6"/>
              <p:cNvSpPr/>
              <p:nvPr/>
            </p:nvSpPr>
            <p:spPr>
              <a:xfrm>
                <a:off x="8668229" y="30887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 name="Google Shape;141;p6"/>
              <p:cNvSpPr/>
              <p:nvPr/>
            </p:nvSpPr>
            <p:spPr>
              <a:xfrm>
                <a:off x="77294" y="2776455"/>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 name="Google Shape;142;p6"/>
              <p:cNvSpPr/>
              <p:nvPr/>
            </p:nvSpPr>
            <p:spPr>
              <a:xfrm>
                <a:off x="8522824" y="2103707"/>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 name="Google Shape;143;p6"/>
              <p:cNvSpPr/>
              <p:nvPr/>
            </p:nvSpPr>
            <p:spPr>
              <a:xfrm>
                <a:off x="8902694" y="2530692"/>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 name="Google Shape;144;p6"/>
              <p:cNvSpPr/>
              <p:nvPr/>
            </p:nvSpPr>
            <p:spPr>
              <a:xfrm>
                <a:off x="314004" y="22898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5" name="Google Shape;145;p6"/>
            <p:cNvSpPr/>
            <p:nvPr/>
          </p:nvSpPr>
          <p:spPr>
            <a:xfrm>
              <a:off x="313999" y="2959857"/>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46"/>
        <p:cNvGrpSpPr/>
        <p:nvPr/>
      </p:nvGrpSpPr>
      <p:grpSpPr>
        <a:xfrm>
          <a:off x="0" y="0"/>
          <a:ext cx="0" cy="0"/>
          <a:chOff x="0" y="0"/>
          <a:chExt cx="0" cy="0"/>
        </a:xfrm>
      </p:grpSpPr>
      <p:sp>
        <p:nvSpPr>
          <p:cNvPr id="147" name="Google Shape;147;p7"/>
          <p:cNvSpPr txBox="1">
            <a:spLocks noGrp="1"/>
          </p:cNvSpPr>
          <p:nvPr>
            <p:ph type="title"/>
          </p:nvPr>
        </p:nvSpPr>
        <p:spPr>
          <a:xfrm>
            <a:off x="713225" y="795863"/>
            <a:ext cx="4215300" cy="1117500"/>
          </a:xfrm>
          <a:prstGeom prst="rect">
            <a:avLst/>
          </a:prstGeom>
        </p:spPr>
        <p:txBody>
          <a:bodyPr spcFirstLastPara="1" wrap="square" lIns="91425" tIns="91425" rIns="91425" bIns="91425" anchor="b"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48" name="Google Shape;148;p7"/>
          <p:cNvSpPr txBox="1">
            <a:spLocks noGrp="1"/>
          </p:cNvSpPr>
          <p:nvPr>
            <p:ph type="subTitle" idx="1"/>
          </p:nvPr>
        </p:nvSpPr>
        <p:spPr>
          <a:xfrm>
            <a:off x="713225" y="1913213"/>
            <a:ext cx="4215300" cy="198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400"/>
              <a:buFont typeface="Nunito Light"/>
              <a:buChar char="○"/>
              <a:defRPr/>
            </a:lvl5pPr>
            <a:lvl6pPr lvl="5" algn="ctr" rtl="0">
              <a:lnSpc>
                <a:spcPct val="100000"/>
              </a:lnSpc>
              <a:spcBef>
                <a:spcPts val="1600"/>
              </a:spcBef>
              <a:spcAft>
                <a:spcPts val="0"/>
              </a:spcAft>
              <a:buClr>
                <a:srgbClr val="999999"/>
              </a:buClr>
              <a:buSzPts val="14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400"/>
              <a:buFont typeface="Nunito Light"/>
              <a:buChar char="■"/>
              <a:defRPr/>
            </a:lvl9pPr>
          </a:lstStyle>
          <a:p>
            <a:endParaRPr/>
          </a:p>
        </p:txBody>
      </p:sp>
      <p:sp>
        <p:nvSpPr>
          <p:cNvPr id="149" name="Google Shape;149;p7"/>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150" name="Google Shape;150;p7"/>
          <p:cNvGrpSpPr/>
          <p:nvPr/>
        </p:nvGrpSpPr>
        <p:grpSpPr>
          <a:xfrm>
            <a:off x="-727716" y="3866328"/>
            <a:ext cx="10603159" cy="943492"/>
            <a:chOff x="-727716" y="3866328"/>
            <a:chExt cx="10603159" cy="943492"/>
          </a:xfrm>
        </p:grpSpPr>
        <p:grpSp>
          <p:nvGrpSpPr>
            <p:cNvPr id="151" name="Google Shape;151;p7"/>
            <p:cNvGrpSpPr/>
            <p:nvPr/>
          </p:nvGrpSpPr>
          <p:grpSpPr>
            <a:xfrm>
              <a:off x="8332041" y="3866328"/>
              <a:ext cx="1543402" cy="912692"/>
              <a:chOff x="7119831" y="3369574"/>
              <a:chExt cx="2093316" cy="1234368"/>
            </a:xfrm>
          </p:grpSpPr>
          <p:sp>
            <p:nvSpPr>
              <p:cNvPr id="152" name="Google Shape;152;p7"/>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 name="Google Shape;153;p7"/>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4" name="Google Shape;154;p7"/>
            <p:cNvGrpSpPr/>
            <p:nvPr/>
          </p:nvGrpSpPr>
          <p:grpSpPr>
            <a:xfrm flipH="1">
              <a:off x="-727716" y="3897127"/>
              <a:ext cx="1547798" cy="912692"/>
              <a:chOff x="7119831" y="3369574"/>
              <a:chExt cx="2093316" cy="1234368"/>
            </a:xfrm>
          </p:grpSpPr>
          <p:sp>
            <p:nvSpPr>
              <p:cNvPr id="155" name="Google Shape;155;p7"/>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 name="Google Shape;156;p7"/>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57" name="Google Shape;157;p7"/>
          <p:cNvGrpSpPr/>
          <p:nvPr/>
        </p:nvGrpSpPr>
        <p:grpSpPr>
          <a:xfrm>
            <a:off x="4407994" y="42355"/>
            <a:ext cx="4482990" cy="2557872"/>
            <a:chOff x="4407994" y="42355"/>
            <a:chExt cx="4482990" cy="2557872"/>
          </a:xfrm>
        </p:grpSpPr>
        <p:sp>
          <p:nvSpPr>
            <p:cNvPr id="158" name="Google Shape;158;p7"/>
            <p:cNvSpPr/>
            <p:nvPr/>
          </p:nvSpPr>
          <p:spPr>
            <a:xfrm>
              <a:off x="8541729" y="1703123"/>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 name="Google Shape;159;p7"/>
            <p:cNvSpPr/>
            <p:nvPr/>
          </p:nvSpPr>
          <p:spPr>
            <a:xfrm>
              <a:off x="4407994" y="42355"/>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 name="Google Shape;160;p7"/>
            <p:cNvSpPr/>
            <p:nvPr/>
          </p:nvSpPr>
          <p:spPr>
            <a:xfrm>
              <a:off x="8627049" y="2132182"/>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 name="Google Shape;161;p7"/>
            <p:cNvSpPr/>
            <p:nvPr/>
          </p:nvSpPr>
          <p:spPr>
            <a:xfrm>
              <a:off x="8687869" y="1335467"/>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 name="Google Shape;162;p7"/>
            <p:cNvSpPr/>
            <p:nvPr/>
          </p:nvSpPr>
          <p:spPr>
            <a:xfrm>
              <a:off x="4810004" y="2980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63"/>
        <p:cNvGrpSpPr/>
        <p:nvPr/>
      </p:nvGrpSpPr>
      <p:grpSpPr>
        <a:xfrm>
          <a:off x="0" y="0"/>
          <a:ext cx="0" cy="0"/>
          <a:chOff x="0" y="0"/>
          <a:chExt cx="0" cy="0"/>
        </a:xfrm>
      </p:grpSpPr>
      <p:sp>
        <p:nvSpPr>
          <p:cNvPr id="164" name="Google Shape;164;p8"/>
          <p:cNvSpPr txBox="1">
            <a:spLocks noGrp="1"/>
          </p:cNvSpPr>
          <p:nvPr>
            <p:ph type="title"/>
          </p:nvPr>
        </p:nvSpPr>
        <p:spPr>
          <a:xfrm>
            <a:off x="996875" y="1282275"/>
            <a:ext cx="4371000" cy="1992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4800"/>
              <a:buNone/>
              <a:defRPr sz="6000"/>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a:endParaRPr/>
          </a:p>
        </p:txBody>
      </p:sp>
      <p:sp>
        <p:nvSpPr>
          <p:cNvPr id="165" name="Google Shape;165;p8"/>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166" name="Google Shape;166;p8"/>
          <p:cNvGrpSpPr/>
          <p:nvPr/>
        </p:nvGrpSpPr>
        <p:grpSpPr>
          <a:xfrm>
            <a:off x="257254" y="341898"/>
            <a:ext cx="8750089" cy="3707214"/>
            <a:chOff x="257254" y="341898"/>
            <a:chExt cx="8750089" cy="3707214"/>
          </a:xfrm>
        </p:grpSpPr>
        <p:sp>
          <p:nvSpPr>
            <p:cNvPr id="167" name="Google Shape;167;p8"/>
            <p:cNvSpPr/>
            <p:nvPr/>
          </p:nvSpPr>
          <p:spPr>
            <a:xfrm>
              <a:off x="5948616" y="3418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8" name="Google Shape;168;p8"/>
            <p:cNvGrpSpPr/>
            <p:nvPr/>
          </p:nvGrpSpPr>
          <p:grpSpPr>
            <a:xfrm>
              <a:off x="257254" y="366376"/>
              <a:ext cx="8750089" cy="3682735"/>
              <a:chOff x="257254" y="366376"/>
              <a:chExt cx="8750089" cy="3682735"/>
            </a:xfrm>
          </p:grpSpPr>
          <p:grpSp>
            <p:nvGrpSpPr>
              <p:cNvPr id="169" name="Google Shape;169;p8"/>
              <p:cNvGrpSpPr/>
              <p:nvPr/>
            </p:nvGrpSpPr>
            <p:grpSpPr>
              <a:xfrm>
                <a:off x="257254" y="937605"/>
                <a:ext cx="8750089" cy="3111507"/>
                <a:chOff x="257254" y="937605"/>
                <a:chExt cx="8750089" cy="3111507"/>
              </a:xfrm>
            </p:grpSpPr>
            <p:sp>
              <p:nvSpPr>
                <p:cNvPr id="170" name="Google Shape;170;p8"/>
                <p:cNvSpPr/>
                <p:nvPr/>
              </p:nvSpPr>
              <p:spPr>
                <a:xfrm>
                  <a:off x="8888829" y="38388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 name="Google Shape;171;p8"/>
                <p:cNvSpPr/>
                <p:nvPr/>
              </p:nvSpPr>
              <p:spPr>
                <a:xfrm>
                  <a:off x="493319" y="937605"/>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 name="Google Shape;172;p8"/>
                <p:cNvSpPr/>
                <p:nvPr/>
              </p:nvSpPr>
              <p:spPr>
                <a:xfrm>
                  <a:off x="8513107" y="3722867"/>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 name="Google Shape;173;p8"/>
                <p:cNvSpPr/>
                <p:nvPr/>
              </p:nvSpPr>
              <p:spPr>
                <a:xfrm>
                  <a:off x="257254" y="11845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74" name="Google Shape;174;p8"/>
              <p:cNvSpPr/>
              <p:nvPr/>
            </p:nvSpPr>
            <p:spPr>
              <a:xfrm>
                <a:off x="6187762" y="366376"/>
                <a:ext cx="220319" cy="390698"/>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75" name="Google Shape;175;p8"/>
          <p:cNvGrpSpPr/>
          <p:nvPr/>
        </p:nvGrpSpPr>
        <p:grpSpPr>
          <a:xfrm>
            <a:off x="-210732" y="3803681"/>
            <a:ext cx="9291707" cy="1496338"/>
            <a:chOff x="-210732" y="3803681"/>
            <a:chExt cx="9291707" cy="1496338"/>
          </a:xfrm>
        </p:grpSpPr>
        <p:grpSp>
          <p:nvGrpSpPr>
            <p:cNvPr id="176" name="Google Shape;176;p8"/>
            <p:cNvGrpSpPr/>
            <p:nvPr/>
          </p:nvGrpSpPr>
          <p:grpSpPr>
            <a:xfrm flipH="1">
              <a:off x="-210732" y="3803681"/>
              <a:ext cx="1741848" cy="1027118"/>
              <a:chOff x="7119831" y="3369574"/>
              <a:chExt cx="2093316" cy="1234368"/>
            </a:xfrm>
          </p:grpSpPr>
          <p:sp>
            <p:nvSpPr>
              <p:cNvPr id="177" name="Google Shape;177;p8"/>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 name="Google Shape;178;p8"/>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9" name="Google Shape;179;p8"/>
            <p:cNvGrpSpPr/>
            <p:nvPr/>
          </p:nvGrpSpPr>
          <p:grpSpPr>
            <a:xfrm>
              <a:off x="8367675" y="4270610"/>
              <a:ext cx="713300" cy="816160"/>
              <a:chOff x="-28848" y="4077893"/>
              <a:chExt cx="718762" cy="822410"/>
            </a:xfrm>
          </p:grpSpPr>
          <p:sp>
            <p:nvSpPr>
              <p:cNvPr id="180" name="Google Shape;180;p8"/>
              <p:cNvSpPr/>
              <p:nvPr/>
            </p:nvSpPr>
            <p:spPr>
              <a:xfrm flipH="1">
                <a:off x="156405" y="4302391"/>
                <a:ext cx="267140" cy="597913"/>
              </a:xfrm>
              <a:custGeom>
                <a:avLst/>
                <a:gdLst/>
                <a:ahLst/>
                <a:cxnLst/>
                <a:rect l="l" t="t" r="r" b="b"/>
                <a:pathLst>
                  <a:path w="245083" h="548544" extrusionOk="0">
                    <a:moveTo>
                      <a:pt x="232415" y="548545"/>
                    </a:moveTo>
                    <a:cubicBezTo>
                      <a:pt x="170598" y="497396"/>
                      <a:pt x="86588" y="408051"/>
                      <a:pt x="37820" y="272986"/>
                    </a:cubicBezTo>
                    <a:cubicBezTo>
                      <a:pt x="6578" y="186690"/>
                      <a:pt x="-5614" y="92297"/>
                      <a:pt x="2387" y="0"/>
                    </a:cubicBezTo>
                    <a:lnTo>
                      <a:pt x="22199" y="1715"/>
                    </a:lnTo>
                    <a:cubicBezTo>
                      <a:pt x="14388" y="91154"/>
                      <a:pt x="26199" y="182594"/>
                      <a:pt x="56489" y="266224"/>
                    </a:cubicBezTo>
                    <a:cubicBezTo>
                      <a:pt x="103828" y="397002"/>
                      <a:pt x="185171" y="483584"/>
                      <a:pt x="245084" y="533210"/>
                    </a:cubicBezTo>
                    <a:lnTo>
                      <a:pt x="232415" y="5485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 name="Google Shape;181;p8"/>
              <p:cNvSpPr/>
              <p:nvPr/>
            </p:nvSpPr>
            <p:spPr>
              <a:xfrm flipH="1">
                <a:off x="128911" y="4350535"/>
                <a:ext cx="234222" cy="293921"/>
              </a:xfrm>
              <a:custGeom>
                <a:avLst/>
                <a:gdLst/>
                <a:ahLst/>
                <a:cxnLst/>
                <a:rect l="l" t="t" r="r" b="b"/>
                <a:pathLst>
                  <a:path w="214883" h="269652" extrusionOk="0">
                    <a:moveTo>
                      <a:pt x="12478" y="269558"/>
                    </a:moveTo>
                    <a:lnTo>
                      <a:pt x="0" y="254032"/>
                    </a:lnTo>
                    <a:cubicBezTo>
                      <a:pt x="36100" y="225076"/>
                      <a:pt x="69247" y="192405"/>
                      <a:pt x="98679" y="156972"/>
                    </a:cubicBezTo>
                    <a:cubicBezTo>
                      <a:pt x="138208" y="109442"/>
                      <a:pt x="171164" y="56674"/>
                      <a:pt x="196787" y="0"/>
                    </a:cubicBezTo>
                    <a:lnTo>
                      <a:pt x="214884" y="8287"/>
                    </a:lnTo>
                    <a:cubicBezTo>
                      <a:pt x="188500" y="66580"/>
                      <a:pt x="154591" y="120872"/>
                      <a:pt x="113919" y="169831"/>
                    </a:cubicBezTo>
                    <a:cubicBezTo>
                      <a:pt x="83725" y="206216"/>
                      <a:pt x="49530" y="239840"/>
                      <a:pt x="12478" y="26965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 name="Google Shape;182;p8"/>
              <p:cNvSpPr/>
              <p:nvPr/>
            </p:nvSpPr>
            <p:spPr>
              <a:xfrm flipH="1">
                <a:off x="-28848" y="4077893"/>
                <a:ext cx="718762" cy="384039"/>
              </a:xfrm>
              <a:custGeom>
                <a:avLst/>
                <a:gdLst/>
                <a:ahLst/>
                <a:cxnLst/>
                <a:rect l="l" t="t" r="r" b="b"/>
                <a:pathLst>
                  <a:path w="659415" h="352329" extrusionOk="0">
                    <a:moveTo>
                      <a:pt x="626269" y="231458"/>
                    </a:moveTo>
                    <a:cubicBezTo>
                      <a:pt x="628364" y="237554"/>
                      <a:pt x="629507" y="243745"/>
                      <a:pt x="629507" y="250317"/>
                    </a:cubicBezTo>
                    <a:cubicBezTo>
                      <a:pt x="629507" y="306705"/>
                      <a:pt x="559594" y="352330"/>
                      <a:pt x="473297" y="352330"/>
                    </a:cubicBezTo>
                    <a:cubicBezTo>
                      <a:pt x="417481" y="352330"/>
                      <a:pt x="368808" y="333089"/>
                      <a:pt x="341090" y="304324"/>
                    </a:cubicBezTo>
                    <a:cubicBezTo>
                      <a:pt x="305371" y="326803"/>
                      <a:pt x="253651" y="341281"/>
                      <a:pt x="195358" y="341281"/>
                    </a:cubicBezTo>
                    <a:cubicBezTo>
                      <a:pt x="132397" y="341281"/>
                      <a:pt x="76390" y="324707"/>
                      <a:pt x="40672" y="298990"/>
                    </a:cubicBezTo>
                    <a:cubicBezTo>
                      <a:pt x="15145" y="280797"/>
                      <a:pt x="0" y="257747"/>
                      <a:pt x="0" y="232791"/>
                    </a:cubicBezTo>
                    <a:cubicBezTo>
                      <a:pt x="0" y="185547"/>
                      <a:pt x="55150" y="145733"/>
                      <a:pt x="131254" y="130969"/>
                    </a:cubicBezTo>
                    <a:cubicBezTo>
                      <a:pt x="140208" y="118681"/>
                      <a:pt x="152876" y="108109"/>
                      <a:pt x="168497" y="99536"/>
                    </a:cubicBezTo>
                    <a:cubicBezTo>
                      <a:pt x="167640" y="95822"/>
                      <a:pt x="166688" y="91821"/>
                      <a:pt x="166688" y="87916"/>
                    </a:cubicBezTo>
                    <a:cubicBezTo>
                      <a:pt x="166688" y="41148"/>
                      <a:pt x="224504" y="3239"/>
                      <a:pt x="296037" y="3239"/>
                    </a:cubicBezTo>
                    <a:cubicBezTo>
                      <a:pt x="320993" y="3239"/>
                      <a:pt x="344043" y="8096"/>
                      <a:pt x="363664" y="16097"/>
                    </a:cubicBezTo>
                    <a:cubicBezTo>
                      <a:pt x="391668" y="6096"/>
                      <a:pt x="422910" y="0"/>
                      <a:pt x="456629" y="0"/>
                    </a:cubicBezTo>
                    <a:cubicBezTo>
                      <a:pt x="568643" y="0"/>
                      <a:pt x="659416" y="62103"/>
                      <a:pt x="659416" y="138589"/>
                    </a:cubicBezTo>
                    <a:cubicBezTo>
                      <a:pt x="659416" y="168593"/>
                      <a:pt x="644938" y="196215"/>
                      <a:pt x="621221" y="218885"/>
                    </a:cubicBezTo>
                    <a:cubicBezTo>
                      <a:pt x="623221" y="222980"/>
                      <a:pt x="624935" y="227076"/>
                      <a:pt x="626173" y="231362"/>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 name="Google Shape;183;p8"/>
              <p:cNvSpPr/>
              <p:nvPr/>
            </p:nvSpPr>
            <p:spPr>
              <a:xfrm flipH="1">
                <a:off x="3584" y="4330465"/>
                <a:ext cx="641934" cy="131854"/>
              </a:xfrm>
              <a:custGeom>
                <a:avLst/>
                <a:gdLst/>
                <a:ahLst/>
                <a:cxnLst/>
                <a:rect l="l" t="t" r="r" b="b"/>
                <a:pathLst>
                  <a:path w="588930" h="120967" extrusionOk="0">
                    <a:moveTo>
                      <a:pt x="588836" y="18955"/>
                    </a:moveTo>
                    <a:cubicBezTo>
                      <a:pt x="588836" y="75343"/>
                      <a:pt x="518922" y="120968"/>
                      <a:pt x="432626" y="120968"/>
                    </a:cubicBezTo>
                    <a:cubicBezTo>
                      <a:pt x="376809" y="120968"/>
                      <a:pt x="328136" y="101727"/>
                      <a:pt x="300419" y="72962"/>
                    </a:cubicBezTo>
                    <a:cubicBezTo>
                      <a:pt x="264700" y="95441"/>
                      <a:pt x="212979" y="109919"/>
                      <a:pt x="154686" y="109919"/>
                    </a:cubicBezTo>
                    <a:cubicBezTo>
                      <a:pt x="91726" y="109919"/>
                      <a:pt x="35719" y="93345"/>
                      <a:pt x="0" y="67627"/>
                    </a:cubicBezTo>
                    <a:cubicBezTo>
                      <a:pt x="10859" y="59817"/>
                      <a:pt x="22670" y="53340"/>
                      <a:pt x="30671" y="49816"/>
                    </a:cubicBezTo>
                    <a:cubicBezTo>
                      <a:pt x="71533" y="31623"/>
                      <a:pt x="90392" y="50483"/>
                      <a:pt x="150019" y="45339"/>
                    </a:cubicBezTo>
                    <a:cubicBezTo>
                      <a:pt x="223552" y="39052"/>
                      <a:pt x="233267" y="7144"/>
                      <a:pt x="296323" y="8573"/>
                    </a:cubicBezTo>
                    <a:cubicBezTo>
                      <a:pt x="341948" y="9620"/>
                      <a:pt x="343948" y="26384"/>
                      <a:pt x="391954" y="35338"/>
                    </a:cubicBezTo>
                    <a:cubicBezTo>
                      <a:pt x="478441" y="51435"/>
                      <a:pt x="543592" y="9811"/>
                      <a:pt x="585692" y="0"/>
                    </a:cubicBezTo>
                    <a:cubicBezTo>
                      <a:pt x="587788" y="6096"/>
                      <a:pt x="588931" y="12287"/>
                      <a:pt x="588931" y="18860"/>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4" name="Google Shape;184;p8"/>
            <p:cNvGrpSpPr/>
            <p:nvPr/>
          </p:nvGrpSpPr>
          <p:grpSpPr>
            <a:xfrm>
              <a:off x="3322904" y="4866654"/>
              <a:ext cx="811080" cy="433365"/>
              <a:chOff x="3322904" y="4866654"/>
              <a:chExt cx="811080" cy="433365"/>
            </a:xfrm>
          </p:grpSpPr>
          <p:sp>
            <p:nvSpPr>
              <p:cNvPr id="185" name="Google Shape;185;p8"/>
              <p:cNvSpPr/>
              <p:nvPr/>
            </p:nvSpPr>
            <p:spPr>
              <a:xfrm flipH="1">
                <a:off x="3322904" y="4866654"/>
                <a:ext cx="811080" cy="433365"/>
              </a:xfrm>
              <a:custGeom>
                <a:avLst/>
                <a:gdLst/>
                <a:ahLst/>
                <a:cxnLst/>
                <a:rect l="l" t="t" r="r" b="b"/>
                <a:pathLst>
                  <a:path w="659415" h="352329" extrusionOk="0">
                    <a:moveTo>
                      <a:pt x="626269" y="231458"/>
                    </a:moveTo>
                    <a:cubicBezTo>
                      <a:pt x="628364" y="237554"/>
                      <a:pt x="629507" y="243745"/>
                      <a:pt x="629507" y="250317"/>
                    </a:cubicBezTo>
                    <a:cubicBezTo>
                      <a:pt x="629507" y="306705"/>
                      <a:pt x="559594" y="352330"/>
                      <a:pt x="473297" y="352330"/>
                    </a:cubicBezTo>
                    <a:cubicBezTo>
                      <a:pt x="417481" y="352330"/>
                      <a:pt x="368808" y="333089"/>
                      <a:pt x="341090" y="304324"/>
                    </a:cubicBezTo>
                    <a:cubicBezTo>
                      <a:pt x="305371" y="326803"/>
                      <a:pt x="253651" y="341281"/>
                      <a:pt x="195358" y="341281"/>
                    </a:cubicBezTo>
                    <a:cubicBezTo>
                      <a:pt x="132397" y="341281"/>
                      <a:pt x="76390" y="324707"/>
                      <a:pt x="40672" y="298990"/>
                    </a:cubicBezTo>
                    <a:cubicBezTo>
                      <a:pt x="15145" y="280797"/>
                      <a:pt x="0" y="257747"/>
                      <a:pt x="0" y="232791"/>
                    </a:cubicBezTo>
                    <a:cubicBezTo>
                      <a:pt x="0" y="185547"/>
                      <a:pt x="55150" y="145733"/>
                      <a:pt x="131254" y="130969"/>
                    </a:cubicBezTo>
                    <a:cubicBezTo>
                      <a:pt x="140208" y="118681"/>
                      <a:pt x="152876" y="108109"/>
                      <a:pt x="168497" y="99536"/>
                    </a:cubicBezTo>
                    <a:cubicBezTo>
                      <a:pt x="167640" y="95822"/>
                      <a:pt x="166688" y="91821"/>
                      <a:pt x="166688" y="87916"/>
                    </a:cubicBezTo>
                    <a:cubicBezTo>
                      <a:pt x="166688" y="41148"/>
                      <a:pt x="224504" y="3239"/>
                      <a:pt x="296037" y="3239"/>
                    </a:cubicBezTo>
                    <a:cubicBezTo>
                      <a:pt x="320993" y="3239"/>
                      <a:pt x="344043" y="8096"/>
                      <a:pt x="363664" y="16097"/>
                    </a:cubicBezTo>
                    <a:cubicBezTo>
                      <a:pt x="391668" y="6096"/>
                      <a:pt x="422910" y="0"/>
                      <a:pt x="456629" y="0"/>
                    </a:cubicBezTo>
                    <a:cubicBezTo>
                      <a:pt x="568643" y="0"/>
                      <a:pt x="659416" y="62103"/>
                      <a:pt x="659416" y="138589"/>
                    </a:cubicBezTo>
                    <a:cubicBezTo>
                      <a:pt x="659416" y="168593"/>
                      <a:pt x="644938" y="196215"/>
                      <a:pt x="621221" y="218885"/>
                    </a:cubicBezTo>
                    <a:cubicBezTo>
                      <a:pt x="623221" y="222980"/>
                      <a:pt x="624935" y="227076"/>
                      <a:pt x="626173" y="231362"/>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 name="Google Shape;186;p8"/>
              <p:cNvSpPr/>
              <p:nvPr/>
            </p:nvSpPr>
            <p:spPr>
              <a:xfrm flipH="1">
                <a:off x="3322904" y="4866654"/>
                <a:ext cx="811080" cy="433365"/>
              </a:xfrm>
              <a:custGeom>
                <a:avLst/>
                <a:gdLst/>
                <a:ahLst/>
                <a:cxnLst/>
                <a:rect l="l" t="t" r="r" b="b"/>
                <a:pathLst>
                  <a:path w="659415" h="352329" extrusionOk="0">
                    <a:moveTo>
                      <a:pt x="626269" y="231458"/>
                    </a:moveTo>
                    <a:cubicBezTo>
                      <a:pt x="628364" y="237554"/>
                      <a:pt x="629507" y="243745"/>
                      <a:pt x="629507" y="250317"/>
                    </a:cubicBezTo>
                    <a:cubicBezTo>
                      <a:pt x="629507" y="306705"/>
                      <a:pt x="559594" y="352330"/>
                      <a:pt x="473297" y="352330"/>
                    </a:cubicBezTo>
                    <a:cubicBezTo>
                      <a:pt x="417481" y="352330"/>
                      <a:pt x="368808" y="333089"/>
                      <a:pt x="341090" y="304324"/>
                    </a:cubicBezTo>
                    <a:cubicBezTo>
                      <a:pt x="305371" y="326803"/>
                      <a:pt x="253651" y="341281"/>
                      <a:pt x="195358" y="341281"/>
                    </a:cubicBezTo>
                    <a:cubicBezTo>
                      <a:pt x="132397" y="341281"/>
                      <a:pt x="76390" y="324707"/>
                      <a:pt x="40672" y="298990"/>
                    </a:cubicBezTo>
                    <a:cubicBezTo>
                      <a:pt x="15145" y="280797"/>
                      <a:pt x="0" y="257747"/>
                      <a:pt x="0" y="232791"/>
                    </a:cubicBezTo>
                    <a:cubicBezTo>
                      <a:pt x="0" y="185547"/>
                      <a:pt x="55150" y="145733"/>
                      <a:pt x="131254" y="130969"/>
                    </a:cubicBezTo>
                    <a:cubicBezTo>
                      <a:pt x="140208" y="118681"/>
                      <a:pt x="152876" y="108109"/>
                      <a:pt x="168497" y="99536"/>
                    </a:cubicBezTo>
                    <a:cubicBezTo>
                      <a:pt x="167640" y="95822"/>
                      <a:pt x="166688" y="91821"/>
                      <a:pt x="166688" y="87916"/>
                    </a:cubicBezTo>
                    <a:cubicBezTo>
                      <a:pt x="166688" y="41148"/>
                      <a:pt x="224504" y="3239"/>
                      <a:pt x="296037" y="3239"/>
                    </a:cubicBezTo>
                    <a:cubicBezTo>
                      <a:pt x="320993" y="3239"/>
                      <a:pt x="344043" y="8096"/>
                      <a:pt x="363664" y="16097"/>
                    </a:cubicBezTo>
                    <a:cubicBezTo>
                      <a:pt x="391668" y="6096"/>
                      <a:pt x="422910" y="0"/>
                      <a:pt x="456629" y="0"/>
                    </a:cubicBezTo>
                    <a:cubicBezTo>
                      <a:pt x="568643" y="0"/>
                      <a:pt x="659416" y="62103"/>
                      <a:pt x="659416" y="138589"/>
                    </a:cubicBezTo>
                    <a:cubicBezTo>
                      <a:pt x="659416" y="168593"/>
                      <a:pt x="644938" y="196215"/>
                      <a:pt x="621221" y="218885"/>
                    </a:cubicBezTo>
                    <a:cubicBezTo>
                      <a:pt x="623221" y="222980"/>
                      <a:pt x="624935" y="227076"/>
                      <a:pt x="626173" y="231362"/>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87"/>
        <p:cNvGrpSpPr/>
        <p:nvPr/>
      </p:nvGrpSpPr>
      <p:grpSpPr>
        <a:xfrm>
          <a:off x="0" y="0"/>
          <a:ext cx="0" cy="0"/>
          <a:chOff x="0" y="0"/>
          <a:chExt cx="0" cy="0"/>
        </a:xfrm>
      </p:grpSpPr>
      <p:sp>
        <p:nvSpPr>
          <p:cNvPr id="188" name="Google Shape;188;p9"/>
          <p:cNvSpPr txBox="1">
            <a:spLocks noGrp="1"/>
          </p:cNvSpPr>
          <p:nvPr>
            <p:ph type="title"/>
          </p:nvPr>
        </p:nvSpPr>
        <p:spPr>
          <a:xfrm>
            <a:off x="713225" y="1088125"/>
            <a:ext cx="3486300" cy="1145400"/>
          </a:xfrm>
          <a:prstGeom prst="rect">
            <a:avLst/>
          </a:prstGeom>
        </p:spPr>
        <p:txBody>
          <a:bodyPr spcFirstLastPara="1" wrap="square" lIns="91425" tIns="91425" rIns="91425" bIns="91425" anchor="b" anchorCtr="0">
            <a:noAutofit/>
          </a:bodyPr>
          <a:lstStyle>
            <a:lvl1pPr lvl="0" rtl="0">
              <a:spcBef>
                <a:spcPts val="0"/>
              </a:spcBef>
              <a:spcAft>
                <a:spcPts val="0"/>
              </a:spcAft>
              <a:buSzPts val="7200"/>
              <a:buNone/>
              <a:defRPr sz="7200"/>
            </a:lvl1pPr>
            <a:lvl2pPr lvl="1" algn="ctr" rtl="0">
              <a:spcBef>
                <a:spcPts val="0"/>
              </a:spcBef>
              <a:spcAft>
                <a:spcPts val="0"/>
              </a:spcAft>
              <a:buSzPts val="7200"/>
              <a:buNone/>
              <a:defRPr sz="7200"/>
            </a:lvl2pPr>
            <a:lvl3pPr lvl="2" algn="ctr" rtl="0">
              <a:spcBef>
                <a:spcPts val="0"/>
              </a:spcBef>
              <a:spcAft>
                <a:spcPts val="0"/>
              </a:spcAft>
              <a:buSzPts val="7200"/>
              <a:buNone/>
              <a:defRPr sz="7200"/>
            </a:lvl3pPr>
            <a:lvl4pPr lvl="3" algn="ctr" rtl="0">
              <a:spcBef>
                <a:spcPts val="0"/>
              </a:spcBef>
              <a:spcAft>
                <a:spcPts val="0"/>
              </a:spcAft>
              <a:buSzPts val="7200"/>
              <a:buNone/>
              <a:defRPr sz="7200"/>
            </a:lvl4pPr>
            <a:lvl5pPr lvl="4" algn="ctr" rtl="0">
              <a:spcBef>
                <a:spcPts val="0"/>
              </a:spcBef>
              <a:spcAft>
                <a:spcPts val="0"/>
              </a:spcAft>
              <a:buSzPts val="7200"/>
              <a:buNone/>
              <a:defRPr sz="7200"/>
            </a:lvl5pPr>
            <a:lvl6pPr lvl="5" algn="ctr" rtl="0">
              <a:spcBef>
                <a:spcPts val="0"/>
              </a:spcBef>
              <a:spcAft>
                <a:spcPts val="0"/>
              </a:spcAft>
              <a:buSzPts val="7200"/>
              <a:buNone/>
              <a:defRPr sz="7200"/>
            </a:lvl6pPr>
            <a:lvl7pPr lvl="6" algn="ctr" rtl="0">
              <a:spcBef>
                <a:spcPts val="0"/>
              </a:spcBef>
              <a:spcAft>
                <a:spcPts val="0"/>
              </a:spcAft>
              <a:buSzPts val="7200"/>
              <a:buNone/>
              <a:defRPr sz="7200"/>
            </a:lvl7pPr>
            <a:lvl8pPr lvl="7" algn="ctr" rtl="0">
              <a:spcBef>
                <a:spcPts val="0"/>
              </a:spcBef>
              <a:spcAft>
                <a:spcPts val="0"/>
              </a:spcAft>
              <a:buSzPts val="7200"/>
              <a:buNone/>
              <a:defRPr sz="7200"/>
            </a:lvl8pPr>
            <a:lvl9pPr lvl="8" algn="ctr" rtl="0">
              <a:spcBef>
                <a:spcPts val="0"/>
              </a:spcBef>
              <a:spcAft>
                <a:spcPts val="0"/>
              </a:spcAft>
              <a:buSzPts val="7200"/>
              <a:buNone/>
              <a:defRPr sz="7200"/>
            </a:lvl9pPr>
          </a:lstStyle>
          <a:p>
            <a:endParaRPr/>
          </a:p>
        </p:txBody>
      </p:sp>
      <p:sp>
        <p:nvSpPr>
          <p:cNvPr id="189" name="Google Shape;189;p9"/>
          <p:cNvSpPr txBox="1">
            <a:spLocks noGrp="1"/>
          </p:cNvSpPr>
          <p:nvPr>
            <p:ph type="subTitle" idx="1"/>
          </p:nvPr>
        </p:nvSpPr>
        <p:spPr>
          <a:xfrm>
            <a:off x="713225" y="2157300"/>
            <a:ext cx="3486300" cy="97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90" name="Google Shape;190;p9"/>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94"/>
        <p:cNvGrpSpPr/>
        <p:nvPr/>
      </p:nvGrpSpPr>
      <p:grpSpPr>
        <a:xfrm>
          <a:off x="0" y="0"/>
          <a:ext cx="0" cy="0"/>
          <a:chOff x="0" y="0"/>
          <a:chExt cx="0" cy="0"/>
        </a:xfrm>
      </p:grpSpPr>
      <p:sp>
        <p:nvSpPr>
          <p:cNvPr id="195" name="Google Shape;195;p11"/>
          <p:cNvSpPr txBox="1">
            <a:spLocks noGrp="1"/>
          </p:cNvSpPr>
          <p:nvPr>
            <p:ph type="title" hasCustomPrompt="1"/>
          </p:nvPr>
        </p:nvSpPr>
        <p:spPr>
          <a:xfrm>
            <a:off x="1315850" y="793914"/>
            <a:ext cx="6512400" cy="1123200"/>
          </a:xfrm>
          <a:prstGeom prst="rect">
            <a:avLst/>
          </a:prstGeom>
        </p:spPr>
        <p:txBody>
          <a:bodyPr spcFirstLastPara="1" wrap="square" lIns="91425" tIns="91425" rIns="91425" bIns="91425" anchor="b" anchorCtr="0">
            <a:noAutofit/>
          </a:bodyPr>
          <a:lstStyle>
            <a:lvl1pPr lvl="0" algn="ctr">
              <a:spcBef>
                <a:spcPts val="0"/>
              </a:spcBef>
              <a:spcAft>
                <a:spcPts val="0"/>
              </a:spcAft>
              <a:buSzPts val="7200"/>
              <a:buNone/>
              <a:defRPr sz="60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r>
              <a:t>xx%</a:t>
            </a:r>
          </a:p>
        </p:txBody>
      </p:sp>
      <p:sp>
        <p:nvSpPr>
          <p:cNvPr id="196" name="Google Shape;196;p11"/>
          <p:cNvSpPr txBox="1">
            <a:spLocks noGrp="1"/>
          </p:cNvSpPr>
          <p:nvPr>
            <p:ph type="subTitle" idx="1"/>
          </p:nvPr>
        </p:nvSpPr>
        <p:spPr>
          <a:xfrm>
            <a:off x="2300150" y="1917125"/>
            <a:ext cx="4543800" cy="46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97" name="Google Shape;197;p11"/>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198" name="Google Shape;198;p11"/>
          <p:cNvGrpSpPr/>
          <p:nvPr/>
        </p:nvGrpSpPr>
        <p:grpSpPr>
          <a:xfrm>
            <a:off x="143804" y="71451"/>
            <a:ext cx="8863539" cy="4476887"/>
            <a:chOff x="143804" y="71451"/>
            <a:chExt cx="8863539" cy="4476887"/>
          </a:xfrm>
        </p:grpSpPr>
        <p:sp>
          <p:nvSpPr>
            <p:cNvPr id="199" name="Google Shape;199;p11"/>
            <p:cNvSpPr/>
            <p:nvPr/>
          </p:nvSpPr>
          <p:spPr>
            <a:xfrm>
              <a:off x="4717179" y="2722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00" name="Google Shape;200;p11"/>
            <p:cNvGrpSpPr/>
            <p:nvPr/>
          </p:nvGrpSpPr>
          <p:grpSpPr>
            <a:xfrm>
              <a:off x="143804" y="71451"/>
              <a:ext cx="8863539" cy="4476887"/>
              <a:chOff x="143804" y="71451"/>
              <a:chExt cx="8863539" cy="4476887"/>
            </a:xfrm>
          </p:grpSpPr>
          <p:grpSp>
            <p:nvGrpSpPr>
              <p:cNvPr id="201" name="Google Shape;201;p11"/>
              <p:cNvGrpSpPr/>
              <p:nvPr/>
            </p:nvGrpSpPr>
            <p:grpSpPr>
              <a:xfrm>
                <a:off x="143804" y="1361655"/>
                <a:ext cx="8863539" cy="3186683"/>
                <a:chOff x="143804" y="1361655"/>
                <a:chExt cx="8863539" cy="3186683"/>
              </a:xfrm>
            </p:grpSpPr>
            <p:sp>
              <p:nvSpPr>
                <p:cNvPr id="202" name="Google Shape;202;p11"/>
                <p:cNvSpPr/>
                <p:nvPr/>
              </p:nvSpPr>
              <p:spPr>
                <a:xfrm>
                  <a:off x="8888829" y="38388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 name="Google Shape;203;p11"/>
                <p:cNvSpPr/>
                <p:nvPr/>
              </p:nvSpPr>
              <p:spPr>
                <a:xfrm>
                  <a:off x="405069" y="1361655"/>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 name="Google Shape;204;p11"/>
                <p:cNvSpPr/>
                <p:nvPr/>
              </p:nvSpPr>
              <p:spPr>
                <a:xfrm>
                  <a:off x="8645482" y="4258642"/>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 name="Google Shape;205;p11"/>
                <p:cNvSpPr/>
                <p:nvPr/>
              </p:nvSpPr>
              <p:spPr>
                <a:xfrm>
                  <a:off x="143804" y="18555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06" name="Google Shape;206;p11"/>
              <p:cNvSpPr/>
              <p:nvPr/>
            </p:nvSpPr>
            <p:spPr>
              <a:xfrm>
                <a:off x="4308075" y="71451"/>
                <a:ext cx="220319" cy="390698"/>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07"/>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48"/>
        <p:cNvGrpSpPr/>
        <p:nvPr/>
      </p:nvGrpSpPr>
      <p:grpSpPr>
        <a:xfrm>
          <a:off x="0" y="0"/>
          <a:ext cx="0" cy="0"/>
          <a:chOff x="0" y="0"/>
          <a:chExt cx="0" cy="0"/>
        </a:xfrm>
      </p:grpSpPr>
      <p:sp>
        <p:nvSpPr>
          <p:cNvPr id="249" name="Google Shape;249;p14"/>
          <p:cNvSpPr txBox="1">
            <a:spLocks noGrp="1"/>
          </p:cNvSpPr>
          <p:nvPr>
            <p:ph type="title"/>
          </p:nvPr>
        </p:nvSpPr>
        <p:spPr>
          <a:xfrm>
            <a:off x="3017114" y="2559250"/>
            <a:ext cx="5186700" cy="531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500"/>
              <a:buNone/>
              <a:defRPr sz="2500"/>
            </a:lvl1pPr>
            <a:lvl2pPr lvl="1" algn="ctr" rtl="0">
              <a:spcBef>
                <a:spcPts val="0"/>
              </a:spcBef>
              <a:spcAft>
                <a:spcPts val="0"/>
              </a:spcAft>
              <a:buSzPts val="3000"/>
              <a:buNone/>
              <a:defRPr sz="3000" b="1"/>
            </a:lvl2pPr>
            <a:lvl3pPr lvl="2" algn="ctr" rtl="0">
              <a:spcBef>
                <a:spcPts val="0"/>
              </a:spcBef>
              <a:spcAft>
                <a:spcPts val="0"/>
              </a:spcAft>
              <a:buSzPts val="3000"/>
              <a:buNone/>
              <a:defRPr sz="3000" b="1"/>
            </a:lvl3pPr>
            <a:lvl4pPr lvl="3" algn="ctr" rtl="0">
              <a:spcBef>
                <a:spcPts val="0"/>
              </a:spcBef>
              <a:spcAft>
                <a:spcPts val="0"/>
              </a:spcAft>
              <a:buSzPts val="3000"/>
              <a:buNone/>
              <a:defRPr sz="3000" b="1"/>
            </a:lvl4pPr>
            <a:lvl5pPr lvl="4" algn="ctr" rtl="0">
              <a:spcBef>
                <a:spcPts val="0"/>
              </a:spcBef>
              <a:spcAft>
                <a:spcPts val="0"/>
              </a:spcAft>
              <a:buSzPts val="3000"/>
              <a:buNone/>
              <a:defRPr sz="3000" b="1"/>
            </a:lvl5pPr>
            <a:lvl6pPr lvl="5" algn="ctr" rtl="0">
              <a:spcBef>
                <a:spcPts val="0"/>
              </a:spcBef>
              <a:spcAft>
                <a:spcPts val="0"/>
              </a:spcAft>
              <a:buSzPts val="3000"/>
              <a:buNone/>
              <a:defRPr sz="3000" b="1"/>
            </a:lvl6pPr>
            <a:lvl7pPr lvl="6" algn="ctr" rtl="0">
              <a:spcBef>
                <a:spcPts val="0"/>
              </a:spcBef>
              <a:spcAft>
                <a:spcPts val="0"/>
              </a:spcAft>
              <a:buSzPts val="3000"/>
              <a:buNone/>
              <a:defRPr sz="3000" b="1"/>
            </a:lvl7pPr>
            <a:lvl8pPr lvl="7" algn="ctr" rtl="0">
              <a:spcBef>
                <a:spcPts val="0"/>
              </a:spcBef>
              <a:spcAft>
                <a:spcPts val="0"/>
              </a:spcAft>
              <a:buSzPts val="3000"/>
              <a:buNone/>
              <a:defRPr sz="3000" b="1"/>
            </a:lvl8pPr>
            <a:lvl9pPr lvl="8" algn="ctr" rtl="0">
              <a:spcBef>
                <a:spcPts val="0"/>
              </a:spcBef>
              <a:spcAft>
                <a:spcPts val="0"/>
              </a:spcAft>
              <a:buSzPts val="3000"/>
              <a:buNone/>
              <a:defRPr sz="3000" b="1"/>
            </a:lvl9pPr>
          </a:lstStyle>
          <a:p>
            <a:endParaRPr/>
          </a:p>
        </p:txBody>
      </p:sp>
      <p:sp>
        <p:nvSpPr>
          <p:cNvPr id="250" name="Google Shape;250;p14"/>
          <p:cNvSpPr txBox="1">
            <a:spLocks noGrp="1"/>
          </p:cNvSpPr>
          <p:nvPr>
            <p:ph type="subTitle" idx="1"/>
          </p:nvPr>
        </p:nvSpPr>
        <p:spPr>
          <a:xfrm>
            <a:off x="3017025" y="1442650"/>
            <a:ext cx="5186700" cy="1116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3000"/>
              <a:buNone/>
              <a:defRPr sz="20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
        <p:nvSpPr>
          <p:cNvPr id="251" name="Google Shape;251;p14"/>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252" name="Google Shape;252;p14"/>
          <p:cNvGrpSpPr/>
          <p:nvPr/>
        </p:nvGrpSpPr>
        <p:grpSpPr>
          <a:xfrm>
            <a:off x="179400" y="590026"/>
            <a:ext cx="8827943" cy="3498787"/>
            <a:chOff x="179400" y="590026"/>
            <a:chExt cx="8827943" cy="3498787"/>
          </a:xfrm>
        </p:grpSpPr>
        <p:grpSp>
          <p:nvGrpSpPr>
            <p:cNvPr id="253" name="Google Shape;253;p14"/>
            <p:cNvGrpSpPr/>
            <p:nvPr/>
          </p:nvGrpSpPr>
          <p:grpSpPr>
            <a:xfrm>
              <a:off x="481569" y="878598"/>
              <a:ext cx="8525774" cy="3210215"/>
              <a:chOff x="481569" y="878598"/>
              <a:chExt cx="8525774" cy="3210215"/>
            </a:xfrm>
          </p:grpSpPr>
          <p:sp>
            <p:nvSpPr>
              <p:cNvPr id="254" name="Google Shape;254;p14"/>
              <p:cNvSpPr/>
              <p:nvPr/>
            </p:nvSpPr>
            <p:spPr>
              <a:xfrm>
                <a:off x="8888829" y="33534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 name="Google Shape;255;p14"/>
              <p:cNvSpPr/>
              <p:nvPr/>
            </p:nvSpPr>
            <p:spPr>
              <a:xfrm>
                <a:off x="481569" y="1191480"/>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 name="Google Shape;256;p14"/>
              <p:cNvSpPr/>
              <p:nvPr/>
            </p:nvSpPr>
            <p:spPr>
              <a:xfrm>
                <a:off x="8595057" y="3799117"/>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 name="Google Shape;257;p14"/>
              <p:cNvSpPr/>
              <p:nvPr/>
            </p:nvSpPr>
            <p:spPr>
              <a:xfrm>
                <a:off x="594704" y="8785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58" name="Google Shape;258;p14"/>
            <p:cNvSpPr/>
            <p:nvPr/>
          </p:nvSpPr>
          <p:spPr>
            <a:xfrm>
              <a:off x="179400" y="590026"/>
              <a:ext cx="220319" cy="390698"/>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59" name="Google Shape;259;p14"/>
          <p:cNvGrpSpPr/>
          <p:nvPr/>
        </p:nvGrpSpPr>
        <p:grpSpPr>
          <a:xfrm>
            <a:off x="67662" y="4201771"/>
            <a:ext cx="9152532" cy="840755"/>
            <a:chOff x="-8538" y="4201771"/>
            <a:chExt cx="9152532" cy="840755"/>
          </a:xfrm>
        </p:grpSpPr>
        <p:grpSp>
          <p:nvGrpSpPr>
            <p:cNvPr id="260" name="Google Shape;260;p14"/>
            <p:cNvGrpSpPr/>
            <p:nvPr/>
          </p:nvGrpSpPr>
          <p:grpSpPr>
            <a:xfrm flipH="1">
              <a:off x="3847362" y="4651972"/>
              <a:ext cx="662325" cy="390554"/>
              <a:chOff x="7119831" y="3369574"/>
              <a:chExt cx="2093316" cy="1234368"/>
            </a:xfrm>
          </p:grpSpPr>
          <p:sp>
            <p:nvSpPr>
              <p:cNvPr id="261" name="Google Shape;261;p14"/>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 name="Google Shape;262;p14"/>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3" name="Google Shape;263;p14"/>
            <p:cNvGrpSpPr/>
            <p:nvPr/>
          </p:nvGrpSpPr>
          <p:grpSpPr>
            <a:xfrm>
              <a:off x="8296830" y="4461128"/>
              <a:ext cx="847165" cy="499549"/>
              <a:chOff x="7119831" y="3369574"/>
              <a:chExt cx="2093316" cy="1234368"/>
            </a:xfrm>
          </p:grpSpPr>
          <p:sp>
            <p:nvSpPr>
              <p:cNvPr id="264" name="Google Shape;264;p14"/>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 name="Google Shape;265;p14"/>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6" name="Google Shape;266;p14"/>
            <p:cNvGrpSpPr/>
            <p:nvPr/>
          </p:nvGrpSpPr>
          <p:grpSpPr>
            <a:xfrm>
              <a:off x="-8538" y="4201771"/>
              <a:ext cx="678152" cy="775944"/>
              <a:chOff x="-28848" y="4077893"/>
              <a:chExt cx="718762" cy="822410"/>
            </a:xfrm>
          </p:grpSpPr>
          <p:sp>
            <p:nvSpPr>
              <p:cNvPr id="267" name="Google Shape;267;p14"/>
              <p:cNvSpPr/>
              <p:nvPr/>
            </p:nvSpPr>
            <p:spPr>
              <a:xfrm flipH="1">
                <a:off x="156405" y="4302391"/>
                <a:ext cx="267140" cy="597913"/>
              </a:xfrm>
              <a:custGeom>
                <a:avLst/>
                <a:gdLst/>
                <a:ahLst/>
                <a:cxnLst/>
                <a:rect l="l" t="t" r="r" b="b"/>
                <a:pathLst>
                  <a:path w="245083" h="548544" extrusionOk="0">
                    <a:moveTo>
                      <a:pt x="232415" y="548545"/>
                    </a:moveTo>
                    <a:cubicBezTo>
                      <a:pt x="170598" y="497396"/>
                      <a:pt x="86588" y="408051"/>
                      <a:pt x="37820" y="272986"/>
                    </a:cubicBezTo>
                    <a:cubicBezTo>
                      <a:pt x="6578" y="186690"/>
                      <a:pt x="-5614" y="92297"/>
                      <a:pt x="2387" y="0"/>
                    </a:cubicBezTo>
                    <a:lnTo>
                      <a:pt x="22199" y="1715"/>
                    </a:lnTo>
                    <a:cubicBezTo>
                      <a:pt x="14388" y="91154"/>
                      <a:pt x="26199" y="182594"/>
                      <a:pt x="56489" y="266224"/>
                    </a:cubicBezTo>
                    <a:cubicBezTo>
                      <a:pt x="103828" y="397002"/>
                      <a:pt x="185171" y="483584"/>
                      <a:pt x="245084" y="533210"/>
                    </a:cubicBezTo>
                    <a:lnTo>
                      <a:pt x="232415" y="5485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 name="Google Shape;268;p14"/>
              <p:cNvSpPr/>
              <p:nvPr/>
            </p:nvSpPr>
            <p:spPr>
              <a:xfrm flipH="1">
                <a:off x="128911" y="4350535"/>
                <a:ext cx="234222" cy="293921"/>
              </a:xfrm>
              <a:custGeom>
                <a:avLst/>
                <a:gdLst/>
                <a:ahLst/>
                <a:cxnLst/>
                <a:rect l="l" t="t" r="r" b="b"/>
                <a:pathLst>
                  <a:path w="214883" h="269652" extrusionOk="0">
                    <a:moveTo>
                      <a:pt x="12478" y="269558"/>
                    </a:moveTo>
                    <a:lnTo>
                      <a:pt x="0" y="254032"/>
                    </a:lnTo>
                    <a:cubicBezTo>
                      <a:pt x="36100" y="225076"/>
                      <a:pt x="69247" y="192405"/>
                      <a:pt x="98679" y="156972"/>
                    </a:cubicBezTo>
                    <a:cubicBezTo>
                      <a:pt x="138208" y="109442"/>
                      <a:pt x="171164" y="56674"/>
                      <a:pt x="196787" y="0"/>
                    </a:cubicBezTo>
                    <a:lnTo>
                      <a:pt x="214884" y="8287"/>
                    </a:lnTo>
                    <a:cubicBezTo>
                      <a:pt x="188500" y="66580"/>
                      <a:pt x="154591" y="120872"/>
                      <a:pt x="113919" y="169831"/>
                    </a:cubicBezTo>
                    <a:cubicBezTo>
                      <a:pt x="83725" y="206216"/>
                      <a:pt x="49530" y="239840"/>
                      <a:pt x="12478" y="26965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 name="Google Shape;269;p14"/>
              <p:cNvSpPr/>
              <p:nvPr/>
            </p:nvSpPr>
            <p:spPr>
              <a:xfrm flipH="1">
                <a:off x="-28848" y="4077893"/>
                <a:ext cx="718762" cy="384039"/>
              </a:xfrm>
              <a:custGeom>
                <a:avLst/>
                <a:gdLst/>
                <a:ahLst/>
                <a:cxnLst/>
                <a:rect l="l" t="t" r="r" b="b"/>
                <a:pathLst>
                  <a:path w="659415" h="352329" extrusionOk="0">
                    <a:moveTo>
                      <a:pt x="626269" y="231458"/>
                    </a:moveTo>
                    <a:cubicBezTo>
                      <a:pt x="628364" y="237554"/>
                      <a:pt x="629507" y="243745"/>
                      <a:pt x="629507" y="250317"/>
                    </a:cubicBezTo>
                    <a:cubicBezTo>
                      <a:pt x="629507" y="306705"/>
                      <a:pt x="559594" y="352330"/>
                      <a:pt x="473297" y="352330"/>
                    </a:cubicBezTo>
                    <a:cubicBezTo>
                      <a:pt x="417481" y="352330"/>
                      <a:pt x="368808" y="333089"/>
                      <a:pt x="341090" y="304324"/>
                    </a:cubicBezTo>
                    <a:cubicBezTo>
                      <a:pt x="305371" y="326803"/>
                      <a:pt x="253651" y="341281"/>
                      <a:pt x="195358" y="341281"/>
                    </a:cubicBezTo>
                    <a:cubicBezTo>
                      <a:pt x="132397" y="341281"/>
                      <a:pt x="76390" y="324707"/>
                      <a:pt x="40672" y="298990"/>
                    </a:cubicBezTo>
                    <a:cubicBezTo>
                      <a:pt x="15145" y="280797"/>
                      <a:pt x="0" y="257747"/>
                      <a:pt x="0" y="232791"/>
                    </a:cubicBezTo>
                    <a:cubicBezTo>
                      <a:pt x="0" y="185547"/>
                      <a:pt x="55150" y="145733"/>
                      <a:pt x="131254" y="130969"/>
                    </a:cubicBezTo>
                    <a:cubicBezTo>
                      <a:pt x="140208" y="118681"/>
                      <a:pt x="152876" y="108109"/>
                      <a:pt x="168497" y="99536"/>
                    </a:cubicBezTo>
                    <a:cubicBezTo>
                      <a:pt x="167640" y="95822"/>
                      <a:pt x="166688" y="91821"/>
                      <a:pt x="166688" y="87916"/>
                    </a:cubicBezTo>
                    <a:cubicBezTo>
                      <a:pt x="166688" y="41148"/>
                      <a:pt x="224504" y="3239"/>
                      <a:pt x="296037" y="3239"/>
                    </a:cubicBezTo>
                    <a:cubicBezTo>
                      <a:pt x="320993" y="3239"/>
                      <a:pt x="344043" y="8096"/>
                      <a:pt x="363664" y="16097"/>
                    </a:cubicBezTo>
                    <a:cubicBezTo>
                      <a:pt x="391668" y="6096"/>
                      <a:pt x="422910" y="0"/>
                      <a:pt x="456629" y="0"/>
                    </a:cubicBezTo>
                    <a:cubicBezTo>
                      <a:pt x="568643" y="0"/>
                      <a:pt x="659416" y="62103"/>
                      <a:pt x="659416" y="138589"/>
                    </a:cubicBezTo>
                    <a:cubicBezTo>
                      <a:pt x="659416" y="168593"/>
                      <a:pt x="644938" y="196215"/>
                      <a:pt x="621221" y="218885"/>
                    </a:cubicBezTo>
                    <a:cubicBezTo>
                      <a:pt x="623221" y="222980"/>
                      <a:pt x="624935" y="227076"/>
                      <a:pt x="626173" y="231362"/>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 name="Google Shape;270;p14"/>
              <p:cNvSpPr/>
              <p:nvPr/>
            </p:nvSpPr>
            <p:spPr>
              <a:xfrm flipH="1">
                <a:off x="3584" y="4330465"/>
                <a:ext cx="641934" cy="131854"/>
              </a:xfrm>
              <a:custGeom>
                <a:avLst/>
                <a:gdLst/>
                <a:ahLst/>
                <a:cxnLst/>
                <a:rect l="l" t="t" r="r" b="b"/>
                <a:pathLst>
                  <a:path w="588930" h="120967" extrusionOk="0">
                    <a:moveTo>
                      <a:pt x="588836" y="18955"/>
                    </a:moveTo>
                    <a:cubicBezTo>
                      <a:pt x="588836" y="75343"/>
                      <a:pt x="518922" y="120968"/>
                      <a:pt x="432626" y="120968"/>
                    </a:cubicBezTo>
                    <a:cubicBezTo>
                      <a:pt x="376809" y="120968"/>
                      <a:pt x="328136" y="101727"/>
                      <a:pt x="300419" y="72962"/>
                    </a:cubicBezTo>
                    <a:cubicBezTo>
                      <a:pt x="264700" y="95441"/>
                      <a:pt x="212979" y="109919"/>
                      <a:pt x="154686" y="109919"/>
                    </a:cubicBezTo>
                    <a:cubicBezTo>
                      <a:pt x="91726" y="109919"/>
                      <a:pt x="35719" y="93345"/>
                      <a:pt x="0" y="67627"/>
                    </a:cubicBezTo>
                    <a:cubicBezTo>
                      <a:pt x="10859" y="59817"/>
                      <a:pt x="22670" y="53340"/>
                      <a:pt x="30671" y="49816"/>
                    </a:cubicBezTo>
                    <a:cubicBezTo>
                      <a:pt x="71533" y="31623"/>
                      <a:pt x="90392" y="50483"/>
                      <a:pt x="150019" y="45339"/>
                    </a:cubicBezTo>
                    <a:cubicBezTo>
                      <a:pt x="223552" y="39052"/>
                      <a:pt x="233267" y="7144"/>
                      <a:pt x="296323" y="8573"/>
                    </a:cubicBezTo>
                    <a:cubicBezTo>
                      <a:pt x="341948" y="9620"/>
                      <a:pt x="343948" y="26384"/>
                      <a:pt x="391954" y="35338"/>
                    </a:cubicBezTo>
                    <a:cubicBezTo>
                      <a:pt x="478441" y="51435"/>
                      <a:pt x="543592" y="9811"/>
                      <a:pt x="585692" y="0"/>
                    </a:cubicBezTo>
                    <a:cubicBezTo>
                      <a:pt x="587788" y="6096"/>
                      <a:pt x="588931" y="12287"/>
                      <a:pt x="588931" y="18860"/>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271"/>
        <p:cNvGrpSpPr/>
        <p:nvPr/>
      </p:nvGrpSpPr>
      <p:grpSpPr>
        <a:xfrm>
          <a:off x="0" y="0"/>
          <a:ext cx="0" cy="0"/>
          <a:chOff x="0" y="0"/>
          <a:chExt cx="0" cy="0"/>
        </a:xfrm>
      </p:grpSpPr>
      <p:sp>
        <p:nvSpPr>
          <p:cNvPr id="272" name="Google Shape;272;p15"/>
          <p:cNvSpPr txBox="1">
            <a:spLocks noGrp="1"/>
          </p:cNvSpPr>
          <p:nvPr>
            <p:ph type="title"/>
          </p:nvPr>
        </p:nvSpPr>
        <p:spPr>
          <a:xfrm>
            <a:off x="713225" y="2402763"/>
            <a:ext cx="4839600" cy="885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50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73" name="Google Shape;273;p15"/>
          <p:cNvSpPr txBox="1">
            <a:spLocks noGrp="1"/>
          </p:cNvSpPr>
          <p:nvPr>
            <p:ph type="title" idx="2" hasCustomPrompt="1"/>
          </p:nvPr>
        </p:nvSpPr>
        <p:spPr>
          <a:xfrm>
            <a:off x="713225" y="1479837"/>
            <a:ext cx="1326000" cy="805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accent2"/>
              </a:buClr>
              <a:buSzPts val="6000"/>
              <a:buNone/>
              <a:defRPr sz="6000" b="1">
                <a:solidFill>
                  <a:schemeClr val="accent1"/>
                </a:solidFill>
              </a:defRPr>
            </a:lvl1pPr>
            <a:lvl2pPr lvl="1" rtl="0">
              <a:spcBef>
                <a:spcPts val="0"/>
              </a:spcBef>
              <a:spcAft>
                <a:spcPts val="0"/>
              </a:spcAft>
              <a:buClr>
                <a:schemeClr val="lt1"/>
              </a:buClr>
              <a:buSzPts val="6000"/>
              <a:buNone/>
              <a:defRPr sz="6000">
                <a:solidFill>
                  <a:schemeClr val="lt1"/>
                </a:solidFill>
              </a:defRPr>
            </a:lvl2pPr>
            <a:lvl3pPr lvl="2" rtl="0">
              <a:spcBef>
                <a:spcPts val="0"/>
              </a:spcBef>
              <a:spcAft>
                <a:spcPts val="0"/>
              </a:spcAft>
              <a:buClr>
                <a:schemeClr val="lt1"/>
              </a:buClr>
              <a:buSzPts val="6000"/>
              <a:buNone/>
              <a:defRPr sz="6000">
                <a:solidFill>
                  <a:schemeClr val="lt1"/>
                </a:solidFill>
              </a:defRPr>
            </a:lvl3pPr>
            <a:lvl4pPr lvl="3" rtl="0">
              <a:spcBef>
                <a:spcPts val="0"/>
              </a:spcBef>
              <a:spcAft>
                <a:spcPts val="0"/>
              </a:spcAft>
              <a:buClr>
                <a:schemeClr val="lt1"/>
              </a:buClr>
              <a:buSzPts val="6000"/>
              <a:buNone/>
              <a:defRPr sz="6000">
                <a:solidFill>
                  <a:schemeClr val="lt1"/>
                </a:solidFill>
              </a:defRPr>
            </a:lvl4pPr>
            <a:lvl5pPr lvl="4" rtl="0">
              <a:spcBef>
                <a:spcPts val="0"/>
              </a:spcBef>
              <a:spcAft>
                <a:spcPts val="0"/>
              </a:spcAft>
              <a:buClr>
                <a:schemeClr val="lt1"/>
              </a:buClr>
              <a:buSzPts val="6000"/>
              <a:buNone/>
              <a:defRPr sz="6000">
                <a:solidFill>
                  <a:schemeClr val="lt1"/>
                </a:solidFill>
              </a:defRPr>
            </a:lvl5pPr>
            <a:lvl6pPr lvl="5" rtl="0">
              <a:spcBef>
                <a:spcPts val="0"/>
              </a:spcBef>
              <a:spcAft>
                <a:spcPts val="0"/>
              </a:spcAft>
              <a:buClr>
                <a:schemeClr val="lt1"/>
              </a:buClr>
              <a:buSzPts val="6000"/>
              <a:buNone/>
              <a:defRPr sz="6000">
                <a:solidFill>
                  <a:schemeClr val="lt1"/>
                </a:solidFill>
              </a:defRPr>
            </a:lvl6pPr>
            <a:lvl7pPr lvl="6" rtl="0">
              <a:spcBef>
                <a:spcPts val="0"/>
              </a:spcBef>
              <a:spcAft>
                <a:spcPts val="0"/>
              </a:spcAft>
              <a:buClr>
                <a:schemeClr val="lt1"/>
              </a:buClr>
              <a:buSzPts val="6000"/>
              <a:buNone/>
              <a:defRPr sz="6000">
                <a:solidFill>
                  <a:schemeClr val="lt1"/>
                </a:solidFill>
              </a:defRPr>
            </a:lvl7pPr>
            <a:lvl8pPr lvl="7" rtl="0">
              <a:spcBef>
                <a:spcPts val="0"/>
              </a:spcBef>
              <a:spcAft>
                <a:spcPts val="0"/>
              </a:spcAft>
              <a:buClr>
                <a:schemeClr val="lt1"/>
              </a:buClr>
              <a:buSzPts val="6000"/>
              <a:buNone/>
              <a:defRPr sz="6000">
                <a:solidFill>
                  <a:schemeClr val="lt1"/>
                </a:solidFill>
              </a:defRPr>
            </a:lvl8pPr>
            <a:lvl9pPr lvl="8" rtl="0">
              <a:spcBef>
                <a:spcPts val="0"/>
              </a:spcBef>
              <a:spcAft>
                <a:spcPts val="0"/>
              </a:spcAft>
              <a:buClr>
                <a:schemeClr val="lt1"/>
              </a:buClr>
              <a:buSzPts val="6000"/>
              <a:buNone/>
              <a:defRPr sz="6000">
                <a:solidFill>
                  <a:schemeClr val="lt1"/>
                </a:solidFill>
              </a:defRPr>
            </a:lvl9pPr>
          </a:lstStyle>
          <a:p>
            <a:r>
              <a:t>xx%</a:t>
            </a:r>
          </a:p>
        </p:txBody>
      </p:sp>
      <p:sp>
        <p:nvSpPr>
          <p:cNvPr id="274" name="Google Shape;274;p15"/>
          <p:cNvSpPr txBox="1">
            <a:spLocks noGrp="1"/>
          </p:cNvSpPr>
          <p:nvPr>
            <p:ph type="subTitle" idx="1"/>
          </p:nvPr>
        </p:nvSpPr>
        <p:spPr>
          <a:xfrm>
            <a:off x="713225" y="3288663"/>
            <a:ext cx="4839600" cy="37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275" name="Google Shape;275;p15"/>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276" name="Google Shape;276;p15"/>
          <p:cNvGrpSpPr/>
          <p:nvPr/>
        </p:nvGrpSpPr>
        <p:grpSpPr>
          <a:xfrm>
            <a:off x="1497900" y="249250"/>
            <a:ext cx="7585745" cy="1883785"/>
            <a:chOff x="1497900" y="249250"/>
            <a:chExt cx="7585745" cy="1883785"/>
          </a:xfrm>
        </p:grpSpPr>
        <p:grpSp>
          <p:nvGrpSpPr>
            <p:cNvPr id="277" name="Google Shape;277;p15"/>
            <p:cNvGrpSpPr/>
            <p:nvPr/>
          </p:nvGrpSpPr>
          <p:grpSpPr>
            <a:xfrm flipH="1">
              <a:off x="1497900" y="249250"/>
              <a:ext cx="7585745" cy="1883785"/>
              <a:chOff x="143804" y="182076"/>
              <a:chExt cx="7587263" cy="1883785"/>
            </a:xfrm>
          </p:grpSpPr>
          <p:sp>
            <p:nvSpPr>
              <p:cNvPr id="278" name="Google Shape;278;p15"/>
              <p:cNvSpPr/>
              <p:nvPr/>
            </p:nvSpPr>
            <p:spPr>
              <a:xfrm>
                <a:off x="6772465" y="2722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79" name="Google Shape;279;p15"/>
              <p:cNvGrpSpPr/>
              <p:nvPr/>
            </p:nvGrpSpPr>
            <p:grpSpPr>
              <a:xfrm>
                <a:off x="143804" y="182076"/>
                <a:ext cx="7587263" cy="1883785"/>
                <a:chOff x="143804" y="182076"/>
                <a:chExt cx="7587263" cy="1883785"/>
              </a:xfrm>
            </p:grpSpPr>
            <p:grpSp>
              <p:nvGrpSpPr>
                <p:cNvPr id="280" name="Google Shape;280;p15"/>
                <p:cNvGrpSpPr/>
                <p:nvPr/>
              </p:nvGrpSpPr>
              <p:grpSpPr>
                <a:xfrm>
                  <a:off x="143804" y="392930"/>
                  <a:ext cx="7587263" cy="1672932"/>
                  <a:chOff x="143804" y="392930"/>
                  <a:chExt cx="7587263" cy="1672932"/>
                </a:xfrm>
              </p:grpSpPr>
              <p:sp>
                <p:nvSpPr>
                  <p:cNvPr id="281" name="Google Shape;281;p15"/>
                  <p:cNvSpPr/>
                  <p:nvPr/>
                </p:nvSpPr>
                <p:spPr>
                  <a:xfrm>
                    <a:off x="7567051" y="392930"/>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 name="Google Shape;282;p15"/>
                  <p:cNvSpPr/>
                  <p:nvPr/>
                </p:nvSpPr>
                <p:spPr>
                  <a:xfrm>
                    <a:off x="143804" y="18555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83" name="Google Shape;283;p15"/>
                <p:cNvSpPr/>
                <p:nvPr/>
              </p:nvSpPr>
              <p:spPr>
                <a:xfrm>
                  <a:off x="7164046" y="182076"/>
                  <a:ext cx="220319" cy="390698"/>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284" name="Google Shape;284;p15"/>
            <p:cNvSpPr/>
            <p:nvPr/>
          </p:nvSpPr>
          <p:spPr>
            <a:xfrm flipH="1">
              <a:off x="8577042" y="1500791"/>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85" name="Google Shape;285;p15"/>
          <p:cNvGrpSpPr/>
          <p:nvPr/>
        </p:nvGrpSpPr>
        <p:grpSpPr>
          <a:xfrm flipH="1">
            <a:off x="2234811" y="4296355"/>
            <a:ext cx="1248453" cy="736177"/>
            <a:chOff x="7119831" y="3369574"/>
            <a:chExt cx="2093316" cy="1234368"/>
          </a:xfrm>
        </p:grpSpPr>
        <p:sp>
          <p:nvSpPr>
            <p:cNvPr id="286" name="Google Shape;286;p15"/>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 name="Google Shape;287;p15"/>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
  <p:cSld name="CUSTOM">
    <p:spTree>
      <p:nvGrpSpPr>
        <p:cNvPr id="1" name="Shape 288"/>
        <p:cNvGrpSpPr/>
        <p:nvPr/>
      </p:nvGrpSpPr>
      <p:grpSpPr>
        <a:xfrm>
          <a:off x="0" y="0"/>
          <a:ext cx="0" cy="0"/>
          <a:chOff x="0" y="0"/>
          <a:chExt cx="0" cy="0"/>
        </a:xfrm>
      </p:grpSpPr>
      <p:sp>
        <p:nvSpPr>
          <p:cNvPr id="289" name="Google Shape;289;p16"/>
          <p:cNvSpPr txBox="1">
            <a:spLocks noGrp="1"/>
          </p:cNvSpPr>
          <p:nvPr>
            <p:ph type="title"/>
          </p:nvPr>
        </p:nvSpPr>
        <p:spPr>
          <a:xfrm>
            <a:off x="996313" y="805450"/>
            <a:ext cx="2963100" cy="2136600"/>
          </a:xfrm>
          <a:prstGeom prst="rect">
            <a:avLst/>
          </a:prstGeom>
        </p:spPr>
        <p:txBody>
          <a:bodyPr spcFirstLastPara="1" wrap="square" lIns="91425" tIns="91425" rIns="91425" bIns="91425" anchor="b"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90" name="Google Shape;290;p16"/>
          <p:cNvSpPr txBox="1">
            <a:spLocks noGrp="1"/>
          </p:cNvSpPr>
          <p:nvPr>
            <p:ph type="subTitle" idx="1"/>
          </p:nvPr>
        </p:nvSpPr>
        <p:spPr>
          <a:xfrm>
            <a:off x="996325" y="2942150"/>
            <a:ext cx="2963100" cy="109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sz="1200"/>
            </a:lvl2pPr>
            <a:lvl3pPr lvl="2" algn="ctr" rtl="0">
              <a:lnSpc>
                <a:spcPct val="100000"/>
              </a:lnSpc>
              <a:spcBef>
                <a:spcPts val="1600"/>
              </a:spcBef>
              <a:spcAft>
                <a:spcPts val="0"/>
              </a:spcAft>
              <a:buSzPts val="1200"/>
              <a:buNone/>
              <a:defRPr sz="1200"/>
            </a:lvl3pPr>
            <a:lvl4pPr lvl="3" algn="ctr" rtl="0">
              <a:lnSpc>
                <a:spcPct val="100000"/>
              </a:lnSpc>
              <a:spcBef>
                <a:spcPts val="1600"/>
              </a:spcBef>
              <a:spcAft>
                <a:spcPts val="0"/>
              </a:spcAft>
              <a:buSzPts val="1200"/>
              <a:buNone/>
              <a:defRPr sz="1200"/>
            </a:lvl4pPr>
            <a:lvl5pPr lvl="4" algn="ctr" rtl="0">
              <a:lnSpc>
                <a:spcPct val="100000"/>
              </a:lnSpc>
              <a:spcBef>
                <a:spcPts val="1600"/>
              </a:spcBef>
              <a:spcAft>
                <a:spcPts val="0"/>
              </a:spcAft>
              <a:buSzPts val="1200"/>
              <a:buNone/>
              <a:defRPr sz="1200"/>
            </a:lvl5pPr>
            <a:lvl6pPr lvl="5" algn="ctr" rtl="0">
              <a:lnSpc>
                <a:spcPct val="100000"/>
              </a:lnSpc>
              <a:spcBef>
                <a:spcPts val="1600"/>
              </a:spcBef>
              <a:spcAft>
                <a:spcPts val="0"/>
              </a:spcAft>
              <a:buSzPts val="1200"/>
              <a:buNone/>
              <a:defRPr sz="1200"/>
            </a:lvl6pPr>
            <a:lvl7pPr lvl="6" algn="ctr" rtl="0">
              <a:lnSpc>
                <a:spcPct val="100000"/>
              </a:lnSpc>
              <a:spcBef>
                <a:spcPts val="1600"/>
              </a:spcBef>
              <a:spcAft>
                <a:spcPts val="0"/>
              </a:spcAft>
              <a:buSzPts val="1200"/>
              <a:buNone/>
              <a:defRPr sz="1200"/>
            </a:lvl7pPr>
            <a:lvl8pPr lvl="7" algn="ctr" rtl="0">
              <a:lnSpc>
                <a:spcPct val="100000"/>
              </a:lnSpc>
              <a:spcBef>
                <a:spcPts val="1600"/>
              </a:spcBef>
              <a:spcAft>
                <a:spcPts val="0"/>
              </a:spcAft>
              <a:buSzPts val="1200"/>
              <a:buNone/>
              <a:defRPr sz="1200"/>
            </a:lvl8pPr>
            <a:lvl9pPr lvl="8" algn="ctr" rtl="0">
              <a:lnSpc>
                <a:spcPct val="100000"/>
              </a:lnSpc>
              <a:spcBef>
                <a:spcPts val="1600"/>
              </a:spcBef>
              <a:spcAft>
                <a:spcPts val="1600"/>
              </a:spcAft>
              <a:buSzPts val="1200"/>
              <a:buNone/>
              <a:defRPr sz="1200"/>
            </a:lvl9pPr>
          </a:lstStyle>
          <a:p>
            <a:endParaRPr/>
          </a:p>
        </p:txBody>
      </p:sp>
      <p:sp>
        <p:nvSpPr>
          <p:cNvPr id="291" name="Google Shape;291;p16"/>
          <p:cNvSpPr>
            <a:spLocks noGrp="1"/>
          </p:cNvSpPr>
          <p:nvPr>
            <p:ph type="pic" idx="2"/>
          </p:nvPr>
        </p:nvSpPr>
        <p:spPr>
          <a:xfrm>
            <a:off x="4857875" y="633558"/>
            <a:ext cx="3573000" cy="3573000"/>
          </a:xfrm>
          <a:prstGeom prst="ellipse">
            <a:avLst/>
          </a:prstGeom>
          <a:noFill/>
          <a:ln>
            <a:noFill/>
          </a:ln>
        </p:spPr>
        <p:txBody>
          <a:bodyPr/>
          <a:lstStyle/>
          <a:p>
            <a:endParaRPr lang="en-US"/>
          </a:p>
        </p:txBody>
      </p:sp>
      <p:sp>
        <p:nvSpPr>
          <p:cNvPr id="292" name="Google Shape;292;p16"/>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293" name="Google Shape;293;p16"/>
          <p:cNvGrpSpPr/>
          <p:nvPr/>
        </p:nvGrpSpPr>
        <p:grpSpPr>
          <a:xfrm>
            <a:off x="143804" y="272292"/>
            <a:ext cx="8463240" cy="1793569"/>
            <a:chOff x="143804" y="272292"/>
            <a:chExt cx="8463240" cy="1793569"/>
          </a:xfrm>
        </p:grpSpPr>
        <p:sp>
          <p:nvSpPr>
            <p:cNvPr id="294" name="Google Shape;294;p16"/>
            <p:cNvSpPr/>
            <p:nvPr/>
          </p:nvSpPr>
          <p:spPr>
            <a:xfrm>
              <a:off x="8488529" y="7195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95" name="Google Shape;295;p16"/>
            <p:cNvGrpSpPr/>
            <p:nvPr/>
          </p:nvGrpSpPr>
          <p:grpSpPr>
            <a:xfrm>
              <a:off x="143804" y="272292"/>
              <a:ext cx="8463240" cy="1793569"/>
              <a:chOff x="143804" y="272292"/>
              <a:chExt cx="8463240" cy="1793569"/>
            </a:xfrm>
          </p:grpSpPr>
          <p:grpSp>
            <p:nvGrpSpPr>
              <p:cNvPr id="296" name="Google Shape;296;p16"/>
              <p:cNvGrpSpPr/>
              <p:nvPr/>
            </p:nvGrpSpPr>
            <p:grpSpPr>
              <a:xfrm>
                <a:off x="143804" y="272292"/>
                <a:ext cx="7971893" cy="1793569"/>
                <a:chOff x="143804" y="272292"/>
                <a:chExt cx="7971893" cy="1793569"/>
              </a:xfrm>
            </p:grpSpPr>
            <p:sp>
              <p:nvSpPr>
                <p:cNvPr id="297" name="Google Shape;297;p16"/>
                <p:cNvSpPr/>
                <p:nvPr/>
              </p:nvSpPr>
              <p:spPr>
                <a:xfrm>
                  <a:off x="405069" y="1361655"/>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 name="Google Shape;298;p16"/>
                <p:cNvSpPr/>
                <p:nvPr/>
              </p:nvSpPr>
              <p:spPr>
                <a:xfrm>
                  <a:off x="7951682" y="272292"/>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 name="Google Shape;299;p16"/>
                <p:cNvSpPr/>
                <p:nvPr/>
              </p:nvSpPr>
              <p:spPr>
                <a:xfrm>
                  <a:off x="143804" y="18555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00" name="Google Shape;300;p16"/>
              <p:cNvSpPr/>
              <p:nvPr/>
            </p:nvSpPr>
            <p:spPr>
              <a:xfrm>
                <a:off x="8386725" y="272301"/>
                <a:ext cx="220319" cy="390698"/>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01" name="Google Shape;301;p16"/>
          <p:cNvGrpSpPr/>
          <p:nvPr/>
        </p:nvGrpSpPr>
        <p:grpSpPr>
          <a:xfrm flipH="1">
            <a:off x="-156963" y="4201801"/>
            <a:ext cx="9144295" cy="840755"/>
            <a:chOff x="-8538" y="4201771"/>
            <a:chExt cx="9152532" cy="840755"/>
          </a:xfrm>
        </p:grpSpPr>
        <p:grpSp>
          <p:nvGrpSpPr>
            <p:cNvPr id="302" name="Google Shape;302;p16"/>
            <p:cNvGrpSpPr/>
            <p:nvPr/>
          </p:nvGrpSpPr>
          <p:grpSpPr>
            <a:xfrm flipH="1">
              <a:off x="3847362" y="4651972"/>
              <a:ext cx="662325" cy="390554"/>
              <a:chOff x="7119831" y="3369574"/>
              <a:chExt cx="2093316" cy="1234368"/>
            </a:xfrm>
          </p:grpSpPr>
          <p:sp>
            <p:nvSpPr>
              <p:cNvPr id="303" name="Google Shape;303;p16"/>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 name="Google Shape;304;p16"/>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5" name="Google Shape;305;p16"/>
            <p:cNvGrpSpPr/>
            <p:nvPr/>
          </p:nvGrpSpPr>
          <p:grpSpPr>
            <a:xfrm>
              <a:off x="8296830" y="4461128"/>
              <a:ext cx="847165" cy="499549"/>
              <a:chOff x="7119831" y="3369574"/>
              <a:chExt cx="2093316" cy="1234368"/>
            </a:xfrm>
          </p:grpSpPr>
          <p:sp>
            <p:nvSpPr>
              <p:cNvPr id="306" name="Google Shape;306;p16"/>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 name="Google Shape;307;p16"/>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8" name="Google Shape;308;p16"/>
            <p:cNvGrpSpPr/>
            <p:nvPr/>
          </p:nvGrpSpPr>
          <p:grpSpPr>
            <a:xfrm>
              <a:off x="-8538" y="4201771"/>
              <a:ext cx="678152" cy="775944"/>
              <a:chOff x="-28848" y="4077893"/>
              <a:chExt cx="718762" cy="822410"/>
            </a:xfrm>
          </p:grpSpPr>
          <p:sp>
            <p:nvSpPr>
              <p:cNvPr id="309" name="Google Shape;309;p16"/>
              <p:cNvSpPr/>
              <p:nvPr/>
            </p:nvSpPr>
            <p:spPr>
              <a:xfrm flipH="1">
                <a:off x="156405" y="4302391"/>
                <a:ext cx="267140" cy="597913"/>
              </a:xfrm>
              <a:custGeom>
                <a:avLst/>
                <a:gdLst/>
                <a:ahLst/>
                <a:cxnLst/>
                <a:rect l="l" t="t" r="r" b="b"/>
                <a:pathLst>
                  <a:path w="245083" h="548544" extrusionOk="0">
                    <a:moveTo>
                      <a:pt x="232415" y="548545"/>
                    </a:moveTo>
                    <a:cubicBezTo>
                      <a:pt x="170598" y="497396"/>
                      <a:pt x="86588" y="408051"/>
                      <a:pt x="37820" y="272986"/>
                    </a:cubicBezTo>
                    <a:cubicBezTo>
                      <a:pt x="6578" y="186690"/>
                      <a:pt x="-5614" y="92297"/>
                      <a:pt x="2387" y="0"/>
                    </a:cubicBezTo>
                    <a:lnTo>
                      <a:pt x="22199" y="1715"/>
                    </a:lnTo>
                    <a:cubicBezTo>
                      <a:pt x="14388" y="91154"/>
                      <a:pt x="26199" y="182594"/>
                      <a:pt x="56489" y="266224"/>
                    </a:cubicBezTo>
                    <a:cubicBezTo>
                      <a:pt x="103828" y="397002"/>
                      <a:pt x="185171" y="483584"/>
                      <a:pt x="245084" y="533210"/>
                    </a:cubicBezTo>
                    <a:lnTo>
                      <a:pt x="232415" y="5485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 name="Google Shape;310;p16"/>
              <p:cNvSpPr/>
              <p:nvPr/>
            </p:nvSpPr>
            <p:spPr>
              <a:xfrm flipH="1">
                <a:off x="128911" y="4350535"/>
                <a:ext cx="234222" cy="293921"/>
              </a:xfrm>
              <a:custGeom>
                <a:avLst/>
                <a:gdLst/>
                <a:ahLst/>
                <a:cxnLst/>
                <a:rect l="l" t="t" r="r" b="b"/>
                <a:pathLst>
                  <a:path w="214883" h="269652" extrusionOk="0">
                    <a:moveTo>
                      <a:pt x="12478" y="269558"/>
                    </a:moveTo>
                    <a:lnTo>
                      <a:pt x="0" y="254032"/>
                    </a:lnTo>
                    <a:cubicBezTo>
                      <a:pt x="36100" y="225076"/>
                      <a:pt x="69247" y="192405"/>
                      <a:pt x="98679" y="156972"/>
                    </a:cubicBezTo>
                    <a:cubicBezTo>
                      <a:pt x="138208" y="109442"/>
                      <a:pt x="171164" y="56674"/>
                      <a:pt x="196787" y="0"/>
                    </a:cubicBezTo>
                    <a:lnTo>
                      <a:pt x="214884" y="8287"/>
                    </a:lnTo>
                    <a:cubicBezTo>
                      <a:pt x="188500" y="66580"/>
                      <a:pt x="154591" y="120872"/>
                      <a:pt x="113919" y="169831"/>
                    </a:cubicBezTo>
                    <a:cubicBezTo>
                      <a:pt x="83725" y="206216"/>
                      <a:pt x="49530" y="239840"/>
                      <a:pt x="12478" y="26965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 name="Google Shape;311;p16"/>
              <p:cNvSpPr/>
              <p:nvPr/>
            </p:nvSpPr>
            <p:spPr>
              <a:xfrm flipH="1">
                <a:off x="-28848" y="4077893"/>
                <a:ext cx="718762" cy="384039"/>
              </a:xfrm>
              <a:custGeom>
                <a:avLst/>
                <a:gdLst/>
                <a:ahLst/>
                <a:cxnLst/>
                <a:rect l="l" t="t" r="r" b="b"/>
                <a:pathLst>
                  <a:path w="659415" h="352329" extrusionOk="0">
                    <a:moveTo>
                      <a:pt x="626269" y="231458"/>
                    </a:moveTo>
                    <a:cubicBezTo>
                      <a:pt x="628364" y="237554"/>
                      <a:pt x="629507" y="243745"/>
                      <a:pt x="629507" y="250317"/>
                    </a:cubicBezTo>
                    <a:cubicBezTo>
                      <a:pt x="629507" y="306705"/>
                      <a:pt x="559594" y="352330"/>
                      <a:pt x="473297" y="352330"/>
                    </a:cubicBezTo>
                    <a:cubicBezTo>
                      <a:pt x="417481" y="352330"/>
                      <a:pt x="368808" y="333089"/>
                      <a:pt x="341090" y="304324"/>
                    </a:cubicBezTo>
                    <a:cubicBezTo>
                      <a:pt x="305371" y="326803"/>
                      <a:pt x="253651" y="341281"/>
                      <a:pt x="195358" y="341281"/>
                    </a:cubicBezTo>
                    <a:cubicBezTo>
                      <a:pt x="132397" y="341281"/>
                      <a:pt x="76390" y="324707"/>
                      <a:pt x="40672" y="298990"/>
                    </a:cubicBezTo>
                    <a:cubicBezTo>
                      <a:pt x="15145" y="280797"/>
                      <a:pt x="0" y="257747"/>
                      <a:pt x="0" y="232791"/>
                    </a:cubicBezTo>
                    <a:cubicBezTo>
                      <a:pt x="0" y="185547"/>
                      <a:pt x="55150" y="145733"/>
                      <a:pt x="131254" y="130969"/>
                    </a:cubicBezTo>
                    <a:cubicBezTo>
                      <a:pt x="140208" y="118681"/>
                      <a:pt x="152876" y="108109"/>
                      <a:pt x="168497" y="99536"/>
                    </a:cubicBezTo>
                    <a:cubicBezTo>
                      <a:pt x="167640" y="95822"/>
                      <a:pt x="166688" y="91821"/>
                      <a:pt x="166688" y="87916"/>
                    </a:cubicBezTo>
                    <a:cubicBezTo>
                      <a:pt x="166688" y="41148"/>
                      <a:pt x="224504" y="3239"/>
                      <a:pt x="296037" y="3239"/>
                    </a:cubicBezTo>
                    <a:cubicBezTo>
                      <a:pt x="320993" y="3239"/>
                      <a:pt x="344043" y="8096"/>
                      <a:pt x="363664" y="16097"/>
                    </a:cubicBezTo>
                    <a:cubicBezTo>
                      <a:pt x="391668" y="6096"/>
                      <a:pt x="422910" y="0"/>
                      <a:pt x="456629" y="0"/>
                    </a:cubicBezTo>
                    <a:cubicBezTo>
                      <a:pt x="568643" y="0"/>
                      <a:pt x="659416" y="62103"/>
                      <a:pt x="659416" y="138589"/>
                    </a:cubicBezTo>
                    <a:cubicBezTo>
                      <a:pt x="659416" y="168593"/>
                      <a:pt x="644938" y="196215"/>
                      <a:pt x="621221" y="218885"/>
                    </a:cubicBezTo>
                    <a:cubicBezTo>
                      <a:pt x="623221" y="222980"/>
                      <a:pt x="624935" y="227076"/>
                      <a:pt x="626173" y="231362"/>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 name="Google Shape;312;p16"/>
              <p:cNvSpPr/>
              <p:nvPr/>
            </p:nvSpPr>
            <p:spPr>
              <a:xfrm flipH="1">
                <a:off x="3584" y="4330465"/>
                <a:ext cx="641934" cy="131854"/>
              </a:xfrm>
              <a:custGeom>
                <a:avLst/>
                <a:gdLst/>
                <a:ahLst/>
                <a:cxnLst/>
                <a:rect l="l" t="t" r="r" b="b"/>
                <a:pathLst>
                  <a:path w="588930" h="120967" extrusionOk="0">
                    <a:moveTo>
                      <a:pt x="588836" y="18955"/>
                    </a:moveTo>
                    <a:cubicBezTo>
                      <a:pt x="588836" y="75343"/>
                      <a:pt x="518922" y="120968"/>
                      <a:pt x="432626" y="120968"/>
                    </a:cubicBezTo>
                    <a:cubicBezTo>
                      <a:pt x="376809" y="120968"/>
                      <a:pt x="328136" y="101727"/>
                      <a:pt x="300419" y="72962"/>
                    </a:cubicBezTo>
                    <a:cubicBezTo>
                      <a:pt x="264700" y="95441"/>
                      <a:pt x="212979" y="109919"/>
                      <a:pt x="154686" y="109919"/>
                    </a:cubicBezTo>
                    <a:cubicBezTo>
                      <a:pt x="91726" y="109919"/>
                      <a:pt x="35719" y="93345"/>
                      <a:pt x="0" y="67627"/>
                    </a:cubicBezTo>
                    <a:cubicBezTo>
                      <a:pt x="10859" y="59817"/>
                      <a:pt x="22670" y="53340"/>
                      <a:pt x="30671" y="49816"/>
                    </a:cubicBezTo>
                    <a:cubicBezTo>
                      <a:pt x="71533" y="31623"/>
                      <a:pt x="90392" y="50483"/>
                      <a:pt x="150019" y="45339"/>
                    </a:cubicBezTo>
                    <a:cubicBezTo>
                      <a:pt x="223552" y="39052"/>
                      <a:pt x="233267" y="7144"/>
                      <a:pt x="296323" y="8573"/>
                    </a:cubicBezTo>
                    <a:cubicBezTo>
                      <a:pt x="341948" y="9620"/>
                      <a:pt x="343948" y="26384"/>
                      <a:pt x="391954" y="35338"/>
                    </a:cubicBezTo>
                    <a:cubicBezTo>
                      <a:pt x="478441" y="51435"/>
                      <a:pt x="543592" y="9811"/>
                      <a:pt x="585692" y="0"/>
                    </a:cubicBezTo>
                    <a:cubicBezTo>
                      <a:pt x="587788" y="6096"/>
                      <a:pt x="588931" y="12287"/>
                      <a:pt x="588931" y="18860"/>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3">
  <p:cSld name="CUSTOM_4_2">
    <p:spTree>
      <p:nvGrpSpPr>
        <p:cNvPr id="1" name="Shape 379"/>
        <p:cNvGrpSpPr/>
        <p:nvPr/>
      </p:nvGrpSpPr>
      <p:grpSpPr>
        <a:xfrm>
          <a:off x="0" y="0"/>
          <a:ext cx="0" cy="0"/>
          <a:chOff x="0" y="0"/>
          <a:chExt cx="0" cy="0"/>
        </a:xfrm>
      </p:grpSpPr>
      <p:sp>
        <p:nvSpPr>
          <p:cNvPr id="380" name="Google Shape;380;p19"/>
          <p:cNvSpPr txBox="1">
            <a:spLocks noGrp="1"/>
          </p:cNvSpPr>
          <p:nvPr>
            <p:ph type="title"/>
          </p:nvPr>
        </p:nvSpPr>
        <p:spPr>
          <a:xfrm>
            <a:off x="1657938" y="2571750"/>
            <a:ext cx="3616500" cy="572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381" name="Google Shape;381;p19"/>
          <p:cNvSpPr txBox="1">
            <a:spLocks noGrp="1"/>
          </p:cNvSpPr>
          <p:nvPr>
            <p:ph type="subTitle" idx="1"/>
          </p:nvPr>
        </p:nvSpPr>
        <p:spPr>
          <a:xfrm>
            <a:off x="1657950" y="3068250"/>
            <a:ext cx="3616500" cy="860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82" name="Google Shape;382;p19"/>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383" name="Google Shape;383;p19"/>
          <p:cNvGrpSpPr/>
          <p:nvPr/>
        </p:nvGrpSpPr>
        <p:grpSpPr>
          <a:xfrm>
            <a:off x="143862" y="4201771"/>
            <a:ext cx="9152532" cy="840755"/>
            <a:chOff x="-8538" y="4201771"/>
            <a:chExt cx="9152532" cy="840755"/>
          </a:xfrm>
        </p:grpSpPr>
        <p:grpSp>
          <p:nvGrpSpPr>
            <p:cNvPr id="384" name="Google Shape;384;p19"/>
            <p:cNvGrpSpPr/>
            <p:nvPr/>
          </p:nvGrpSpPr>
          <p:grpSpPr>
            <a:xfrm flipH="1">
              <a:off x="3847362" y="4651972"/>
              <a:ext cx="662325" cy="390554"/>
              <a:chOff x="7119831" y="3369574"/>
              <a:chExt cx="2093316" cy="1234368"/>
            </a:xfrm>
          </p:grpSpPr>
          <p:sp>
            <p:nvSpPr>
              <p:cNvPr id="385" name="Google Shape;385;p19"/>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6" name="Google Shape;386;p19"/>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7" name="Google Shape;387;p19"/>
            <p:cNvGrpSpPr/>
            <p:nvPr/>
          </p:nvGrpSpPr>
          <p:grpSpPr>
            <a:xfrm>
              <a:off x="8296830" y="4461128"/>
              <a:ext cx="847165" cy="499549"/>
              <a:chOff x="7119831" y="3369574"/>
              <a:chExt cx="2093316" cy="1234368"/>
            </a:xfrm>
          </p:grpSpPr>
          <p:sp>
            <p:nvSpPr>
              <p:cNvPr id="388" name="Google Shape;388;p19"/>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9" name="Google Shape;389;p19"/>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0" name="Google Shape;390;p19"/>
            <p:cNvGrpSpPr/>
            <p:nvPr/>
          </p:nvGrpSpPr>
          <p:grpSpPr>
            <a:xfrm>
              <a:off x="-8538" y="4201771"/>
              <a:ext cx="678152" cy="775944"/>
              <a:chOff x="-28848" y="4077893"/>
              <a:chExt cx="718762" cy="822410"/>
            </a:xfrm>
          </p:grpSpPr>
          <p:sp>
            <p:nvSpPr>
              <p:cNvPr id="391" name="Google Shape;391;p19"/>
              <p:cNvSpPr/>
              <p:nvPr/>
            </p:nvSpPr>
            <p:spPr>
              <a:xfrm flipH="1">
                <a:off x="156405" y="4302391"/>
                <a:ext cx="267140" cy="597913"/>
              </a:xfrm>
              <a:custGeom>
                <a:avLst/>
                <a:gdLst/>
                <a:ahLst/>
                <a:cxnLst/>
                <a:rect l="l" t="t" r="r" b="b"/>
                <a:pathLst>
                  <a:path w="245083" h="548544" extrusionOk="0">
                    <a:moveTo>
                      <a:pt x="232415" y="548545"/>
                    </a:moveTo>
                    <a:cubicBezTo>
                      <a:pt x="170598" y="497396"/>
                      <a:pt x="86588" y="408051"/>
                      <a:pt x="37820" y="272986"/>
                    </a:cubicBezTo>
                    <a:cubicBezTo>
                      <a:pt x="6578" y="186690"/>
                      <a:pt x="-5614" y="92297"/>
                      <a:pt x="2387" y="0"/>
                    </a:cubicBezTo>
                    <a:lnTo>
                      <a:pt x="22199" y="1715"/>
                    </a:lnTo>
                    <a:cubicBezTo>
                      <a:pt x="14388" y="91154"/>
                      <a:pt x="26199" y="182594"/>
                      <a:pt x="56489" y="266224"/>
                    </a:cubicBezTo>
                    <a:cubicBezTo>
                      <a:pt x="103828" y="397002"/>
                      <a:pt x="185171" y="483584"/>
                      <a:pt x="245084" y="533210"/>
                    </a:cubicBezTo>
                    <a:lnTo>
                      <a:pt x="232415" y="5485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2" name="Google Shape;392;p19"/>
              <p:cNvSpPr/>
              <p:nvPr/>
            </p:nvSpPr>
            <p:spPr>
              <a:xfrm flipH="1">
                <a:off x="128911" y="4350535"/>
                <a:ext cx="234222" cy="293921"/>
              </a:xfrm>
              <a:custGeom>
                <a:avLst/>
                <a:gdLst/>
                <a:ahLst/>
                <a:cxnLst/>
                <a:rect l="l" t="t" r="r" b="b"/>
                <a:pathLst>
                  <a:path w="214883" h="269652" extrusionOk="0">
                    <a:moveTo>
                      <a:pt x="12478" y="269558"/>
                    </a:moveTo>
                    <a:lnTo>
                      <a:pt x="0" y="254032"/>
                    </a:lnTo>
                    <a:cubicBezTo>
                      <a:pt x="36100" y="225076"/>
                      <a:pt x="69247" y="192405"/>
                      <a:pt x="98679" y="156972"/>
                    </a:cubicBezTo>
                    <a:cubicBezTo>
                      <a:pt x="138208" y="109442"/>
                      <a:pt x="171164" y="56674"/>
                      <a:pt x="196787" y="0"/>
                    </a:cubicBezTo>
                    <a:lnTo>
                      <a:pt x="214884" y="8287"/>
                    </a:lnTo>
                    <a:cubicBezTo>
                      <a:pt x="188500" y="66580"/>
                      <a:pt x="154591" y="120872"/>
                      <a:pt x="113919" y="169831"/>
                    </a:cubicBezTo>
                    <a:cubicBezTo>
                      <a:pt x="83725" y="206216"/>
                      <a:pt x="49530" y="239840"/>
                      <a:pt x="12478" y="26965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3" name="Google Shape;393;p19"/>
              <p:cNvSpPr/>
              <p:nvPr/>
            </p:nvSpPr>
            <p:spPr>
              <a:xfrm flipH="1">
                <a:off x="-28848" y="4077893"/>
                <a:ext cx="718762" cy="384039"/>
              </a:xfrm>
              <a:custGeom>
                <a:avLst/>
                <a:gdLst/>
                <a:ahLst/>
                <a:cxnLst/>
                <a:rect l="l" t="t" r="r" b="b"/>
                <a:pathLst>
                  <a:path w="659415" h="352329" extrusionOk="0">
                    <a:moveTo>
                      <a:pt x="626269" y="231458"/>
                    </a:moveTo>
                    <a:cubicBezTo>
                      <a:pt x="628364" y="237554"/>
                      <a:pt x="629507" y="243745"/>
                      <a:pt x="629507" y="250317"/>
                    </a:cubicBezTo>
                    <a:cubicBezTo>
                      <a:pt x="629507" y="306705"/>
                      <a:pt x="559594" y="352330"/>
                      <a:pt x="473297" y="352330"/>
                    </a:cubicBezTo>
                    <a:cubicBezTo>
                      <a:pt x="417481" y="352330"/>
                      <a:pt x="368808" y="333089"/>
                      <a:pt x="341090" y="304324"/>
                    </a:cubicBezTo>
                    <a:cubicBezTo>
                      <a:pt x="305371" y="326803"/>
                      <a:pt x="253651" y="341281"/>
                      <a:pt x="195358" y="341281"/>
                    </a:cubicBezTo>
                    <a:cubicBezTo>
                      <a:pt x="132397" y="341281"/>
                      <a:pt x="76390" y="324707"/>
                      <a:pt x="40672" y="298990"/>
                    </a:cubicBezTo>
                    <a:cubicBezTo>
                      <a:pt x="15145" y="280797"/>
                      <a:pt x="0" y="257747"/>
                      <a:pt x="0" y="232791"/>
                    </a:cubicBezTo>
                    <a:cubicBezTo>
                      <a:pt x="0" y="185547"/>
                      <a:pt x="55150" y="145733"/>
                      <a:pt x="131254" y="130969"/>
                    </a:cubicBezTo>
                    <a:cubicBezTo>
                      <a:pt x="140208" y="118681"/>
                      <a:pt x="152876" y="108109"/>
                      <a:pt x="168497" y="99536"/>
                    </a:cubicBezTo>
                    <a:cubicBezTo>
                      <a:pt x="167640" y="95822"/>
                      <a:pt x="166688" y="91821"/>
                      <a:pt x="166688" y="87916"/>
                    </a:cubicBezTo>
                    <a:cubicBezTo>
                      <a:pt x="166688" y="41148"/>
                      <a:pt x="224504" y="3239"/>
                      <a:pt x="296037" y="3239"/>
                    </a:cubicBezTo>
                    <a:cubicBezTo>
                      <a:pt x="320993" y="3239"/>
                      <a:pt x="344043" y="8096"/>
                      <a:pt x="363664" y="16097"/>
                    </a:cubicBezTo>
                    <a:cubicBezTo>
                      <a:pt x="391668" y="6096"/>
                      <a:pt x="422910" y="0"/>
                      <a:pt x="456629" y="0"/>
                    </a:cubicBezTo>
                    <a:cubicBezTo>
                      <a:pt x="568643" y="0"/>
                      <a:pt x="659416" y="62103"/>
                      <a:pt x="659416" y="138589"/>
                    </a:cubicBezTo>
                    <a:cubicBezTo>
                      <a:pt x="659416" y="168593"/>
                      <a:pt x="644938" y="196215"/>
                      <a:pt x="621221" y="218885"/>
                    </a:cubicBezTo>
                    <a:cubicBezTo>
                      <a:pt x="623221" y="222980"/>
                      <a:pt x="624935" y="227076"/>
                      <a:pt x="626173" y="231362"/>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4" name="Google Shape;394;p19"/>
              <p:cNvSpPr/>
              <p:nvPr/>
            </p:nvSpPr>
            <p:spPr>
              <a:xfrm flipH="1">
                <a:off x="3584" y="4330465"/>
                <a:ext cx="641934" cy="131854"/>
              </a:xfrm>
              <a:custGeom>
                <a:avLst/>
                <a:gdLst/>
                <a:ahLst/>
                <a:cxnLst/>
                <a:rect l="l" t="t" r="r" b="b"/>
                <a:pathLst>
                  <a:path w="588930" h="120967" extrusionOk="0">
                    <a:moveTo>
                      <a:pt x="588836" y="18955"/>
                    </a:moveTo>
                    <a:cubicBezTo>
                      <a:pt x="588836" y="75343"/>
                      <a:pt x="518922" y="120968"/>
                      <a:pt x="432626" y="120968"/>
                    </a:cubicBezTo>
                    <a:cubicBezTo>
                      <a:pt x="376809" y="120968"/>
                      <a:pt x="328136" y="101727"/>
                      <a:pt x="300419" y="72962"/>
                    </a:cubicBezTo>
                    <a:cubicBezTo>
                      <a:pt x="264700" y="95441"/>
                      <a:pt x="212979" y="109919"/>
                      <a:pt x="154686" y="109919"/>
                    </a:cubicBezTo>
                    <a:cubicBezTo>
                      <a:pt x="91726" y="109919"/>
                      <a:pt x="35719" y="93345"/>
                      <a:pt x="0" y="67627"/>
                    </a:cubicBezTo>
                    <a:cubicBezTo>
                      <a:pt x="10859" y="59817"/>
                      <a:pt x="22670" y="53340"/>
                      <a:pt x="30671" y="49816"/>
                    </a:cubicBezTo>
                    <a:cubicBezTo>
                      <a:pt x="71533" y="31623"/>
                      <a:pt x="90392" y="50483"/>
                      <a:pt x="150019" y="45339"/>
                    </a:cubicBezTo>
                    <a:cubicBezTo>
                      <a:pt x="223552" y="39052"/>
                      <a:pt x="233267" y="7144"/>
                      <a:pt x="296323" y="8573"/>
                    </a:cubicBezTo>
                    <a:cubicBezTo>
                      <a:pt x="341948" y="9620"/>
                      <a:pt x="343948" y="26384"/>
                      <a:pt x="391954" y="35338"/>
                    </a:cubicBezTo>
                    <a:cubicBezTo>
                      <a:pt x="478441" y="51435"/>
                      <a:pt x="543592" y="9811"/>
                      <a:pt x="585692" y="0"/>
                    </a:cubicBezTo>
                    <a:cubicBezTo>
                      <a:pt x="587788" y="6096"/>
                      <a:pt x="588931" y="12287"/>
                      <a:pt x="588931" y="18860"/>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95" name="Google Shape;395;p19"/>
          <p:cNvGrpSpPr/>
          <p:nvPr/>
        </p:nvGrpSpPr>
        <p:grpSpPr>
          <a:xfrm>
            <a:off x="266212" y="182842"/>
            <a:ext cx="8491371" cy="1099465"/>
            <a:chOff x="358298" y="-359227"/>
            <a:chExt cx="8521195" cy="1099465"/>
          </a:xfrm>
        </p:grpSpPr>
        <p:grpSp>
          <p:nvGrpSpPr>
            <p:cNvPr id="396" name="Google Shape;396;p19"/>
            <p:cNvGrpSpPr/>
            <p:nvPr/>
          </p:nvGrpSpPr>
          <p:grpSpPr>
            <a:xfrm>
              <a:off x="430998" y="-359227"/>
              <a:ext cx="8448495" cy="1099465"/>
              <a:chOff x="430998" y="-359227"/>
              <a:chExt cx="8448495" cy="1099465"/>
            </a:xfrm>
          </p:grpSpPr>
          <p:sp>
            <p:nvSpPr>
              <p:cNvPr id="397" name="Google Shape;397;p19"/>
              <p:cNvSpPr/>
              <p:nvPr/>
            </p:nvSpPr>
            <p:spPr>
              <a:xfrm>
                <a:off x="927398" y="-72820"/>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8" name="Google Shape;398;p19"/>
              <p:cNvSpPr/>
              <p:nvPr/>
            </p:nvSpPr>
            <p:spPr>
              <a:xfrm>
                <a:off x="8516942" y="-236543"/>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9" name="Google Shape;399;p19"/>
              <p:cNvSpPr/>
              <p:nvPr/>
            </p:nvSpPr>
            <p:spPr>
              <a:xfrm>
                <a:off x="8715478" y="450542"/>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0" name="Google Shape;400;p19"/>
              <p:cNvSpPr/>
              <p:nvPr/>
            </p:nvSpPr>
            <p:spPr>
              <a:xfrm>
                <a:off x="430998" y="-359227"/>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01" name="Google Shape;401;p19"/>
            <p:cNvSpPr/>
            <p:nvPr/>
          </p:nvSpPr>
          <p:spPr>
            <a:xfrm>
              <a:off x="358298" y="36232"/>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_1">
    <p:spTree>
      <p:nvGrpSpPr>
        <p:cNvPr id="1" name="Shape 426"/>
        <p:cNvGrpSpPr/>
        <p:nvPr/>
      </p:nvGrpSpPr>
      <p:grpSpPr>
        <a:xfrm>
          <a:off x="0" y="0"/>
          <a:ext cx="0" cy="0"/>
          <a:chOff x="0" y="0"/>
          <a:chExt cx="0" cy="0"/>
        </a:xfrm>
      </p:grpSpPr>
      <p:sp>
        <p:nvSpPr>
          <p:cNvPr id="427" name="Google Shape;427;p21"/>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428" name="Google Shape;428;p21"/>
          <p:cNvSpPr txBox="1">
            <a:spLocks noGrp="1"/>
          </p:cNvSpPr>
          <p:nvPr>
            <p:ph type="subTitle" idx="1"/>
          </p:nvPr>
        </p:nvSpPr>
        <p:spPr>
          <a:xfrm>
            <a:off x="4860474" y="1473600"/>
            <a:ext cx="3282900" cy="270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29" name="Google Shape;429;p21"/>
          <p:cNvSpPr txBox="1">
            <a:spLocks noGrp="1"/>
          </p:cNvSpPr>
          <p:nvPr>
            <p:ph type="subTitle" idx="2"/>
          </p:nvPr>
        </p:nvSpPr>
        <p:spPr>
          <a:xfrm>
            <a:off x="1000650" y="1473600"/>
            <a:ext cx="3282900" cy="270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430" name="Google Shape;430;p21"/>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431" name="Google Shape;431;p21"/>
          <p:cNvGrpSpPr/>
          <p:nvPr/>
        </p:nvGrpSpPr>
        <p:grpSpPr>
          <a:xfrm>
            <a:off x="143862" y="4201771"/>
            <a:ext cx="4518225" cy="840755"/>
            <a:chOff x="-8538" y="4201771"/>
            <a:chExt cx="4518225" cy="840755"/>
          </a:xfrm>
        </p:grpSpPr>
        <p:grpSp>
          <p:nvGrpSpPr>
            <p:cNvPr id="432" name="Google Shape;432;p21"/>
            <p:cNvGrpSpPr/>
            <p:nvPr/>
          </p:nvGrpSpPr>
          <p:grpSpPr>
            <a:xfrm flipH="1">
              <a:off x="3847362" y="4651972"/>
              <a:ext cx="662325" cy="390554"/>
              <a:chOff x="7119831" y="3369574"/>
              <a:chExt cx="2093316" cy="1234368"/>
            </a:xfrm>
          </p:grpSpPr>
          <p:sp>
            <p:nvSpPr>
              <p:cNvPr id="433" name="Google Shape;433;p21"/>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4" name="Google Shape;434;p21"/>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35" name="Google Shape;435;p21"/>
            <p:cNvGrpSpPr/>
            <p:nvPr/>
          </p:nvGrpSpPr>
          <p:grpSpPr>
            <a:xfrm>
              <a:off x="-8538" y="4201771"/>
              <a:ext cx="678152" cy="775944"/>
              <a:chOff x="-28848" y="4077893"/>
              <a:chExt cx="718762" cy="822410"/>
            </a:xfrm>
          </p:grpSpPr>
          <p:sp>
            <p:nvSpPr>
              <p:cNvPr id="436" name="Google Shape;436;p21"/>
              <p:cNvSpPr/>
              <p:nvPr/>
            </p:nvSpPr>
            <p:spPr>
              <a:xfrm flipH="1">
                <a:off x="156405" y="4302391"/>
                <a:ext cx="267140" cy="597913"/>
              </a:xfrm>
              <a:custGeom>
                <a:avLst/>
                <a:gdLst/>
                <a:ahLst/>
                <a:cxnLst/>
                <a:rect l="l" t="t" r="r" b="b"/>
                <a:pathLst>
                  <a:path w="245083" h="548544" extrusionOk="0">
                    <a:moveTo>
                      <a:pt x="232415" y="548545"/>
                    </a:moveTo>
                    <a:cubicBezTo>
                      <a:pt x="170598" y="497396"/>
                      <a:pt x="86588" y="408051"/>
                      <a:pt x="37820" y="272986"/>
                    </a:cubicBezTo>
                    <a:cubicBezTo>
                      <a:pt x="6578" y="186690"/>
                      <a:pt x="-5614" y="92297"/>
                      <a:pt x="2387" y="0"/>
                    </a:cubicBezTo>
                    <a:lnTo>
                      <a:pt x="22199" y="1715"/>
                    </a:lnTo>
                    <a:cubicBezTo>
                      <a:pt x="14388" y="91154"/>
                      <a:pt x="26199" y="182594"/>
                      <a:pt x="56489" y="266224"/>
                    </a:cubicBezTo>
                    <a:cubicBezTo>
                      <a:pt x="103828" y="397002"/>
                      <a:pt x="185171" y="483584"/>
                      <a:pt x="245084" y="533210"/>
                    </a:cubicBezTo>
                    <a:lnTo>
                      <a:pt x="232415" y="5485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7" name="Google Shape;437;p21"/>
              <p:cNvSpPr/>
              <p:nvPr/>
            </p:nvSpPr>
            <p:spPr>
              <a:xfrm flipH="1">
                <a:off x="128911" y="4350535"/>
                <a:ext cx="234222" cy="293921"/>
              </a:xfrm>
              <a:custGeom>
                <a:avLst/>
                <a:gdLst/>
                <a:ahLst/>
                <a:cxnLst/>
                <a:rect l="l" t="t" r="r" b="b"/>
                <a:pathLst>
                  <a:path w="214883" h="269652" extrusionOk="0">
                    <a:moveTo>
                      <a:pt x="12478" y="269558"/>
                    </a:moveTo>
                    <a:lnTo>
                      <a:pt x="0" y="254032"/>
                    </a:lnTo>
                    <a:cubicBezTo>
                      <a:pt x="36100" y="225076"/>
                      <a:pt x="69247" y="192405"/>
                      <a:pt x="98679" y="156972"/>
                    </a:cubicBezTo>
                    <a:cubicBezTo>
                      <a:pt x="138208" y="109442"/>
                      <a:pt x="171164" y="56674"/>
                      <a:pt x="196787" y="0"/>
                    </a:cubicBezTo>
                    <a:lnTo>
                      <a:pt x="214884" y="8287"/>
                    </a:lnTo>
                    <a:cubicBezTo>
                      <a:pt x="188500" y="66580"/>
                      <a:pt x="154591" y="120872"/>
                      <a:pt x="113919" y="169831"/>
                    </a:cubicBezTo>
                    <a:cubicBezTo>
                      <a:pt x="83725" y="206216"/>
                      <a:pt x="49530" y="239840"/>
                      <a:pt x="12478" y="26965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8" name="Google Shape;438;p21"/>
              <p:cNvSpPr/>
              <p:nvPr/>
            </p:nvSpPr>
            <p:spPr>
              <a:xfrm flipH="1">
                <a:off x="-28848" y="4077893"/>
                <a:ext cx="718762" cy="384039"/>
              </a:xfrm>
              <a:custGeom>
                <a:avLst/>
                <a:gdLst/>
                <a:ahLst/>
                <a:cxnLst/>
                <a:rect l="l" t="t" r="r" b="b"/>
                <a:pathLst>
                  <a:path w="659415" h="352329" extrusionOk="0">
                    <a:moveTo>
                      <a:pt x="626269" y="231458"/>
                    </a:moveTo>
                    <a:cubicBezTo>
                      <a:pt x="628364" y="237554"/>
                      <a:pt x="629507" y="243745"/>
                      <a:pt x="629507" y="250317"/>
                    </a:cubicBezTo>
                    <a:cubicBezTo>
                      <a:pt x="629507" y="306705"/>
                      <a:pt x="559594" y="352330"/>
                      <a:pt x="473297" y="352330"/>
                    </a:cubicBezTo>
                    <a:cubicBezTo>
                      <a:pt x="417481" y="352330"/>
                      <a:pt x="368808" y="333089"/>
                      <a:pt x="341090" y="304324"/>
                    </a:cubicBezTo>
                    <a:cubicBezTo>
                      <a:pt x="305371" y="326803"/>
                      <a:pt x="253651" y="341281"/>
                      <a:pt x="195358" y="341281"/>
                    </a:cubicBezTo>
                    <a:cubicBezTo>
                      <a:pt x="132397" y="341281"/>
                      <a:pt x="76390" y="324707"/>
                      <a:pt x="40672" y="298990"/>
                    </a:cubicBezTo>
                    <a:cubicBezTo>
                      <a:pt x="15145" y="280797"/>
                      <a:pt x="0" y="257747"/>
                      <a:pt x="0" y="232791"/>
                    </a:cubicBezTo>
                    <a:cubicBezTo>
                      <a:pt x="0" y="185547"/>
                      <a:pt x="55150" y="145733"/>
                      <a:pt x="131254" y="130969"/>
                    </a:cubicBezTo>
                    <a:cubicBezTo>
                      <a:pt x="140208" y="118681"/>
                      <a:pt x="152876" y="108109"/>
                      <a:pt x="168497" y="99536"/>
                    </a:cubicBezTo>
                    <a:cubicBezTo>
                      <a:pt x="167640" y="95822"/>
                      <a:pt x="166688" y="91821"/>
                      <a:pt x="166688" y="87916"/>
                    </a:cubicBezTo>
                    <a:cubicBezTo>
                      <a:pt x="166688" y="41148"/>
                      <a:pt x="224504" y="3239"/>
                      <a:pt x="296037" y="3239"/>
                    </a:cubicBezTo>
                    <a:cubicBezTo>
                      <a:pt x="320993" y="3239"/>
                      <a:pt x="344043" y="8096"/>
                      <a:pt x="363664" y="16097"/>
                    </a:cubicBezTo>
                    <a:cubicBezTo>
                      <a:pt x="391668" y="6096"/>
                      <a:pt x="422910" y="0"/>
                      <a:pt x="456629" y="0"/>
                    </a:cubicBezTo>
                    <a:cubicBezTo>
                      <a:pt x="568643" y="0"/>
                      <a:pt x="659416" y="62103"/>
                      <a:pt x="659416" y="138589"/>
                    </a:cubicBezTo>
                    <a:cubicBezTo>
                      <a:pt x="659416" y="168593"/>
                      <a:pt x="644938" y="196215"/>
                      <a:pt x="621221" y="218885"/>
                    </a:cubicBezTo>
                    <a:cubicBezTo>
                      <a:pt x="623221" y="222980"/>
                      <a:pt x="624935" y="227076"/>
                      <a:pt x="626173" y="231362"/>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9" name="Google Shape;439;p21"/>
              <p:cNvSpPr/>
              <p:nvPr/>
            </p:nvSpPr>
            <p:spPr>
              <a:xfrm flipH="1">
                <a:off x="3584" y="4330465"/>
                <a:ext cx="641934" cy="131854"/>
              </a:xfrm>
              <a:custGeom>
                <a:avLst/>
                <a:gdLst/>
                <a:ahLst/>
                <a:cxnLst/>
                <a:rect l="l" t="t" r="r" b="b"/>
                <a:pathLst>
                  <a:path w="588930" h="120967" extrusionOk="0">
                    <a:moveTo>
                      <a:pt x="588836" y="18955"/>
                    </a:moveTo>
                    <a:cubicBezTo>
                      <a:pt x="588836" y="75343"/>
                      <a:pt x="518922" y="120968"/>
                      <a:pt x="432626" y="120968"/>
                    </a:cubicBezTo>
                    <a:cubicBezTo>
                      <a:pt x="376809" y="120968"/>
                      <a:pt x="328136" y="101727"/>
                      <a:pt x="300419" y="72962"/>
                    </a:cubicBezTo>
                    <a:cubicBezTo>
                      <a:pt x="264700" y="95441"/>
                      <a:pt x="212979" y="109919"/>
                      <a:pt x="154686" y="109919"/>
                    </a:cubicBezTo>
                    <a:cubicBezTo>
                      <a:pt x="91726" y="109919"/>
                      <a:pt x="35719" y="93345"/>
                      <a:pt x="0" y="67627"/>
                    </a:cubicBezTo>
                    <a:cubicBezTo>
                      <a:pt x="10859" y="59817"/>
                      <a:pt x="22670" y="53340"/>
                      <a:pt x="30671" y="49816"/>
                    </a:cubicBezTo>
                    <a:cubicBezTo>
                      <a:pt x="71533" y="31623"/>
                      <a:pt x="90392" y="50483"/>
                      <a:pt x="150019" y="45339"/>
                    </a:cubicBezTo>
                    <a:cubicBezTo>
                      <a:pt x="223552" y="39052"/>
                      <a:pt x="233267" y="7144"/>
                      <a:pt x="296323" y="8573"/>
                    </a:cubicBezTo>
                    <a:cubicBezTo>
                      <a:pt x="341948" y="9620"/>
                      <a:pt x="343948" y="26384"/>
                      <a:pt x="391954" y="35338"/>
                    </a:cubicBezTo>
                    <a:cubicBezTo>
                      <a:pt x="478441" y="51435"/>
                      <a:pt x="543592" y="9811"/>
                      <a:pt x="585692" y="0"/>
                    </a:cubicBezTo>
                    <a:cubicBezTo>
                      <a:pt x="587788" y="6096"/>
                      <a:pt x="588931" y="12287"/>
                      <a:pt x="588931" y="18860"/>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40" name="Google Shape;440;p21"/>
          <p:cNvGrpSpPr/>
          <p:nvPr/>
        </p:nvGrpSpPr>
        <p:grpSpPr>
          <a:xfrm>
            <a:off x="93887" y="1025851"/>
            <a:ext cx="8941625" cy="2412181"/>
            <a:chOff x="185368" y="483782"/>
            <a:chExt cx="8973031" cy="2412181"/>
          </a:xfrm>
        </p:grpSpPr>
        <p:grpSp>
          <p:nvGrpSpPr>
            <p:cNvPr id="441" name="Google Shape;441;p21"/>
            <p:cNvGrpSpPr/>
            <p:nvPr/>
          </p:nvGrpSpPr>
          <p:grpSpPr>
            <a:xfrm>
              <a:off x="330784" y="1112205"/>
              <a:ext cx="8827614" cy="1783758"/>
              <a:chOff x="330784" y="1112205"/>
              <a:chExt cx="8827614" cy="1783758"/>
            </a:xfrm>
          </p:grpSpPr>
          <p:sp>
            <p:nvSpPr>
              <p:cNvPr id="442" name="Google Shape;442;p21"/>
              <p:cNvSpPr/>
              <p:nvPr/>
            </p:nvSpPr>
            <p:spPr>
              <a:xfrm>
                <a:off x="507779" y="1112205"/>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3" name="Google Shape;443;p21"/>
              <p:cNvSpPr/>
              <p:nvPr/>
            </p:nvSpPr>
            <p:spPr>
              <a:xfrm>
                <a:off x="8894463" y="2246207"/>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4" name="Google Shape;444;p21"/>
              <p:cNvSpPr/>
              <p:nvPr/>
            </p:nvSpPr>
            <p:spPr>
              <a:xfrm>
                <a:off x="8668237" y="2606267"/>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5" name="Google Shape;445;p21"/>
              <p:cNvSpPr/>
              <p:nvPr/>
            </p:nvSpPr>
            <p:spPr>
              <a:xfrm>
                <a:off x="330784" y="16515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46" name="Google Shape;446;p21"/>
            <p:cNvSpPr/>
            <p:nvPr/>
          </p:nvSpPr>
          <p:spPr>
            <a:xfrm>
              <a:off x="185368" y="483782"/>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447"/>
        <p:cNvGrpSpPr/>
        <p:nvPr/>
      </p:nvGrpSpPr>
      <p:grpSpPr>
        <a:xfrm>
          <a:off x="0" y="0"/>
          <a:ext cx="0" cy="0"/>
          <a:chOff x="0" y="0"/>
          <a:chExt cx="0" cy="0"/>
        </a:xfrm>
      </p:grpSpPr>
      <p:sp>
        <p:nvSpPr>
          <p:cNvPr id="448" name="Google Shape;448;p22"/>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
        <p:nvSpPr>
          <p:cNvPr id="449" name="Google Shape;449;p22"/>
          <p:cNvSpPr txBox="1">
            <a:spLocks noGrp="1"/>
          </p:cNvSpPr>
          <p:nvPr>
            <p:ph type="subTitle" idx="1"/>
          </p:nvPr>
        </p:nvSpPr>
        <p:spPr>
          <a:xfrm>
            <a:off x="1161500" y="2866650"/>
            <a:ext cx="2041500" cy="107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50" name="Google Shape;450;p22"/>
          <p:cNvSpPr txBox="1">
            <a:spLocks noGrp="1"/>
          </p:cNvSpPr>
          <p:nvPr>
            <p:ph type="subTitle" idx="2"/>
          </p:nvPr>
        </p:nvSpPr>
        <p:spPr>
          <a:xfrm>
            <a:off x="3551308" y="2866650"/>
            <a:ext cx="2041500" cy="107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51" name="Google Shape;451;p22"/>
          <p:cNvSpPr txBox="1">
            <a:spLocks noGrp="1"/>
          </p:cNvSpPr>
          <p:nvPr>
            <p:ph type="subTitle" idx="3"/>
          </p:nvPr>
        </p:nvSpPr>
        <p:spPr>
          <a:xfrm>
            <a:off x="5941116" y="2866650"/>
            <a:ext cx="2041500" cy="107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52" name="Google Shape;452;p22"/>
          <p:cNvSpPr txBox="1">
            <a:spLocks noGrp="1"/>
          </p:cNvSpPr>
          <p:nvPr>
            <p:ph type="subTitle" idx="4"/>
          </p:nvPr>
        </p:nvSpPr>
        <p:spPr>
          <a:xfrm>
            <a:off x="1161500" y="2412075"/>
            <a:ext cx="20415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Vibur"/>
              <a:buNone/>
              <a:defRPr sz="2500">
                <a:solidFill>
                  <a:schemeClr val="dk1"/>
                </a:solidFill>
                <a:latin typeface="Vibur"/>
                <a:ea typeface="Vibur"/>
                <a:cs typeface="Vibur"/>
                <a:sym typeface="Vibur"/>
              </a:defRPr>
            </a:lvl1pPr>
            <a:lvl2pPr lvl="1" algn="ctr" rtl="0">
              <a:lnSpc>
                <a:spcPct val="100000"/>
              </a:lnSpc>
              <a:spcBef>
                <a:spcPts val="0"/>
              </a:spcBef>
              <a:spcAft>
                <a:spcPts val="0"/>
              </a:spcAft>
              <a:buSzPts val="2500"/>
              <a:buFont typeface="Vibur"/>
              <a:buNone/>
              <a:defRPr sz="2500">
                <a:latin typeface="Vibur"/>
                <a:ea typeface="Vibur"/>
                <a:cs typeface="Vibur"/>
                <a:sym typeface="Vibur"/>
              </a:defRPr>
            </a:lvl2pPr>
            <a:lvl3pPr lvl="2" algn="ctr" rtl="0">
              <a:lnSpc>
                <a:spcPct val="100000"/>
              </a:lnSpc>
              <a:spcBef>
                <a:spcPts val="0"/>
              </a:spcBef>
              <a:spcAft>
                <a:spcPts val="0"/>
              </a:spcAft>
              <a:buSzPts val="2500"/>
              <a:buFont typeface="Vibur"/>
              <a:buNone/>
              <a:defRPr sz="2500">
                <a:latin typeface="Vibur"/>
                <a:ea typeface="Vibur"/>
                <a:cs typeface="Vibur"/>
                <a:sym typeface="Vibur"/>
              </a:defRPr>
            </a:lvl3pPr>
            <a:lvl4pPr lvl="3" algn="ctr" rtl="0">
              <a:lnSpc>
                <a:spcPct val="100000"/>
              </a:lnSpc>
              <a:spcBef>
                <a:spcPts val="0"/>
              </a:spcBef>
              <a:spcAft>
                <a:spcPts val="0"/>
              </a:spcAft>
              <a:buSzPts val="2500"/>
              <a:buFont typeface="Vibur"/>
              <a:buNone/>
              <a:defRPr sz="2500">
                <a:latin typeface="Vibur"/>
                <a:ea typeface="Vibur"/>
                <a:cs typeface="Vibur"/>
                <a:sym typeface="Vibur"/>
              </a:defRPr>
            </a:lvl4pPr>
            <a:lvl5pPr lvl="4" algn="ctr" rtl="0">
              <a:lnSpc>
                <a:spcPct val="100000"/>
              </a:lnSpc>
              <a:spcBef>
                <a:spcPts val="0"/>
              </a:spcBef>
              <a:spcAft>
                <a:spcPts val="0"/>
              </a:spcAft>
              <a:buSzPts val="2500"/>
              <a:buFont typeface="Vibur"/>
              <a:buNone/>
              <a:defRPr sz="2500">
                <a:latin typeface="Vibur"/>
                <a:ea typeface="Vibur"/>
                <a:cs typeface="Vibur"/>
                <a:sym typeface="Vibur"/>
              </a:defRPr>
            </a:lvl5pPr>
            <a:lvl6pPr lvl="5" algn="ctr" rtl="0">
              <a:lnSpc>
                <a:spcPct val="100000"/>
              </a:lnSpc>
              <a:spcBef>
                <a:spcPts val="0"/>
              </a:spcBef>
              <a:spcAft>
                <a:spcPts val="0"/>
              </a:spcAft>
              <a:buSzPts val="2500"/>
              <a:buFont typeface="Vibur"/>
              <a:buNone/>
              <a:defRPr sz="2500">
                <a:latin typeface="Vibur"/>
                <a:ea typeface="Vibur"/>
                <a:cs typeface="Vibur"/>
                <a:sym typeface="Vibur"/>
              </a:defRPr>
            </a:lvl6pPr>
            <a:lvl7pPr lvl="6" algn="ctr" rtl="0">
              <a:lnSpc>
                <a:spcPct val="100000"/>
              </a:lnSpc>
              <a:spcBef>
                <a:spcPts val="0"/>
              </a:spcBef>
              <a:spcAft>
                <a:spcPts val="0"/>
              </a:spcAft>
              <a:buSzPts val="2500"/>
              <a:buFont typeface="Vibur"/>
              <a:buNone/>
              <a:defRPr sz="2500">
                <a:latin typeface="Vibur"/>
                <a:ea typeface="Vibur"/>
                <a:cs typeface="Vibur"/>
                <a:sym typeface="Vibur"/>
              </a:defRPr>
            </a:lvl7pPr>
            <a:lvl8pPr lvl="7" algn="ctr" rtl="0">
              <a:lnSpc>
                <a:spcPct val="100000"/>
              </a:lnSpc>
              <a:spcBef>
                <a:spcPts val="0"/>
              </a:spcBef>
              <a:spcAft>
                <a:spcPts val="0"/>
              </a:spcAft>
              <a:buSzPts val="2500"/>
              <a:buFont typeface="Vibur"/>
              <a:buNone/>
              <a:defRPr sz="2500">
                <a:latin typeface="Vibur"/>
                <a:ea typeface="Vibur"/>
                <a:cs typeface="Vibur"/>
                <a:sym typeface="Vibur"/>
              </a:defRPr>
            </a:lvl8pPr>
            <a:lvl9pPr lvl="8" algn="ctr" rtl="0">
              <a:lnSpc>
                <a:spcPct val="100000"/>
              </a:lnSpc>
              <a:spcBef>
                <a:spcPts val="0"/>
              </a:spcBef>
              <a:spcAft>
                <a:spcPts val="0"/>
              </a:spcAft>
              <a:buSzPts val="2500"/>
              <a:buFont typeface="Vibur"/>
              <a:buNone/>
              <a:defRPr sz="2500">
                <a:latin typeface="Vibur"/>
                <a:ea typeface="Vibur"/>
                <a:cs typeface="Vibur"/>
                <a:sym typeface="Vibur"/>
              </a:defRPr>
            </a:lvl9pPr>
          </a:lstStyle>
          <a:p>
            <a:endParaRPr/>
          </a:p>
        </p:txBody>
      </p:sp>
      <p:sp>
        <p:nvSpPr>
          <p:cNvPr id="453" name="Google Shape;453;p22"/>
          <p:cNvSpPr txBox="1">
            <a:spLocks noGrp="1"/>
          </p:cNvSpPr>
          <p:nvPr>
            <p:ph type="subTitle" idx="5"/>
          </p:nvPr>
        </p:nvSpPr>
        <p:spPr>
          <a:xfrm>
            <a:off x="3551311" y="2412075"/>
            <a:ext cx="20415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Vibur"/>
              <a:buNone/>
              <a:defRPr sz="2500">
                <a:solidFill>
                  <a:schemeClr val="dk1"/>
                </a:solidFill>
                <a:latin typeface="Vibur"/>
                <a:ea typeface="Vibur"/>
                <a:cs typeface="Vibur"/>
                <a:sym typeface="Vibur"/>
              </a:defRPr>
            </a:lvl1pPr>
            <a:lvl2pPr lvl="1" algn="ctr" rtl="0">
              <a:lnSpc>
                <a:spcPct val="100000"/>
              </a:lnSpc>
              <a:spcBef>
                <a:spcPts val="0"/>
              </a:spcBef>
              <a:spcAft>
                <a:spcPts val="0"/>
              </a:spcAft>
              <a:buSzPts val="2500"/>
              <a:buFont typeface="Vibur"/>
              <a:buNone/>
              <a:defRPr sz="2500">
                <a:latin typeface="Vibur"/>
                <a:ea typeface="Vibur"/>
                <a:cs typeface="Vibur"/>
                <a:sym typeface="Vibur"/>
              </a:defRPr>
            </a:lvl2pPr>
            <a:lvl3pPr lvl="2" algn="ctr" rtl="0">
              <a:lnSpc>
                <a:spcPct val="100000"/>
              </a:lnSpc>
              <a:spcBef>
                <a:spcPts val="0"/>
              </a:spcBef>
              <a:spcAft>
                <a:spcPts val="0"/>
              </a:spcAft>
              <a:buSzPts val="2500"/>
              <a:buFont typeface="Vibur"/>
              <a:buNone/>
              <a:defRPr sz="2500">
                <a:latin typeface="Vibur"/>
                <a:ea typeface="Vibur"/>
                <a:cs typeface="Vibur"/>
                <a:sym typeface="Vibur"/>
              </a:defRPr>
            </a:lvl3pPr>
            <a:lvl4pPr lvl="3" algn="ctr" rtl="0">
              <a:lnSpc>
                <a:spcPct val="100000"/>
              </a:lnSpc>
              <a:spcBef>
                <a:spcPts val="0"/>
              </a:spcBef>
              <a:spcAft>
                <a:spcPts val="0"/>
              </a:spcAft>
              <a:buSzPts val="2500"/>
              <a:buFont typeface="Vibur"/>
              <a:buNone/>
              <a:defRPr sz="2500">
                <a:latin typeface="Vibur"/>
                <a:ea typeface="Vibur"/>
                <a:cs typeface="Vibur"/>
                <a:sym typeface="Vibur"/>
              </a:defRPr>
            </a:lvl4pPr>
            <a:lvl5pPr lvl="4" algn="ctr" rtl="0">
              <a:lnSpc>
                <a:spcPct val="100000"/>
              </a:lnSpc>
              <a:spcBef>
                <a:spcPts val="0"/>
              </a:spcBef>
              <a:spcAft>
                <a:spcPts val="0"/>
              </a:spcAft>
              <a:buSzPts val="2500"/>
              <a:buFont typeface="Vibur"/>
              <a:buNone/>
              <a:defRPr sz="2500">
                <a:latin typeface="Vibur"/>
                <a:ea typeface="Vibur"/>
                <a:cs typeface="Vibur"/>
                <a:sym typeface="Vibur"/>
              </a:defRPr>
            </a:lvl5pPr>
            <a:lvl6pPr lvl="5" algn="ctr" rtl="0">
              <a:lnSpc>
                <a:spcPct val="100000"/>
              </a:lnSpc>
              <a:spcBef>
                <a:spcPts val="0"/>
              </a:spcBef>
              <a:spcAft>
                <a:spcPts val="0"/>
              </a:spcAft>
              <a:buSzPts val="2500"/>
              <a:buFont typeface="Vibur"/>
              <a:buNone/>
              <a:defRPr sz="2500">
                <a:latin typeface="Vibur"/>
                <a:ea typeface="Vibur"/>
                <a:cs typeface="Vibur"/>
                <a:sym typeface="Vibur"/>
              </a:defRPr>
            </a:lvl6pPr>
            <a:lvl7pPr lvl="6" algn="ctr" rtl="0">
              <a:lnSpc>
                <a:spcPct val="100000"/>
              </a:lnSpc>
              <a:spcBef>
                <a:spcPts val="0"/>
              </a:spcBef>
              <a:spcAft>
                <a:spcPts val="0"/>
              </a:spcAft>
              <a:buSzPts val="2500"/>
              <a:buFont typeface="Vibur"/>
              <a:buNone/>
              <a:defRPr sz="2500">
                <a:latin typeface="Vibur"/>
                <a:ea typeface="Vibur"/>
                <a:cs typeface="Vibur"/>
                <a:sym typeface="Vibur"/>
              </a:defRPr>
            </a:lvl7pPr>
            <a:lvl8pPr lvl="7" algn="ctr" rtl="0">
              <a:lnSpc>
                <a:spcPct val="100000"/>
              </a:lnSpc>
              <a:spcBef>
                <a:spcPts val="0"/>
              </a:spcBef>
              <a:spcAft>
                <a:spcPts val="0"/>
              </a:spcAft>
              <a:buSzPts val="2500"/>
              <a:buFont typeface="Vibur"/>
              <a:buNone/>
              <a:defRPr sz="2500">
                <a:latin typeface="Vibur"/>
                <a:ea typeface="Vibur"/>
                <a:cs typeface="Vibur"/>
                <a:sym typeface="Vibur"/>
              </a:defRPr>
            </a:lvl8pPr>
            <a:lvl9pPr lvl="8" algn="ctr" rtl="0">
              <a:lnSpc>
                <a:spcPct val="100000"/>
              </a:lnSpc>
              <a:spcBef>
                <a:spcPts val="0"/>
              </a:spcBef>
              <a:spcAft>
                <a:spcPts val="0"/>
              </a:spcAft>
              <a:buSzPts val="2500"/>
              <a:buFont typeface="Vibur"/>
              <a:buNone/>
              <a:defRPr sz="2500">
                <a:latin typeface="Vibur"/>
                <a:ea typeface="Vibur"/>
                <a:cs typeface="Vibur"/>
                <a:sym typeface="Vibur"/>
              </a:defRPr>
            </a:lvl9pPr>
          </a:lstStyle>
          <a:p>
            <a:endParaRPr/>
          </a:p>
        </p:txBody>
      </p:sp>
      <p:sp>
        <p:nvSpPr>
          <p:cNvPr id="454" name="Google Shape;454;p22"/>
          <p:cNvSpPr txBox="1">
            <a:spLocks noGrp="1"/>
          </p:cNvSpPr>
          <p:nvPr>
            <p:ph type="subTitle" idx="6"/>
          </p:nvPr>
        </p:nvSpPr>
        <p:spPr>
          <a:xfrm>
            <a:off x="5941122" y="2412075"/>
            <a:ext cx="20415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Vibur"/>
              <a:buNone/>
              <a:defRPr sz="2500">
                <a:solidFill>
                  <a:schemeClr val="dk1"/>
                </a:solidFill>
                <a:latin typeface="Vibur"/>
                <a:ea typeface="Vibur"/>
                <a:cs typeface="Vibur"/>
                <a:sym typeface="Vibur"/>
              </a:defRPr>
            </a:lvl1pPr>
            <a:lvl2pPr lvl="1" algn="ctr" rtl="0">
              <a:lnSpc>
                <a:spcPct val="100000"/>
              </a:lnSpc>
              <a:spcBef>
                <a:spcPts val="0"/>
              </a:spcBef>
              <a:spcAft>
                <a:spcPts val="0"/>
              </a:spcAft>
              <a:buSzPts val="2500"/>
              <a:buFont typeface="Vibur"/>
              <a:buNone/>
              <a:defRPr sz="2500">
                <a:latin typeface="Vibur"/>
                <a:ea typeface="Vibur"/>
                <a:cs typeface="Vibur"/>
                <a:sym typeface="Vibur"/>
              </a:defRPr>
            </a:lvl2pPr>
            <a:lvl3pPr lvl="2" algn="ctr" rtl="0">
              <a:lnSpc>
                <a:spcPct val="100000"/>
              </a:lnSpc>
              <a:spcBef>
                <a:spcPts val="0"/>
              </a:spcBef>
              <a:spcAft>
                <a:spcPts val="0"/>
              </a:spcAft>
              <a:buSzPts val="2500"/>
              <a:buFont typeface="Vibur"/>
              <a:buNone/>
              <a:defRPr sz="2500">
                <a:latin typeface="Vibur"/>
                <a:ea typeface="Vibur"/>
                <a:cs typeface="Vibur"/>
                <a:sym typeface="Vibur"/>
              </a:defRPr>
            </a:lvl3pPr>
            <a:lvl4pPr lvl="3" algn="ctr" rtl="0">
              <a:lnSpc>
                <a:spcPct val="100000"/>
              </a:lnSpc>
              <a:spcBef>
                <a:spcPts val="0"/>
              </a:spcBef>
              <a:spcAft>
                <a:spcPts val="0"/>
              </a:spcAft>
              <a:buSzPts val="2500"/>
              <a:buFont typeface="Vibur"/>
              <a:buNone/>
              <a:defRPr sz="2500">
                <a:latin typeface="Vibur"/>
                <a:ea typeface="Vibur"/>
                <a:cs typeface="Vibur"/>
                <a:sym typeface="Vibur"/>
              </a:defRPr>
            </a:lvl4pPr>
            <a:lvl5pPr lvl="4" algn="ctr" rtl="0">
              <a:lnSpc>
                <a:spcPct val="100000"/>
              </a:lnSpc>
              <a:spcBef>
                <a:spcPts val="0"/>
              </a:spcBef>
              <a:spcAft>
                <a:spcPts val="0"/>
              </a:spcAft>
              <a:buSzPts val="2500"/>
              <a:buFont typeface="Vibur"/>
              <a:buNone/>
              <a:defRPr sz="2500">
                <a:latin typeface="Vibur"/>
                <a:ea typeface="Vibur"/>
                <a:cs typeface="Vibur"/>
                <a:sym typeface="Vibur"/>
              </a:defRPr>
            </a:lvl5pPr>
            <a:lvl6pPr lvl="5" algn="ctr" rtl="0">
              <a:lnSpc>
                <a:spcPct val="100000"/>
              </a:lnSpc>
              <a:spcBef>
                <a:spcPts val="0"/>
              </a:spcBef>
              <a:spcAft>
                <a:spcPts val="0"/>
              </a:spcAft>
              <a:buSzPts val="2500"/>
              <a:buFont typeface="Vibur"/>
              <a:buNone/>
              <a:defRPr sz="2500">
                <a:latin typeface="Vibur"/>
                <a:ea typeface="Vibur"/>
                <a:cs typeface="Vibur"/>
                <a:sym typeface="Vibur"/>
              </a:defRPr>
            </a:lvl6pPr>
            <a:lvl7pPr lvl="6" algn="ctr" rtl="0">
              <a:lnSpc>
                <a:spcPct val="100000"/>
              </a:lnSpc>
              <a:spcBef>
                <a:spcPts val="0"/>
              </a:spcBef>
              <a:spcAft>
                <a:spcPts val="0"/>
              </a:spcAft>
              <a:buSzPts val="2500"/>
              <a:buFont typeface="Vibur"/>
              <a:buNone/>
              <a:defRPr sz="2500">
                <a:latin typeface="Vibur"/>
                <a:ea typeface="Vibur"/>
                <a:cs typeface="Vibur"/>
                <a:sym typeface="Vibur"/>
              </a:defRPr>
            </a:lvl7pPr>
            <a:lvl8pPr lvl="7" algn="ctr" rtl="0">
              <a:lnSpc>
                <a:spcPct val="100000"/>
              </a:lnSpc>
              <a:spcBef>
                <a:spcPts val="0"/>
              </a:spcBef>
              <a:spcAft>
                <a:spcPts val="0"/>
              </a:spcAft>
              <a:buSzPts val="2500"/>
              <a:buFont typeface="Vibur"/>
              <a:buNone/>
              <a:defRPr sz="2500">
                <a:latin typeface="Vibur"/>
                <a:ea typeface="Vibur"/>
                <a:cs typeface="Vibur"/>
                <a:sym typeface="Vibur"/>
              </a:defRPr>
            </a:lvl8pPr>
            <a:lvl9pPr lvl="8" algn="ctr" rtl="0">
              <a:lnSpc>
                <a:spcPct val="100000"/>
              </a:lnSpc>
              <a:spcBef>
                <a:spcPts val="0"/>
              </a:spcBef>
              <a:spcAft>
                <a:spcPts val="0"/>
              </a:spcAft>
              <a:buSzPts val="2500"/>
              <a:buFont typeface="Vibur"/>
              <a:buNone/>
              <a:defRPr sz="2500">
                <a:latin typeface="Vibur"/>
                <a:ea typeface="Vibur"/>
                <a:cs typeface="Vibur"/>
                <a:sym typeface="Vibur"/>
              </a:defRPr>
            </a:lvl9pPr>
          </a:lstStyle>
          <a:p>
            <a:endParaRPr/>
          </a:p>
        </p:txBody>
      </p:sp>
      <p:sp>
        <p:nvSpPr>
          <p:cNvPr id="455" name="Google Shape;455;p22"/>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456" name="Google Shape;456;p22"/>
          <p:cNvGrpSpPr/>
          <p:nvPr/>
        </p:nvGrpSpPr>
        <p:grpSpPr>
          <a:xfrm>
            <a:off x="87605" y="3417750"/>
            <a:ext cx="8980350" cy="1686547"/>
            <a:chOff x="87605" y="3417750"/>
            <a:chExt cx="8980350" cy="1686547"/>
          </a:xfrm>
        </p:grpSpPr>
        <p:grpSp>
          <p:nvGrpSpPr>
            <p:cNvPr id="457" name="Google Shape;457;p22"/>
            <p:cNvGrpSpPr/>
            <p:nvPr/>
          </p:nvGrpSpPr>
          <p:grpSpPr>
            <a:xfrm flipH="1">
              <a:off x="87605" y="4075760"/>
              <a:ext cx="989506" cy="1002789"/>
              <a:chOff x="1663487" y="1777663"/>
              <a:chExt cx="686299" cy="702233"/>
            </a:xfrm>
          </p:grpSpPr>
          <p:sp>
            <p:nvSpPr>
              <p:cNvPr id="458" name="Google Shape;458;p22"/>
              <p:cNvSpPr/>
              <p:nvPr/>
            </p:nvSpPr>
            <p:spPr>
              <a:xfrm>
                <a:off x="2141151" y="1777663"/>
                <a:ext cx="188921" cy="211412"/>
              </a:xfrm>
              <a:custGeom>
                <a:avLst/>
                <a:gdLst/>
                <a:ahLst/>
                <a:cxnLst/>
                <a:rect l="l" t="t" r="r" b="b"/>
                <a:pathLst>
                  <a:path w="188921" h="211412" extrusionOk="0">
                    <a:moveTo>
                      <a:pt x="11200" y="79890"/>
                    </a:moveTo>
                    <a:cubicBezTo>
                      <a:pt x="10431" y="83391"/>
                      <a:pt x="-2038" y="142577"/>
                      <a:pt x="39810" y="182802"/>
                    </a:cubicBezTo>
                    <a:cubicBezTo>
                      <a:pt x="66713" y="208680"/>
                      <a:pt x="99764" y="211071"/>
                      <a:pt x="109159" y="211413"/>
                    </a:cubicBezTo>
                    <a:cubicBezTo>
                      <a:pt x="148872" y="198944"/>
                      <a:pt x="178764" y="167686"/>
                      <a:pt x="186792" y="129424"/>
                    </a:cubicBezTo>
                    <a:cubicBezTo>
                      <a:pt x="194820" y="91163"/>
                      <a:pt x="177910" y="60503"/>
                      <a:pt x="173042" y="52389"/>
                    </a:cubicBezTo>
                    <a:cubicBezTo>
                      <a:pt x="173469" y="50169"/>
                      <a:pt x="182094" y="8064"/>
                      <a:pt x="169198" y="1744"/>
                    </a:cubicBezTo>
                    <a:cubicBezTo>
                      <a:pt x="159121" y="-3209"/>
                      <a:pt x="136915" y="14470"/>
                      <a:pt x="115820" y="46838"/>
                    </a:cubicBezTo>
                    <a:lnTo>
                      <a:pt x="59112" y="46838"/>
                    </a:lnTo>
                    <a:cubicBezTo>
                      <a:pt x="38444" y="16263"/>
                      <a:pt x="16665" y="-3892"/>
                      <a:pt x="6844" y="634"/>
                    </a:cubicBezTo>
                    <a:cubicBezTo>
                      <a:pt x="-3490" y="5331"/>
                      <a:pt x="-2209" y="37956"/>
                      <a:pt x="11285" y="7989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9" name="Google Shape;459;p22"/>
              <p:cNvSpPr/>
              <p:nvPr/>
            </p:nvSpPr>
            <p:spPr>
              <a:xfrm>
                <a:off x="2081377" y="1928951"/>
                <a:ext cx="135461" cy="550689"/>
              </a:xfrm>
              <a:custGeom>
                <a:avLst/>
                <a:gdLst/>
                <a:ahLst/>
                <a:cxnLst/>
                <a:rect l="l" t="t" r="r" b="b"/>
                <a:pathLst>
                  <a:path w="135461" h="550689" extrusionOk="0">
                    <a:moveTo>
                      <a:pt x="134771" y="182254"/>
                    </a:moveTo>
                    <a:cubicBezTo>
                      <a:pt x="132379" y="222394"/>
                      <a:pt x="123668" y="256983"/>
                      <a:pt x="113676" y="284996"/>
                    </a:cubicBezTo>
                    <a:cubicBezTo>
                      <a:pt x="105733" y="307970"/>
                      <a:pt x="96766" y="326246"/>
                      <a:pt x="89335" y="339655"/>
                    </a:cubicBezTo>
                    <a:cubicBezTo>
                      <a:pt x="92239" y="359212"/>
                      <a:pt x="94118" y="380051"/>
                      <a:pt x="95143" y="402256"/>
                    </a:cubicBezTo>
                    <a:lnTo>
                      <a:pt x="95143" y="403537"/>
                    </a:lnTo>
                    <a:cubicBezTo>
                      <a:pt x="97534" y="459563"/>
                      <a:pt x="92239" y="509183"/>
                      <a:pt x="84553" y="550690"/>
                    </a:cubicBezTo>
                    <a:lnTo>
                      <a:pt x="9226" y="550690"/>
                    </a:lnTo>
                    <a:cubicBezTo>
                      <a:pt x="1539" y="543857"/>
                      <a:pt x="-1877" y="533779"/>
                      <a:pt x="1027" y="525581"/>
                    </a:cubicBezTo>
                    <a:cubicBezTo>
                      <a:pt x="4956" y="513966"/>
                      <a:pt x="20585" y="506536"/>
                      <a:pt x="35616" y="512343"/>
                    </a:cubicBezTo>
                    <a:cubicBezTo>
                      <a:pt x="34591" y="504400"/>
                      <a:pt x="32968" y="492017"/>
                      <a:pt x="30577" y="476644"/>
                    </a:cubicBezTo>
                    <a:cubicBezTo>
                      <a:pt x="27161" y="453158"/>
                      <a:pt x="24257" y="433600"/>
                      <a:pt x="21610" y="416690"/>
                    </a:cubicBezTo>
                    <a:cubicBezTo>
                      <a:pt x="10251" y="348024"/>
                      <a:pt x="4443" y="327698"/>
                      <a:pt x="2564" y="285081"/>
                    </a:cubicBezTo>
                    <a:cubicBezTo>
                      <a:pt x="685" y="243574"/>
                      <a:pt x="-596" y="211121"/>
                      <a:pt x="11532" y="169870"/>
                    </a:cubicBezTo>
                    <a:cubicBezTo>
                      <a:pt x="26307" y="121275"/>
                      <a:pt x="51928" y="86344"/>
                      <a:pt x="70205" y="65762"/>
                    </a:cubicBezTo>
                    <a:cubicBezTo>
                      <a:pt x="80539" y="43813"/>
                      <a:pt x="90531" y="21864"/>
                      <a:pt x="100865" y="0"/>
                    </a:cubicBezTo>
                    <a:cubicBezTo>
                      <a:pt x="103256" y="5551"/>
                      <a:pt x="106160" y="11871"/>
                      <a:pt x="109064" y="19045"/>
                    </a:cubicBezTo>
                    <a:cubicBezTo>
                      <a:pt x="123070" y="55257"/>
                      <a:pt x="139212" y="112051"/>
                      <a:pt x="134685" y="18208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0" name="Google Shape;460;p22"/>
              <p:cNvSpPr/>
              <p:nvPr/>
            </p:nvSpPr>
            <p:spPr>
              <a:xfrm>
                <a:off x="2187335" y="1896152"/>
                <a:ext cx="162451" cy="579645"/>
              </a:xfrm>
              <a:custGeom>
                <a:avLst/>
                <a:gdLst/>
                <a:ahLst/>
                <a:cxnLst/>
                <a:rect l="l" t="t" r="r" b="b"/>
                <a:pathLst>
                  <a:path w="162451" h="579645" extrusionOk="0">
                    <a:moveTo>
                      <a:pt x="161702" y="579645"/>
                    </a:moveTo>
                    <a:cubicBezTo>
                      <a:pt x="132921" y="578364"/>
                      <a:pt x="103883" y="577254"/>
                      <a:pt x="75016" y="576229"/>
                    </a:cubicBezTo>
                    <a:cubicBezTo>
                      <a:pt x="61266" y="532673"/>
                      <a:pt x="47516" y="488774"/>
                      <a:pt x="33766" y="445218"/>
                    </a:cubicBezTo>
                    <a:cubicBezTo>
                      <a:pt x="31375" y="437788"/>
                      <a:pt x="29240" y="430699"/>
                      <a:pt x="27190" y="423782"/>
                    </a:cubicBezTo>
                    <a:cubicBezTo>
                      <a:pt x="19503" y="394231"/>
                      <a:pt x="11561" y="364596"/>
                      <a:pt x="3960" y="335046"/>
                    </a:cubicBezTo>
                    <a:cubicBezTo>
                      <a:pt x="5241" y="329239"/>
                      <a:pt x="6607" y="323431"/>
                      <a:pt x="7632" y="317880"/>
                    </a:cubicBezTo>
                    <a:cubicBezTo>
                      <a:pt x="36413" y="183709"/>
                      <a:pt x="26934" y="126317"/>
                      <a:pt x="9767" y="99671"/>
                    </a:cubicBezTo>
                    <a:cubicBezTo>
                      <a:pt x="7632" y="96511"/>
                      <a:pt x="-567" y="84639"/>
                      <a:pt x="31" y="69010"/>
                    </a:cubicBezTo>
                    <a:cubicBezTo>
                      <a:pt x="31" y="63459"/>
                      <a:pt x="1056" y="57908"/>
                      <a:pt x="3191" y="52356"/>
                    </a:cubicBezTo>
                    <a:cubicBezTo>
                      <a:pt x="12415" y="25710"/>
                      <a:pt x="40940" y="3"/>
                      <a:pt x="74248" y="3"/>
                    </a:cubicBezTo>
                    <a:cubicBezTo>
                      <a:pt x="99613" y="-253"/>
                      <a:pt x="118146" y="14778"/>
                      <a:pt x="124722" y="20842"/>
                    </a:cubicBezTo>
                    <a:cubicBezTo>
                      <a:pt x="114388" y="94546"/>
                      <a:pt x="110972" y="154500"/>
                      <a:pt x="109691" y="195495"/>
                    </a:cubicBezTo>
                    <a:cubicBezTo>
                      <a:pt x="107812" y="255705"/>
                      <a:pt x="110203" y="294308"/>
                      <a:pt x="113107" y="427710"/>
                    </a:cubicBezTo>
                    <a:cubicBezTo>
                      <a:pt x="113619" y="449403"/>
                      <a:pt x="114132" y="473402"/>
                      <a:pt x="114730" y="500646"/>
                    </a:cubicBezTo>
                    <a:cubicBezTo>
                      <a:pt x="114986" y="521228"/>
                      <a:pt x="115242" y="537882"/>
                      <a:pt x="115498" y="548729"/>
                    </a:cubicBezTo>
                    <a:cubicBezTo>
                      <a:pt x="137191" y="545056"/>
                      <a:pt x="155638" y="552401"/>
                      <a:pt x="160934" y="564870"/>
                    </a:cubicBezTo>
                    <a:cubicBezTo>
                      <a:pt x="161958" y="567518"/>
                      <a:pt x="163325" y="572300"/>
                      <a:pt x="161702" y="57964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1" name="Google Shape;461;p22"/>
              <p:cNvSpPr/>
              <p:nvPr/>
            </p:nvSpPr>
            <p:spPr>
              <a:xfrm>
                <a:off x="1895880" y="1951583"/>
                <a:ext cx="379282" cy="408673"/>
              </a:xfrm>
              <a:custGeom>
                <a:avLst/>
                <a:gdLst/>
                <a:ahLst/>
                <a:cxnLst/>
                <a:rect l="l" t="t" r="r" b="b"/>
                <a:pathLst>
                  <a:path w="379282" h="408673" extrusionOk="0">
                    <a:moveTo>
                      <a:pt x="276797" y="85"/>
                    </a:moveTo>
                    <a:cubicBezTo>
                      <a:pt x="207533" y="16312"/>
                      <a:pt x="105219" y="53463"/>
                      <a:pt x="32966" y="144846"/>
                    </a:cubicBezTo>
                    <a:cubicBezTo>
                      <a:pt x="25024" y="154839"/>
                      <a:pt x="17935" y="165002"/>
                      <a:pt x="11530" y="175080"/>
                    </a:cubicBezTo>
                    <a:cubicBezTo>
                      <a:pt x="7686" y="252542"/>
                      <a:pt x="3843" y="329919"/>
                      <a:pt x="0" y="407381"/>
                    </a:cubicBezTo>
                    <a:cubicBezTo>
                      <a:pt x="9651" y="408918"/>
                      <a:pt x="25365" y="410114"/>
                      <a:pt x="42959" y="404648"/>
                    </a:cubicBezTo>
                    <a:cubicBezTo>
                      <a:pt x="67043" y="397047"/>
                      <a:pt x="75754" y="379624"/>
                      <a:pt x="96337" y="362287"/>
                    </a:cubicBezTo>
                    <a:cubicBezTo>
                      <a:pt x="110001" y="350843"/>
                      <a:pt x="131267" y="336922"/>
                      <a:pt x="164062" y="328125"/>
                    </a:cubicBezTo>
                    <a:cubicBezTo>
                      <a:pt x="173201" y="330431"/>
                      <a:pt x="250065" y="348793"/>
                      <a:pt x="315400" y="297294"/>
                    </a:cubicBezTo>
                    <a:cubicBezTo>
                      <a:pt x="368351" y="255616"/>
                      <a:pt x="377574" y="196687"/>
                      <a:pt x="379282" y="183876"/>
                    </a:cubicBezTo>
                    <a:cubicBezTo>
                      <a:pt x="345121" y="122641"/>
                      <a:pt x="311044" y="61321"/>
                      <a:pt x="276882"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2" name="Google Shape;462;p22"/>
              <p:cNvSpPr/>
              <p:nvPr/>
            </p:nvSpPr>
            <p:spPr>
              <a:xfrm>
                <a:off x="1878522" y="2126748"/>
                <a:ext cx="102848" cy="353148"/>
              </a:xfrm>
              <a:custGeom>
                <a:avLst/>
                <a:gdLst/>
                <a:ahLst/>
                <a:cxnLst/>
                <a:rect l="l" t="t" r="r" b="b"/>
                <a:pathLst>
                  <a:path w="102848" h="353148" extrusionOk="0">
                    <a:moveTo>
                      <a:pt x="86706" y="256897"/>
                    </a:moveTo>
                    <a:cubicBezTo>
                      <a:pt x="75091" y="287045"/>
                      <a:pt x="60316" y="307372"/>
                      <a:pt x="54509" y="315058"/>
                    </a:cubicBezTo>
                    <a:cubicBezTo>
                      <a:pt x="56644" y="315314"/>
                      <a:pt x="69796" y="316681"/>
                      <a:pt x="78593" y="328296"/>
                    </a:cubicBezTo>
                    <a:cubicBezTo>
                      <a:pt x="86535" y="339142"/>
                      <a:pt x="84913" y="351013"/>
                      <a:pt x="84400" y="353149"/>
                    </a:cubicBezTo>
                    <a:lnTo>
                      <a:pt x="14112" y="353149"/>
                    </a:lnTo>
                    <a:cubicBezTo>
                      <a:pt x="8561" y="324880"/>
                      <a:pt x="4034" y="293194"/>
                      <a:pt x="1985" y="258605"/>
                    </a:cubicBezTo>
                    <a:cubicBezTo>
                      <a:pt x="1216" y="250150"/>
                      <a:pt x="704" y="241439"/>
                      <a:pt x="362" y="232472"/>
                    </a:cubicBezTo>
                    <a:cubicBezTo>
                      <a:pt x="-2542" y="138441"/>
                      <a:pt x="12489" y="58929"/>
                      <a:pt x="28887" y="0"/>
                    </a:cubicBezTo>
                    <a:cubicBezTo>
                      <a:pt x="41527" y="12127"/>
                      <a:pt x="96271" y="66616"/>
                      <a:pt x="102335" y="155864"/>
                    </a:cubicBezTo>
                    <a:cubicBezTo>
                      <a:pt x="104983" y="196004"/>
                      <a:pt x="97040" y="230336"/>
                      <a:pt x="86706" y="25706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3" name="Google Shape;463;p22"/>
              <p:cNvSpPr/>
              <p:nvPr/>
            </p:nvSpPr>
            <p:spPr>
              <a:xfrm>
                <a:off x="1981374" y="2126577"/>
                <a:ext cx="102937" cy="353233"/>
              </a:xfrm>
              <a:custGeom>
                <a:avLst/>
                <a:gdLst/>
                <a:ahLst/>
                <a:cxnLst/>
                <a:rect l="l" t="t" r="r" b="b"/>
                <a:pathLst>
                  <a:path w="102937" h="353233" extrusionOk="0">
                    <a:moveTo>
                      <a:pt x="90269" y="247247"/>
                    </a:moveTo>
                    <a:cubicBezTo>
                      <a:pt x="78142" y="282946"/>
                      <a:pt x="60975" y="306688"/>
                      <a:pt x="54570" y="315143"/>
                    </a:cubicBezTo>
                    <a:cubicBezTo>
                      <a:pt x="56449" y="315400"/>
                      <a:pt x="69857" y="316766"/>
                      <a:pt x="78312" y="328381"/>
                    </a:cubicBezTo>
                    <a:cubicBezTo>
                      <a:pt x="86511" y="339228"/>
                      <a:pt x="84632" y="351099"/>
                      <a:pt x="84376" y="353234"/>
                    </a:cubicBezTo>
                    <a:lnTo>
                      <a:pt x="14088" y="353234"/>
                    </a:lnTo>
                    <a:cubicBezTo>
                      <a:pt x="8537" y="324453"/>
                      <a:pt x="3754" y="292511"/>
                      <a:pt x="1704" y="257581"/>
                    </a:cubicBezTo>
                    <a:cubicBezTo>
                      <a:pt x="936" y="249382"/>
                      <a:pt x="679" y="240927"/>
                      <a:pt x="423" y="232472"/>
                    </a:cubicBezTo>
                    <a:cubicBezTo>
                      <a:pt x="-2737" y="138441"/>
                      <a:pt x="12294" y="58929"/>
                      <a:pt x="28948" y="0"/>
                    </a:cubicBezTo>
                    <a:cubicBezTo>
                      <a:pt x="41588" y="12127"/>
                      <a:pt x="96333" y="66616"/>
                      <a:pt x="102396" y="155864"/>
                    </a:cubicBezTo>
                    <a:cubicBezTo>
                      <a:pt x="104788" y="191307"/>
                      <a:pt x="98980" y="222138"/>
                      <a:pt x="90269" y="24724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4" name="Google Shape;464;p22"/>
              <p:cNvSpPr/>
              <p:nvPr/>
            </p:nvSpPr>
            <p:spPr>
              <a:xfrm>
                <a:off x="1663487" y="2126663"/>
                <a:ext cx="262105" cy="352572"/>
              </a:xfrm>
              <a:custGeom>
                <a:avLst/>
                <a:gdLst/>
                <a:ahLst/>
                <a:cxnLst/>
                <a:rect l="l" t="t" r="r" b="b"/>
                <a:pathLst>
                  <a:path w="262105" h="352572" extrusionOk="0">
                    <a:moveTo>
                      <a:pt x="243923" y="0"/>
                    </a:moveTo>
                    <a:cubicBezTo>
                      <a:pt x="226159" y="147580"/>
                      <a:pt x="169962" y="224529"/>
                      <a:pt x="135373" y="261509"/>
                    </a:cubicBezTo>
                    <a:cubicBezTo>
                      <a:pt x="104201" y="294732"/>
                      <a:pt x="61669" y="326417"/>
                      <a:pt x="47321" y="316510"/>
                    </a:cubicBezTo>
                    <a:cubicBezTo>
                      <a:pt x="35023" y="308055"/>
                      <a:pt x="49029" y="272697"/>
                      <a:pt x="32973" y="263645"/>
                    </a:cubicBezTo>
                    <a:cubicBezTo>
                      <a:pt x="24860" y="259118"/>
                      <a:pt x="12049" y="262876"/>
                      <a:pt x="5473" y="270221"/>
                    </a:cubicBezTo>
                    <a:cubicBezTo>
                      <a:pt x="-1616" y="278163"/>
                      <a:pt x="-249" y="288839"/>
                      <a:pt x="1032" y="298831"/>
                    </a:cubicBezTo>
                    <a:cubicBezTo>
                      <a:pt x="1971" y="306091"/>
                      <a:pt x="4790" y="328210"/>
                      <a:pt x="20846" y="341790"/>
                    </a:cubicBezTo>
                    <a:cubicBezTo>
                      <a:pt x="44844" y="362031"/>
                      <a:pt x="83362" y="348622"/>
                      <a:pt x="100101" y="342900"/>
                    </a:cubicBezTo>
                    <a:cubicBezTo>
                      <a:pt x="114278" y="338032"/>
                      <a:pt x="145537" y="324880"/>
                      <a:pt x="181663" y="281750"/>
                    </a:cubicBezTo>
                    <a:cubicBezTo>
                      <a:pt x="199085" y="260997"/>
                      <a:pt x="279707" y="166368"/>
                      <a:pt x="258612" y="49022"/>
                    </a:cubicBezTo>
                    <a:cubicBezTo>
                      <a:pt x="254769" y="27500"/>
                      <a:pt x="248449" y="10505"/>
                      <a:pt x="243923"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5" name="Google Shape;465;p22"/>
              <p:cNvSpPr/>
              <p:nvPr/>
            </p:nvSpPr>
            <p:spPr>
              <a:xfrm>
                <a:off x="2148122" y="1856779"/>
                <a:ext cx="181963" cy="242331"/>
              </a:xfrm>
              <a:custGeom>
                <a:avLst/>
                <a:gdLst/>
                <a:ahLst/>
                <a:cxnLst/>
                <a:rect l="l" t="t" r="r" b="b"/>
                <a:pathLst>
                  <a:path w="181963" h="242331" extrusionOk="0">
                    <a:moveTo>
                      <a:pt x="2008" y="83872"/>
                    </a:moveTo>
                    <a:cubicBezTo>
                      <a:pt x="2435" y="123842"/>
                      <a:pt x="-3117" y="126831"/>
                      <a:pt x="2605" y="141264"/>
                    </a:cubicBezTo>
                    <a:cubicBezTo>
                      <a:pt x="7303" y="153050"/>
                      <a:pt x="16014" y="161932"/>
                      <a:pt x="33607" y="179696"/>
                    </a:cubicBezTo>
                    <a:cubicBezTo>
                      <a:pt x="50261" y="196436"/>
                      <a:pt x="52396" y="194728"/>
                      <a:pt x="57948" y="204037"/>
                    </a:cubicBezTo>
                    <a:cubicBezTo>
                      <a:pt x="66232" y="217787"/>
                      <a:pt x="65634" y="228121"/>
                      <a:pt x="76907" y="236661"/>
                    </a:cubicBezTo>
                    <a:cubicBezTo>
                      <a:pt x="80238" y="239138"/>
                      <a:pt x="85960" y="243494"/>
                      <a:pt x="91768" y="242042"/>
                    </a:cubicBezTo>
                    <a:cubicBezTo>
                      <a:pt x="100650" y="239821"/>
                      <a:pt x="102016" y="225986"/>
                      <a:pt x="108251" y="211040"/>
                    </a:cubicBezTo>
                    <a:cubicBezTo>
                      <a:pt x="116364" y="191824"/>
                      <a:pt x="123624" y="192336"/>
                      <a:pt x="139595" y="169790"/>
                    </a:cubicBezTo>
                    <a:cubicBezTo>
                      <a:pt x="147025" y="159285"/>
                      <a:pt x="147281" y="155100"/>
                      <a:pt x="163935" y="102491"/>
                    </a:cubicBezTo>
                    <a:cubicBezTo>
                      <a:pt x="180760" y="49454"/>
                      <a:pt x="185542" y="37156"/>
                      <a:pt x="179393" y="31861"/>
                    </a:cubicBezTo>
                    <a:cubicBezTo>
                      <a:pt x="169486" y="23406"/>
                      <a:pt x="147708" y="47746"/>
                      <a:pt x="126101" y="38437"/>
                    </a:cubicBezTo>
                    <a:cubicBezTo>
                      <a:pt x="105945" y="29726"/>
                      <a:pt x="106628" y="517"/>
                      <a:pt x="94757" y="5"/>
                    </a:cubicBezTo>
                    <a:cubicBezTo>
                      <a:pt x="80922" y="-507"/>
                      <a:pt x="79213" y="38693"/>
                      <a:pt x="54702" y="46636"/>
                    </a:cubicBezTo>
                    <a:cubicBezTo>
                      <a:pt x="33778" y="53468"/>
                      <a:pt x="15587" y="31007"/>
                      <a:pt x="4313" y="39633"/>
                    </a:cubicBezTo>
                    <a:cubicBezTo>
                      <a:pt x="-1921" y="44415"/>
                      <a:pt x="1495" y="52956"/>
                      <a:pt x="1837" y="8378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6" name="Google Shape;466;p22"/>
              <p:cNvSpPr/>
              <p:nvPr/>
            </p:nvSpPr>
            <p:spPr>
              <a:xfrm>
                <a:off x="2230988" y="1868826"/>
                <a:ext cx="27263" cy="19130"/>
              </a:xfrm>
              <a:custGeom>
                <a:avLst/>
                <a:gdLst/>
                <a:ahLst/>
                <a:cxnLst/>
                <a:rect l="l" t="t" r="r" b="b"/>
                <a:pathLst>
                  <a:path w="27263" h="19130" extrusionOk="0">
                    <a:moveTo>
                      <a:pt x="27264" y="6576"/>
                    </a:moveTo>
                    <a:cubicBezTo>
                      <a:pt x="26922" y="7943"/>
                      <a:pt x="22652" y="6405"/>
                      <a:pt x="19065" y="9224"/>
                    </a:cubicBezTo>
                    <a:cubicBezTo>
                      <a:pt x="14795" y="12640"/>
                      <a:pt x="15393" y="19131"/>
                      <a:pt x="13855" y="19131"/>
                    </a:cubicBezTo>
                    <a:cubicBezTo>
                      <a:pt x="12403" y="19131"/>
                      <a:pt x="12830" y="12811"/>
                      <a:pt x="8475" y="9394"/>
                    </a:cubicBezTo>
                    <a:cubicBezTo>
                      <a:pt x="4717" y="6405"/>
                      <a:pt x="361" y="8028"/>
                      <a:pt x="20" y="6576"/>
                    </a:cubicBezTo>
                    <a:cubicBezTo>
                      <a:pt x="-407" y="4697"/>
                      <a:pt x="6169" y="0"/>
                      <a:pt x="13599" y="0"/>
                    </a:cubicBezTo>
                    <a:cubicBezTo>
                      <a:pt x="21029" y="0"/>
                      <a:pt x="27691" y="4783"/>
                      <a:pt x="27178" y="65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7" name="Google Shape;467;p22"/>
              <p:cNvSpPr/>
              <p:nvPr/>
            </p:nvSpPr>
            <p:spPr>
              <a:xfrm>
                <a:off x="2193942" y="1852257"/>
                <a:ext cx="12810" cy="21009"/>
              </a:xfrm>
              <a:custGeom>
                <a:avLst/>
                <a:gdLst/>
                <a:ahLst/>
                <a:cxnLst/>
                <a:rect l="l" t="t" r="r" b="b"/>
                <a:pathLst>
                  <a:path w="12810" h="21009" extrusionOk="0">
                    <a:moveTo>
                      <a:pt x="12811" y="10505"/>
                    </a:moveTo>
                    <a:cubicBezTo>
                      <a:pt x="12811" y="16312"/>
                      <a:pt x="9907" y="21009"/>
                      <a:pt x="6405" y="21009"/>
                    </a:cubicBezTo>
                    <a:cubicBezTo>
                      <a:pt x="2904" y="21009"/>
                      <a:pt x="0" y="16312"/>
                      <a:pt x="0" y="10505"/>
                    </a:cubicBezTo>
                    <a:cubicBezTo>
                      <a:pt x="0" y="4697"/>
                      <a:pt x="2904" y="0"/>
                      <a:pt x="6405" y="0"/>
                    </a:cubicBezTo>
                    <a:cubicBezTo>
                      <a:pt x="9907" y="0"/>
                      <a:pt x="12811" y="4697"/>
                      <a:pt x="12811" y="1050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8" name="Google Shape;468;p22"/>
              <p:cNvSpPr/>
              <p:nvPr/>
            </p:nvSpPr>
            <p:spPr>
              <a:xfrm>
                <a:off x="2268671" y="1845681"/>
                <a:ext cx="12810" cy="21009"/>
              </a:xfrm>
              <a:custGeom>
                <a:avLst/>
                <a:gdLst/>
                <a:ahLst/>
                <a:cxnLst/>
                <a:rect l="l" t="t" r="r" b="b"/>
                <a:pathLst>
                  <a:path w="12810" h="21009" extrusionOk="0">
                    <a:moveTo>
                      <a:pt x="12811" y="10505"/>
                    </a:moveTo>
                    <a:cubicBezTo>
                      <a:pt x="12811" y="16312"/>
                      <a:pt x="9907" y="21010"/>
                      <a:pt x="6405" y="21010"/>
                    </a:cubicBezTo>
                    <a:cubicBezTo>
                      <a:pt x="2904" y="21010"/>
                      <a:pt x="0" y="16312"/>
                      <a:pt x="0" y="10505"/>
                    </a:cubicBezTo>
                    <a:cubicBezTo>
                      <a:pt x="0" y="4697"/>
                      <a:pt x="2904" y="0"/>
                      <a:pt x="6405" y="0"/>
                    </a:cubicBezTo>
                    <a:cubicBezTo>
                      <a:pt x="9907" y="0"/>
                      <a:pt x="12811" y="4697"/>
                      <a:pt x="12811" y="1050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 name="Google Shape;469;p22"/>
              <p:cNvSpPr/>
              <p:nvPr/>
            </p:nvSpPr>
            <p:spPr>
              <a:xfrm>
                <a:off x="2224859" y="1880228"/>
                <a:ext cx="24523" cy="24125"/>
              </a:xfrm>
              <a:custGeom>
                <a:avLst/>
                <a:gdLst/>
                <a:ahLst/>
                <a:cxnLst/>
                <a:rect l="l" t="t" r="r" b="b"/>
                <a:pathLst>
                  <a:path w="24523" h="24125" extrusionOk="0">
                    <a:moveTo>
                      <a:pt x="4014" y="24126"/>
                    </a:moveTo>
                    <a:cubicBezTo>
                      <a:pt x="1793" y="24126"/>
                      <a:pt x="0" y="22333"/>
                      <a:pt x="0" y="20197"/>
                    </a:cubicBezTo>
                    <a:cubicBezTo>
                      <a:pt x="0" y="18062"/>
                      <a:pt x="1793" y="16183"/>
                      <a:pt x="3929" y="16183"/>
                    </a:cubicBezTo>
                    <a:cubicBezTo>
                      <a:pt x="5637" y="16183"/>
                      <a:pt x="8113" y="15842"/>
                      <a:pt x="10505" y="14305"/>
                    </a:cubicBezTo>
                    <a:cubicBezTo>
                      <a:pt x="15800" y="10974"/>
                      <a:pt x="16483" y="4398"/>
                      <a:pt x="16568" y="3714"/>
                    </a:cubicBezTo>
                    <a:cubicBezTo>
                      <a:pt x="16739" y="1494"/>
                      <a:pt x="18704" y="-300"/>
                      <a:pt x="20839" y="42"/>
                    </a:cubicBezTo>
                    <a:cubicBezTo>
                      <a:pt x="23059" y="213"/>
                      <a:pt x="24682" y="2177"/>
                      <a:pt x="24511" y="4312"/>
                    </a:cubicBezTo>
                    <a:cubicBezTo>
                      <a:pt x="24340" y="6191"/>
                      <a:pt x="23145" y="15756"/>
                      <a:pt x="14775" y="21051"/>
                    </a:cubicBezTo>
                    <a:cubicBezTo>
                      <a:pt x="10761" y="23614"/>
                      <a:pt x="6662" y="24126"/>
                      <a:pt x="4014" y="24126"/>
                    </a:cubicBezTo>
                    <a:lnTo>
                      <a:pt x="4014" y="2412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0" name="Google Shape;470;p22"/>
              <p:cNvSpPr/>
              <p:nvPr/>
            </p:nvSpPr>
            <p:spPr>
              <a:xfrm>
                <a:off x="2240752" y="1874069"/>
                <a:ext cx="22281" cy="31566"/>
              </a:xfrm>
              <a:custGeom>
                <a:avLst/>
                <a:gdLst/>
                <a:ahLst/>
                <a:cxnLst/>
                <a:rect l="l" t="t" r="r" b="b"/>
                <a:pathLst>
                  <a:path w="22281" h="31566" extrusionOk="0">
                    <a:moveTo>
                      <a:pt x="18269" y="31567"/>
                    </a:moveTo>
                    <a:cubicBezTo>
                      <a:pt x="17842" y="31567"/>
                      <a:pt x="17329" y="31567"/>
                      <a:pt x="16902" y="31310"/>
                    </a:cubicBezTo>
                    <a:cubicBezTo>
                      <a:pt x="14853" y="30542"/>
                      <a:pt x="4604" y="26186"/>
                      <a:pt x="1103" y="15340"/>
                    </a:cubicBezTo>
                    <a:cubicBezTo>
                      <a:pt x="-435" y="10472"/>
                      <a:pt x="-93" y="6031"/>
                      <a:pt x="505" y="3212"/>
                    </a:cubicBezTo>
                    <a:cubicBezTo>
                      <a:pt x="932" y="1077"/>
                      <a:pt x="3067" y="-289"/>
                      <a:pt x="5202" y="52"/>
                    </a:cubicBezTo>
                    <a:cubicBezTo>
                      <a:pt x="7337" y="479"/>
                      <a:pt x="8789" y="2614"/>
                      <a:pt x="8362" y="4750"/>
                    </a:cubicBezTo>
                    <a:cubicBezTo>
                      <a:pt x="8020" y="6714"/>
                      <a:pt x="7764" y="9703"/>
                      <a:pt x="8789" y="12863"/>
                    </a:cubicBezTo>
                    <a:cubicBezTo>
                      <a:pt x="11180" y="20208"/>
                      <a:pt x="18354" y="23282"/>
                      <a:pt x="19721" y="23795"/>
                    </a:cubicBezTo>
                    <a:cubicBezTo>
                      <a:pt x="21770" y="24563"/>
                      <a:pt x="22795" y="26869"/>
                      <a:pt x="22027" y="28919"/>
                    </a:cubicBezTo>
                    <a:cubicBezTo>
                      <a:pt x="21429" y="30542"/>
                      <a:pt x="19892" y="31481"/>
                      <a:pt x="18269" y="3148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1" name="Google Shape;471;p22"/>
              <p:cNvSpPr/>
              <p:nvPr/>
            </p:nvSpPr>
            <p:spPr>
              <a:xfrm>
                <a:off x="2081462" y="2326494"/>
                <a:ext cx="95637" cy="153317"/>
              </a:xfrm>
              <a:custGeom>
                <a:avLst/>
                <a:gdLst/>
                <a:ahLst/>
                <a:cxnLst/>
                <a:rect l="l" t="t" r="r" b="b"/>
                <a:pathLst>
                  <a:path w="95637" h="153317" extrusionOk="0">
                    <a:moveTo>
                      <a:pt x="84553" y="153318"/>
                    </a:moveTo>
                    <a:lnTo>
                      <a:pt x="9226" y="153318"/>
                    </a:lnTo>
                    <a:cubicBezTo>
                      <a:pt x="1539" y="146485"/>
                      <a:pt x="-1877" y="136408"/>
                      <a:pt x="1027" y="128209"/>
                    </a:cubicBezTo>
                    <a:cubicBezTo>
                      <a:pt x="4956" y="116594"/>
                      <a:pt x="20585" y="109164"/>
                      <a:pt x="35616" y="114971"/>
                    </a:cubicBezTo>
                    <a:cubicBezTo>
                      <a:pt x="34591" y="107028"/>
                      <a:pt x="32968" y="94645"/>
                      <a:pt x="30577" y="79272"/>
                    </a:cubicBezTo>
                    <a:cubicBezTo>
                      <a:pt x="27161" y="55786"/>
                      <a:pt x="24257" y="36228"/>
                      <a:pt x="21610" y="19318"/>
                    </a:cubicBezTo>
                    <a:cubicBezTo>
                      <a:pt x="32200" y="8471"/>
                      <a:pt x="46462" y="4287"/>
                      <a:pt x="49366" y="3176"/>
                    </a:cubicBezTo>
                    <a:cubicBezTo>
                      <a:pt x="50989" y="2664"/>
                      <a:pt x="79258" y="-5279"/>
                      <a:pt x="95058" y="6080"/>
                    </a:cubicBezTo>
                    <a:cubicBezTo>
                      <a:pt x="97449" y="62105"/>
                      <a:pt x="92154" y="111726"/>
                      <a:pt x="84467" y="15323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 name="Google Shape;472;p22"/>
              <p:cNvSpPr/>
              <p:nvPr/>
            </p:nvSpPr>
            <p:spPr>
              <a:xfrm>
                <a:off x="2220018" y="2306151"/>
                <a:ext cx="129683" cy="169731"/>
              </a:xfrm>
              <a:custGeom>
                <a:avLst/>
                <a:gdLst/>
                <a:ahLst/>
                <a:cxnLst/>
                <a:rect l="l" t="t" r="r" b="b"/>
                <a:pathLst>
                  <a:path w="129683" h="169731" extrusionOk="0">
                    <a:moveTo>
                      <a:pt x="129019" y="169647"/>
                    </a:moveTo>
                    <a:cubicBezTo>
                      <a:pt x="100238" y="168365"/>
                      <a:pt x="71200" y="167255"/>
                      <a:pt x="42334" y="166230"/>
                    </a:cubicBezTo>
                    <a:cubicBezTo>
                      <a:pt x="28584" y="122674"/>
                      <a:pt x="14833" y="78776"/>
                      <a:pt x="1083" y="35219"/>
                    </a:cubicBezTo>
                    <a:cubicBezTo>
                      <a:pt x="-539" y="22580"/>
                      <a:pt x="-1052" y="15918"/>
                      <a:pt x="4756" y="9342"/>
                    </a:cubicBezTo>
                    <a:cubicBezTo>
                      <a:pt x="19531" y="-6800"/>
                      <a:pt x="52326" y="2766"/>
                      <a:pt x="54461" y="3278"/>
                    </a:cubicBezTo>
                    <a:cubicBezTo>
                      <a:pt x="57109" y="4047"/>
                      <a:pt x="70090" y="8061"/>
                      <a:pt x="80339" y="17797"/>
                    </a:cubicBezTo>
                    <a:cubicBezTo>
                      <a:pt x="80851" y="39490"/>
                      <a:pt x="81364" y="63488"/>
                      <a:pt x="81962" y="90732"/>
                    </a:cubicBezTo>
                    <a:cubicBezTo>
                      <a:pt x="82218" y="111315"/>
                      <a:pt x="82474" y="127969"/>
                      <a:pt x="82730" y="138815"/>
                    </a:cubicBezTo>
                    <a:cubicBezTo>
                      <a:pt x="104423" y="135143"/>
                      <a:pt x="122870" y="142488"/>
                      <a:pt x="128165" y="154957"/>
                    </a:cubicBezTo>
                    <a:cubicBezTo>
                      <a:pt x="129190" y="157604"/>
                      <a:pt x="130557" y="162387"/>
                      <a:pt x="128934" y="16973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 name="Google Shape;473;p22"/>
              <p:cNvSpPr/>
              <p:nvPr/>
            </p:nvSpPr>
            <p:spPr>
              <a:xfrm>
                <a:off x="1880422" y="2365202"/>
                <a:ext cx="84806" cy="114609"/>
              </a:xfrm>
              <a:custGeom>
                <a:avLst/>
                <a:gdLst/>
                <a:ahLst/>
                <a:cxnLst/>
                <a:rect l="l" t="t" r="r" b="b"/>
                <a:pathLst>
                  <a:path w="84806" h="114609" extrusionOk="0">
                    <a:moveTo>
                      <a:pt x="76608" y="89756"/>
                    </a:moveTo>
                    <a:cubicBezTo>
                      <a:pt x="84551" y="100603"/>
                      <a:pt x="82928" y="112474"/>
                      <a:pt x="82416" y="114609"/>
                    </a:cubicBezTo>
                    <a:lnTo>
                      <a:pt x="12127" y="114609"/>
                    </a:lnTo>
                    <a:cubicBezTo>
                      <a:pt x="6576" y="86340"/>
                      <a:pt x="2050" y="54655"/>
                      <a:pt x="0" y="20066"/>
                    </a:cubicBezTo>
                    <a:cubicBezTo>
                      <a:pt x="20583" y="2644"/>
                      <a:pt x="49108" y="-5811"/>
                      <a:pt x="68665" y="4437"/>
                    </a:cubicBezTo>
                    <a:cubicBezTo>
                      <a:pt x="74473" y="7341"/>
                      <a:pt x="80280" y="12380"/>
                      <a:pt x="84807" y="18443"/>
                    </a:cubicBezTo>
                    <a:cubicBezTo>
                      <a:pt x="73192" y="48591"/>
                      <a:pt x="58417" y="68918"/>
                      <a:pt x="52609" y="76604"/>
                    </a:cubicBezTo>
                    <a:cubicBezTo>
                      <a:pt x="54744" y="76860"/>
                      <a:pt x="67897" y="78227"/>
                      <a:pt x="76693" y="8984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 name="Google Shape;474;p22"/>
              <p:cNvSpPr/>
              <p:nvPr/>
            </p:nvSpPr>
            <p:spPr>
              <a:xfrm>
                <a:off x="1983078" y="2358538"/>
                <a:ext cx="88564" cy="121272"/>
              </a:xfrm>
              <a:custGeom>
                <a:avLst/>
                <a:gdLst/>
                <a:ahLst/>
                <a:cxnLst/>
                <a:rect l="l" t="t" r="r" b="b"/>
                <a:pathLst>
                  <a:path w="88564" h="121272" extrusionOk="0">
                    <a:moveTo>
                      <a:pt x="74815" y="4439"/>
                    </a:moveTo>
                    <a:cubicBezTo>
                      <a:pt x="79597" y="6831"/>
                      <a:pt x="84038" y="10503"/>
                      <a:pt x="88565" y="15286"/>
                    </a:cubicBezTo>
                    <a:cubicBezTo>
                      <a:pt x="76437" y="50985"/>
                      <a:pt x="59271" y="74727"/>
                      <a:pt x="52866" y="83182"/>
                    </a:cubicBezTo>
                    <a:cubicBezTo>
                      <a:pt x="54744" y="83439"/>
                      <a:pt x="68153" y="84805"/>
                      <a:pt x="76608" y="96420"/>
                    </a:cubicBezTo>
                    <a:cubicBezTo>
                      <a:pt x="84807" y="107267"/>
                      <a:pt x="82928" y="119138"/>
                      <a:pt x="82672" y="121273"/>
                    </a:cubicBezTo>
                    <a:lnTo>
                      <a:pt x="12384" y="121273"/>
                    </a:lnTo>
                    <a:cubicBezTo>
                      <a:pt x="6832" y="92492"/>
                      <a:pt x="2050" y="60550"/>
                      <a:pt x="0" y="25620"/>
                    </a:cubicBezTo>
                    <a:cubicBezTo>
                      <a:pt x="20583" y="4525"/>
                      <a:pt x="53378" y="-6919"/>
                      <a:pt x="74729" y="452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 name="Google Shape;475;p22"/>
              <p:cNvSpPr/>
              <p:nvPr/>
            </p:nvSpPr>
            <p:spPr>
              <a:xfrm>
                <a:off x="2073436" y="2207029"/>
                <a:ext cx="22848" cy="78999"/>
              </a:xfrm>
              <a:custGeom>
                <a:avLst/>
                <a:gdLst/>
                <a:ahLst/>
                <a:cxnLst/>
                <a:rect l="l" t="t" r="r" b="b"/>
                <a:pathLst>
                  <a:path w="22848" h="78999" extrusionOk="0">
                    <a:moveTo>
                      <a:pt x="18874" y="78999"/>
                    </a:moveTo>
                    <a:cubicBezTo>
                      <a:pt x="17337" y="78999"/>
                      <a:pt x="15800" y="78060"/>
                      <a:pt x="15202" y="76523"/>
                    </a:cubicBezTo>
                    <a:cubicBezTo>
                      <a:pt x="12469" y="69776"/>
                      <a:pt x="10078" y="62772"/>
                      <a:pt x="8028" y="55855"/>
                    </a:cubicBezTo>
                    <a:cubicBezTo>
                      <a:pt x="3245" y="39115"/>
                      <a:pt x="512" y="21693"/>
                      <a:pt x="0" y="4099"/>
                    </a:cubicBezTo>
                    <a:cubicBezTo>
                      <a:pt x="0" y="1879"/>
                      <a:pt x="1708" y="85"/>
                      <a:pt x="3929" y="0"/>
                    </a:cubicBezTo>
                    <a:cubicBezTo>
                      <a:pt x="6235" y="0"/>
                      <a:pt x="7943" y="1708"/>
                      <a:pt x="8028" y="3929"/>
                    </a:cubicBezTo>
                    <a:cubicBezTo>
                      <a:pt x="8455" y="20924"/>
                      <a:pt x="11103" y="37663"/>
                      <a:pt x="15714" y="53719"/>
                    </a:cubicBezTo>
                    <a:cubicBezTo>
                      <a:pt x="17593" y="60381"/>
                      <a:pt x="19899" y="67043"/>
                      <a:pt x="22547" y="73533"/>
                    </a:cubicBezTo>
                    <a:cubicBezTo>
                      <a:pt x="23401" y="75583"/>
                      <a:pt x="22376" y="77889"/>
                      <a:pt x="20326" y="78743"/>
                    </a:cubicBezTo>
                    <a:cubicBezTo>
                      <a:pt x="19814" y="78914"/>
                      <a:pt x="19301" y="78999"/>
                      <a:pt x="18789" y="789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 name="Google Shape;476;p22"/>
              <p:cNvSpPr/>
              <p:nvPr/>
            </p:nvSpPr>
            <p:spPr>
              <a:xfrm>
                <a:off x="2179934" y="2142224"/>
                <a:ext cx="100420" cy="124417"/>
              </a:xfrm>
              <a:custGeom>
                <a:avLst/>
                <a:gdLst/>
                <a:ahLst/>
                <a:cxnLst/>
                <a:rect l="l" t="t" r="r" b="b"/>
                <a:pathLst>
                  <a:path w="100420" h="124417" extrusionOk="0">
                    <a:moveTo>
                      <a:pt x="4015" y="124417"/>
                    </a:moveTo>
                    <a:cubicBezTo>
                      <a:pt x="2649" y="124417"/>
                      <a:pt x="1283" y="123649"/>
                      <a:pt x="514" y="122368"/>
                    </a:cubicBezTo>
                    <a:cubicBezTo>
                      <a:pt x="-596" y="120403"/>
                      <a:pt x="172" y="118012"/>
                      <a:pt x="2051" y="116902"/>
                    </a:cubicBezTo>
                    <a:cubicBezTo>
                      <a:pt x="17680" y="108276"/>
                      <a:pt x="31943" y="97515"/>
                      <a:pt x="44497" y="84961"/>
                    </a:cubicBezTo>
                    <a:cubicBezTo>
                      <a:pt x="66788" y="62585"/>
                      <a:pt x="83442" y="34145"/>
                      <a:pt x="92580" y="2887"/>
                    </a:cubicBezTo>
                    <a:cubicBezTo>
                      <a:pt x="93178" y="751"/>
                      <a:pt x="95399" y="-444"/>
                      <a:pt x="97534" y="154"/>
                    </a:cubicBezTo>
                    <a:cubicBezTo>
                      <a:pt x="99669" y="751"/>
                      <a:pt x="100864" y="2972"/>
                      <a:pt x="100267" y="5107"/>
                    </a:cubicBezTo>
                    <a:cubicBezTo>
                      <a:pt x="90701" y="37732"/>
                      <a:pt x="73364" y="67282"/>
                      <a:pt x="50134" y="90597"/>
                    </a:cubicBezTo>
                    <a:cubicBezTo>
                      <a:pt x="37067" y="103664"/>
                      <a:pt x="22207" y="114938"/>
                      <a:pt x="5894" y="123905"/>
                    </a:cubicBezTo>
                    <a:cubicBezTo>
                      <a:pt x="5297" y="124247"/>
                      <a:pt x="4613" y="124417"/>
                      <a:pt x="3930" y="1244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 name="Google Shape;477;p22"/>
              <p:cNvSpPr/>
              <p:nvPr/>
            </p:nvSpPr>
            <p:spPr>
              <a:xfrm>
                <a:off x="1950718" y="2131369"/>
                <a:ext cx="48426" cy="154488"/>
              </a:xfrm>
              <a:custGeom>
                <a:avLst/>
                <a:gdLst/>
                <a:ahLst/>
                <a:cxnLst/>
                <a:rect l="l" t="t" r="r" b="b"/>
                <a:pathLst>
                  <a:path w="48426" h="154488" extrusionOk="0">
                    <a:moveTo>
                      <a:pt x="35947" y="154488"/>
                    </a:moveTo>
                    <a:cubicBezTo>
                      <a:pt x="35520" y="154488"/>
                      <a:pt x="35007" y="154488"/>
                      <a:pt x="34580" y="154232"/>
                    </a:cubicBezTo>
                    <a:cubicBezTo>
                      <a:pt x="32530" y="153464"/>
                      <a:pt x="31420" y="151158"/>
                      <a:pt x="32189" y="149108"/>
                    </a:cubicBezTo>
                    <a:cubicBezTo>
                      <a:pt x="38680" y="131258"/>
                      <a:pt x="41327" y="112896"/>
                      <a:pt x="40217" y="94534"/>
                    </a:cubicBezTo>
                    <a:cubicBezTo>
                      <a:pt x="37569" y="51405"/>
                      <a:pt x="14595" y="21001"/>
                      <a:pt x="1102" y="6738"/>
                    </a:cubicBezTo>
                    <a:cubicBezTo>
                      <a:pt x="-436" y="5116"/>
                      <a:pt x="-350" y="2639"/>
                      <a:pt x="1272" y="1102"/>
                    </a:cubicBezTo>
                    <a:cubicBezTo>
                      <a:pt x="2895" y="-436"/>
                      <a:pt x="5372" y="-350"/>
                      <a:pt x="6909" y="1272"/>
                    </a:cubicBezTo>
                    <a:cubicBezTo>
                      <a:pt x="21086" y="16304"/>
                      <a:pt x="45341" y="48416"/>
                      <a:pt x="48160" y="94022"/>
                    </a:cubicBezTo>
                    <a:cubicBezTo>
                      <a:pt x="49355" y="113494"/>
                      <a:pt x="46537" y="132966"/>
                      <a:pt x="39704" y="151755"/>
                    </a:cubicBezTo>
                    <a:cubicBezTo>
                      <a:pt x="39107" y="153378"/>
                      <a:pt x="37569" y="154403"/>
                      <a:pt x="35947" y="15440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 name="Google Shape;478;p22"/>
              <p:cNvSpPr/>
              <p:nvPr/>
            </p:nvSpPr>
            <p:spPr>
              <a:xfrm>
                <a:off x="1994131" y="2275680"/>
                <a:ext cx="93550" cy="15813"/>
              </a:xfrm>
              <a:custGeom>
                <a:avLst/>
                <a:gdLst/>
                <a:ahLst/>
                <a:cxnLst/>
                <a:rect l="l" t="t" r="r" b="b"/>
                <a:pathLst>
                  <a:path w="93550" h="15813" extrusionOk="0">
                    <a:moveTo>
                      <a:pt x="34980" y="15814"/>
                    </a:moveTo>
                    <a:cubicBezTo>
                      <a:pt x="24390" y="15814"/>
                      <a:pt x="13885" y="14959"/>
                      <a:pt x="3381" y="13337"/>
                    </a:cubicBezTo>
                    <a:cubicBezTo>
                      <a:pt x="1160" y="12995"/>
                      <a:pt x="-292" y="10945"/>
                      <a:pt x="50" y="8725"/>
                    </a:cubicBezTo>
                    <a:cubicBezTo>
                      <a:pt x="391" y="6504"/>
                      <a:pt x="2441" y="5052"/>
                      <a:pt x="4662" y="5394"/>
                    </a:cubicBezTo>
                    <a:cubicBezTo>
                      <a:pt x="23109" y="8298"/>
                      <a:pt x="41813" y="8554"/>
                      <a:pt x="60089" y="6163"/>
                    </a:cubicBezTo>
                    <a:cubicBezTo>
                      <a:pt x="69569" y="4882"/>
                      <a:pt x="79134" y="2917"/>
                      <a:pt x="88444" y="185"/>
                    </a:cubicBezTo>
                    <a:cubicBezTo>
                      <a:pt x="90579" y="-499"/>
                      <a:pt x="92799" y="782"/>
                      <a:pt x="93397" y="2917"/>
                    </a:cubicBezTo>
                    <a:cubicBezTo>
                      <a:pt x="93995" y="5052"/>
                      <a:pt x="92799" y="7273"/>
                      <a:pt x="90664" y="7871"/>
                    </a:cubicBezTo>
                    <a:cubicBezTo>
                      <a:pt x="81013" y="10689"/>
                      <a:pt x="71021" y="12739"/>
                      <a:pt x="61114" y="14105"/>
                    </a:cubicBezTo>
                    <a:cubicBezTo>
                      <a:pt x="52488" y="15216"/>
                      <a:pt x="43777" y="15814"/>
                      <a:pt x="34980" y="1581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9" name="Google Shape;479;p22"/>
              <p:cNvSpPr/>
              <p:nvPr/>
            </p:nvSpPr>
            <p:spPr>
              <a:xfrm>
                <a:off x="1872433" y="2182688"/>
                <a:ext cx="36467" cy="174738"/>
              </a:xfrm>
              <a:custGeom>
                <a:avLst/>
                <a:gdLst/>
                <a:ahLst/>
                <a:cxnLst/>
                <a:rect l="l" t="t" r="r" b="b"/>
                <a:pathLst>
                  <a:path w="36467" h="174738" extrusionOk="0">
                    <a:moveTo>
                      <a:pt x="3974" y="174738"/>
                    </a:moveTo>
                    <a:cubicBezTo>
                      <a:pt x="3462" y="174738"/>
                      <a:pt x="2950" y="174653"/>
                      <a:pt x="2523" y="174482"/>
                    </a:cubicBezTo>
                    <a:cubicBezTo>
                      <a:pt x="473" y="173628"/>
                      <a:pt x="-552" y="171322"/>
                      <a:pt x="302" y="169272"/>
                    </a:cubicBezTo>
                    <a:cubicBezTo>
                      <a:pt x="10807" y="143138"/>
                      <a:pt x="18493" y="115809"/>
                      <a:pt x="23191" y="87967"/>
                    </a:cubicBezTo>
                    <a:cubicBezTo>
                      <a:pt x="27802" y="60381"/>
                      <a:pt x="29510" y="32197"/>
                      <a:pt x="28059" y="4185"/>
                    </a:cubicBezTo>
                    <a:cubicBezTo>
                      <a:pt x="27973" y="1964"/>
                      <a:pt x="29681" y="85"/>
                      <a:pt x="31816" y="0"/>
                    </a:cubicBezTo>
                    <a:cubicBezTo>
                      <a:pt x="33952" y="0"/>
                      <a:pt x="35916" y="1623"/>
                      <a:pt x="36001" y="3758"/>
                    </a:cubicBezTo>
                    <a:cubicBezTo>
                      <a:pt x="37368" y="32283"/>
                      <a:pt x="35745" y="61064"/>
                      <a:pt x="30962" y="89248"/>
                    </a:cubicBezTo>
                    <a:cubicBezTo>
                      <a:pt x="26180" y="117602"/>
                      <a:pt x="18322" y="145529"/>
                      <a:pt x="7647" y="172261"/>
                    </a:cubicBezTo>
                    <a:cubicBezTo>
                      <a:pt x="7049" y="173799"/>
                      <a:pt x="5512" y="174738"/>
                      <a:pt x="3974" y="17473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0" name="Google Shape;480;p22"/>
            <p:cNvGrpSpPr/>
            <p:nvPr/>
          </p:nvGrpSpPr>
          <p:grpSpPr>
            <a:xfrm>
              <a:off x="3393944" y="4794169"/>
              <a:ext cx="288754" cy="310129"/>
              <a:chOff x="3816205" y="2722617"/>
              <a:chExt cx="404135" cy="434111"/>
            </a:xfrm>
          </p:grpSpPr>
          <p:sp>
            <p:nvSpPr>
              <p:cNvPr id="481" name="Google Shape;481;p22"/>
              <p:cNvSpPr/>
              <p:nvPr/>
            </p:nvSpPr>
            <p:spPr>
              <a:xfrm>
                <a:off x="3816205" y="2722617"/>
                <a:ext cx="404135" cy="169613"/>
              </a:xfrm>
              <a:custGeom>
                <a:avLst/>
                <a:gdLst/>
                <a:ahLst/>
                <a:cxnLst/>
                <a:rect l="l" t="t" r="r" b="b"/>
                <a:pathLst>
                  <a:path w="404135" h="169613" extrusionOk="0">
                    <a:moveTo>
                      <a:pt x="403964" y="136904"/>
                    </a:moveTo>
                    <a:cubicBezTo>
                      <a:pt x="403964" y="148177"/>
                      <a:pt x="402000" y="159109"/>
                      <a:pt x="398157" y="169614"/>
                    </a:cubicBezTo>
                    <a:cubicBezTo>
                      <a:pt x="376549" y="109745"/>
                      <a:pt x="296952" y="65335"/>
                      <a:pt x="201982" y="65335"/>
                    </a:cubicBezTo>
                    <a:cubicBezTo>
                      <a:pt x="107012" y="65335"/>
                      <a:pt x="27329" y="109745"/>
                      <a:pt x="5808" y="169614"/>
                    </a:cubicBezTo>
                    <a:cubicBezTo>
                      <a:pt x="1964" y="159109"/>
                      <a:pt x="0" y="148177"/>
                      <a:pt x="0" y="136904"/>
                    </a:cubicBezTo>
                    <a:cubicBezTo>
                      <a:pt x="0" y="61406"/>
                      <a:pt x="90444" y="0"/>
                      <a:pt x="202068" y="0"/>
                    </a:cubicBezTo>
                    <a:cubicBezTo>
                      <a:pt x="313692" y="0"/>
                      <a:pt x="404135" y="61406"/>
                      <a:pt x="404135" y="13690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2" name="Google Shape;482;p22"/>
              <p:cNvSpPr/>
              <p:nvPr/>
            </p:nvSpPr>
            <p:spPr>
              <a:xfrm>
                <a:off x="3816205" y="2892316"/>
                <a:ext cx="404049" cy="169613"/>
              </a:xfrm>
              <a:custGeom>
                <a:avLst/>
                <a:gdLst/>
                <a:ahLst/>
                <a:cxnLst/>
                <a:rect l="l" t="t" r="r" b="b"/>
                <a:pathLst>
                  <a:path w="404049" h="169613" extrusionOk="0">
                    <a:moveTo>
                      <a:pt x="398157" y="0"/>
                    </a:moveTo>
                    <a:cubicBezTo>
                      <a:pt x="376549" y="59869"/>
                      <a:pt x="296952" y="104279"/>
                      <a:pt x="201982" y="104279"/>
                    </a:cubicBezTo>
                    <a:cubicBezTo>
                      <a:pt x="107012" y="104279"/>
                      <a:pt x="27329" y="59869"/>
                      <a:pt x="5808" y="0"/>
                    </a:cubicBezTo>
                    <a:cubicBezTo>
                      <a:pt x="1964" y="10505"/>
                      <a:pt x="0" y="21437"/>
                      <a:pt x="0" y="32710"/>
                    </a:cubicBezTo>
                    <a:cubicBezTo>
                      <a:pt x="0" y="108208"/>
                      <a:pt x="90444" y="169614"/>
                      <a:pt x="202068" y="169614"/>
                    </a:cubicBezTo>
                    <a:cubicBezTo>
                      <a:pt x="258008" y="169614"/>
                      <a:pt x="308482" y="154241"/>
                      <a:pt x="345035" y="129217"/>
                    </a:cubicBezTo>
                    <a:cubicBezTo>
                      <a:pt x="345547" y="128961"/>
                      <a:pt x="346060" y="128705"/>
                      <a:pt x="346402" y="128449"/>
                    </a:cubicBezTo>
                    <a:cubicBezTo>
                      <a:pt x="382101" y="103681"/>
                      <a:pt x="404050" y="69947"/>
                      <a:pt x="404050" y="32710"/>
                    </a:cubicBezTo>
                    <a:cubicBezTo>
                      <a:pt x="404050" y="21437"/>
                      <a:pt x="402086" y="10505"/>
                      <a:pt x="398242" y="0"/>
                    </a:cubicBezTo>
                    <a:close/>
                    <a:moveTo>
                      <a:pt x="210010" y="148177"/>
                    </a:moveTo>
                    <a:cubicBezTo>
                      <a:pt x="203776" y="148177"/>
                      <a:pt x="198822" y="143224"/>
                      <a:pt x="198822" y="136989"/>
                    </a:cubicBezTo>
                    <a:cubicBezTo>
                      <a:pt x="198822" y="130755"/>
                      <a:pt x="203776" y="125801"/>
                      <a:pt x="210010" y="125801"/>
                    </a:cubicBezTo>
                    <a:cubicBezTo>
                      <a:pt x="216245" y="125801"/>
                      <a:pt x="221198" y="130925"/>
                      <a:pt x="221198" y="136989"/>
                    </a:cubicBezTo>
                    <a:cubicBezTo>
                      <a:pt x="221198" y="143053"/>
                      <a:pt x="216245" y="148177"/>
                      <a:pt x="210010" y="148177"/>
                    </a:cubicBezTo>
                    <a:close/>
                    <a:moveTo>
                      <a:pt x="288497" y="134683"/>
                    </a:moveTo>
                    <a:cubicBezTo>
                      <a:pt x="282434" y="134683"/>
                      <a:pt x="277309" y="129559"/>
                      <a:pt x="277309" y="123495"/>
                    </a:cubicBezTo>
                    <a:cubicBezTo>
                      <a:pt x="277309" y="117432"/>
                      <a:pt x="282434" y="112307"/>
                      <a:pt x="288497" y="112307"/>
                    </a:cubicBezTo>
                    <a:cubicBezTo>
                      <a:pt x="294561" y="112307"/>
                      <a:pt x="299685" y="117261"/>
                      <a:pt x="299685" y="123495"/>
                    </a:cubicBezTo>
                    <a:cubicBezTo>
                      <a:pt x="299685" y="129730"/>
                      <a:pt x="294732" y="134683"/>
                      <a:pt x="288497" y="134683"/>
                    </a:cubicBezTo>
                    <a:close/>
                    <a:moveTo>
                      <a:pt x="351014" y="102229"/>
                    </a:moveTo>
                    <a:cubicBezTo>
                      <a:pt x="344950" y="102229"/>
                      <a:pt x="339996" y="97276"/>
                      <a:pt x="339996" y="91212"/>
                    </a:cubicBezTo>
                    <a:cubicBezTo>
                      <a:pt x="339996" y="85149"/>
                      <a:pt x="344950" y="80024"/>
                      <a:pt x="351014" y="80024"/>
                    </a:cubicBezTo>
                    <a:cubicBezTo>
                      <a:pt x="357077" y="80024"/>
                      <a:pt x="362202" y="84978"/>
                      <a:pt x="362202" y="91212"/>
                    </a:cubicBezTo>
                    <a:cubicBezTo>
                      <a:pt x="362202" y="97447"/>
                      <a:pt x="357248" y="102229"/>
                      <a:pt x="351014" y="102229"/>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3" name="Google Shape;483;p22"/>
              <p:cNvSpPr/>
              <p:nvPr/>
            </p:nvSpPr>
            <p:spPr>
              <a:xfrm>
                <a:off x="3916024" y="2990540"/>
                <a:ext cx="250427" cy="71816"/>
              </a:xfrm>
              <a:custGeom>
                <a:avLst/>
                <a:gdLst/>
                <a:ahLst/>
                <a:cxnLst/>
                <a:rect l="l" t="t" r="r" b="b"/>
                <a:pathLst>
                  <a:path w="250427" h="71816" extrusionOk="0">
                    <a:moveTo>
                      <a:pt x="103359" y="71817"/>
                    </a:moveTo>
                    <a:cubicBezTo>
                      <a:pt x="76115" y="71817"/>
                      <a:pt x="48956" y="68059"/>
                      <a:pt x="22480" y="60543"/>
                    </a:cubicBezTo>
                    <a:cubicBezTo>
                      <a:pt x="12744" y="56871"/>
                      <a:pt x="5400" y="49441"/>
                      <a:pt x="1983" y="40046"/>
                    </a:cubicBezTo>
                    <a:cubicBezTo>
                      <a:pt x="-1091" y="31506"/>
                      <a:pt x="-579" y="22453"/>
                      <a:pt x="3435" y="15193"/>
                    </a:cubicBezTo>
                    <a:cubicBezTo>
                      <a:pt x="10780" y="1870"/>
                      <a:pt x="28630" y="-3681"/>
                      <a:pt x="44088" y="2553"/>
                    </a:cubicBezTo>
                    <a:cubicBezTo>
                      <a:pt x="46138" y="3407"/>
                      <a:pt x="47162" y="5713"/>
                      <a:pt x="46308" y="7763"/>
                    </a:cubicBezTo>
                    <a:cubicBezTo>
                      <a:pt x="45454" y="9813"/>
                      <a:pt x="43148" y="10837"/>
                      <a:pt x="41099" y="9983"/>
                    </a:cubicBezTo>
                    <a:cubicBezTo>
                      <a:pt x="29313" y="5201"/>
                      <a:pt x="15904" y="9215"/>
                      <a:pt x="10438" y="19037"/>
                    </a:cubicBezTo>
                    <a:cubicBezTo>
                      <a:pt x="7535" y="24246"/>
                      <a:pt x="7193" y="30908"/>
                      <a:pt x="9499" y="37313"/>
                    </a:cubicBezTo>
                    <a:cubicBezTo>
                      <a:pt x="12147" y="44487"/>
                      <a:pt x="17783" y="50209"/>
                      <a:pt x="24957" y="52942"/>
                    </a:cubicBezTo>
                    <a:cubicBezTo>
                      <a:pt x="54422" y="61226"/>
                      <a:pt x="84997" y="64899"/>
                      <a:pt x="115572" y="63532"/>
                    </a:cubicBezTo>
                    <a:cubicBezTo>
                      <a:pt x="160153" y="61653"/>
                      <a:pt x="204734" y="48928"/>
                      <a:pt x="244447" y="26808"/>
                    </a:cubicBezTo>
                    <a:cubicBezTo>
                      <a:pt x="246326" y="25698"/>
                      <a:pt x="248803" y="26381"/>
                      <a:pt x="249913" y="28346"/>
                    </a:cubicBezTo>
                    <a:cubicBezTo>
                      <a:pt x="251024" y="30225"/>
                      <a:pt x="250255" y="32701"/>
                      <a:pt x="248376" y="33811"/>
                    </a:cubicBezTo>
                    <a:cubicBezTo>
                      <a:pt x="207552" y="56529"/>
                      <a:pt x="161776" y="69510"/>
                      <a:pt x="115999" y="71560"/>
                    </a:cubicBezTo>
                    <a:cubicBezTo>
                      <a:pt x="111814" y="71731"/>
                      <a:pt x="107544" y="71817"/>
                      <a:pt x="103359" y="718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4" name="Google Shape;484;p22"/>
              <p:cNvSpPr/>
              <p:nvPr/>
            </p:nvSpPr>
            <p:spPr>
              <a:xfrm rot="1111536">
                <a:off x="3905860" y="3010559"/>
                <a:ext cx="41818" cy="10496"/>
              </a:xfrm>
              <a:custGeom>
                <a:avLst/>
                <a:gdLst/>
                <a:ahLst/>
                <a:cxnLst/>
                <a:rect l="l" t="t" r="r" b="b"/>
                <a:pathLst>
                  <a:path w="41848" h="10504" extrusionOk="0">
                    <a:moveTo>
                      <a:pt x="0" y="0"/>
                    </a:moveTo>
                    <a:lnTo>
                      <a:pt x="41848" y="0"/>
                    </a:lnTo>
                    <a:lnTo>
                      <a:pt x="41848" y="10505"/>
                    </a:lnTo>
                    <a:lnTo>
                      <a:pt x="0" y="1050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5" name="Google Shape;485;p22"/>
              <p:cNvSpPr/>
              <p:nvPr/>
            </p:nvSpPr>
            <p:spPr>
              <a:xfrm>
                <a:off x="3997434" y="2988567"/>
                <a:ext cx="17593" cy="79341"/>
              </a:xfrm>
              <a:custGeom>
                <a:avLst/>
                <a:gdLst/>
                <a:ahLst/>
                <a:cxnLst/>
                <a:rect l="l" t="t" r="r" b="b"/>
                <a:pathLst>
                  <a:path w="17593" h="79341" extrusionOk="0">
                    <a:moveTo>
                      <a:pt x="8797" y="79341"/>
                    </a:moveTo>
                    <a:cubicBezTo>
                      <a:pt x="3929" y="79341"/>
                      <a:pt x="0" y="75413"/>
                      <a:pt x="0" y="70544"/>
                    </a:cubicBezTo>
                    <a:lnTo>
                      <a:pt x="0" y="8797"/>
                    </a:lnTo>
                    <a:cubicBezTo>
                      <a:pt x="0" y="3929"/>
                      <a:pt x="3929" y="0"/>
                      <a:pt x="8797" y="0"/>
                    </a:cubicBezTo>
                    <a:cubicBezTo>
                      <a:pt x="13665" y="0"/>
                      <a:pt x="17593" y="3929"/>
                      <a:pt x="17593" y="8797"/>
                    </a:cubicBezTo>
                    <a:lnTo>
                      <a:pt x="17593" y="70544"/>
                    </a:lnTo>
                    <a:cubicBezTo>
                      <a:pt x="17593" y="75413"/>
                      <a:pt x="13665" y="79341"/>
                      <a:pt x="8797" y="7934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6" name="Google Shape;486;p22"/>
              <p:cNvSpPr/>
              <p:nvPr/>
            </p:nvSpPr>
            <p:spPr>
              <a:xfrm>
                <a:off x="3961906" y="3067908"/>
                <a:ext cx="88820" cy="88820"/>
              </a:xfrm>
              <a:custGeom>
                <a:avLst/>
                <a:gdLst/>
                <a:ahLst/>
                <a:cxnLst/>
                <a:rect l="l" t="t" r="r" b="b"/>
                <a:pathLst>
                  <a:path w="88820" h="88820" extrusionOk="0">
                    <a:moveTo>
                      <a:pt x="88821" y="44411"/>
                    </a:moveTo>
                    <a:cubicBezTo>
                      <a:pt x="88821" y="68922"/>
                      <a:pt x="68922" y="88821"/>
                      <a:pt x="44411" y="88821"/>
                    </a:cubicBezTo>
                    <a:cubicBezTo>
                      <a:pt x="19899" y="88821"/>
                      <a:pt x="0" y="68922"/>
                      <a:pt x="0" y="44411"/>
                    </a:cubicBezTo>
                    <a:cubicBezTo>
                      <a:pt x="0" y="19899"/>
                      <a:pt x="19899" y="0"/>
                      <a:pt x="44411" y="0"/>
                    </a:cubicBezTo>
                    <a:cubicBezTo>
                      <a:pt x="68922" y="0"/>
                      <a:pt x="88821" y="19899"/>
                      <a:pt x="88821" y="4441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7" name="Google Shape;487;p22"/>
            <p:cNvGrpSpPr/>
            <p:nvPr/>
          </p:nvGrpSpPr>
          <p:grpSpPr>
            <a:xfrm>
              <a:off x="8354669" y="3417750"/>
              <a:ext cx="713286" cy="1338265"/>
              <a:chOff x="8761477" y="2177151"/>
              <a:chExt cx="662720" cy="1243394"/>
            </a:xfrm>
          </p:grpSpPr>
          <p:sp>
            <p:nvSpPr>
              <p:cNvPr id="488" name="Google Shape;488;p22"/>
              <p:cNvSpPr/>
              <p:nvPr/>
            </p:nvSpPr>
            <p:spPr>
              <a:xfrm>
                <a:off x="8884895" y="2177151"/>
                <a:ext cx="250211" cy="708327"/>
              </a:xfrm>
              <a:custGeom>
                <a:avLst/>
                <a:gdLst/>
                <a:ahLst/>
                <a:cxnLst/>
                <a:rect l="l" t="t" r="r" b="b"/>
                <a:pathLst>
                  <a:path w="187424" h="530582" extrusionOk="0">
                    <a:moveTo>
                      <a:pt x="65445" y="44202"/>
                    </a:moveTo>
                    <a:cubicBezTo>
                      <a:pt x="31113" y="139248"/>
                      <a:pt x="11804" y="138998"/>
                      <a:pt x="3023" y="179572"/>
                    </a:cubicBezTo>
                    <a:cubicBezTo>
                      <a:pt x="-21945" y="294677"/>
                      <a:pt x="116671" y="372953"/>
                      <a:pt x="91786" y="494466"/>
                    </a:cubicBezTo>
                    <a:cubicBezTo>
                      <a:pt x="89289" y="506700"/>
                      <a:pt x="83755" y="526093"/>
                      <a:pt x="90246" y="529879"/>
                    </a:cubicBezTo>
                    <a:cubicBezTo>
                      <a:pt x="102065" y="536787"/>
                      <a:pt x="152542" y="491927"/>
                      <a:pt x="173516" y="433876"/>
                    </a:cubicBezTo>
                    <a:cubicBezTo>
                      <a:pt x="185168" y="401583"/>
                      <a:pt x="179967" y="386561"/>
                      <a:pt x="180092" y="312113"/>
                    </a:cubicBezTo>
                    <a:cubicBezTo>
                      <a:pt x="180258" y="197466"/>
                      <a:pt x="192576" y="202585"/>
                      <a:pt x="184918" y="157683"/>
                    </a:cubicBezTo>
                    <a:cubicBezTo>
                      <a:pt x="170562" y="73664"/>
                      <a:pt x="116838" y="-5860"/>
                      <a:pt x="89206" y="340"/>
                    </a:cubicBezTo>
                    <a:cubicBezTo>
                      <a:pt x="78802" y="2671"/>
                      <a:pt x="75515" y="16362"/>
                      <a:pt x="65445" y="44202"/>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9" name="Google Shape;489;p22"/>
              <p:cNvSpPr/>
              <p:nvPr/>
            </p:nvSpPr>
            <p:spPr>
              <a:xfrm>
                <a:off x="9042920" y="2490430"/>
                <a:ext cx="381277" cy="601397"/>
              </a:xfrm>
              <a:custGeom>
                <a:avLst/>
                <a:gdLst/>
                <a:ahLst/>
                <a:cxnLst/>
                <a:rect l="l" t="t" r="r" b="b"/>
                <a:pathLst>
                  <a:path w="285601" h="450485" extrusionOk="0">
                    <a:moveTo>
                      <a:pt x="12635" y="449851"/>
                    </a:moveTo>
                    <a:cubicBezTo>
                      <a:pt x="-14539" y="439489"/>
                      <a:pt x="8349" y="317435"/>
                      <a:pt x="23330" y="259716"/>
                    </a:cubicBezTo>
                    <a:cubicBezTo>
                      <a:pt x="37104" y="206616"/>
                      <a:pt x="48881" y="163213"/>
                      <a:pt x="85127" y="119476"/>
                    </a:cubicBezTo>
                    <a:cubicBezTo>
                      <a:pt x="105934" y="94383"/>
                      <a:pt x="132276" y="75823"/>
                      <a:pt x="184959" y="38662"/>
                    </a:cubicBezTo>
                    <a:cubicBezTo>
                      <a:pt x="244176" y="-3077"/>
                      <a:pt x="253539" y="-872"/>
                      <a:pt x="257451" y="627"/>
                    </a:cubicBezTo>
                    <a:cubicBezTo>
                      <a:pt x="289827" y="13152"/>
                      <a:pt x="298898" y="113068"/>
                      <a:pt x="259822" y="189596"/>
                    </a:cubicBezTo>
                    <a:cubicBezTo>
                      <a:pt x="237809" y="232667"/>
                      <a:pt x="218167" y="233790"/>
                      <a:pt x="151668" y="300123"/>
                    </a:cubicBezTo>
                    <a:cubicBezTo>
                      <a:pt x="55581" y="395960"/>
                      <a:pt x="32568" y="457466"/>
                      <a:pt x="12635" y="44985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0" name="Google Shape;490;p22"/>
              <p:cNvSpPr/>
              <p:nvPr/>
            </p:nvSpPr>
            <p:spPr>
              <a:xfrm>
                <a:off x="8761477" y="2599418"/>
                <a:ext cx="265032" cy="436333"/>
              </a:xfrm>
              <a:custGeom>
                <a:avLst/>
                <a:gdLst/>
                <a:ahLst/>
                <a:cxnLst/>
                <a:rect l="l" t="t" r="r" b="b"/>
                <a:pathLst>
                  <a:path w="198526" h="326841" extrusionOk="0">
                    <a:moveTo>
                      <a:pt x="151067" y="326566"/>
                    </a:moveTo>
                    <a:cubicBezTo>
                      <a:pt x="122561" y="331185"/>
                      <a:pt x="88812" y="276546"/>
                      <a:pt x="74996" y="245752"/>
                    </a:cubicBezTo>
                    <a:cubicBezTo>
                      <a:pt x="50486" y="190988"/>
                      <a:pt x="70003" y="168932"/>
                      <a:pt x="45284" y="109091"/>
                    </a:cubicBezTo>
                    <a:cubicBezTo>
                      <a:pt x="22646" y="54285"/>
                      <a:pt x="-6526" y="41884"/>
                      <a:pt x="1298" y="23533"/>
                    </a:cubicBezTo>
                    <a:cubicBezTo>
                      <a:pt x="12950" y="-3808"/>
                      <a:pt x="92849" y="-12089"/>
                      <a:pt x="142702" y="24739"/>
                    </a:cubicBezTo>
                    <a:cubicBezTo>
                      <a:pt x="182361" y="54036"/>
                      <a:pt x="189477" y="101809"/>
                      <a:pt x="195012" y="138845"/>
                    </a:cubicBezTo>
                    <a:cubicBezTo>
                      <a:pt x="206955" y="219160"/>
                      <a:pt x="187521" y="320699"/>
                      <a:pt x="151025" y="326608"/>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 name="Google Shape;491;p22"/>
              <p:cNvSpPr/>
              <p:nvPr/>
            </p:nvSpPr>
            <p:spPr>
              <a:xfrm>
                <a:off x="8877166" y="2712285"/>
                <a:ext cx="166708" cy="537996"/>
              </a:xfrm>
              <a:custGeom>
                <a:avLst/>
                <a:gdLst/>
                <a:ahLst/>
                <a:cxnLst/>
                <a:rect l="l" t="t" r="r" b="b"/>
                <a:pathLst>
                  <a:path w="124875" h="402993" extrusionOk="0">
                    <a:moveTo>
                      <a:pt x="123090" y="402993"/>
                    </a:moveTo>
                    <a:cubicBezTo>
                      <a:pt x="122466" y="402993"/>
                      <a:pt x="121842" y="402661"/>
                      <a:pt x="121509" y="402120"/>
                    </a:cubicBezTo>
                    <a:cubicBezTo>
                      <a:pt x="86845" y="344026"/>
                      <a:pt x="64747" y="284601"/>
                      <a:pt x="55883" y="225551"/>
                    </a:cubicBezTo>
                    <a:cubicBezTo>
                      <a:pt x="54178" y="214024"/>
                      <a:pt x="53096" y="203745"/>
                      <a:pt x="51972" y="192842"/>
                    </a:cubicBezTo>
                    <a:cubicBezTo>
                      <a:pt x="49933" y="173325"/>
                      <a:pt x="47852" y="153142"/>
                      <a:pt x="41652" y="124637"/>
                    </a:cubicBezTo>
                    <a:cubicBezTo>
                      <a:pt x="32538" y="82773"/>
                      <a:pt x="18597" y="41700"/>
                      <a:pt x="163" y="2624"/>
                    </a:cubicBezTo>
                    <a:cubicBezTo>
                      <a:pt x="-254" y="1709"/>
                      <a:pt x="163" y="627"/>
                      <a:pt x="1036" y="169"/>
                    </a:cubicBezTo>
                    <a:cubicBezTo>
                      <a:pt x="1952" y="-247"/>
                      <a:pt x="3075" y="127"/>
                      <a:pt x="3491" y="1043"/>
                    </a:cubicBezTo>
                    <a:cubicBezTo>
                      <a:pt x="22010" y="40368"/>
                      <a:pt x="36034" y="81691"/>
                      <a:pt x="45231" y="123846"/>
                    </a:cubicBezTo>
                    <a:cubicBezTo>
                      <a:pt x="51473" y="152518"/>
                      <a:pt x="53553" y="172826"/>
                      <a:pt x="55592" y="192426"/>
                    </a:cubicBezTo>
                    <a:cubicBezTo>
                      <a:pt x="56716" y="203287"/>
                      <a:pt x="57798" y="213525"/>
                      <a:pt x="59504" y="224968"/>
                    </a:cubicBezTo>
                    <a:cubicBezTo>
                      <a:pt x="68285" y="283519"/>
                      <a:pt x="90215" y="342487"/>
                      <a:pt x="124630" y="400205"/>
                    </a:cubicBezTo>
                    <a:cubicBezTo>
                      <a:pt x="125129" y="401079"/>
                      <a:pt x="124838" y="402203"/>
                      <a:pt x="124006" y="402702"/>
                    </a:cubicBezTo>
                    <a:cubicBezTo>
                      <a:pt x="123715" y="402869"/>
                      <a:pt x="123382" y="402952"/>
                      <a:pt x="123049" y="40295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2" name="Google Shape;492;p22"/>
              <p:cNvSpPr/>
              <p:nvPr/>
            </p:nvSpPr>
            <p:spPr>
              <a:xfrm>
                <a:off x="8950771" y="2304915"/>
                <a:ext cx="107375" cy="925118"/>
              </a:xfrm>
              <a:custGeom>
                <a:avLst/>
                <a:gdLst/>
                <a:ahLst/>
                <a:cxnLst/>
                <a:rect l="l" t="t" r="r" b="b"/>
                <a:pathLst>
                  <a:path w="80431" h="692972" extrusionOk="0">
                    <a:moveTo>
                      <a:pt x="78589" y="692972"/>
                    </a:moveTo>
                    <a:cubicBezTo>
                      <a:pt x="77882" y="692972"/>
                      <a:pt x="77174" y="692556"/>
                      <a:pt x="76883" y="691849"/>
                    </a:cubicBezTo>
                    <a:cubicBezTo>
                      <a:pt x="55618" y="640539"/>
                      <a:pt x="43966" y="588729"/>
                      <a:pt x="42260" y="537918"/>
                    </a:cubicBezTo>
                    <a:cubicBezTo>
                      <a:pt x="41012" y="499633"/>
                      <a:pt x="45714" y="474998"/>
                      <a:pt x="50291" y="451153"/>
                    </a:cubicBezTo>
                    <a:cubicBezTo>
                      <a:pt x="55327" y="424811"/>
                      <a:pt x="60528" y="397554"/>
                      <a:pt x="57740" y="351362"/>
                    </a:cubicBezTo>
                    <a:cubicBezTo>
                      <a:pt x="53204" y="276956"/>
                      <a:pt x="32564" y="210790"/>
                      <a:pt x="31690" y="208002"/>
                    </a:cubicBezTo>
                    <a:cubicBezTo>
                      <a:pt x="26821" y="192729"/>
                      <a:pt x="21869" y="179496"/>
                      <a:pt x="17499" y="167844"/>
                    </a:cubicBezTo>
                    <a:cubicBezTo>
                      <a:pt x="5889" y="136759"/>
                      <a:pt x="-2517" y="114287"/>
                      <a:pt x="687" y="82452"/>
                    </a:cubicBezTo>
                    <a:cubicBezTo>
                      <a:pt x="3559" y="54279"/>
                      <a:pt x="14878" y="26773"/>
                      <a:pt x="34312" y="722"/>
                    </a:cubicBezTo>
                    <a:cubicBezTo>
                      <a:pt x="34977" y="-69"/>
                      <a:pt x="36101" y="-235"/>
                      <a:pt x="36892" y="348"/>
                    </a:cubicBezTo>
                    <a:cubicBezTo>
                      <a:pt x="37682" y="930"/>
                      <a:pt x="37849" y="2095"/>
                      <a:pt x="37266" y="2928"/>
                    </a:cubicBezTo>
                    <a:cubicBezTo>
                      <a:pt x="18207" y="28437"/>
                      <a:pt x="7138" y="55320"/>
                      <a:pt x="4349" y="82827"/>
                    </a:cubicBezTo>
                    <a:cubicBezTo>
                      <a:pt x="1187" y="113829"/>
                      <a:pt x="9509" y="135926"/>
                      <a:pt x="20953" y="166554"/>
                    </a:cubicBezTo>
                    <a:cubicBezTo>
                      <a:pt x="25323" y="178248"/>
                      <a:pt x="30316" y="191523"/>
                      <a:pt x="35185" y="206878"/>
                    </a:cubicBezTo>
                    <a:cubicBezTo>
                      <a:pt x="36059" y="209708"/>
                      <a:pt x="56825" y="276249"/>
                      <a:pt x="61402" y="351113"/>
                    </a:cubicBezTo>
                    <a:cubicBezTo>
                      <a:pt x="64232" y="397720"/>
                      <a:pt x="58989" y="425227"/>
                      <a:pt x="53912" y="451819"/>
                    </a:cubicBezTo>
                    <a:cubicBezTo>
                      <a:pt x="49376" y="475456"/>
                      <a:pt x="44715" y="499883"/>
                      <a:pt x="45963" y="537752"/>
                    </a:cubicBezTo>
                    <a:cubicBezTo>
                      <a:pt x="47628" y="588146"/>
                      <a:pt x="59197" y="639540"/>
                      <a:pt x="80295" y="690434"/>
                    </a:cubicBezTo>
                    <a:cubicBezTo>
                      <a:pt x="80669" y="691391"/>
                      <a:pt x="80253" y="692431"/>
                      <a:pt x="79296" y="692806"/>
                    </a:cubicBezTo>
                    <a:cubicBezTo>
                      <a:pt x="79088" y="692889"/>
                      <a:pt x="78839" y="692931"/>
                      <a:pt x="78589" y="69293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 name="Google Shape;493;p22"/>
              <p:cNvSpPr/>
              <p:nvPr/>
            </p:nvSpPr>
            <p:spPr>
              <a:xfrm>
                <a:off x="9047962" y="2699673"/>
                <a:ext cx="225946" cy="569785"/>
              </a:xfrm>
              <a:custGeom>
                <a:avLst/>
                <a:gdLst/>
                <a:ahLst/>
                <a:cxnLst/>
                <a:rect l="l" t="t" r="r" b="b"/>
                <a:pathLst>
                  <a:path w="169248" h="426805" extrusionOk="0">
                    <a:moveTo>
                      <a:pt x="46142" y="426723"/>
                    </a:moveTo>
                    <a:cubicBezTo>
                      <a:pt x="45642" y="426723"/>
                      <a:pt x="45101" y="426515"/>
                      <a:pt x="44768" y="426099"/>
                    </a:cubicBezTo>
                    <a:cubicBezTo>
                      <a:pt x="12351" y="388230"/>
                      <a:pt x="-2588" y="351776"/>
                      <a:pt x="366" y="317777"/>
                    </a:cubicBezTo>
                    <a:cubicBezTo>
                      <a:pt x="1989" y="299176"/>
                      <a:pt x="8273" y="287815"/>
                      <a:pt x="17012" y="272126"/>
                    </a:cubicBezTo>
                    <a:cubicBezTo>
                      <a:pt x="24253" y="259060"/>
                      <a:pt x="33283" y="242789"/>
                      <a:pt x="43270" y="216280"/>
                    </a:cubicBezTo>
                    <a:cubicBezTo>
                      <a:pt x="53549" y="188940"/>
                      <a:pt x="56503" y="172669"/>
                      <a:pt x="59125" y="158312"/>
                    </a:cubicBezTo>
                    <a:cubicBezTo>
                      <a:pt x="61331" y="146244"/>
                      <a:pt x="63412" y="134800"/>
                      <a:pt x="69404" y="118862"/>
                    </a:cubicBezTo>
                    <a:cubicBezTo>
                      <a:pt x="86133" y="74543"/>
                      <a:pt x="118758" y="34677"/>
                      <a:pt x="166323" y="345"/>
                    </a:cubicBezTo>
                    <a:cubicBezTo>
                      <a:pt x="167155" y="-238"/>
                      <a:pt x="168320" y="-71"/>
                      <a:pt x="168903" y="761"/>
                    </a:cubicBezTo>
                    <a:cubicBezTo>
                      <a:pt x="169486" y="1593"/>
                      <a:pt x="169319" y="2717"/>
                      <a:pt x="168487" y="3341"/>
                    </a:cubicBezTo>
                    <a:cubicBezTo>
                      <a:pt x="121505" y="37215"/>
                      <a:pt x="89337" y="76499"/>
                      <a:pt x="72858" y="120152"/>
                    </a:cubicBezTo>
                    <a:cubicBezTo>
                      <a:pt x="66949" y="135799"/>
                      <a:pt x="64910" y="147076"/>
                      <a:pt x="62746" y="158978"/>
                    </a:cubicBezTo>
                    <a:cubicBezTo>
                      <a:pt x="60124" y="173459"/>
                      <a:pt x="57128" y="189939"/>
                      <a:pt x="46724" y="217612"/>
                    </a:cubicBezTo>
                    <a:cubicBezTo>
                      <a:pt x="36653" y="244370"/>
                      <a:pt x="27540" y="260766"/>
                      <a:pt x="20216" y="273958"/>
                    </a:cubicBezTo>
                    <a:cubicBezTo>
                      <a:pt x="11394" y="289854"/>
                      <a:pt x="5568" y="300341"/>
                      <a:pt x="4028" y="318152"/>
                    </a:cubicBezTo>
                    <a:cubicBezTo>
                      <a:pt x="1157" y="351110"/>
                      <a:pt x="15805" y="386648"/>
                      <a:pt x="47556" y="423768"/>
                    </a:cubicBezTo>
                    <a:cubicBezTo>
                      <a:pt x="48222" y="424517"/>
                      <a:pt x="48139" y="425682"/>
                      <a:pt x="47349" y="426348"/>
                    </a:cubicBezTo>
                    <a:cubicBezTo>
                      <a:pt x="47015" y="426640"/>
                      <a:pt x="46558" y="426806"/>
                      <a:pt x="46142" y="42680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 name="Google Shape;494;p22"/>
              <p:cNvSpPr/>
              <p:nvPr/>
            </p:nvSpPr>
            <p:spPr>
              <a:xfrm>
                <a:off x="8956350" y="2635375"/>
                <a:ext cx="76293" cy="245868"/>
              </a:xfrm>
              <a:custGeom>
                <a:avLst/>
                <a:gdLst/>
                <a:ahLst/>
                <a:cxnLst/>
                <a:rect l="l" t="t" r="r" b="b"/>
                <a:pathLst>
                  <a:path w="57148" h="184171" extrusionOk="0">
                    <a:moveTo>
                      <a:pt x="51863" y="184171"/>
                    </a:moveTo>
                    <a:cubicBezTo>
                      <a:pt x="50532" y="183963"/>
                      <a:pt x="49908" y="183006"/>
                      <a:pt x="50074" y="182007"/>
                    </a:cubicBezTo>
                    <a:cubicBezTo>
                      <a:pt x="55484" y="151046"/>
                      <a:pt x="57232" y="103939"/>
                      <a:pt x="34802" y="55084"/>
                    </a:cubicBezTo>
                    <a:cubicBezTo>
                      <a:pt x="26146" y="36233"/>
                      <a:pt x="14619" y="18755"/>
                      <a:pt x="470" y="3067"/>
                    </a:cubicBezTo>
                    <a:cubicBezTo>
                      <a:pt x="-196" y="2318"/>
                      <a:pt x="-154" y="1152"/>
                      <a:pt x="595" y="487"/>
                    </a:cubicBezTo>
                    <a:cubicBezTo>
                      <a:pt x="1344" y="-221"/>
                      <a:pt x="2509" y="-138"/>
                      <a:pt x="3175" y="611"/>
                    </a:cubicBezTo>
                    <a:cubicBezTo>
                      <a:pt x="17573" y="16550"/>
                      <a:pt x="29308" y="34360"/>
                      <a:pt x="38089" y="53545"/>
                    </a:cubicBezTo>
                    <a:cubicBezTo>
                      <a:pt x="60894" y="103273"/>
                      <a:pt x="59146" y="151213"/>
                      <a:pt x="53611" y="182631"/>
                    </a:cubicBezTo>
                    <a:cubicBezTo>
                      <a:pt x="53445" y="183505"/>
                      <a:pt x="52695" y="184129"/>
                      <a:pt x="51822" y="18412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 name="Google Shape;495;p22"/>
              <p:cNvSpPr/>
              <p:nvPr/>
            </p:nvSpPr>
            <p:spPr>
              <a:xfrm>
                <a:off x="8838530" y="3097606"/>
                <a:ext cx="428914" cy="322939"/>
              </a:xfrm>
              <a:custGeom>
                <a:avLst/>
                <a:gdLst/>
                <a:ahLst/>
                <a:cxnLst/>
                <a:rect l="l" t="t" r="r" b="b"/>
                <a:pathLst>
                  <a:path w="321284" h="241902" extrusionOk="0">
                    <a:moveTo>
                      <a:pt x="317764" y="142653"/>
                    </a:moveTo>
                    <a:cubicBezTo>
                      <a:pt x="316058" y="151933"/>
                      <a:pt x="313769" y="160630"/>
                      <a:pt x="311189" y="168745"/>
                    </a:cubicBezTo>
                    <a:cubicBezTo>
                      <a:pt x="300369" y="202702"/>
                      <a:pt x="283099" y="227338"/>
                      <a:pt x="271114" y="241903"/>
                    </a:cubicBezTo>
                    <a:lnTo>
                      <a:pt x="97833" y="241903"/>
                    </a:lnTo>
                    <a:cubicBezTo>
                      <a:pt x="80730" y="229793"/>
                      <a:pt x="52765" y="206115"/>
                      <a:pt x="30960" y="168745"/>
                    </a:cubicBezTo>
                    <a:cubicBezTo>
                      <a:pt x="24968" y="158342"/>
                      <a:pt x="19391" y="146939"/>
                      <a:pt x="14689" y="134372"/>
                    </a:cubicBezTo>
                    <a:cubicBezTo>
                      <a:pt x="-5994" y="79192"/>
                      <a:pt x="-1" y="30836"/>
                      <a:pt x="3994" y="9571"/>
                    </a:cubicBezTo>
                    <a:cubicBezTo>
                      <a:pt x="101121" y="6450"/>
                      <a:pt x="198082" y="3288"/>
                      <a:pt x="295209" y="0"/>
                    </a:cubicBezTo>
                    <a:cubicBezTo>
                      <a:pt x="304031" y="16812"/>
                      <a:pt x="330872" y="71868"/>
                      <a:pt x="317723" y="14261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96" name="Google Shape;496;p22"/>
          <p:cNvGrpSpPr/>
          <p:nvPr/>
        </p:nvGrpSpPr>
        <p:grpSpPr>
          <a:xfrm>
            <a:off x="195479" y="1893195"/>
            <a:ext cx="8736680" cy="1973481"/>
            <a:chOff x="195479" y="1893195"/>
            <a:chExt cx="8736680" cy="1973481"/>
          </a:xfrm>
        </p:grpSpPr>
        <p:sp>
          <p:nvSpPr>
            <p:cNvPr id="497" name="Google Shape;497;p22"/>
            <p:cNvSpPr/>
            <p:nvPr/>
          </p:nvSpPr>
          <p:spPr>
            <a:xfrm>
              <a:off x="8813629" y="26979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 name="Google Shape;498;p22"/>
            <p:cNvSpPr/>
            <p:nvPr/>
          </p:nvSpPr>
          <p:spPr>
            <a:xfrm>
              <a:off x="398744" y="3576980"/>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 name="Google Shape;499;p22"/>
            <p:cNvSpPr/>
            <p:nvPr/>
          </p:nvSpPr>
          <p:spPr>
            <a:xfrm>
              <a:off x="8668224" y="1893195"/>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0" name="Google Shape;500;p22"/>
            <p:cNvSpPr/>
            <p:nvPr/>
          </p:nvSpPr>
          <p:spPr>
            <a:xfrm>
              <a:off x="8423994" y="2307217"/>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1" name="Google Shape;501;p22"/>
            <p:cNvSpPr/>
            <p:nvPr/>
          </p:nvSpPr>
          <p:spPr>
            <a:xfrm>
              <a:off x="195479" y="31597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543"/>
        <p:cNvGrpSpPr/>
        <p:nvPr/>
      </p:nvGrpSpPr>
      <p:grpSpPr>
        <a:xfrm>
          <a:off x="0" y="0"/>
          <a:ext cx="0" cy="0"/>
          <a:chOff x="0" y="0"/>
          <a:chExt cx="0" cy="0"/>
        </a:xfrm>
      </p:grpSpPr>
      <p:sp>
        <p:nvSpPr>
          <p:cNvPr id="544" name="Google Shape;544;p2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
        <p:nvSpPr>
          <p:cNvPr id="545" name="Google Shape;545;p24"/>
          <p:cNvSpPr txBox="1">
            <a:spLocks noGrp="1"/>
          </p:cNvSpPr>
          <p:nvPr>
            <p:ph type="subTitle" idx="1"/>
          </p:nvPr>
        </p:nvSpPr>
        <p:spPr>
          <a:xfrm>
            <a:off x="1129450" y="2267750"/>
            <a:ext cx="2975100" cy="60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46" name="Google Shape;546;p24"/>
          <p:cNvSpPr txBox="1">
            <a:spLocks noGrp="1"/>
          </p:cNvSpPr>
          <p:nvPr>
            <p:ph type="subTitle" idx="2"/>
          </p:nvPr>
        </p:nvSpPr>
        <p:spPr>
          <a:xfrm>
            <a:off x="5039475" y="2267750"/>
            <a:ext cx="2975100" cy="60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47" name="Google Shape;547;p24"/>
          <p:cNvSpPr txBox="1">
            <a:spLocks noGrp="1"/>
          </p:cNvSpPr>
          <p:nvPr>
            <p:ph type="subTitle" idx="3"/>
          </p:nvPr>
        </p:nvSpPr>
        <p:spPr>
          <a:xfrm>
            <a:off x="1129450" y="3994350"/>
            <a:ext cx="2975100" cy="60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48" name="Google Shape;548;p24"/>
          <p:cNvSpPr txBox="1">
            <a:spLocks noGrp="1"/>
          </p:cNvSpPr>
          <p:nvPr>
            <p:ph type="subTitle" idx="4"/>
          </p:nvPr>
        </p:nvSpPr>
        <p:spPr>
          <a:xfrm>
            <a:off x="5039475" y="3994350"/>
            <a:ext cx="2975100" cy="60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49" name="Google Shape;549;p24"/>
          <p:cNvSpPr txBox="1">
            <a:spLocks noGrp="1"/>
          </p:cNvSpPr>
          <p:nvPr>
            <p:ph type="subTitle" idx="5"/>
          </p:nvPr>
        </p:nvSpPr>
        <p:spPr>
          <a:xfrm>
            <a:off x="1129450" y="1855650"/>
            <a:ext cx="29751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Vibur"/>
              <a:buNone/>
              <a:defRPr sz="2500">
                <a:solidFill>
                  <a:schemeClr val="dk1"/>
                </a:solidFill>
                <a:latin typeface="Vibur"/>
                <a:ea typeface="Vibur"/>
                <a:cs typeface="Vibur"/>
                <a:sym typeface="Vibur"/>
              </a:defRPr>
            </a:lvl1pPr>
            <a:lvl2pPr lvl="1" algn="ctr" rtl="0">
              <a:lnSpc>
                <a:spcPct val="100000"/>
              </a:lnSpc>
              <a:spcBef>
                <a:spcPts val="0"/>
              </a:spcBef>
              <a:spcAft>
                <a:spcPts val="0"/>
              </a:spcAft>
              <a:buSzPts val="2500"/>
              <a:buFont typeface="Vibur"/>
              <a:buNone/>
              <a:defRPr sz="2500">
                <a:latin typeface="Vibur"/>
                <a:ea typeface="Vibur"/>
                <a:cs typeface="Vibur"/>
                <a:sym typeface="Vibur"/>
              </a:defRPr>
            </a:lvl2pPr>
            <a:lvl3pPr lvl="2" algn="ctr" rtl="0">
              <a:lnSpc>
                <a:spcPct val="100000"/>
              </a:lnSpc>
              <a:spcBef>
                <a:spcPts val="0"/>
              </a:spcBef>
              <a:spcAft>
                <a:spcPts val="0"/>
              </a:spcAft>
              <a:buSzPts val="2500"/>
              <a:buFont typeface="Vibur"/>
              <a:buNone/>
              <a:defRPr sz="2500">
                <a:latin typeface="Vibur"/>
                <a:ea typeface="Vibur"/>
                <a:cs typeface="Vibur"/>
                <a:sym typeface="Vibur"/>
              </a:defRPr>
            </a:lvl3pPr>
            <a:lvl4pPr lvl="3" algn="ctr" rtl="0">
              <a:lnSpc>
                <a:spcPct val="100000"/>
              </a:lnSpc>
              <a:spcBef>
                <a:spcPts val="0"/>
              </a:spcBef>
              <a:spcAft>
                <a:spcPts val="0"/>
              </a:spcAft>
              <a:buSzPts val="2500"/>
              <a:buFont typeface="Vibur"/>
              <a:buNone/>
              <a:defRPr sz="2500">
                <a:latin typeface="Vibur"/>
                <a:ea typeface="Vibur"/>
                <a:cs typeface="Vibur"/>
                <a:sym typeface="Vibur"/>
              </a:defRPr>
            </a:lvl4pPr>
            <a:lvl5pPr lvl="4" algn="ctr" rtl="0">
              <a:lnSpc>
                <a:spcPct val="100000"/>
              </a:lnSpc>
              <a:spcBef>
                <a:spcPts val="0"/>
              </a:spcBef>
              <a:spcAft>
                <a:spcPts val="0"/>
              </a:spcAft>
              <a:buSzPts val="2500"/>
              <a:buFont typeface="Vibur"/>
              <a:buNone/>
              <a:defRPr sz="2500">
                <a:latin typeface="Vibur"/>
                <a:ea typeface="Vibur"/>
                <a:cs typeface="Vibur"/>
                <a:sym typeface="Vibur"/>
              </a:defRPr>
            </a:lvl5pPr>
            <a:lvl6pPr lvl="5" algn="ctr" rtl="0">
              <a:lnSpc>
                <a:spcPct val="100000"/>
              </a:lnSpc>
              <a:spcBef>
                <a:spcPts val="0"/>
              </a:spcBef>
              <a:spcAft>
                <a:spcPts val="0"/>
              </a:spcAft>
              <a:buSzPts val="2500"/>
              <a:buFont typeface="Vibur"/>
              <a:buNone/>
              <a:defRPr sz="2500">
                <a:latin typeface="Vibur"/>
                <a:ea typeface="Vibur"/>
                <a:cs typeface="Vibur"/>
                <a:sym typeface="Vibur"/>
              </a:defRPr>
            </a:lvl6pPr>
            <a:lvl7pPr lvl="6" algn="ctr" rtl="0">
              <a:lnSpc>
                <a:spcPct val="100000"/>
              </a:lnSpc>
              <a:spcBef>
                <a:spcPts val="0"/>
              </a:spcBef>
              <a:spcAft>
                <a:spcPts val="0"/>
              </a:spcAft>
              <a:buSzPts val="2500"/>
              <a:buFont typeface="Vibur"/>
              <a:buNone/>
              <a:defRPr sz="2500">
                <a:latin typeface="Vibur"/>
                <a:ea typeface="Vibur"/>
                <a:cs typeface="Vibur"/>
                <a:sym typeface="Vibur"/>
              </a:defRPr>
            </a:lvl7pPr>
            <a:lvl8pPr lvl="7" algn="ctr" rtl="0">
              <a:lnSpc>
                <a:spcPct val="100000"/>
              </a:lnSpc>
              <a:spcBef>
                <a:spcPts val="0"/>
              </a:spcBef>
              <a:spcAft>
                <a:spcPts val="0"/>
              </a:spcAft>
              <a:buSzPts val="2500"/>
              <a:buFont typeface="Vibur"/>
              <a:buNone/>
              <a:defRPr sz="2500">
                <a:latin typeface="Vibur"/>
                <a:ea typeface="Vibur"/>
                <a:cs typeface="Vibur"/>
                <a:sym typeface="Vibur"/>
              </a:defRPr>
            </a:lvl8pPr>
            <a:lvl9pPr lvl="8" algn="ctr" rtl="0">
              <a:lnSpc>
                <a:spcPct val="100000"/>
              </a:lnSpc>
              <a:spcBef>
                <a:spcPts val="0"/>
              </a:spcBef>
              <a:spcAft>
                <a:spcPts val="0"/>
              </a:spcAft>
              <a:buSzPts val="2500"/>
              <a:buFont typeface="Vibur"/>
              <a:buNone/>
              <a:defRPr sz="2500">
                <a:latin typeface="Vibur"/>
                <a:ea typeface="Vibur"/>
                <a:cs typeface="Vibur"/>
                <a:sym typeface="Vibur"/>
              </a:defRPr>
            </a:lvl9pPr>
          </a:lstStyle>
          <a:p>
            <a:endParaRPr/>
          </a:p>
        </p:txBody>
      </p:sp>
      <p:sp>
        <p:nvSpPr>
          <p:cNvPr id="550" name="Google Shape;550;p24"/>
          <p:cNvSpPr txBox="1">
            <a:spLocks noGrp="1"/>
          </p:cNvSpPr>
          <p:nvPr>
            <p:ph type="subTitle" idx="6"/>
          </p:nvPr>
        </p:nvSpPr>
        <p:spPr>
          <a:xfrm>
            <a:off x="1129450" y="3581125"/>
            <a:ext cx="29751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Vibur"/>
              <a:buNone/>
              <a:defRPr sz="2500">
                <a:solidFill>
                  <a:schemeClr val="dk1"/>
                </a:solidFill>
                <a:latin typeface="Vibur"/>
                <a:ea typeface="Vibur"/>
                <a:cs typeface="Vibur"/>
                <a:sym typeface="Vibur"/>
              </a:defRPr>
            </a:lvl1pPr>
            <a:lvl2pPr lvl="1" algn="ctr" rtl="0">
              <a:lnSpc>
                <a:spcPct val="100000"/>
              </a:lnSpc>
              <a:spcBef>
                <a:spcPts val="0"/>
              </a:spcBef>
              <a:spcAft>
                <a:spcPts val="0"/>
              </a:spcAft>
              <a:buSzPts val="2500"/>
              <a:buFont typeface="Vibur"/>
              <a:buNone/>
              <a:defRPr sz="2500">
                <a:latin typeface="Vibur"/>
                <a:ea typeface="Vibur"/>
                <a:cs typeface="Vibur"/>
                <a:sym typeface="Vibur"/>
              </a:defRPr>
            </a:lvl2pPr>
            <a:lvl3pPr lvl="2" algn="ctr" rtl="0">
              <a:lnSpc>
                <a:spcPct val="100000"/>
              </a:lnSpc>
              <a:spcBef>
                <a:spcPts val="0"/>
              </a:spcBef>
              <a:spcAft>
                <a:spcPts val="0"/>
              </a:spcAft>
              <a:buSzPts val="2500"/>
              <a:buFont typeface="Vibur"/>
              <a:buNone/>
              <a:defRPr sz="2500">
                <a:latin typeface="Vibur"/>
                <a:ea typeface="Vibur"/>
                <a:cs typeface="Vibur"/>
                <a:sym typeface="Vibur"/>
              </a:defRPr>
            </a:lvl3pPr>
            <a:lvl4pPr lvl="3" algn="ctr" rtl="0">
              <a:lnSpc>
                <a:spcPct val="100000"/>
              </a:lnSpc>
              <a:spcBef>
                <a:spcPts val="0"/>
              </a:spcBef>
              <a:spcAft>
                <a:spcPts val="0"/>
              </a:spcAft>
              <a:buSzPts val="2500"/>
              <a:buFont typeface="Vibur"/>
              <a:buNone/>
              <a:defRPr sz="2500">
                <a:latin typeface="Vibur"/>
                <a:ea typeface="Vibur"/>
                <a:cs typeface="Vibur"/>
                <a:sym typeface="Vibur"/>
              </a:defRPr>
            </a:lvl4pPr>
            <a:lvl5pPr lvl="4" algn="ctr" rtl="0">
              <a:lnSpc>
                <a:spcPct val="100000"/>
              </a:lnSpc>
              <a:spcBef>
                <a:spcPts val="0"/>
              </a:spcBef>
              <a:spcAft>
                <a:spcPts val="0"/>
              </a:spcAft>
              <a:buSzPts val="2500"/>
              <a:buFont typeface="Vibur"/>
              <a:buNone/>
              <a:defRPr sz="2500">
                <a:latin typeface="Vibur"/>
                <a:ea typeface="Vibur"/>
                <a:cs typeface="Vibur"/>
                <a:sym typeface="Vibur"/>
              </a:defRPr>
            </a:lvl5pPr>
            <a:lvl6pPr lvl="5" algn="ctr" rtl="0">
              <a:lnSpc>
                <a:spcPct val="100000"/>
              </a:lnSpc>
              <a:spcBef>
                <a:spcPts val="0"/>
              </a:spcBef>
              <a:spcAft>
                <a:spcPts val="0"/>
              </a:spcAft>
              <a:buSzPts val="2500"/>
              <a:buFont typeface="Vibur"/>
              <a:buNone/>
              <a:defRPr sz="2500">
                <a:latin typeface="Vibur"/>
                <a:ea typeface="Vibur"/>
                <a:cs typeface="Vibur"/>
                <a:sym typeface="Vibur"/>
              </a:defRPr>
            </a:lvl6pPr>
            <a:lvl7pPr lvl="6" algn="ctr" rtl="0">
              <a:lnSpc>
                <a:spcPct val="100000"/>
              </a:lnSpc>
              <a:spcBef>
                <a:spcPts val="0"/>
              </a:spcBef>
              <a:spcAft>
                <a:spcPts val="0"/>
              </a:spcAft>
              <a:buSzPts val="2500"/>
              <a:buFont typeface="Vibur"/>
              <a:buNone/>
              <a:defRPr sz="2500">
                <a:latin typeface="Vibur"/>
                <a:ea typeface="Vibur"/>
                <a:cs typeface="Vibur"/>
                <a:sym typeface="Vibur"/>
              </a:defRPr>
            </a:lvl7pPr>
            <a:lvl8pPr lvl="7" algn="ctr" rtl="0">
              <a:lnSpc>
                <a:spcPct val="100000"/>
              </a:lnSpc>
              <a:spcBef>
                <a:spcPts val="0"/>
              </a:spcBef>
              <a:spcAft>
                <a:spcPts val="0"/>
              </a:spcAft>
              <a:buSzPts val="2500"/>
              <a:buFont typeface="Vibur"/>
              <a:buNone/>
              <a:defRPr sz="2500">
                <a:latin typeface="Vibur"/>
                <a:ea typeface="Vibur"/>
                <a:cs typeface="Vibur"/>
                <a:sym typeface="Vibur"/>
              </a:defRPr>
            </a:lvl8pPr>
            <a:lvl9pPr lvl="8" algn="ctr" rtl="0">
              <a:lnSpc>
                <a:spcPct val="100000"/>
              </a:lnSpc>
              <a:spcBef>
                <a:spcPts val="0"/>
              </a:spcBef>
              <a:spcAft>
                <a:spcPts val="0"/>
              </a:spcAft>
              <a:buSzPts val="2500"/>
              <a:buFont typeface="Vibur"/>
              <a:buNone/>
              <a:defRPr sz="2500">
                <a:latin typeface="Vibur"/>
                <a:ea typeface="Vibur"/>
                <a:cs typeface="Vibur"/>
                <a:sym typeface="Vibur"/>
              </a:defRPr>
            </a:lvl9pPr>
          </a:lstStyle>
          <a:p>
            <a:endParaRPr/>
          </a:p>
        </p:txBody>
      </p:sp>
      <p:sp>
        <p:nvSpPr>
          <p:cNvPr id="551" name="Google Shape;551;p24"/>
          <p:cNvSpPr txBox="1">
            <a:spLocks noGrp="1"/>
          </p:cNvSpPr>
          <p:nvPr>
            <p:ph type="subTitle" idx="7"/>
          </p:nvPr>
        </p:nvSpPr>
        <p:spPr>
          <a:xfrm>
            <a:off x="5039476" y="1855650"/>
            <a:ext cx="29751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Vibur"/>
              <a:buNone/>
              <a:defRPr sz="2500">
                <a:solidFill>
                  <a:schemeClr val="dk1"/>
                </a:solidFill>
                <a:latin typeface="Vibur"/>
                <a:ea typeface="Vibur"/>
                <a:cs typeface="Vibur"/>
                <a:sym typeface="Vibur"/>
              </a:defRPr>
            </a:lvl1pPr>
            <a:lvl2pPr lvl="1" algn="ctr" rtl="0">
              <a:lnSpc>
                <a:spcPct val="100000"/>
              </a:lnSpc>
              <a:spcBef>
                <a:spcPts val="0"/>
              </a:spcBef>
              <a:spcAft>
                <a:spcPts val="0"/>
              </a:spcAft>
              <a:buSzPts val="2500"/>
              <a:buFont typeface="Vibur"/>
              <a:buNone/>
              <a:defRPr sz="2500">
                <a:latin typeface="Vibur"/>
                <a:ea typeface="Vibur"/>
                <a:cs typeface="Vibur"/>
                <a:sym typeface="Vibur"/>
              </a:defRPr>
            </a:lvl2pPr>
            <a:lvl3pPr lvl="2" algn="ctr" rtl="0">
              <a:lnSpc>
                <a:spcPct val="100000"/>
              </a:lnSpc>
              <a:spcBef>
                <a:spcPts val="0"/>
              </a:spcBef>
              <a:spcAft>
                <a:spcPts val="0"/>
              </a:spcAft>
              <a:buSzPts val="2500"/>
              <a:buFont typeface="Vibur"/>
              <a:buNone/>
              <a:defRPr sz="2500">
                <a:latin typeface="Vibur"/>
                <a:ea typeface="Vibur"/>
                <a:cs typeface="Vibur"/>
                <a:sym typeface="Vibur"/>
              </a:defRPr>
            </a:lvl3pPr>
            <a:lvl4pPr lvl="3" algn="ctr" rtl="0">
              <a:lnSpc>
                <a:spcPct val="100000"/>
              </a:lnSpc>
              <a:spcBef>
                <a:spcPts val="0"/>
              </a:spcBef>
              <a:spcAft>
                <a:spcPts val="0"/>
              </a:spcAft>
              <a:buSzPts val="2500"/>
              <a:buFont typeface="Vibur"/>
              <a:buNone/>
              <a:defRPr sz="2500">
                <a:latin typeface="Vibur"/>
                <a:ea typeface="Vibur"/>
                <a:cs typeface="Vibur"/>
                <a:sym typeface="Vibur"/>
              </a:defRPr>
            </a:lvl4pPr>
            <a:lvl5pPr lvl="4" algn="ctr" rtl="0">
              <a:lnSpc>
                <a:spcPct val="100000"/>
              </a:lnSpc>
              <a:spcBef>
                <a:spcPts val="0"/>
              </a:spcBef>
              <a:spcAft>
                <a:spcPts val="0"/>
              </a:spcAft>
              <a:buSzPts val="2500"/>
              <a:buFont typeface="Vibur"/>
              <a:buNone/>
              <a:defRPr sz="2500">
                <a:latin typeface="Vibur"/>
                <a:ea typeface="Vibur"/>
                <a:cs typeface="Vibur"/>
                <a:sym typeface="Vibur"/>
              </a:defRPr>
            </a:lvl5pPr>
            <a:lvl6pPr lvl="5" algn="ctr" rtl="0">
              <a:lnSpc>
                <a:spcPct val="100000"/>
              </a:lnSpc>
              <a:spcBef>
                <a:spcPts val="0"/>
              </a:spcBef>
              <a:spcAft>
                <a:spcPts val="0"/>
              </a:spcAft>
              <a:buSzPts val="2500"/>
              <a:buFont typeface="Vibur"/>
              <a:buNone/>
              <a:defRPr sz="2500">
                <a:latin typeface="Vibur"/>
                <a:ea typeface="Vibur"/>
                <a:cs typeface="Vibur"/>
                <a:sym typeface="Vibur"/>
              </a:defRPr>
            </a:lvl6pPr>
            <a:lvl7pPr lvl="6" algn="ctr" rtl="0">
              <a:lnSpc>
                <a:spcPct val="100000"/>
              </a:lnSpc>
              <a:spcBef>
                <a:spcPts val="0"/>
              </a:spcBef>
              <a:spcAft>
                <a:spcPts val="0"/>
              </a:spcAft>
              <a:buSzPts val="2500"/>
              <a:buFont typeface="Vibur"/>
              <a:buNone/>
              <a:defRPr sz="2500">
                <a:latin typeface="Vibur"/>
                <a:ea typeface="Vibur"/>
                <a:cs typeface="Vibur"/>
                <a:sym typeface="Vibur"/>
              </a:defRPr>
            </a:lvl7pPr>
            <a:lvl8pPr lvl="7" algn="ctr" rtl="0">
              <a:lnSpc>
                <a:spcPct val="100000"/>
              </a:lnSpc>
              <a:spcBef>
                <a:spcPts val="0"/>
              </a:spcBef>
              <a:spcAft>
                <a:spcPts val="0"/>
              </a:spcAft>
              <a:buSzPts val="2500"/>
              <a:buFont typeface="Vibur"/>
              <a:buNone/>
              <a:defRPr sz="2500">
                <a:latin typeface="Vibur"/>
                <a:ea typeface="Vibur"/>
                <a:cs typeface="Vibur"/>
                <a:sym typeface="Vibur"/>
              </a:defRPr>
            </a:lvl8pPr>
            <a:lvl9pPr lvl="8" algn="ctr" rtl="0">
              <a:lnSpc>
                <a:spcPct val="100000"/>
              </a:lnSpc>
              <a:spcBef>
                <a:spcPts val="0"/>
              </a:spcBef>
              <a:spcAft>
                <a:spcPts val="0"/>
              </a:spcAft>
              <a:buSzPts val="2500"/>
              <a:buFont typeface="Vibur"/>
              <a:buNone/>
              <a:defRPr sz="2500">
                <a:latin typeface="Vibur"/>
                <a:ea typeface="Vibur"/>
                <a:cs typeface="Vibur"/>
                <a:sym typeface="Vibur"/>
              </a:defRPr>
            </a:lvl9pPr>
          </a:lstStyle>
          <a:p>
            <a:endParaRPr/>
          </a:p>
        </p:txBody>
      </p:sp>
      <p:sp>
        <p:nvSpPr>
          <p:cNvPr id="552" name="Google Shape;552;p24"/>
          <p:cNvSpPr txBox="1">
            <a:spLocks noGrp="1"/>
          </p:cNvSpPr>
          <p:nvPr>
            <p:ph type="subTitle" idx="8"/>
          </p:nvPr>
        </p:nvSpPr>
        <p:spPr>
          <a:xfrm>
            <a:off x="5039476" y="3581125"/>
            <a:ext cx="29751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Vibur"/>
              <a:buNone/>
              <a:defRPr sz="2500">
                <a:solidFill>
                  <a:schemeClr val="dk1"/>
                </a:solidFill>
                <a:latin typeface="Vibur"/>
                <a:ea typeface="Vibur"/>
                <a:cs typeface="Vibur"/>
                <a:sym typeface="Vibur"/>
              </a:defRPr>
            </a:lvl1pPr>
            <a:lvl2pPr lvl="1" algn="ctr" rtl="0">
              <a:lnSpc>
                <a:spcPct val="100000"/>
              </a:lnSpc>
              <a:spcBef>
                <a:spcPts val="0"/>
              </a:spcBef>
              <a:spcAft>
                <a:spcPts val="0"/>
              </a:spcAft>
              <a:buSzPts val="2500"/>
              <a:buFont typeface="Vibur"/>
              <a:buNone/>
              <a:defRPr sz="2500">
                <a:latin typeface="Vibur"/>
                <a:ea typeface="Vibur"/>
                <a:cs typeface="Vibur"/>
                <a:sym typeface="Vibur"/>
              </a:defRPr>
            </a:lvl2pPr>
            <a:lvl3pPr lvl="2" algn="ctr" rtl="0">
              <a:lnSpc>
                <a:spcPct val="100000"/>
              </a:lnSpc>
              <a:spcBef>
                <a:spcPts val="0"/>
              </a:spcBef>
              <a:spcAft>
                <a:spcPts val="0"/>
              </a:spcAft>
              <a:buSzPts val="2500"/>
              <a:buFont typeface="Vibur"/>
              <a:buNone/>
              <a:defRPr sz="2500">
                <a:latin typeface="Vibur"/>
                <a:ea typeface="Vibur"/>
                <a:cs typeface="Vibur"/>
                <a:sym typeface="Vibur"/>
              </a:defRPr>
            </a:lvl3pPr>
            <a:lvl4pPr lvl="3" algn="ctr" rtl="0">
              <a:lnSpc>
                <a:spcPct val="100000"/>
              </a:lnSpc>
              <a:spcBef>
                <a:spcPts val="0"/>
              </a:spcBef>
              <a:spcAft>
                <a:spcPts val="0"/>
              </a:spcAft>
              <a:buSzPts val="2500"/>
              <a:buFont typeface="Vibur"/>
              <a:buNone/>
              <a:defRPr sz="2500">
                <a:latin typeface="Vibur"/>
                <a:ea typeface="Vibur"/>
                <a:cs typeface="Vibur"/>
                <a:sym typeface="Vibur"/>
              </a:defRPr>
            </a:lvl4pPr>
            <a:lvl5pPr lvl="4" algn="ctr" rtl="0">
              <a:lnSpc>
                <a:spcPct val="100000"/>
              </a:lnSpc>
              <a:spcBef>
                <a:spcPts val="0"/>
              </a:spcBef>
              <a:spcAft>
                <a:spcPts val="0"/>
              </a:spcAft>
              <a:buSzPts val="2500"/>
              <a:buFont typeface="Vibur"/>
              <a:buNone/>
              <a:defRPr sz="2500">
                <a:latin typeface="Vibur"/>
                <a:ea typeface="Vibur"/>
                <a:cs typeface="Vibur"/>
                <a:sym typeface="Vibur"/>
              </a:defRPr>
            </a:lvl5pPr>
            <a:lvl6pPr lvl="5" algn="ctr" rtl="0">
              <a:lnSpc>
                <a:spcPct val="100000"/>
              </a:lnSpc>
              <a:spcBef>
                <a:spcPts val="0"/>
              </a:spcBef>
              <a:spcAft>
                <a:spcPts val="0"/>
              </a:spcAft>
              <a:buSzPts val="2500"/>
              <a:buFont typeface="Vibur"/>
              <a:buNone/>
              <a:defRPr sz="2500">
                <a:latin typeface="Vibur"/>
                <a:ea typeface="Vibur"/>
                <a:cs typeface="Vibur"/>
                <a:sym typeface="Vibur"/>
              </a:defRPr>
            </a:lvl6pPr>
            <a:lvl7pPr lvl="6" algn="ctr" rtl="0">
              <a:lnSpc>
                <a:spcPct val="100000"/>
              </a:lnSpc>
              <a:spcBef>
                <a:spcPts val="0"/>
              </a:spcBef>
              <a:spcAft>
                <a:spcPts val="0"/>
              </a:spcAft>
              <a:buSzPts val="2500"/>
              <a:buFont typeface="Vibur"/>
              <a:buNone/>
              <a:defRPr sz="2500">
                <a:latin typeface="Vibur"/>
                <a:ea typeface="Vibur"/>
                <a:cs typeface="Vibur"/>
                <a:sym typeface="Vibur"/>
              </a:defRPr>
            </a:lvl7pPr>
            <a:lvl8pPr lvl="7" algn="ctr" rtl="0">
              <a:lnSpc>
                <a:spcPct val="100000"/>
              </a:lnSpc>
              <a:spcBef>
                <a:spcPts val="0"/>
              </a:spcBef>
              <a:spcAft>
                <a:spcPts val="0"/>
              </a:spcAft>
              <a:buSzPts val="2500"/>
              <a:buFont typeface="Vibur"/>
              <a:buNone/>
              <a:defRPr sz="2500">
                <a:latin typeface="Vibur"/>
                <a:ea typeface="Vibur"/>
                <a:cs typeface="Vibur"/>
                <a:sym typeface="Vibur"/>
              </a:defRPr>
            </a:lvl8pPr>
            <a:lvl9pPr lvl="8" algn="ctr" rtl="0">
              <a:lnSpc>
                <a:spcPct val="100000"/>
              </a:lnSpc>
              <a:spcBef>
                <a:spcPts val="0"/>
              </a:spcBef>
              <a:spcAft>
                <a:spcPts val="0"/>
              </a:spcAft>
              <a:buSzPts val="2500"/>
              <a:buFont typeface="Vibur"/>
              <a:buNone/>
              <a:defRPr sz="2500">
                <a:latin typeface="Vibur"/>
                <a:ea typeface="Vibur"/>
                <a:cs typeface="Vibur"/>
                <a:sym typeface="Vibur"/>
              </a:defRPr>
            </a:lvl9pPr>
          </a:lstStyle>
          <a:p>
            <a:endParaRPr/>
          </a:p>
        </p:txBody>
      </p:sp>
      <p:sp>
        <p:nvSpPr>
          <p:cNvPr id="553" name="Google Shape;553;p24"/>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554" name="Google Shape;554;p24"/>
          <p:cNvGrpSpPr/>
          <p:nvPr/>
        </p:nvGrpSpPr>
        <p:grpSpPr>
          <a:xfrm>
            <a:off x="-673506" y="4258641"/>
            <a:ext cx="9709606" cy="940239"/>
            <a:chOff x="-673506" y="4258641"/>
            <a:chExt cx="9709606" cy="940239"/>
          </a:xfrm>
        </p:grpSpPr>
        <p:grpSp>
          <p:nvGrpSpPr>
            <p:cNvPr id="555" name="Google Shape;555;p24"/>
            <p:cNvGrpSpPr/>
            <p:nvPr/>
          </p:nvGrpSpPr>
          <p:grpSpPr>
            <a:xfrm flipH="1">
              <a:off x="-673506" y="4258641"/>
              <a:ext cx="1171210" cy="690629"/>
              <a:chOff x="7119831" y="3369574"/>
              <a:chExt cx="2093316" cy="1234368"/>
            </a:xfrm>
          </p:grpSpPr>
          <p:sp>
            <p:nvSpPr>
              <p:cNvPr id="556" name="Google Shape;556;p24"/>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 name="Google Shape;557;p24"/>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58" name="Google Shape;558;p24"/>
            <p:cNvGrpSpPr/>
            <p:nvPr/>
          </p:nvGrpSpPr>
          <p:grpSpPr>
            <a:xfrm>
              <a:off x="4218131" y="4781541"/>
              <a:ext cx="707750" cy="417340"/>
              <a:chOff x="7119831" y="3369574"/>
              <a:chExt cx="2093316" cy="1234368"/>
            </a:xfrm>
          </p:grpSpPr>
          <p:sp>
            <p:nvSpPr>
              <p:cNvPr id="559" name="Google Shape;559;p24"/>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0" name="Google Shape;560;p24"/>
              <p:cNvSpPr/>
              <p:nvPr/>
            </p:nvSpPr>
            <p:spPr>
              <a:xfrm>
                <a:off x="7119831" y="3369574"/>
                <a:ext cx="2093316" cy="1234368"/>
              </a:xfrm>
              <a:custGeom>
                <a:avLst/>
                <a:gdLst/>
                <a:ahLst/>
                <a:cxnLst/>
                <a:rect l="l" t="t" r="r" b="b"/>
                <a:pathLst>
                  <a:path w="2263044" h="1334452" extrusionOk="0">
                    <a:moveTo>
                      <a:pt x="286" y="1123093"/>
                    </a:moveTo>
                    <a:cubicBezTo>
                      <a:pt x="286" y="1201293"/>
                      <a:pt x="26003" y="1273873"/>
                      <a:pt x="69437" y="1334452"/>
                    </a:cubicBezTo>
                    <a:lnTo>
                      <a:pt x="2215896" y="1334452"/>
                    </a:lnTo>
                    <a:cubicBezTo>
                      <a:pt x="2245995" y="1282065"/>
                      <a:pt x="2263045" y="1221867"/>
                      <a:pt x="2263045" y="1157573"/>
                    </a:cubicBezTo>
                    <a:cubicBezTo>
                      <a:pt x="2263045" y="1126045"/>
                      <a:pt x="2258663" y="1095089"/>
                      <a:pt x="2250567" y="1065848"/>
                    </a:cubicBezTo>
                    <a:cubicBezTo>
                      <a:pt x="2239899" y="1026509"/>
                      <a:pt x="2222468" y="989457"/>
                      <a:pt x="2199608" y="955834"/>
                    </a:cubicBezTo>
                    <a:cubicBezTo>
                      <a:pt x="2229707" y="903161"/>
                      <a:pt x="2246757" y="843248"/>
                      <a:pt x="2246757" y="779526"/>
                    </a:cubicBezTo>
                    <a:cubicBezTo>
                      <a:pt x="2246757" y="661988"/>
                      <a:pt x="2189131" y="556641"/>
                      <a:pt x="2098548" y="487204"/>
                    </a:cubicBezTo>
                    <a:cubicBezTo>
                      <a:pt x="1998726" y="204692"/>
                      <a:pt x="1712690" y="0"/>
                      <a:pt x="1374839" y="0"/>
                    </a:cubicBezTo>
                    <a:cubicBezTo>
                      <a:pt x="1167003" y="0"/>
                      <a:pt x="978884" y="77533"/>
                      <a:pt x="841343" y="202882"/>
                    </a:cubicBezTo>
                    <a:cubicBezTo>
                      <a:pt x="832390" y="202311"/>
                      <a:pt x="823722" y="201739"/>
                      <a:pt x="814388" y="201739"/>
                    </a:cubicBezTo>
                    <a:cubicBezTo>
                      <a:pt x="589502" y="201739"/>
                      <a:pt x="407384" y="371094"/>
                      <a:pt x="407384" y="580073"/>
                    </a:cubicBezTo>
                    <a:cubicBezTo>
                      <a:pt x="407384" y="585025"/>
                      <a:pt x="407956" y="589883"/>
                      <a:pt x="408241" y="594550"/>
                    </a:cubicBezTo>
                    <a:cubicBezTo>
                      <a:pt x="361664" y="641985"/>
                      <a:pt x="324898" y="697325"/>
                      <a:pt x="299942" y="758380"/>
                    </a:cubicBezTo>
                    <a:cubicBezTo>
                      <a:pt x="145923" y="797433"/>
                      <a:pt x="28384" y="917924"/>
                      <a:pt x="4667" y="1066991"/>
                    </a:cubicBezTo>
                    <a:cubicBezTo>
                      <a:pt x="1524" y="1085183"/>
                      <a:pt x="0" y="1104043"/>
                      <a:pt x="0" y="1123188"/>
                    </a:cubicBezTo>
                    <a:close/>
                  </a:path>
                </a:pathLst>
              </a:custGeom>
              <a:solidFill>
                <a:srgbClr val="1B0000">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61" name="Google Shape;561;p24"/>
            <p:cNvGrpSpPr/>
            <p:nvPr/>
          </p:nvGrpSpPr>
          <p:grpSpPr>
            <a:xfrm>
              <a:off x="6338099" y="4698217"/>
              <a:ext cx="253451" cy="253634"/>
              <a:chOff x="3349150" y="4524802"/>
              <a:chExt cx="322580" cy="322854"/>
            </a:xfrm>
          </p:grpSpPr>
          <p:sp>
            <p:nvSpPr>
              <p:cNvPr id="562" name="Google Shape;562;p24"/>
              <p:cNvSpPr/>
              <p:nvPr/>
            </p:nvSpPr>
            <p:spPr>
              <a:xfrm>
                <a:off x="3349150" y="4524802"/>
                <a:ext cx="322580" cy="322854"/>
              </a:xfrm>
              <a:custGeom>
                <a:avLst/>
                <a:gdLst/>
                <a:ahLst/>
                <a:cxnLst/>
                <a:rect l="l" t="t" r="r" b="b"/>
                <a:pathLst>
                  <a:path w="201298" h="201469" extrusionOk="0">
                    <a:moveTo>
                      <a:pt x="201214" y="100692"/>
                    </a:moveTo>
                    <a:cubicBezTo>
                      <a:pt x="201214" y="156376"/>
                      <a:pt x="156120" y="201470"/>
                      <a:pt x="100607" y="201470"/>
                    </a:cubicBezTo>
                    <a:cubicBezTo>
                      <a:pt x="77718" y="201470"/>
                      <a:pt x="56538" y="193869"/>
                      <a:pt x="39628" y="180716"/>
                    </a:cubicBezTo>
                    <a:cubicBezTo>
                      <a:pt x="15544" y="162440"/>
                      <a:pt x="0" y="133317"/>
                      <a:pt x="0" y="100692"/>
                    </a:cubicBezTo>
                    <a:cubicBezTo>
                      <a:pt x="0" y="45179"/>
                      <a:pt x="45094" y="0"/>
                      <a:pt x="100692" y="0"/>
                    </a:cubicBezTo>
                    <a:cubicBezTo>
                      <a:pt x="128278" y="0"/>
                      <a:pt x="153387" y="11188"/>
                      <a:pt x="171493" y="29209"/>
                    </a:cubicBezTo>
                    <a:cubicBezTo>
                      <a:pt x="189940" y="47400"/>
                      <a:pt x="201299" y="72765"/>
                      <a:pt x="201299" y="10060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3" name="Google Shape;563;p24"/>
              <p:cNvSpPr/>
              <p:nvPr/>
            </p:nvSpPr>
            <p:spPr>
              <a:xfrm>
                <a:off x="3349150" y="4524802"/>
                <a:ext cx="274816" cy="289597"/>
              </a:xfrm>
              <a:custGeom>
                <a:avLst/>
                <a:gdLst/>
                <a:ahLst/>
                <a:cxnLst/>
                <a:rect l="l" t="t" r="r" b="b"/>
                <a:pathLst>
                  <a:path w="171492" h="180716" extrusionOk="0">
                    <a:moveTo>
                      <a:pt x="171407" y="29209"/>
                    </a:moveTo>
                    <a:cubicBezTo>
                      <a:pt x="139637" y="42190"/>
                      <a:pt x="107354" y="61918"/>
                      <a:pt x="81391" y="94116"/>
                    </a:cubicBezTo>
                    <a:cubicBezTo>
                      <a:pt x="59612" y="121189"/>
                      <a:pt x="46716" y="151337"/>
                      <a:pt x="39628" y="180716"/>
                    </a:cubicBezTo>
                    <a:cubicBezTo>
                      <a:pt x="15544" y="162440"/>
                      <a:pt x="0" y="133317"/>
                      <a:pt x="0" y="100692"/>
                    </a:cubicBezTo>
                    <a:cubicBezTo>
                      <a:pt x="0" y="45179"/>
                      <a:pt x="45094" y="0"/>
                      <a:pt x="100692" y="0"/>
                    </a:cubicBezTo>
                    <a:cubicBezTo>
                      <a:pt x="128278" y="0"/>
                      <a:pt x="153387" y="11188"/>
                      <a:pt x="171493" y="2920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64" name="Google Shape;564;p24"/>
            <p:cNvGrpSpPr/>
            <p:nvPr/>
          </p:nvGrpSpPr>
          <p:grpSpPr>
            <a:xfrm>
              <a:off x="7670267" y="4538800"/>
              <a:ext cx="1365833" cy="572482"/>
              <a:chOff x="7670267" y="4538800"/>
              <a:chExt cx="1365833" cy="572482"/>
            </a:xfrm>
          </p:grpSpPr>
          <p:sp>
            <p:nvSpPr>
              <p:cNvPr id="565" name="Google Shape;565;p24"/>
              <p:cNvSpPr/>
              <p:nvPr/>
            </p:nvSpPr>
            <p:spPr>
              <a:xfrm flipH="1">
                <a:off x="7677027" y="4538800"/>
                <a:ext cx="1359073" cy="396302"/>
              </a:xfrm>
              <a:custGeom>
                <a:avLst/>
                <a:gdLst/>
                <a:ahLst/>
                <a:cxnLst/>
                <a:rect l="l" t="t" r="r" b="b"/>
                <a:pathLst>
                  <a:path w="1369343" h="399297" extrusionOk="0">
                    <a:moveTo>
                      <a:pt x="1143005" y="80339"/>
                    </a:moveTo>
                    <a:cubicBezTo>
                      <a:pt x="1163588" y="100324"/>
                      <a:pt x="1186135" y="127055"/>
                      <a:pt x="1204582" y="161901"/>
                    </a:cubicBezTo>
                    <a:cubicBezTo>
                      <a:pt x="1208852" y="169929"/>
                      <a:pt x="1212610" y="177871"/>
                      <a:pt x="1215941" y="185558"/>
                    </a:cubicBezTo>
                    <a:cubicBezTo>
                      <a:pt x="1327479" y="199137"/>
                      <a:pt x="1368388" y="215023"/>
                      <a:pt x="1369327" y="231164"/>
                    </a:cubicBezTo>
                    <a:cubicBezTo>
                      <a:pt x="1370353" y="248928"/>
                      <a:pt x="1322868" y="265326"/>
                      <a:pt x="1318170" y="266948"/>
                    </a:cubicBezTo>
                    <a:cubicBezTo>
                      <a:pt x="1264451" y="285140"/>
                      <a:pt x="1233620" y="262422"/>
                      <a:pt x="1169224" y="275062"/>
                    </a:cubicBezTo>
                    <a:cubicBezTo>
                      <a:pt x="1146763" y="279418"/>
                      <a:pt x="1129255" y="286421"/>
                      <a:pt x="1118409" y="291204"/>
                    </a:cubicBezTo>
                    <a:cubicBezTo>
                      <a:pt x="1099107" y="309138"/>
                      <a:pt x="1068873" y="333991"/>
                      <a:pt x="1027623" y="355855"/>
                    </a:cubicBezTo>
                    <a:cubicBezTo>
                      <a:pt x="933934" y="405390"/>
                      <a:pt x="855874" y="400692"/>
                      <a:pt x="695143" y="397447"/>
                    </a:cubicBezTo>
                    <a:cubicBezTo>
                      <a:pt x="369921" y="390785"/>
                      <a:pt x="300743" y="401973"/>
                      <a:pt x="254966" y="342019"/>
                    </a:cubicBezTo>
                    <a:cubicBezTo>
                      <a:pt x="224221" y="301708"/>
                      <a:pt x="238483" y="278051"/>
                      <a:pt x="191852" y="225015"/>
                    </a:cubicBezTo>
                    <a:cubicBezTo>
                      <a:pt x="151712" y="179323"/>
                      <a:pt x="111828" y="164548"/>
                      <a:pt x="50678" y="101861"/>
                    </a:cubicBezTo>
                    <a:cubicBezTo>
                      <a:pt x="47689" y="98786"/>
                      <a:pt x="19164" y="68980"/>
                      <a:pt x="4474" y="22179"/>
                    </a:cubicBezTo>
                    <a:cubicBezTo>
                      <a:pt x="887" y="10905"/>
                      <a:pt x="-1675" y="2450"/>
                      <a:pt x="1314" y="400"/>
                    </a:cubicBezTo>
                    <a:cubicBezTo>
                      <a:pt x="11563" y="-6603"/>
                      <a:pt x="59902" y="79827"/>
                      <a:pt x="154872" y="135681"/>
                    </a:cubicBezTo>
                    <a:cubicBezTo>
                      <a:pt x="163583" y="140806"/>
                      <a:pt x="205175" y="164805"/>
                      <a:pt x="262568" y="180348"/>
                    </a:cubicBezTo>
                    <a:cubicBezTo>
                      <a:pt x="363686" y="207592"/>
                      <a:pt x="449860" y="190938"/>
                      <a:pt x="484193" y="184960"/>
                    </a:cubicBezTo>
                    <a:cubicBezTo>
                      <a:pt x="580102" y="168306"/>
                      <a:pt x="730244" y="154983"/>
                      <a:pt x="984409" y="157289"/>
                    </a:cubicBezTo>
                    <a:cubicBezTo>
                      <a:pt x="991753" y="144478"/>
                      <a:pt x="1009347" y="117832"/>
                      <a:pt x="1042911" y="98786"/>
                    </a:cubicBezTo>
                    <a:cubicBezTo>
                      <a:pt x="1086638" y="74019"/>
                      <a:pt x="1129169" y="78290"/>
                      <a:pt x="1142920" y="8033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6" name="Google Shape;566;p24"/>
              <p:cNvSpPr/>
              <p:nvPr/>
            </p:nvSpPr>
            <p:spPr>
              <a:xfrm flipH="1">
                <a:off x="8173419" y="4913154"/>
                <a:ext cx="157982" cy="183574"/>
              </a:xfrm>
              <a:custGeom>
                <a:avLst/>
                <a:gdLst/>
                <a:ahLst/>
                <a:cxnLst/>
                <a:rect l="l" t="t" r="r" b="b"/>
                <a:pathLst>
                  <a:path w="159176" h="184961" extrusionOk="0">
                    <a:moveTo>
                      <a:pt x="140149" y="0"/>
                    </a:moveTo>
                    <a:cubicBezTo>
                      <a:pt x="126143" y="33223"/>
                      <a:pt x="112051" y="66360"/>
                      <a:pt x="98044" y="99582"/>
                    </a:cubicBezTo>
                    <a:cubicBezTo>
                      <a:pt x="103425" y="118456"/>
                      <a:pt x="108806" y="137245"/>
                      <a:pt x="114186" y="156120"/>
                    </a:cubicBezTo>
                    <a:cubicBezTo>
                      <a:pt x="116065" y="155693"/>
                      <a:pt x="134512" y="151508"/>
                      <a:pt x="148262" y="161415"/>
                    </a:cubicBezTo>
                    <a:cubicBezTo>
                      <a:pt x="153814" y="165429"/>
                      <a:pt x="161159" y="173628"/>
                      <a:pt x="158682" y="178838"/>
                    </a:cubicBezTo>
                    <a:cubicBezTo>
                      <a:pt x="155778" y="184730"/>
                      <a:pt x="139295" y="189001"/>
                      <a:pt x="73277" y="178838"/>
                    </a:cubicBezTo>
                    <a:cubicBezTo>
                      <a:pt x="61576" y="170212"/>
                      <a:pt x="16995" y="135452"/>
                      <a:pt x="21949" y="90871"/>
                    </a:cubicBezTo>
                    <a:cubicBezTo>
                      <a:pt x="22461" y="85832"/>
                      <a:pt x="23742" y="80280"/>
                      <a:pt x="25963" y="74473"/>
                    </a:cubicBezTo>
                    <a:cubicBezTo>
                      <a:pt x="17337" y="51243"/>
                      <a:pt x="8626" y="28098"/>
                      <a:pt x="0" y="4868"/>
                    </a:cubicBezTo>
                    <a:lnTo>
                      <a:pt x="140234"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7" name="Google Shape;567;p24"/>
              <p:cNvSpPr/>
              <p:nvPr/>
            </p:nvSpPr>
            <p:spPr>
              <a:xfrm flipH="1">
                <a:off x="8061768" y="4907898"/>
                <a:ext cx="157982" cy="183574"/>
              </a:xfrm>
              <a:custGeom>
                <a:avLst/>
                <a:gdLst/>
                <a:ahLst/>
                <a:cxnLst/>
                <a:rect l="l" t="t" r="r" b="b"/>
                <a:pathLst>
                  <a:path w="159176" h="184961" extrusionOk="0">
                    <a:moveTo>
                      <a:pt x="140149" y="0"/>
                    </a:moveTo>
                    <a:cubicBezTo>
                      <a:pt x="126143" y="33223"/>
                      <a:pt x="112051" y="66359"/>
                      <a:pt x="98044" y="99582"/>
                    </a:cubicBezTo>
                    <a:cubicBezTo>
                      <a:pt x="103425" y="118456"/>
                      <a:pt x="108806" y="137245"/>
                      <a:pt x="114186" y="156120"/>
                    </a:cubicBezTo>
                    <a:cubicBezTo>
                      <a:pt x="116065" y="155693"/>
                      <a:pt x="134512" y="151508"/>
                      <a:pt x="148262" y="161415"/>
                    </a:cubicBezTo>
                    <a:cubicBezTo>
                      <a:pt x="153814" y="165429"/>
                      <a:pt x="161159" y="173628"/>
                      <a:pt x="158682" y="178838"/>
                    </a:cubicBezTo>
                    <a:cubicBezTo>
                      <a:pt x="155778" y="184730"/>
                      <a:pt x="139295" y="189001"/>
                      <a:pt x="73277" y="178838"/>
                    </a:cubicBezTo>
                    <a:cubicBezTo>
                      <a:pt x="61577" y="170212"/>
                      <a:pt x="16995" y="135452"/>
                      <a:pt x="21949" y="90871"/>
                    </a:cubicBezTo>
                    <a:cubicBezTo>
                      <a:pt x="22461" y="85832"/>
                      <a:pt x="23743" y="80280"/>
                      <a:pt x="25963" y="74473"/>
                    </a:cubicBezTo>
                    <a:cubicBezTo>
                      <a:pt x="17337" y="51243"/>
                      <a:pt x="8626" y="28098"/>
                      <a:pt x="0" y="4868"/>
                    </a:cubicBezTo>
                    <a:lnTo>
                      <a:pt x="140234"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8" name="Google Shape;568;p24"/>
              <p:cNvSpPr/>
              <p:nvPr/>
            </p:nvSpPr>
            <p:spPr>
              <a:xfrm flipH="1">
                <a:off x="8639041" y="4762451"/>
                <a:ext cx="167983" cy="348831"/>
              </a:xfrm>
              <a:custGeom>
                <a:avLst/>
                <a:gdLst/>
                <a:ahLst/>
                <a:cxnLst/>
                <a:rect l="l" t="t" r="r" b="b"/>
                <a:pathLst>
                  <a:path w="169252" h="351467" extrusionOk="0">
                    <a:moveTo>
                      <a:pt x="164428" y="154805"/>
                    </a:moveTo>
                    <a:cubicBezTo>
                      <a:pt x="152215" y="209977"/>
                      <a:pt x="121213" y="247128"/>
                      <a:pt x="102510" y="266088"/>
                    </a:cubicBezTo>
                    <a:cubicBezTo>
                      <a:pt x="107890" y="284962"/>
                      <a:pt x="113271" y="303751"/>
                      <a:pt x="118651" y="322626"/>
                    </a:cubicBezTo>
                    <a:cubicBezTo>
                      <a:pt x="120530" y="322199"/>
                      <a:pt x="138978" y="318014"/>
                      <a:pt x="152728" y="327921"/>
                    </a:cubicBezTo>
                    <a:cubicBezTo>
                      <a:pt x="158279" y="331935"/>
                      <a:pt x="165624" y="340134"/>
                      <a:pt x="163147" y="345343"/>
                    </a:cubicBezTo>
                    <a:cubicBezTo>
                      <a:pt x="160243" y="351236"/>
                      <a:pt x="143760" y="355507"/>
                      <a:pt x="77742" y="345343"/>
                    </a:cubicBezTo>
                    <a:cubicBezTo>
                      <a:pt x="66042" y="336717"/>
                      <a:pt x="21461" y="301958"/>
                      <a:pt x="26414" y="257377"/>
                    </a:cubicBezTo>
                    <a:cubicBezTo>
                      <a:pt x="26927" y="252338"/>
                      <a:pt x="28208" y="246786"/>
                      <a:pt x="30428" y="240979"/>
                    </a:cubicBezTo>
                    <a:cubicBezTo>
                      <a:pt x="21546" y="225606"/>
                      <a:pt x="10273" y="201949"/>
                      <a:pt x="4465" y="171374"/>
                    </a:cubicBezTo>
                    <a:cubicBezTo>
                      <a:pt x="-7064" y="110566"/>
                      <a:pt x="2415" y="16194"/>
                      <a:pt x="48449" y="1931"/>
                    </a:cubicBezTo>
                    <a:cubicBezTo>
                      <a:pt x="90724" y="-11221"/>
                      <a:pt x="157852" y="44975"/>
                      <a:pt x="167930" y="104673"/>
                    </a:cubicBezTo>
                    <a:cubicBezTo>
                      <a:pt x="171175" y="123974"/>
                      <a:pt x="167844" y="139774"/>
                      <a:pt x="164428" y="15489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9" name="Google Shape;569;p24"/>
              <p:cNvSpPr/>
              <p:nvPr/>
            </p:nvSpPr>
            <p:spPr>
              <a:xfrm flipH="1">
                <a:off x="8486415" y="4922394"/>
                <a:ext cx="157982" cy="183574"/>
              </a:xfrm>
              <a:custGeom>
                <a:avLst/>
                <a:gdLst/>
                <a:ahLst/>
                <a:cxnLst/>
                <a:rect l="l" t="t" r="r" b="b"/>
                <a:pathLst>
                  <a:path w="159176" h="184961" extrusionOk="0">
                    <a:moveTo>
                      <a:pt x="140149" y="0"/>
                    </a:moveTo>
                    <a:cubicBezTo>
                      <a:pt x="126142" y="33223"/>
                      <a:pt x="112051" y="66360"/>
                      <a:pt x="98044" y="99582"/>
                    </a:cubicBezTo>
                    <a:cubicBezTo>
                      <a:pt x="103425" y="118457"/>
                      <a:pt x="108806" y="137245"/>
                      <a:pt x="114186" y="156120"/>
                    </a:cubicBezTo>
                    <a:cubicBezTo>
                      <a:pt x="116065" y="155693"/>
                      <a:pt x="134512" y="151508"/>
                      <a:pt x="148262" y="161415"/>
                    </a:cubicBezTo>
                    <a:cubicBezTo>
                      <a:pt x="153813" y="165429"/>
                      <a:pt x="161159" y="173628"/>
                      <a:pt x="158682" y="178838"/>
                    </a:cubicBezTo>
                    <a:cubicBezTo>
                      <a:pt x="155778" y="184730"/>
                      <a:pt x="139295" y="189001"/>
                      <a:pt x="73277" y="178838"/>
                    </a:cubicBezTo>
                    <a:cubicBezTo>
                      <a:pt x="61576" y="170212"/>
                      <a:pt x="16995" y="135452"/>
                      <a:pt x="21949" y="90871"/>
                    </a:cubicBezTo>
                    <a:cubicBezTo>
                      <a:pt x="22461" y="85832"/>
                      <a:pt x="23742" y="80281"/>
                      <a:pt x="25963" y="74473"/>
                    </a:cubicBezTo>
                    <a:cubicBezTo>
                      <a:pt x="17337" y="51243"/>
                      <a:pt x="8625" y="28098"/>
                      <a:pt x="0" y="4868"/>
                    </a:cubicBezTo>
                    <a:lnTo>
                      <a:pt x="140234"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0" name="Google Shape;570;p24"/>
              <p:cNvSpPr/>
              <p:nvPr/>
            </p:nvSpPr>
            <p:spPr>
              <a:xfrm flipH="1">
                <a:off x="7670267" y="4742618"/>
                <a:ext cx="46364" cy="43161"/>
              </a:xfrm>
              <a:custGeom>
                <a:avLst/>
                <a:gdLst/>
                <a:ahLst/>
                <a:cxnLst/>
                <a:rect l="l" t="t" r="r" b="b"/>
                <a:pathLst>
                  <a:path w="46714" h="43487" extrusionOk="0">
                    <a:moveTo>
                      <a:pt x="118" y="645"/>
                    </a:moveTo>
                    <a:cubicBezTo>
                      <a:pt x="-1590" y="3549"/>
                      <a:pt x="15747" y="10808"/>
                      <a:pt x="22409" y="29427"/>
                    </a:cubicBezTo>
                    <a:cubicBezTo>
                      <a:pt x="25312" y="37455"/>
                      <a:pt x="24202" y="42152"/>
                      <a:pt x="27276" y="43262"/>
                    </a:cubicBezTo>
                    <a:cubicBezTo>
                      <a:pt x="33597" y="45568"/>
                      <a:pt x="49396" y="29683"/>
                      <a:pt x="46322" y="19178"/>
                    </a:cubicBezTo>
                    <a:cubicBezTo>
                      <a:pt x="44870" y="14225"/>
                      <a:pt x="36330" y="11065"/>
                      <a:pt x="19419" y="5086"/>
                    </a:cubicBezTo>
                    <a:cubicBezTo>
                      <a:pt x="9342" y="1499"/>
                      <a:pt x="1313" y="-1319"/>
                      <a:pt x="118" y="64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1" name="Google Shape;571;p24"/>
              <p:cNvSpPr/>
              <p:nvPr/>
            </p:nvSpPr>
            <p:spPr>
              <a:xfrm flipH="1">
                <a:off x="7864030" y="4693833"/>
                <a:ext cx="25768" cy="36617"/>
              </a:xfrm>
              <a:custGeom>
                <a:avLst/>
                <a:gdLst/>
                <a:ahLst/>
                <a:cxnLst/>
                <a:rect l="l" t="t" r="r" b="b"/>
                <a:pathLst>
                  <a:path w="25963" h="36894" extrusionOk="0">
                    <a:moveTo>
                      <a:pt x="0" y="18447"/>
                    </a:moveTo>
                    <a:cubicBezTo>
                      <a:pt x="0" y="28610"/>
                      <a:pt x="5808" y="36895"/>
                      <a:pt x="12982" y="36895"/>
                    </a:cubicBezTo>
                    <a:cubicBezTo>
                      <a:pt x="20156" y="36895"/>
                      <a:pt x="25963" y="28610"/>
                      <a:pt x="25963" y="18447"/>
                    </a:cubicBezTo>
                    <a:cubicBezTo>
                      <a:pt x="25963" y="8284"/>
                      <a:pt x="20156" y="0"/>
                      <a:pt x="12982" y="0"/>
                    </a:cubicBezTo>
                    <a:cubicBezTo>
                      <a:pt x="5808" y="0"/>
                      <a:pt x="0" y="8284"/>
                      <a:pt x="0" y="184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2" name="Google Shape;572;p24"/>
              <p:cNvSpPr/>
              <p:nvPr/>
            </p:nvSpPr>
            <p:spPr>
              <a:xfrm flipH="1">
                <a:off x="7902090" y="4658114"/>
                <a:ext cx="168333" cy="129376"/>
              </a:xfrm>
              <a:custGeom>
                <a:avLst/>
                <a:gdLst/>
                <a:ahLst/>
                <a:cxnLst/>
                <a:rect l="l" t="t" r="r" b="b"/>
                <a:pathLst>
                  <a:path w="169605" h="130354" extrusionOk="0">
                    <a:moveTo>
                      <a:pt x="61285" y="130354"/>
                    </a:moveTo>
                    <a:cubicBezTo>
                      <a:pt x="55221" y="130354"/>
                      <a:pt x="48987" y="129415"/>
                      <a:pt x="42667" y="127023"/>
                    </a:cubicBezTo>
                    <a:cubicBezTo>
                      <a:pt x="7907" y="114298"/>
                      <a:pt x="392" y="71852"/>
                      <a:pt x="50" y="70059"/>
                    </a:cubicBezTo>
                    <a:cubicBezTo>
                      <a:pt x="-292" y="67838"/>
                      <a:pt x="1160" y="65788"/>
                      <a:pt x="3295" y="65447"/>
                    </a:cubicBezTo>
                    <a:cubicBezTo>
                      <a:pt x="5601" y="65019"/>
                      <a:pt x="7565" y="66557"/>
                      <a:pt x="7907" y="68692"/>
                    </a:cubicBezTo>
                    <a:cubicBezTo>
                      <a:pt x="8163" y="70315"/>
                      <a:pt x="14910" y="108320"/>
                      <a:pt x="45400" y="119508"/>
                    </a:cubicBezTo>
                    <a:cubicBezTo>
                      <a:pt x="70680" y="128817"/>
                      <a:pt x="94422" y="113017"/>
                      <a:pt x="107233" y="104562"/>
                    </a:cubicBezTo>
                    <a:cubicBezTo>
                      <a:pt x="150106" y="76122"/>
                      <a:pt x="159586" y="24452"/>
                      <a:pt x="161635" y="3613"/>
                    </a:cubicBezTo>
                    <a:cubicBezTo>
                      <a:pt x="161892" y="1393"/>
                      <a:pt x="163941" y="-229"/>
                      <a:pt x="165991" y="27"/>
                    </a:cubicBezTo>
                    <a:cubicBezTo>
                      <a:pt x="168212" y="283"/>
                      <a:pt x="169834" y="2247"/>
                      <a:pt x="169578" y="4382"/>
                    </a:cubicBezTo>
                    <a:cubicBezTo>
                      <a:pt x="167358" y="26417"/>
                      <a:pt x="157365" y="80905"/>
                      <a:pt x="111588" y="111224"/>
                    </a:cubicBezTo>
                    <a:cubicBezTo>
                      <a:pt x="101425" y="117970"/>
                      <a:pt x="82807" y="130354"/>
                      <a:pt x="61200" y="13035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3" name="Google Shape;573;p24"/>
              <p:cNvSpPr/>
              <p:nvPr/>
            </p:nvSpPr>
            <p:spPr>
              <a:xfrm flipH="1">
                <a:off x="7731684" y="4759328"/>
                <a:ext cx="140470" cy="47336"/>
              </a:xfrm>
              <a:custGeom>
                <a:avLst/>
                <a:gdLst/>
                <a:ahLst/>
                <a:cxnLst/>
                <a:rect l="l" t="t" r="r" b="b"/>
                <a:pathLst>
                  <a:path w="141531" h="47694" extrusionOk="0">
                    <a:moveTo>
                      <a:pt x="117933" y="47694"/>
                    </a:moveTo>
                    <a:cubicBezTo>
                      <a:pt x="100511" y="47694"/>
                      <a:pt x="83259" y="45217"/>
                      <a:pt x="66349" y="40434"/>
                    </a:cubicBezTo>
                    <a:cubicBezTo>
                      <a:pt x="42691" y="33688"/>
                      <a:pt x="20828" y="22500"/>
                      <a:pt x="1526" y="7127"/>
                    </a:cubicBezTo>
                    <a:cubicBezTo>
                      <a:pt x="-182" y="5760"/>
                      <a:pt x="-523" y="3198"/>
                      <a:pt x="843" y="1490"/>
                    </a:cubicBezTo>
                    <a:cubicBezTo>
                      <a:pt x="2210" y="-218"/>
                      <a:pt x="4772" y="-474"/>
                      <a:pt x="6480" y="807"/>
                    </a:cubicBezTo>
                    <a:cubicBezTo>
                      <a:pt x="25013" y="15496"/>
                      <a:pt x="45851" y="26172"/>
                      <a:pt x="68569" y="32663"/>
                    </a:cubicBezTo>
                    <a:cubicBezTo>
                      <a:pt x="90945" y="39068"/>
                      <a:pt x="113919" y="41118"/>
                      <a:pt x="137064" y="38641"/>
                    </a:cubicBezTo>
                    <a:cubicBezTo>
                      <a:pt x="139370" y="38556"/>
                      <a:pt x="141248" y="40008"/>
                      <a:pt x="141505" y="42228"/>
                    </a:cubicBezTo>
                    <a:cubicBezTo>
                      <a:pt x="141761" y="44449"/>
                      <a:pt x="140139" y="46413"/>
                      <a:pt x="137918" y="46669"/>
                    </a:cubicBezTo>
                    <a:cubicBezTo>
                      <a:pt x="131256" y="47352"/>
                      <a:pt x="124680" y="47694"/>
                      <a:pt x="118019" y="4769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4" name="Google Shape;574;p24"/>
              <p:cNvSpPr/>
              <p:nvPr/>
            </p:nvSpPr>
            <p:spPr>
              <a:xfrm flipH="1">
                <a:off x="8101629" y="4920992"/>
                <a:ext cx="119999" cy="31493"/>
              </a:xfrm>
              <a:custGeom>
                <a:avLst/>
                <a:gdLst/>
                <a:ahLst/>
                <a:cxnLst/>
                <a:rect l="l" t="t" r="r" b="b"/>
                <a:pathLst>
                  <a:path w="120906" h="31731" extrusionOk="0">
                    <a:moveTo>
                      <a:pt x="24182" y="31732"/>
                    </a:moveTo>
                    <a:cubicBezTo>
                      <a:pt x="17350" y="31732"/>
                      <a:pt x="10432" y="31390"/>
                      <a:pt x="3600" y="30621"/>
                    </a:cubicBezTo>
                    <a:cubicBezTo>
                      <a:pt x="1379" y="30365"/>
                      <a:pt x="-158" y="28401"/>
                      <a:pt x="13" y="26180"/>
                    </a:cubicBezTo>
                    <a:cubicBezTo>
                      <a:pt x="269" y="23960"/>
                      <a:pt x="2319" y="22337"/>
                      <a:pt x="4454" y="22593"/>
                    </a:cubicBezTo>
                    <a:cubicBezTo>
                      <a:pt x="15984" y="23789"/>
                      <a:pt x="27770" y="23960"/>
                      <a:pt x="39299" y="23020"/>
                    </a:cubicBezTo>
                    <a:cubicBezTo>
                      <a:pt x="65604" y="20885"/>
                      <a:pt x="91140" y="13284"/>
                      <a:pt x="115053" y="473"/>
                    </a:cubicBezTo>
                    <a:cubicBezTo>
                      <a:pt x="117017" y="-551"/>
                      <a:pt x="119409" y="132"/>
                      <a:pt x="120433" y="2096"/>
                    </a:cubicBezTo>
                    <a:cubicBezTo>
                      <a:pt x="121458" y="4060"/>
                      <a:pt x="120775" y="6452"/>
                      <a:pt x="118811" y="7477"/>
                    </a:cubicBezTo>
                    <a:cubicBezTo>
                      <a:pt x="93873" y="20885"/>
                      <a:pt x="67312" y="28742"/>
                      <a:pt x="39897" y="30963"/>
                    </a:cubicBezTo>
                    <a:cubicBezTo>
                      <a:pt x="34687" y="31390"/>
                      <a:pt x="29392" y="31561"/>
                      <a:pt x="24097" y="3156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5" name="Google Shape;575;p24"/>
              <p:cNvSpPr/>
              <p:nvPr/>
            </p:nvSpPr>
            <p:spPr>
              <a:xfrm flipH="1">
                <a:off x="8531125" y="4922277"/>
                <a:ext cx="106382" cy="17324"/>
              </a:xfrm>
              <a:custGeom>
                <a:avLst/>
                <a:gdLst/>
                <a:ahLst/>
                <a:cxnLst/>
                <a:rect l="l" t="t" r="r" b="b"/>
                <a:pathLst>
                  <a:path w="107186" h="17455" extrusionOk="0">
                    <a:moveTo>
                      <a:pt x="74022" y="17455"/>
                    </a:moveTo>
                    <a:cubicBezTo>
                      <a:pt x="64115" y="17455"/>
                      <a:pt x="54294" y="16943"/>
                      <a:pt x="44472" y="15833"/>
                    </a:cubicBezTo>
                    <a:cubicBezTo>
                      <a:pt x="30551" y="14295"/>
                      <a:pt x="16545" y="11648"/>
                      <a:pt x="2966" y="7890"/>
                    </a:cubicBezTo>
                    <a:cubicBezTo>
                      <a:pt x="830" y="7292"/>
                      <a:pt x="-451" y="5072"/>
                      <a:pt x="147" y="2937"/>
                    </a:cubicBezTo>
                    <a:cubicBezTo>
                      <a:pt x="745" y="801"/>
                      <a:pt x="2880" y="-394"/>
                      <a:pt x="5101" y="118"/>
                    </a:cubicBezTo>
                    <a:cubicBezTo>
                      <a:pt x="18253" y="3705"/>
                      <a:pt x="31832" y="6353"/>
                      <a:pt x="45327" y="7805"/>
                    </a:cubicBezTo>
                    <a:cubicBezTo>
                      <a:pt x="64372" y="9940"/>
                      <a:pt x="83673" y="9940"/>
                      <a:pt x="102718" y="7805"/>
                    </a:cubicBezTo>
                    <a:cubicBezTo>
                      <a:pt x="104853" y="7378"/>
                      <a:pt x="106903" y="9171"/>
                      <a:pt x="107159" y="11306"/>
                    </a:cubicBezTo>
                    <a:cubicBezTo>
                      <a:pt x="107415" y="13527"/>
                      <a:pt x="105793" y="15491"/>
                      <a:pt x="103658" y="15747"/>
                    </a:cubicBezTo>
                    <a:cubicBezTo>
                      <a:pt x="93836" y="16858"/>
                      <a:pt x="84015" y="17370"/>
                      <a:pt x="74108" y="1737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6" name="Google Shape;576;p24"/>
              <p:cNvSpPr/>
              <p:nvPr/>
            </p:nvSpPr>
            <p:spPr>
              <a:xfrm flipH="1">
                <a:off x="8576569" y="4767406"/>
                <a:ext cx="74339" cy="165218"/>
              </a:xfrm>
              <a:custGeom>
                <a:avLst/>
                <a:gdLst/>
                <a:ahLst/>
                <a:cxnLst/>
                <a:rect l="l" t="t" r="r" b="b"/>
                <a:pathLst>
                  <a:path w="74901" h="166467" extrusionOk="0">
                    <a:moveTo>
                      <a:pt x="3997" y="166467"/>
                    </a:moveTo>
                    <a:cubicBezTo>
                      <a:pt x="2802" y="166467"/>
                      <a:pt x="1606" y="165955"/>
                      <a:pt x="837" y="164930"/>
                    </a:cubicBezTo>
                    <a:cubicBezTo>
                      <a:pt x="-529" y="163136"/>
                      <a:pt x="-188" y="160660"/>
                      <a:pt x="1606" y="159294"/>
                    </a:cubicBezTo>
                    <a:cubicBezTo>
                      <a:pt x="17064" y="147508"/>
                      <a:pt x="38415" y="126669"/>
                      <a:pt x="52678" y="94557"/>
                    </a:cubicBezTo>
                    <a:cubicBezTo>
                      <a:pt x="68478" y="59028"/>
                      <a:pt x="68307" y="25976"/>
                      <a:pt x="65403" y="4540"/>
                    </a:cubicBezTo>
                    <a:cubicBezTo>
                      <a:pt x="65147" y="2320"/>
                      <a:pt x="66684" y="355"/>
                      <a:pt x="68819" y="14"/>
                    </a:cubicBezTo>
                    <a:cubicBezTo>
                      <a:pt x="71040" y="-157"/>
                      <a:pt x="73004" y="1295"/>
                      <a:pt x="73345" y="3430"/>
                    </a:cubicBezTo>
                    <a:cubicBezTo>
                      <a:pt x="76335" y="25891"/>
                      <a:pt x="76506" y="60395"/>
                      <a:pt x="60022" y="97717"/>
                    </a:cubicBezTo>
                    <a:cubicBezTo>
                      <a:pt x="45077" y="131281"/>
                      <a:pt x="22701" y="153144"/>
                      <a:pt x="6474" y="165528"/>
                    </a:cubicBezTo>
                    <a:cubicBezTo>
                      <a:pt x="5705" y="166126"/>
                      <a:pt x="4851" y="166382"/>
                      <a:pt x="3997" y="16638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77" name="Google Shape;577;p24"/>
          <p:cNvGrpSpPr/>
          <p:nvPr/>
        </p:nvGrpSpPr>
        <p:grpSpPr>
          <a:xfrm>
            <a:off x="143804" y="71451"/>
            <a:ext cx="8863539" cy="4476887"/>
            <a:chOff x="143804" y="71451"/>
            <a:chExt cx="8863539" cy="4476887"/>
          </a:xfrm>
        </p:grpSpPr>
        <p:sp>
          <p:nvSpPr>
            <p:cNvPr id="578" name="Google Shape;578;p24"/>
            <p:cNvSpPr/>
            <p:nvPr/>
          </p:nvSpPr>
          <p:spPr>
            <a:xfrm>
              <a:off x="4717179" y="2722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79" name="Google Shape;579;p24"/>
            <p:cNvGrpSpPr/>
            <p:nvPr/>
          </p:nvGrpSpPr>
          <p:grpSpPr>
            <a:xfrm>
              <a:off x="143804" y="71451"/>
              <a:ext cx="8863539" cy="4476887"/>
              <a:chOff x="143804" y="71451"/>
              <a:chExt cx="8863539" cy="4476887"/>
            </a:xfrm>
          </p:grpSpPr>
          <p:grpSp>
            <p:nvGrpSpPr>
              <p:cNvPr id="580" name="Google Shape;580;p24"/>
              <p:cNvGrpSpPr/>
              <p:nvPr/>
            </p:nvGrpSpPr>
            <p:grpSpPr>
              <a:xfrm>
                <a:off x="143804" y="1361655"/>
                <a:ext cx="8863539" cy="3186683"/>
                <a:chOff x="143804" y="1361655"/>
                <a:chExt cx="8863539" cy="3186683"/>
              </a:xfrm>
            </p:grpSpPr>
            <p:sp>
              <p:nvSpPr>
                <p:cNvPr id="581" name="Google Shape;581;p24"/>
                <p:cNvSpPr/>
                <p:nvPr/>
              </p:nvSpPr>
              <p:spPr>
                <a:xfrm>
                  <a:off x="8888829" y="38388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2" name="Google Shape;582;p24"/>
                <p:cNvSpPr/>
                <p:nvPr/>
              </p:nvSpPr>
              <p:spPr>
                <a:xfrm>
                  <a:off x="405069" y="1361655"/>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3" name="Google Shape;583;p24"/>
                <p:cNvSpPr/>
                <p:nvPr/>
              </p:nvSpPr>
              <p:spPr>
                <a:xfrm>
                  <a:off x="8645482" y="4258642"/>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4" name="Google Shape;584;p24"/>
                <p:cNvSpPr/>
                <p:nvPr/>
              </p:nvSpPr>
              <p:spPr>
                <a:xfrm>
                  <a:off x="143804" y="18555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85" name="Google Shape;585;p24"/>
              <p:cNvSpPr/>
              <p:nvPr/>
            </p:nvSpPr>
            <p:spPr>
              <a:xfrm>
                <a:off x="4308075" y="71451"/>
                <a:ext cx="220319" cy="390698"/>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618"/>
        <p:cNvGrpSpPr/>
        <p:nvPr/>
      </p:nvGrpSpPr>
      <p:grpSpPr>
        <a:xfrm>
          <a:off x="0" y="0"/>
          <a:ext cx="0" cy="0"/>
          <a:chOff x="0" y="0"/>
          <a:chExt cx="0" cy="0"/>
        </a:xfrm>
      </p:grpSpPr>
      <p:sp>
        <p:nvSpPr>
          <p:cNvPr id="619" name="Google Shape;619;p2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
        <p:nvSpPr>
          <p:cNvPr id="620" name="Google Shape;620;p26"/>
          <p:cNvSpPr txBox="1">
            <a:spLocks noGrp="1"/>
          </p:cNvSpPr>
          <p:nvPr>
            <p:ph type="subTitle" idx="1"/>
          </p:nvPr>
        </p:nvSpPr>
        <p:spPr>
          <a:xfrm>
            <a:off x="1962774" y="1733003"/>
            <a:ext cx="2164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21" name="Google Shape;621;p26"/>
          <p:cNvSpPr txBox="1">
            <a:spLocks noGrp="1"/>
          </p:cNvSpPr>
          <p:nvPr>
            <p:ph type="subTitle" idx="2"/>
          </p:nvPr>
        </p:nvSpPr>
        <p:spPr>
          <a:xfrm>
            <a:off x="1962774" y="2835938"/>
            <a:ext cx="2164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22" name="Google Shape;622;p26"/>
          <p:cNvSpPr txBox="1">
            <a:spLocks noGrp="1"/>
          </p:cNvSpPr>
          <p:nvPr>
            <p:ph type="subTitle" idx="3"/>
          </p:nvPr>
        </p:nvSpPr>
        <p:spPr>
          <a:xfrm>
            <a:off x="1962774" y="3938848"/>
            <a:ext cx="2164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23" name="Google Shape;623;p26"/>
          <p:cNvSpPr txBox="1">
            <a:spLocks noGrp="1"/>
          </p:cNvSpPr>
          <p:nvPr>
            <p:ph type="subTitle" idx="4"/>
          </p:nvPr>
        </p:nvSpPr>
        <p:spPr>
          <a:xfrm>
            <a:off x="5018481" y="3938698"/>
            <a:ext cx="21645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24" name="Google Shape;624;p26"/>
          <p:cNvSpPr txBox="1">
            <a:spLocks noGrp="1"/>
          </p:cNvSpPr>
          <p:nvPr>
            <p:ph type="subTitle" idx="5"/>
          </p:nvPr>
        </p:nvSpPr>
        <p:spPr>
          <a:xfrm>
            <a:off x="5018481" y="1732991"/>
            <a:ext cx="21645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25" name="Google Shape;625;p26"/>
          <p:cNvSpPr txBox="1">
            <a:spLocks noGrp="1"/>
          </p:cNvSpPr>
          <p:nvPr>
            <p:ph type="subTitle" idx="6"/>
          </p:nvPr>
        </p:nvSpPr>
        <p:spPr>
          <a:xfrm>
            <a:off x="5018481" y="2835845"/>
            <a:ext cx="21645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26" name="Google Shape;626;p26"/>
          <p:cNvSpPr txBox="1">
            <a:spLocks noGrp="1"/>
          </p:cNvSpPr>
          <p:nvPr>
            <p:ph type="subTitle" idx="7"/>
          </p:nvPr>
        </p:nvSpPr>
        <p:spPr>
          <a:xfrm>
            <a:off x="1962775" y="1361400"/>
            <a:ext cx="2167500" cy="48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500"/>
              <a:buFont typeface="Vibur"/>
              <a:buNone/>
              <a:defRPr sz="2500">
                <a:solidFill>
                  <a:schemeClr val="dk1"/>
                </a:solidFill>
                <a:latin typeface="Vibur"/>
                <a:ea typeface="Vibur"/>
                <a:cs typeface="Vibur"/>
                <a:sym typeface="Vibur"/>
              </a:defRPr>
            </a:lvl1pPr>
            <a:lvl2pPr lvl="1" algn="ctr" rtl="0">
              <a:lnSpc>
                <a:spcPct val="100000"/>
              </a:lnSpc>
              <a:spcBef>
                <a:spcPts val="0"/>
              </a:spcBef>
              <a:spcAft>
                <a:spcPts val="0"/>
              </a:spcAft>
              <a:buSzPts val="2500"/>
              <a:buFont typeface="Vibur"/>
              <a:buNone/>
              <a:defRPr sz="2500">
                <a:latin typeface="Vibur"/>
                <a:ea typeface="Vibur"/>
                <a:cs typeface="Vibur"/>
                <a:sym typeface="Vibur"/>
              </a:defRPr>
            </a:lvl2pPr>
            <a:lvl3pPr lvl="2" algn="ctr" rtl="0">
              <a:lnSpc>
                <a:spcPct val="100000"/>
              </a:lnSpc>
              <a:spcBef>
                <a:spcPts val="0"/>
              </a:spcBef>
              <a:spcAft>
                <a:spcPts val="0"/>
              </a:spcAft>
              <a:buSzPts val="2500"/>
              <a:buFont typeface="Vibur"/>
              <a:buNone/>
              <a:defRPr sz="2500">
                <a:latin typeface="Vibur"/>
                <a:ea typeface="Vibur"/>
                <a:cs typeface="Vibur"/>
                <a:sym typeface="Vibur"/>
              </a:defRPr>
            </a:lvl3pPr>
            <a:lvl4pPr lvl="3" algn="ctr" rtl="0">
              <a:lnSpc>
                <a:spcPct val="100000"/>
              </a:lnSpc>
              <a:spcBef>
                <a:spcPts val="0"/>
              </a:spcBef>
              <a:spcAft>
                <a:spcPts val="0"/>
              </a:spcAft>
              <a:buSzPts val="2500"/>
              <a:buFont typeface="Vibur"/>
              <a:buNone/>
              <a:defRPr sz="2500">
                <a:latin typeface="Vibur"/>
                <a:ea typeface="Vibur"/>
                <a:cs typeface="Vibur"/>
                <a:sym typeface="Vibur"/>
              </a:defRPr>
            </a:lvl4pPr>
            <a:lvl5pPr lvl="4" algn="ctr" rtl="0">
              <a:lnSpc>
                <a:spcPct val="100000"/>
              </a:lnSpc>
              <a:spcBef>
                <a:spcPts val="0"/>
              </a:spcBef>
              <a:spcAft>
                <a:spcPts val="0"/>
              </a:spcAft>
              <a:buSzPts val="2500"/>
              <a:buFont typeface="Vibur"/>
              <a:buNone/>
              <a:defRPr sz="2500">
                <a:latin typeface="Vibur"/>
                <a:ea typeface="Vibur"/>
                <a:cs typeface="Vibur"/>
                <a:sym typeface="Vibur"/>
              </a:defRPr>
            </a:lvl5pPr>
            <a:lvl6pPr lvl="5" algn="ctr" rtl="0">
              <a:lnSpc>
                <a:spcPct val="100000"/>
              </a:lnSpc>
              <a:spcBef>
                <a:spcPts val="0"/>
              </a:spcBef>
              <a:spcAft>
                <a:spcPts val="0"/>
              </a:spcAft>
              <a:buSzPts val="2500"/>
              <a:buFont typeface="Vibur"/>
              <a:buNone/>
              <a:defRPr sz="2500">
                <a:latin typeface="Vibur"/>
                <a:ea typeface="Vibur"/>
                <a:cs typeface="Vibur"/>
                <a:sym typeface="Vibur"/>
              </a:defRPr>
            </a:lvl6pPr>
            <a:lvl7pPr lvl="6" algn="ctr" rtl="0">
              <a:lnSpc>
                <a:spcPct val="100000"/>
              </a:lnSpc>
              <a:spcBef>
                <a:spcPts val="0"/>
              </a:spcBef>
              <a:spcAft>
                <a:spcPts val="0"/>
              </a:spcAft>
              <a:buSzPts val="2500"/>
              <a:buFont typeface="Vibur"/>
              <a:buNone/>
              <a:defRPr sz="2500">
                <a:latin typeface="Vibur"/>
                <a:ea typeface="Vibur"/>
                <a:cs typeface="Vibur"/>
                <a:sym typeface="Vibur"/>
              </a:defRPr>
            </a:lvl7pPr>
            <a:lvl8pPr lvl="7" algn="ctr" rtl="0">
              <a:lnSpc>
                <a:spcPct val="100000"/>
              </a:lnSpc>
              <a:spcBef>
                <a:spcPts val="0"/>
              </a:spcBef>
              <a:spcAft>
                <a:spcPts val="0"/>
              </a:spcAft>
              <a:buSzPts val="2500"/>
              <a:buFont typeface="Vibur"/>
              <a:buNone/>
              <a:defRPr sz="2500">
                <a:latin typeface="Vibur"/>
                <a:ea typeface="Vibur"/>
                <a:cs typeface="Vibur"/>
                <a:sym typeface="Vibur"/>
              </a:defRPr>
            </a:lvl8pPr>
            <a:lvl9pPr lvl="8" algn="ctr" rtl="0">
              <a:lnSpc>
                <a:spcPct val="100000"/>
              </a:lnSpc>
              <a:spcBef>
                <a:spcPts val="0"/>
              </a:spcBef>
              <a:spcAft>
                <a:spcPts val="0"/>
              </a:spcAft>
              <a:buSzPts val="2500"/>
              <a:buFont typeface="Vibur"/>
              <a:buNone/>
              <a:defRPr sz="2500">
                <a:latin typeface="Vibur"/>
                <a:ea typeface="Vibur"/>
                <a:cs typeface="Vibur"/>
                <a:sym typeface="Vibur"/>
              </a:defRPr>
            </a:lvl9pPr>
          </a:lstStyle>
          <a:p>
            <a:endParaRPr/>
          </a:p>
        </p:txBody>
      </p:sp>
      <p:sp>
        <p:nvSpPr>
          <p:cNvPr id="627" name="Google Shape;627;p26"/>
          <p:cNvSpPr txBox="1">
            <a:spLocks noGrp="1"/>
          </p:cNvSpPr>
          <p:nvPr>
            <p:ph type="subTitle" idx="8"/>
          </p:nvPr>
        </p:nvSpPr>
        <p:spPr>
          <a:xfrm>
            <a:off x="1962775" y="2463692"/>
            <a:ext cx="2167500" cy="48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500"/>
              <a:buFont typeface="Vibur"/>
              <a:buNone/>
              <a:defRPr sz="2500">
                <a:solidFill>
                  <a:schemeClr val="dk1"/>
                </a:solidFill>
                <a:latin typeface="Vibur"/>
                <a:ea typeface="Vibur"/>
                <a:cs typeface="Vibur"/>
                <a:sym typeface="Vibur"/>
              </a:defRPr>
            </a:lvl1pPr>
            <a:lvl2pPr lvl="1" algn="ctr" rtl="0">
              <a:lnSpc>
                <a:spcPct val="100000"/>
              </a:lnSpc>
              <a:spcBef>
                <a:spcPts val="0"/>
              </a:spcBef>
              <a:spcAft>
                <a:spcPts val="0"/>
              </a:spcAft>
              <a:buSzPts val="2500"/>
              <a:buFont typeface="Vibur"/>
              <a:buNone/>
              <a:defRPr sz="2500">
                <a:latin typeface="Vibur"/>
                <a:ea typeface="Vibur"/>
                <a:cs typeface="Vibur"/>
                <a:sym typeface="Vibur"/>
              </a:defRPr>
            </a:lvl2pPr>
            <a:lvl3pPr lvl="2" algn="ctr" rtl="0">
              <a:lnSpc>
                <a:spcPct val="100000"/>
              </a:lnSpc>
              <a:spcBef>
                <a:spcPts val="0"/>
              </a:spcBef>
              <a:spcAft>
                <a:spcPts val="0"/>
              </a:spcAft>
              <a:buSzPts val="2500"/>
              <a:buFont typeface="Vibur"/>
              <a:buNone/>
              <a:defRPr sz="2500">
                <a:latin typeface="Vibur"/>
                <a:ea typeface="Vibur"/>
                <a:cs typeface="Vibur"/>
                <a:sym typeface="Vibur"/>
              </a:defRPr>
            </a:lvl3pPr>
            <a:lvl4pPr lvl="3" algn="ctr" rtl="0">
              <a:lnSpc>
                <a:spcPct val="100000"/>
              </a:lnSpc>
              <a:spcBef>
                <a:spcPts val="0"/>
              </a:spcBef>
              <a:spcAft>
                <a:spcPts val="0"/>
              </a:spcAft>
              <a:buSzPts val="2500"/>
              <a:buFont typeface="Vibur"/>
              <a:buNone/>
              <a:defRPr sz="2500">
                <a:latin typeface="Vibur"/>
                <a:ea typeface="Vibur"/>
                <a:cs typeface="Vibur"/>
                <a:sym typeface="Vibur"/>
              </a:defRPr>
            </a:lvl4pPr>
            <a:lvl5pPr lvl="4" algn="ctr" rtl="0">
              <a:lnSpc>
                <a:spcPct val="100000"/>
              </a:lnSpc>
              <a:spcBef>
                <a:spcPts val="0"/>
              </a:spcBef>
              <a:spcAft>
                <a:spcPts val="0"/>
              </a:spcAft>
              <a:buSzPts val="2500"/>
              <a:buFont typeface="Vibur"/>
              <a:buNone/>
              <a:defRPr sz="2500">
                <a:latin typeface="Vibur"/>
                <a:ea typeface="Vibur"/>
                <a:cs typeface="Vibur"/>
                <a:sym typeface="Vibur"/>
              </a:defRPr>
            </a:lvl5pPr>
            <a:lvl6pPr lvl="5" algn="ctr" rtl="0">
              <a:lnSpc>
                <a:spcPct val="100000"/>
              </a:lnSpc>
              <a:spcBef>
                <a:spcPts val="0"/>
              </a:spcBef>
              <a:spcAft>
                <a:spcPts val="0"/>
              </a:spcAft>
              <a:buSzPts val="2500"/>
              <a:buFont typeface="Vibur"/>
              <a:buNone/>
              <a:defRPr sz="2500">
                <a:latin typeface="Vibur"/>
                <a:ea typeface="Vibur"/>
                <a:cs typeface="Vibur"/>
                <a:sym typeface="Vibur"/>
              </a:defRPr>
            </a:lvl6pPr>
            <a:lvl7pPr lvl="6" algn="ctr" rtl="0">
              <a:lnSpc>
                <a:spcPct val="100000"/>
              </a:lnSpc>
              <a:spcBef>
                <a:spcPts val="0"/>
              </a:spcBef>
              <a:spcAft>
                <a:spcPts val="0"/>
              </a:spcAft>
              <a:buSzPts val="2500"/>
              <a:buFont typeface="Vibur"/>
              <a:buNone/>
              <a:defRPr sz="2500">
                <a:latin typeface="Vibur"/>
                <a:ea typeface="Vibur"/>
                <a:cs typeface="Vibur"/>
                <a:sym typeface="Vibur"/>
              </a:defRPr>
            </a:lvl7pPr>
            <a:lvl8pPr lvl="7" algn="ctr" rtl="0">
              <a:lnSpc>
                <a:spcPct val="100000"/>
              </a:lnSpc>
              <a:spcBef>
                <a:spcPts val="0"/>
              </a:spcBef>
              <a:spcAft>
                <a:spcPts val="0"/>
              </a:spcAft>
              <a:buSzPts val="2500"/>
              <a:buFont typeface="Vibur"/>
              <a:buNone/>
              <a:defRPr sz="2500">
                <a:latin typeface="Vibur"/>
                <a:ea typeface="Vibur"/>
                <a:cs typeface="Vibur"/>
                <a:sym typeface="Vibur"/>
              </a:defRPr>
            </a:lvl8pPr>
            <a:lvl9pPr lvl="8" algn="ctr" rtl="0">
              <a:lnSpc>
                <a:spcPct val="100000"/>
              </a:lnSpc>
              <a:spcBef>
                <a:spcPts val="0"/>
              </a:spcBef>
              <a:spcAft>
                <a:spcPts val="0"/>
              </a:spcAft>
              <a:buSzPts val="2500"/>
              <a:buFont typeface="Vibur"/>
              <a:buNone/>
              <a:defRPr sz="2500">
                <a:latin typeface="Vibur"/>
                <a:ea typeface="Vibur"/>
                <a:cs typeface="Vibur"/>
                <a:sym typeface="Vibur"/>
              </a:defRPr>
            </a:lvl9pPr>
          </a:lstStyle>
          <a:p>
            <a:endParaRPr/>
          </a:p>
        </p:txBody>
      </p:sp>
      <p:sp>
        <p:nvSpPr>
          <p:cNvPr id="628" name="Google Shape;628;p26"/>
          <p:cNvSpPr txBox="1">
            <a:spLocks noGrp="1"/>
          </p:cNvSpPr>
          <p:nvPr>
            <p:ph type="subTitle" idx="9"/>
          </p:nvPr>
        </p:nvSpPr>
        <p:spPr>
          <a:xfrm>
            <a:off x="5015500" y="1361400"/>
            <a:ext cx="2167500" cy="487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500"/>
              <a:buFont typeface="Vibur"/>
              <a:buNone/>
              <a:defRPr sz="2500">
                <a:solidFill>
                  <a:schemeClr val="dk1"/>
                </a:solidFill>
                <a:latin typeface="Vibur"/>
                <a:ea typeface="Vibur"/>
                <a:cs typeface="Vibur"/>
                <a:sym typeface="Vibur"/>
              </a:defRPr>
            </a:lvl1pPr>
            <a:lvl2pPr lvl="1" algn="ctr" rtl="0">
              <a:lnSpc>
                <a:spcPct val="100000"/>
              </a:lnSpc>
              <a:spcBef>
                <a:spcPts val="0"/>
              </a:spcBef>
              <a:spcAft>
                <a:spcPts val="0"/>
              </a:spcAft>
              <a:buSzPts val="2500"/>
              <a:buFont typeface="Vibur"/>
              <a:buNone/>
              <a:defRPr sz="2500">
                <a:latin typeface="Vibur"/>
                <a:ea typeface="Vibur"/>
                <a:cs typeface="Vibur"/>
                <a:sym typeface="Vibur"/>
              </a:defRPr>
            </a:lvl2pPr>
            <a:lvl3pPr lvl="2" algn="ctr" rtl="0">
              <a:lnSpc>
                <a:spcPct val="100000"/>
              </a:lnSpc>
              <a:spcBef>
                <a:spcPts val="0"/>
              </a:spcBef>
              <a:spcAft>
                <a:spcPts val="0"/>
              </a:spcAft>
              <a:buSzPts val="2500"/>
              <a:buFont typeface="Vibur"/>
              <a:buNone/>
              <a:defRPr sz="2500">
                <a:latin typeface="Vibur"/>
                <a:ea typeface="Vibur"/>
                <a:cs typeface="Vibur"/>
                <a:sym typeface="Vibur"/>
              </a:defRPr>
            </a:lvl3pPr>
            <a:lvl4pPr lvl="3" algn="ctr" rtl="0">
              <a:lnSpc>
                <a:spcPct val="100000"/>
              </a:lnSpc>
              <a:spcBef>
                <a:spcPts val="0"/>
              </a:spcBef>
              <a:spcAft>
                <a:spcPts val="0"/>
              </a:spcAft>
              <a:buSzPts val="2500"/>
              <a:buFont typeface="Vibur"/>
              <a:buNone/>
              <a:defRPr sz="2500">
                <a:latin typeface="Vibur"/>
                <a:ea typeface="Vibur"/>
                <a:cs typeface="Vibur"/>
                <a:sym typeface="Vibur"/>
              </a:defRPr>
            </a:lvl4pPr>
            <a:lvl5pPr lvl="4" algn="ctr" rtl="0">
              <a:lnSpc>
                <a:spcPct val="100000"/>
              </a:lnSpc>
              <a:spcBef>
                <a:spcPts val="0"/>
              </a:spcBef>
              <a:spcAft>
                <a:spcPts val="0"/>
              </a:spcAft>
              <a:buSzPts val="2500"/>
              <a:buFont typeface="Vibur"/>
              <a:buNone/>
              <a:defRPr sz="2500">
                <a:latin typeface="Vibur"/>
                <a:ea typeface="Vibur"/>
                <a:cs typeface="Vibur"/>
                <a:sym typeface="Vibur"/>
              </a:defRPr>
            </a:lvl5pPr>
            <a:lvl6pPr lvl="5" algn="ctr" rtl="0">
              <a:lnSpc>
                <a:spcPct val="100000"/>
              </a:lnSpc>
              <a:spcBef>
                <a:spcPts val="0"/>
              </a:spcBef>
              <a:spcAft>
                <a:spcPts val="0"/>
              </a:spcAft>
              <a:buSzPts val="2500"/>
              <a:buFont typeface="Vibur"/>
              <a:buNone/>
              <a:defRPr sz="2500">
                <a:latin typeface="Vibur"/>
                <a:ea typeface="Vibur"/>
                <a:cs typeface="Vibur"/>
                <a:sym typeface="Vibur"/>
              </a:defRPr>
            </a:lvl6pPr>
            <a:lvl7pPr lvl="6" algn="ctr" rtl="0">
              <a:lnSpc>
                <a:spcPct val="100000"/>
              </a:lnSpc>
              <a:spcBef>
                <a:spcPts val="0"/>
              </a:spcBef>
              <a:spcAft>
                <a:spcPts val="0"/>
              </a:spcAft>
              <a:buSzPts val="2500"/>
              <a:buFont typeface="Vibur"/>
              <a:buNone/>
              <a:defRPr sz="2500">
                <a:latin typeface="Vibur"/>
                <a:ea typeface="Vibur"/>
                <a:cs typeface="Vibur"/>
                <a:sym typeface="Vibur"/>
              </a:defRPr>
            </a:lvl7pPr>
            <a:lvl8pPr lvl="7" algn="ctr" rtl="0">
              <a:lnSpc>
                <a:spcPct val="100000"/>
              </a:lnSpc>
              <a:spcBef>
                <a:spcPts val="0"/>
              </a:spcBef>
              <a:spcAft>
                <a:spcPts val="0"/>
              </a:spcAft>
              <a:buSzPts val="2500"/>
              <a:buFont typeface="Vibur"/>
              <a:buNone/>
              <a:defRPr sz="2500">
                <a:latin typeface="Vibur"/>
                <a:ea typeface="Vibur"/>
                <a:cs typeface="Vibur"/>
                <a:sym typeface="Vibur"/>
              </a:defRPr>
            </a:lvl8pPr>
            <a:lvl9pPr lvl="8" algn="ctr" rtl="0">
              <a:lnSpc>
                <a:spcPct val="100000"/>
              </a:lnSpc>
              <a:spcBef>
                <a:spcPts val="0"/>
              </a:spcBef>
              <a:spcAft>
                <a:spcPts val="0"/>
              </a:spcAft>
              <a:buSzPts val="2500"/>
              <a:buFont typeface="Vibur"/>
              <a:buNone/>
              <a:defRPr sz="2500">
                <a:latin typeface="Vibur"/>
                <a:ea typeface="Vibur"/>
                <a:cs typeface="Vibur"/>
                <a:sym typeface="Vibur"/>
              </a:defRPr>
            </a:lvl9pPr>
          </a:lstStyle>
          <a:p>
            <a:endParaRPr/>
          </a:p>
        </p:txBody>
      </p:sp>
      <p:sp>
        <p:nvSpPr>
          <p:cNvPr id="629" name="Google Shape;629;p26"/>
          <p:cNvSpPr txBox="1">
            <a:spLocks noGrp="1"/>
          </p:cNvSpPr>
          <p:nvPr>
            <p:ph type="subTitle" idx="13"/>
          </p:nvPr>
        </p:nvSpPr>
        <p:spPr>
          <a:xfrm>
            <a:off x="1962775" y="3565984"/>
            <a:ext cx="2167500" cy="48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500"/>
              <a:buFont typeface="Vibur"/>
              <a:buNone/>
              <a:defRPr sz="2500">
                <a:solidFill>
                  <a:schemeClr val="dk1"/>
                </a:solidFill>
                <a:latin typeface="Vibur"/>
                <a:ea typeface="Vibur"/>
                <a:cs typeface="Vibur"/>
                <a:sym typeface="Vibur"/>
              </a:defRPr>
            </a:lvl1pPr>
            <a:lvl2pPr lvl="1" algn="ctr" rtl="0">
              <a:lnSpc>
                <a:spcPct val="100000"/>
              </a:lnSpc>
              <a:spcBef>
                <a:spcPts val="0"/>
              </a:spcBef>
              <a:spcAft>
                <a:spcPts val="0"/>
              </a:spcAft>
              <a:buSzPts val="2500"/>
              <a:buFont typeface="Vibur"/>
              <a:buNone/>
              <a:defRPr sz="2500">
                <a:latin typeface="Vibur"/>
                <a:ea typeface="Vibur"/>
                <a:cs typeface="Vibur"/>
                <a:sym typeface="Vibur"/>
              </a:defRPr>
            </a:lvl2pPr>
            <a:lvl3pPr lvl="2" algn="ctr" rtl="0">
              <a:lnSpc>
                <a:spcPct val="100000"/>
              </a:lnSpc>
              <a:spcBef>
                <a:spcPts val="0"/>
              </a:spcBef>
              <a:spcAft>
                <a:spcPts val="0"/>
              </a:spcAft>
              <a:buSzPts val="2500"/>
              <a:buFont typeface="Vibur"/>
              <a:buNone/>
              <a:defRPr sz="2500">
                <a:latin typeface="Vibur"/>
                <a:ea typeface="Vibur"/>
                <a:cs typeface="Vibur"/>
                <a:sym typeface="Vibur"/>
              </a:defRPr>
            </a:lvl3pPr>
            <a:lvl4pPr lvl="3" algn="ctr" rtl="0">
              <a:lnSpc>
                <a:spcPct val="100000"/>
              </a:lnSpc>
              <a:spcBef>
                <a:spcPts val="0"/>
              </a:spcBef>
              <a:spcAft>
                <a:spcPts val="0"/>
              </a:spcAft>
              <a:buSzPts val="2500"/>
              <a:buFont typeface="Vibur"/>
              <a:buNone/>
              <a:defRPr sz="2500">
                <a:latin typeface="Vibur"/>
                <a:ea typeface="Vibur"/>
                <a:cs typeface="Vibur"/>
                <a:sym typeface="Vibur"/>
              </a:defRPr>
            </a:lvl4pPr>
            <a:lvl5pPr lvl="4" algn="ctr" rtl="0">
              <a:lnSpc>
                <a:spcPct val="100000"/>
              </a:lnSpc>
              <a:spcBef>
                <a:spcPts val="0"/>
              </a:spcBef>
              <a:spcAft>
                <a:spcPts val="0"/>
              </a:spcAft>
              <a:buSzPts val="2500"/>
              <a:buFont typeface="Vibur"/>
              <a:buNone/>
              <a:defRPr sz="2500">
                <a:latin typeface="Vibur"/>
                <a:ea typeface="Vibur"/>
                <a:cs typeface="Vibur"/>
                <a:sym typeface="Vibur"/>
              </a:defRPr>
            </a:lvl5pPr>
            <a:lvl6pPr lvl="5" algn="ctr" rtl="0">
              <a:lnSpc>
                <a:spcPct val="100000"/>
              </a:lnSpc>
              <a:spcBef>
                <a:spcPts val="0"/>
              </a:spcBef>
              <a:spcAft>
                <a:spcPts val="0"/>
              </a:spcAft>
              <a:buSzPts val="2500"/>
              <a:buFont typeface="Vibur"/>
              <a:buNone/>
              <a:defRPr sz="2500">
                <a:latin typeface="Vibur"/>
                <a:ea typeface="Vibur"/>
                <a:cs typeface="Vibur"/>
                <a:sym typeface="Vibur"/>
              </a:defRPr>
            </a:lvl6pPr>
            <a:lvl7pPr lvl="6" algn="ctr" rtl="0">
              <a:lnSpc>
                <a:spcPct val="100000"/>
              </a:lnSpc>
              <a:spcBef>
                <a:spcPts val="0"/>
              </a:spcBef>
              <a:spcAft>
                <a:spcPts val="0"/>
              </a:spcAft>
              <a:buSzPts val="2500"/>
              <a:buFont typeface="Vibur"/>
              <a:buNone/>
              <a:defRPr sz="2500">
                <a:latin typeface="Vibur"/>
                <a:ea typeface="Vibur"/>
                <a:cs typeface="Vibur"/>
                <a:sym typeface="Vibur"/>
              </a:defRPr>
            </a:lvl7pPr>
            <a:lvl8pPr lvl="7" algn="ctr" rtl="0">
              <a:lnSpc>
                <a:spcPct val="100000"/>
              </a:lnSpc>
              <a:spcBef>
                <a:spcPts val="0"/>
              </a:spcBef>
              <a:spcAft>
                <a:spcPts val="0"/>
              </a:spcAft>
              <a:buSzPts val="2500"/>
              <a:buFont typeface="Vibur"/>
              <a:buNone/>
              <a:defRPr sz="2500">
                <a:latin typeface="Vibur"/>
                <a:ea typeface="Vibur"/>
                <a:cs typeface="Vibur"/>
                <a:sym typeface="Vibur"/>
              </a:defRPr>
            </a:lvl8pPr>
            <a:lvl9pPr lvl="8" algn="ctr" rtl="0">
              <a:lnSpc>
                <a:spcPct val="100000"/>
              </a:lnSpc>
              <a:spcBef>
                <a:spcPts val="0"/>
              </a:spcBef>
              <a:spcAft>
                <a:spcPts val="0"/>
              </a:spcAft>
              <a:buSzPts val="2500"/>
              <a:buFont typeface="Vibur"/>
              <a:buNone/>
              <a:defRPr sz="2500">
                <a:latin typeface="Vibur"/>
                <a:ea typeface="Vibur"/>
                <a:cs typeface="Vibur"/>
                <a:sym typeface="Vibur"/>
              </a:defRPr>
            </a:lvl9pPr>
          </a:lstStyle>
          <a:p>
            <a:endParaRPr/>
          </a:p>
        </p:txBody>
      </p:sp>
      <p:sp>
        <p:nvSpPr>
          <p:cNvPr id="630" name="Google Shape;630;p26"/>
          <p:cNvSpPr txBox="1">
            <a:spLocks noGrp="1"/>
          </p:cNvSpPr>
          <p:nvPr>
            <p:ph type="subTitle" idx="14"/>
          </p:nvPr>
        </p:nvSpPr>
        <p:spPr>
          <a:xfrm>
            <a:off x="5015500" y="3565974"/>
            <a:ext cx="2167500" cy="487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500"/>
              <a:buFont typeface="Vibur"/>
              <a:buNone/>
              <a:defRPr sz="2500">
                <a:solidFill>
                  <a:schemeClr val="dk1"/>
                </a:solidFill>
                <a:latin typeface="Vibur"/>
                <a:ea typeface="Vibur"/>
                <a:cs typeface="Vibur"/>
                <a:sym typeface="Vibur"/>
              </a:defRPr>
            </a:lvl1pPr>
            <a:lvl2pPr lvl="1" algn="ctr" rtl="0">
              <a:lnSpc>
                <a:spcPct val="100000"/>
              </a:lnSpc>
              <a:spcBef>
                <a:spcPts val="0"/>
              </a:spcBef>
              <a:spcAft>
                <a:spcPts val="0"/>
              </a:spcAft>
              <a:buSzPts val="2500"/>
              <a:buFont typeface="Vibur"/>
              <a:buNone/>
              <a:defRPr sz="2500">
                <a:latin typeface="Vibur"/>
                <a:ea typeface="Vibur"/>
                <a:cs typeface="Vibur"/>
                <a:sym typeface="Vibur"/>
              </a:defRPr>
            </a:lvl2pPr>
            <a:lvl3pPr lvl="2" algn="ctr" rtl="0">
              <a:lnSpc>
                <a:spcPct val="100000"/>
              </a:lnSpc>
              <a:spcBef>
                <a:spcPts val="0"/>
              </a:spcBef>
              <a:spcAft>
                <a:spcPts val="0"/>
              </a:spcAft>
              <a:buSzPts val="2500"/>
              <a:buFont typeface="Vibur"/>
              <a:buNone/>
              <a:defRPr sz="2500">
                <a:latin typeface="Vibur"/>
                <a:ea typeface="Vibur"/>
                <a:cs typeface="Vibur"/>
                <a:sym typeface="Vibur"/>
              </a:defRPr>
            </a:lvl3pPr>
            <a:lvl4pPr lvl="3" algn="ctr" rtl="0">
              <a:lnSpc>
                <a:spcPct val="100000"/>
              </a:lnSpc>
              <a:spcBef>
                <a:spcPts val="0"/>
              </a:spcBef>
              <a:spcAft>
                <a:spcPts val="0"/>
              </a:spcAft>
              <a:buSzPts val="2500"/>
              <a:buFont typeface="Vibur"/>
              <a:buNone/>
              <a:defRPr sz="2500">
                <a:latin typeface="Vibur"/>
                <a:ea typeface="Vibur"/>
                <a:cs typeface="Vibur"/>
                <a:sym typeface="Vibur"/>
              </a:defRPr>
            </a:lvl4pPr>
            <a:lvl5pPr lvl="4" algn="ctr" rtl="0">
              <a:lnSpc>
                <a:spcPct val="100000"/>
              </a:lnSpc>
              <a:spcBef>
                <a:spcPts val="0"/>
              </a:spcBef>
              <a:spcAft>
                <a:spcPts val="0"/>
              </a:spcAft>
              <a:buSzPts val="2500"/>
              <a:buFont typeface="Vibur"/>
              <a:buNone/>
              <a:defRPr sz="2500">
                <a:latin typeface="Vibur"/>
                <a:ea typeface="Vibur"/>
                <a:cs typeface="Vibur"/>
                <a:sym typeface="Vibur"/>
              </a:defRPr>
            </a:lvl5pPr>
            <a:lvl6pPr lvl="5" algn="ctr" rtl="0">
              <a:lnSpc>
                <a:spcPct val="100000"/>
              </a:lnSpc>
              <a:spcBef>
                <a:spcPts val="0"/>
              </a:spcBef>
              <a:spcAft>
                <a:spcPts val="0"/>
              </a:spcAft>
              <a:buSzPts val="2500"/>
              <a:buFont typeface="Vibur"/>
              <a:buNone/>
              <a:defRPr sz="2500">
                <a:latin typeface="Vibur"/>
                <a:ea typeface="Vibur"/>
                <a:cs typeface="Vibur"/>
                <a:sym typeface="Vibur"/>
              </a:defRPr>
            </a:lvl6pPr>
            <a:lvl7pPr lvl="6" algn="ctr" rtl="0">
              <a:lnSpc>
                <a:spcPct val="100000"/>
              </a:lnSpc>
              <a:spcBef>
                <a:spcPts val="0"/>
              </a:spcBef>
              <a:spcAft>
                <a:spcPts val="0"/>
              </a:spcAft>
              <a:buSzPts val="2500"/>
              <a:buFont typeface="Vibur"/>
              <a:buNone/>
              <a:defRPr sz="2500">
                <a:latin typeface="Vibur"/>
                <a:ea typeface="Vibur"/>
                <a:cs typeface="Vibur"/>
                <a:sym typeface="Vibur"/>
              </a:defRPr>
            </a:lvl7pPr>
            <a:lvl8pPr lvl="7" algn="ctr" rtl="0">
              <a:lnSpc>
                <a:spcPct val="100000"/>
              </a:lnSpc>
              <a:spcBef>
                <a:spcPts val="0"/>
              </a:spcBef>
              <a:spcAft>
                <a:spcPts val="0"/>
              </a:spcAft>
              <a:buSzPts val="2500"/>
              <a:buFont typeface="Vibur"/>
              <a:buNone/>
              <a:defRPr sz="2500">
                <a:latin typeface="Vibur"/>
                <a:ea typeface="Vibur"/>
                <a:cs typeface="Vibur"/>
                <a:sym typeface="Vibur"/>
              </a:defRPr>
            </a:lvl8pPr>
            <a:lvl9pPr lvl="8" algn="ctr" rtl="0">
              <a:lnSpc>
                <a:spcPct val="100000"/>
              </a:lnSpc>
              <a:spcBef>
                <a:spcPts val="0"/>
              </a:spcBef>
              <a:spcAft>
                <a:spcPts val="0"/>
              </a:spcAft>
              <a:buSzPts val="2500"/>
              <a:buFont typeface="Vibur"/>
              <a:buNone/>
              <a:defRPr sz="2500">
                <a:latin typeface="Vibur"/>
                <a:ea typeface="Vibur"/>
                <a:cs typeface="Vibur"/>
                <a:sym typeface="Vibur"/>
              </a:defRPr>
            </a:lvl9pPr>
          </a:lstStyle>
          <a:p>
            <a:endParaRPr/>
          </a:p>
        </p:txBody>
      </p:sp>
      <p:sp>
        <p:nvSpPr>
          <p:cNvPr id="631" name="Google Shape;631;p26"/>
          <p:cNvSpPr txBox="1">
            <a:spLocks noGrp="1"/>
          </p:cNvSpPr>
          <p:nvPr>
            <p:ph type="subTitle" idx="15"/>
          </p:nvPr>
        </p:nvSpPr>
        <p:spPr>
          <a:xfrm>
            <a:off x="5015500" y="2463711"/>
            <a:ext cx="2167500" cy="487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500"/>
              <a:buFont typeface="Vibur"/>
              <a:buNone/>
              <a:defRPr sz="2500">
                <a:solidFill>
                  <a:schemeClr val="dk1"/>
                </a:solidFill>
                <a:latin typeface="Vibur"/>
                <a:ea typeface="Vibur"/>
                <a:cs typeface="Vibur"/>
                <a:sym typeface="Vibur"/>
              </a:defRPr>
            </a:lvl1pPr>
            <a:lvl2pPr lvl="1" algn="ctr" rtl="0">
              <a:lnSpc>
                <a:spcPct val="100000"/>
              </a:lnSpc>
              <a:spcBef>
                <a:spcPts val="0"/>
              </a:spcBef>
              <a:spcAft>
                <a:spcPts val="0"/>
              </a:spcAft>
              <a:buSzPts val="2500"/>
              <a:buFont typeface="Vibur"/>
              <a:buNone/>
              <a:defRPr sz="2500">
                <a:latin typeface="Vibur"/>
                <a:ea typeface="Vibur"/>
                <a:cs typeface="Vibur"/>
                <a:sym typeface="Vibur"/>
              </a:defRPr>
            </a:lvl2pPr>
            <a:lvl3pPr lvl="2" algn="ctr" rtl="0">
              <a:lnSpc>
                <a:spcPct val="100000"/>
              </a:lnSpc>
              <a:spcBef>
                <a:spcPts val="0"/>
              </a:spcBef>
              <a:spcAft>
                <a:spcPts val="0"/>
              </a:spcAft>
              <a:buSzPts val="2500"/>
              <a:buFont typeface="Vibur"/>
              <a:buNone/>
              <a:defRPr sz="2500">
                <a:latin typeface="Vibur"/>
                <a:ea typeface="Vibur"/>
                <a:cs typeface="Vibur"/>
                <a:sym typeface="Vibur"/>
              </a:defRPr>
            </a:lvl3pPr>
            <a:lvl4pPr lvl="3" algn="ctr" rtl="0">
              <a:lnSpc>
                <a:spcPct val="100000"/>
              </a:lnSpc>
              <a:spcBef>
                <a:spcPts val="0"/>
              </a:spcBef>
              <a:spcAft>
                <a:spcPts val="0"/>
              </a:spcAft>
              <a:buSzPts val="2500"/>
              <a:buFont typeface="Vibur"/>
              <a:buNone/>
              <a:defRPr sz="2500">
                <a:latin typeface="Vibur"/>
                <a:ea typeface="Vibur"/>
                <a:cs typeface="Vibur"/>
                <a:sym typeface="Vibur"/>
              </a:defRPr>
            </a:lvl4pPr>
            <a:lvl5pPr lvl="4" algn="ctr" rtl="0">
              <a:lnSpc>
                <a:spcPct val="100000"/>
              </a:lnSpc>
              <a:spcBef>
                <a:spcPts val="0"/>
              </a:spcBef>
              <a:spcAft>
                <a:spcPts val="0"/>
              </a:spcAft>
              <a:buSzPts val="2500"/>
              <a:buFont typeface="Vibur"/>
              <a:buNone/>
              <a:defRPr sz="2500">
                <a:latin typeface="Vibur"/>
                <a:ea typeface="Vibur"/>
                <a:cs typeface="Vibur"/>
                <a:sym typeface="Vibur"/>
              </a:defRPr>
            </a:lvl5pPr>
            <a:lvl6pPr lvl="5" algn="ctr" rtl="0">
              <a:lnSpc>
                <a:spcPct val="100000"/>
              </a:lnSpc>
              <a:spcBef>
                <a:spcPts val="0"/>
              </a:spcBef>
              <a:spcAft>
                <a:spcPts val="0"/>
              </a:spcAft>
              <a:buSzPts val="2500"/>
              <a:buFont typeface="Vibur"/>
              <a:buNone/>
              <a:defRPr sz="2500">
                <a:latin typeface="Vibur"/>
                <a:ea typeface="Vibur"/>
                <a:cs typeface="Vibur"/>
                <a:sym typeface="Vibur"/>
              </a:defRPr>
            </a:lvl6pPr>
            <a:lvl7pPr lvl="6" algn="ctr" rtl="0">
              <a:lnSpc>
                <a:spcPct val="100000"/>
              </a:lnSpc>
              <a:spcBef>
                <a:spcPts val="0"/>
              </a:spcBef>
              <a:spcAft>
                <a:spcPts val="0"/>
              </a:spcAft>
              <a:buSzPts val="2500"/>
              <a:buFont typeface="Vibur"/>
              <a:buNone/>
              <a:defRPr sz="2500">
                <a:latin typeface="Vibur"/>
                <a:ea typeface="Vibur"/>
                <a:cs typeface="Vibur"/>
                <a:sym typeface="Vibur"/>
              </a:defRPr>
            </a:lvl7pPr>
            <a:lvl8pPr lvl="7" algn="ctr" rtl="0">
              <a:lnSpc>
                <a:spcPct val="100000"/>
              </a:lnSpc>
              <a:spcBef>
                <a:spcPts val="0"/>
              </a:spcBef>
              <a:spcAft>
                <a:spcPts val="0"/>
              </a:spcAft>
              <a:buSzPts val="2500"/>
              <a:buFont typeface="Vibur"/>
              <a:buNone/>
              <a:defRPr sz="2500">
                <a:latin typeface="Vibur"/>
                <a:ea typeface="Vibur"/>
                <a:cs typeface="Vibur"/>
                <a:sym typeface="Vibur"/>
              </a:defRPr>
            </a:lvl8pPr>
            <a:lvl9pPr lvl="8" algn="ctr" rtl="0">
              <a:lnSpc>
                <a:spcPct val="100000"/>
              </a:lnSpc>
              <a:spcBef>
                <a:spcPts val="0"/>
              </a:spcBef>
              <a:spcAft>
                <a:spcPts val="0"/>
              </a:spcAft>
              <a:buSzPts val="2500"/>
              <a:buFont typeface="Vibur"/>
              <a:buNone/>
              <a:defRPr sz="2500">
                <a:latin typeface="Vibur"/>
                <a:ea typeface="Vibur"/>
                <a:cs typeface="Vibur"/>
                <a:sym typeface="Vibur"/>
              </a:defRPr>
            </a:lvl9pPr>
          </a:lstStyle>
          <a:p>
            <a:endParaRPr/>
          </a:p>
        </p:txBody>
      </p:sp>
      <p:sp>
        <p:nvSpPr>
          <p:cNvPr id="632" name="Google Shape;632;p26"/>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633" name="Google Shape;633;p26"/>
          <p:cNvGrpSpPr/>
          <p:nvPr/>
        </p:nvGrpSpPr>
        <p:grpSpPr>
          <a:xfrm>
            <a:off x="77294" y="2103707"/>
            <a:ext cx="8989415" cy="1324195"/>
            <a:chOff x="77294" y="2103707"/>
            <a:chExt cx="8989415" cy="1324195"/>
          </a:xfrm>
        </p:grpSpPr>
        <p:grpSp>
          <p:nvGrpSpPr>
            <p:cNvPr id="634" name="Google Shape;634;p26"/>
            <p:cNvGrpSpPr/>
            <p:nvPr/>
          </p:nvGrpSpPr>
          <p:grpSpPr>
            <a:xfrm>
              <a:off x="77294" y="2103707"/>
              <a:ext cx="8989415" cy="1195304"/>
              <a:chOff x="77294" y="2103707"/>
              <a:chExt cx="8989415" cy="1195304"/>
            </a:xfrm>
          </p:grpSpPr>
          <p:sp>
            <p:nvSpPr>
              <p:cNvPr id="635" name="Google Shape;635;p26"/>
              <p:cNvSpPr/>
              <p:nvPr/>
            </p:nvSpPr>
            <p:spPr>
              <a:xfrm>
                <a:off x="8668229" y="30887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6" name="Google Shape;636;p26"/>
              <p:cNvSpPr/>
              <p:nvPr/>
            </p:nvSpPr>
            <p:spPr>
              <a:xfrm>
                <a:off x="77294" y="2776455"/>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7" name="Google Shape;637;p26"/>
              <p:cNvSpPr/>
              <p:nvPr/>
            </p:nvSpPr>
            <p:spPr>
              <a:xfrm>
                <a:off x="8522824" y="2103707"/>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8" name="Google Shape;638;p26"/>
              <p:cNvSpPr/>
              <p:nvPr/>
            </p:nvSpPr>
            <p:spPr>
              <a:xfrm>
                <a:off x="8902694" y="2530692"/>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9" name="Google Shape;639;p26"/>
              <p:cNvSpPr/>
              <p:nvPr/>
            </p:nvSpPr>
            <p:spPr>
              <a:xfrm>
                <a:off x="314004" y="22898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40" name="Google Shape;640;p26"/>
            <p:cNvSpPr/>
            <p:nvPr/>
          </p:nvSpPr>
          <p:spPr>
            <a:xfrm>
              <a:off x="313999" y="2959857"/>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41" name="Google Shape;641;p26"/>
          <p:cNvGrpSpPr/>
          <p:nvPr/>
        </p:nvGrpSpPr>
        <p:grpSpPr>
          <a:xfrm flipH="1">
            <a:off x="7290892" y="4070794"/>
            <a:ext cx="2115417" cy="1012378"/>
            <a:chOff x="-155633" y="4033625"/>
            <a:chExt cx="2115417" cy="1012378"/>
          </a:xfrm>
        </p:grpSpPr>
        <p:grpSp>
          <p:nvGrpSpPr>
            <p:cNvPr id="642" name="Google Shape;642;p26"/>
            <p:cNvGrpSpPr/>
            <p:nvPr/>
          </p:nvGrpSpPr>
          <p:grpSpPr>
            <a:xfrm>
              <a:off x="-155633" y="4033625"/>
              <a:ext cx="875631" cy="896753"/>
              <a:chOff x="-155633" y="4020000"/>
              <a:chExt cx="875631" cy="896753"/>
            </a:xfrm>
          </p:grpSpPr>
          <p:sp>
            <p:nvSpPr>
              <p:cNvPr id="643" name="Google Shape;643;p26"/>
              <p:cNvSpPr/>
              <p:nvPr/>
            </p:nvSpPr>
            <p:spPr>
              <a:xfrm flipH="1">
                <a:off x="148867" y="4210970"/>
                <a:ext cx="496902" cy="506785"/>
              </a:xfrm>
              <a:custGeom>
                <a:avLst/>
                <a:gdLst/>
                <a:ahLst/>
                <a:cxnLst/>
                <a:rect l="l" t="t" r="r" b="b"/>
                <a:pathLst>
                  <a:path w="142788" h="146364" extrusionOk="0">
                    <a:moveTo>
                      <a:pt x="56327" y="10761"/>
                    </a:moveTo>
                    <a:cubicBezTo>
                      <a:pt x="56951" y="20915"/>
                      <a:pt x="59406" y="34814"/>
                      <a:pt x="68728" y="45800"/>
                    </a:cubicBezTo>
                    <a:cubicBezTo>
                      <a:pt x="78757" y="57618"/>
                      <a:pt x="88120" y="55912"/>
                      <a:pt x="103642" y="65275"/>
                    </a:cubicBezTo>
                    <a:cubicBezTo>
                      <a:pt x="124948" y="78092"/>
                      <a:pt x="147961" y="105807"/>
                      <a:pt x="141761" y="126074"/>
                    </a:cubicBezTo>
                    <a:cubicBezTo>
                      <a:pt x="138473" y="136810"/>
                      <a:pt x="127404" y="144259"/>
                      <a:pt x="117416" y="146007"/>
                    </a:cubicBezTo>
                    <a:cubicBezTo>
                      <a:pt x="106389" y="147921"/>
                      <a:pt x="97442" y="142719"/>
                      <a:pt x="66439" y="116835"/>
                    </a:cubicBezTo>
                    <a:cubicBezTo>
                      <a:pt x="19914" y="77926"/>
                      <a:pt x="14380" y="68147"/>
                      <a:pt x="11342" y="61863"/>
                    </a:cubicBezTo>
                    <a:cubicBezTo>
                      <a:pt x="7597" y="54123"/>
                      <a:pt x="-8133" y="21539"/>
                      <a:pt x="5391" y="6891"/>
                    </a:cubicBezTo>
                    <a:cubicBezTo>
                      <a:pt x="14754" y="-3263"/>
                      <a:pt x="36061" y="-2389"/>
                      <a:pt x="56368" y="10803"/>
                    </a:cubicBez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4" name="Google Shape;644;p26"/>
              <p:cNvSpPr/>
              <p:nvPr/>
            </p:nvSpPr>
            <p:spPr>
              <a:xfrm flipH="1">
                <a:off x="513752" y="4246335"/>
                <a:ext cx="155880" cy="567563"/>
              </a:xfrm>
              <a:custGeom>
                <a:avLst/>
                <a:gdLst/>
                <a:ahLst/>
                <a:cxnLst/>
                <a:rect l="l" t="t" r="r" b="b"/>
                <a:pathLst>
                  <a:path w="44793" h="163917" extrusionOk="0">
                    <a:moveTo>
                      <a:pt x="5760" y="42"/>
                    </a:moveTo>
                    <a:cubicBezTo>
                      <a:pt x="3346" y="12151"/>
                      <a:pt x="849" y="32084"/>
                      <a:pt x="4844" y="55971"/>
                    </a:cubicBezTo>
                    <a:cubicBezTo>
                      <a:pt x="8256" y="76362"/>
                      <a:pt x="15081" y="92092"/>
                      <a:pt x="20449" y="102163"/>
                    </a:cubicBezTo>
                    <a:cubicBezTo>
                      <a:pt x="18327" y="117393"/>
                      <a:pt x="16163" y="132666"/>
                      <a:pt x="14041" y="147896"/>
                    </a:cubicBezTo>
                    <a:cubicBezTo>
                      <a:pt x="7091" y="147688"/>
                      <a:pt x="1515" y="151559"/>
                      <a:pt x="267" y="156635"/>
                    </a:cubicBezTo>
                    <a:cubicBezTo>
                      <a:pt x="-482" y="159673"/>
                      <a:pt x="516" y="162461"/>
                      <a:pt x="1182" y="163918"/>
                    </a:cubicBezTo>
                    <a:lnTo>
                      <a:pt x="32393" y="163918"/>
                    </a:lnTo>
                    <a:cubicBezTo>
                      <a:pt x="36513" y="141238"/>
                      <a:pt x="40674" y="118517"/>
                      <a:pt x="44794" y="95837"/>
                    </a:cubicBezTo>
                    <a:lnTo>
                      <a:pt x="5760" y="0"/>
                    </a:ln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5" name="Google Shape;645;p26"/>
              <p:cNvSpPr/>
              <p:nvPr/>
            </p:nvSpPr>
            <p:spPr>
              <a:xfrm flipH="1">
                <a:off x="441374" y="4256420"/>
                <a:ext cx="155880" cy="567563"/>
              </a:xfrm>
              <a:custGeom>
                <a:avLst/>
                <a:gdLst/>
                <a:ahLst/>
                <a:cxnLst/>
                <a:rect l="l" t="t" r="r" b="b"/>
                <a:pathLst>
                  <a:path w="44793" h="163917" extrusionOk="0">
                    <a:moveTo>
                      <a:pt x="5760" y="42"/>
                    </a:moveTo>
                    <a:cubicBezTo>
                      <a:pt x="3346" y="12151"/>
                      <a:pt x="849" y="32084"/>
                      <a:pt x="4844" y="55971"/>
                    </a:cubicBezTo>
                    <a:cubicBezTo>
                      <a:pt x="8256" y="76362"/>
                      <a:pt x="15081" y="92092"/>
                      <a:pt x="20449" y="102163"/>
                    </a:cubicBezTo>
                    <a:cubicBezTo>
                      <a:pt x="18327" y="117393"/>
                      <a:pt x="16163" y="132624"/>
                      <a:pt x="14041" y="147896"/>
                    </a:cubicBezTo>
                    <a:cubicBezTo>
                      <a:pt x="7091" y="147688"/>
                      <a:pt x="1515" y="151558"/>
                      <a:pt x="267" y="156635"/>
                    </a:cubicBezTo>
                    <a:cubicBezTo>
                      <a:pt x="-482" y="159673"/>
                      <a:pt x="516" y="162461"/>
                      <a:pt x="1182" y="163918"/>
                    </a:cubicBezTo>
                    <a:lnTo>
                      <a:pt x="32393" y="163918"/>
                    </a:lnTo>
                    <a:cubicBezTo>
                      <a:pt x="36513" y="141238"/>
                      <a:pt x="40674" y="118517"/>
                      <a:pt x="44794" y="95837"/>
                    </a:cubicBezTo>
                    <a:lnTo>
                      <a:pt x="5760" y="0"/>
                    </a:ln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6" name="Google Shape;646;p26"/>
              <p:cNvSpPr/>
              <p:nvPr/>
            </p:nvSpPr>
            <p:spPr>
              <a:xfrm flipH="1">
                <a:off x="119618" y="4239711"/>
                <a:ext cx="416358" cy="584422"/>
              </a:xfrm>
              <a:custGeom>
                <a:avLst/>
                <a:gdLst/>
                <a:ahLst/>
                <a:cxnLst/>
                <a:rect l="l" t="t" r="r" b="b"/>
                <a:pathLst>
                  <a:path w="119643" h="168786" extrusionOk="0">
                    <a:moveTo>
                      <a:pt x="99586" y="85142"/>
                    </a:moveTo>
                    <a:cubicBezTo>
                      <a:pt x="98255" y="83769"/>
                      <a:pt x="71663" y="57095"/>
                      <a:pt x="45863" y="59591"/>
                    </a:cubicBezTo>
                    <a:cubicBezTo>
                      <a:pt x="42492" y="59924"/>
                      <a:pt x="35959" y="61006"/>
                      <a:pt x="29800" y="57095"/>
                    </a:cubicBezTo>
                    <a:cubicBezTo>
                      <a:pt x="23766" y="53266"/>
                      <a:pt x="18980" y="45193"/>
                      <a:pt x="18314" y="36579"/>
                    </a:cubicBezTo>
                    <a:cubicBezTo>
                      <a:pt x="17316" y="23595"/>
                      <a:pt x="26262" y="18019"/>
                      <a:pt x="22892" y="8531"/>
                    </a:cubicBezTo>
                    <a:cubicBezTo>
                      <a:pt x="21352" y="4120"/>
                      <a:pt x="17524" y="0"/>
                      <a:pt x="13695" y="0"/>
                    </a:cubicBezTo>
                    <a:cubicBezTo>
                      <a:pt x="8077" y="42"/>
                      <a:pt x="4041" y="9238"/>
                      <a:pt x="2667" y="15023"/>
                    </a:cubicBezTo>
                    <a:cubicBezTo>
                      <a:pt x="1377" y="20474"/>
                      <a:pt x="2085" y="24261"/>
                      <a:pt x="2667" y="30045"/>
                    </a:cubicBezTo>
                    <a:cubicBezTo>
                      <a:pt x="2667" y="30045"/>
                      <a:pt x="4290" y="46067"/>
                      <a:pt x="2667" y="66624"/>
                    </a:cubicBezTo>
                    <a:cubicBezTo>
                      <a:pt x="1336" y="83103"/>
                      <a:pt x="-1369" y="84518"/>
                      <a:pt x="836" y="90178"/>
                    </a:cubicBezTo>
                    <a:cubicBezTo>
                      <a:pt x="4956" y="100748"/>
                      <a:pt x="15151" y="97294"/>
                      <a:pt x="22892" y="107697"/>
                    </a:cubicBezTo>
                    <a:cubicBezTo>
                      <a:pt x="31131" y="118808"/>
                      <a:pt x="24640" y="128920"/>
                      <a:pt x="32546" y="152266"/>
                    </a:cubicBezTo>
                    <a:cubicBezTo>
                      <a:pt x="35001" y="159590"/>
                      <a:pt x="37873" y="165208"/>
                      <a:pt x="39912" y="168787"/>
                    </a:cubicBezTo>
                    <a:cubicBezTo>
                      <a:pt x="65921" y="168287"/>
                      <a:pt x="91930" y="167788"/>
                      <a:pt x="117980" y="167289"/>
                    </a:cubicBezTo>
                    <a:cubicBezTo>
                      <a:pt x="118895" y="161712"/>
                      <a:pt x="126428" y="112816"/>
                      <a:pt x="99628" y="85142"/>
                    </a:cubicBez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7" name="Google Shape;647;p26"/>
              <p:cNvSpPr/>
              <p:nvPr/>
            </p:nvSpPr>
            <p:spPr>
              <a:xfrm flipH="1">
                <a:off x="421772" y="4075936"/>
                <a:ext cx="257844" cy="227109"/>
              </a:xfrm>
              <a:custGeom>
                <a:avLst/>
                <a:gdLst/>
                <a:ahLst/>
                <a:cxnLst/>
                <a:rect l="l" t="t" r="r" b="b"/>
                <a:pathLst>
                  <a:path w="74093" h="65591" extrusionOk="0">
                    <a:moveTo>
                      <a:pt x="26565" y="883"/>
                    </a:moveTo>
                    <a:cubicBezTo>
                      <a:pt x="20823" y="2506"/>
                      <a:pt x="16786" y="5876"/>
                      <a:pt x="11418" y="10371"/>
                    </a:cubicBezTo>
                    <a:cubicBezTo>
                      <a:pt x="5467" y="15323"/>
                      <a:pt x="2512" y="17820"/>
                      <a:pt x="1097" y="21565"/>
                    </a:cubicBezTo>
                    <a:cubicBezTo>
                      <a:pt x="-2149" y="30096"/>
                      <a:pt x="2512" y="39459"/>
                      <a:pt x="5925" y="46367"/>
                    </a:cubicBezTo>
                    <a:cubicBezTo>
                      <a:pt x="8505" y="51569"/>
                      <a:pt x="10461" y="55522"/>
                      <a:pt x="14414" y="59018"/>
                    </a:cubicBezTo>
                    <a:cubicBezTo>
                      <a:pt x="27481" y="70503"/>
                      <a:pt x="48746" y="64802"/>
                      <a:pt x="60772" y="58060"/>
                    </a:cubicBezTo>
                    <a:cubicBezTo>
                      <a:pt x="66598" y="54815"/>
                      <a:pt x="70593" y="52526"/>
                      <a:pt x="72715" y="47615"/>
                    </a:cubicBezTo>
                    <a:cubicBezTo>
                      <a:pt x="78625" y="33841"/>
                      <a:pt x="64642" y="11494"/>
                      <a:pt x="47705" y="3588"/>
                    </a:cubicBezTo>
                    <a:cubicBezTo>
                      <a:pt x="44667" y="2173"/>
                      <a:pt x="36178" y="-1781"/>
                      <a:pt x="26565" y="924"/>
                    </a:cubicBez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8" name="Google Shape;648;p26"/>
              <p:cNvSpPr/>
              <p:nvPr/>
            </p:nvSpPr>
            <p:spPr>
              <a:xfrm flipH="1">
                <a:off x="576231" y="4020000"/>
                <a:ext cx="63667" cy="91874"/>
              </a:xfrm>
              <a:custGeom>
                <a:avLst/>
                <a:gdLst/>
                <a:ahLst/>
                <a:cxnLst/>
                <a:rect l="l" t="t" r="r" b="b"/>
                <a:pathLst>
                  <a:path w="18295" h="26534" extrusionOk="0">
                    <a:moveTo>
                      <a:pt x="0" y="26534"/>
                    </a:moveTo>
                    <a:cubicBezTo>
                      <a:pt x="0" y="22248"/>
                      <a:pt x="499" y="9597"/>
                      <a:pt x="8739" y="2439"/>
                    </a:cubicBezTo>
                    <a:cubicBezTo>
                      <a:pt x="10196" y="1149"/>
                      <a:pt x="12110" y="-432"/>
                      <a:pt x="13941" y="109"/>
                    </a:cubicBezTo>
                    <a:cubicBezTo>
                      <a:pt x="18810" y="1566"/>
                      <a:pt x="18394" y="17254"/>
                      <a:pt x="18185" y="22414"/>
                    </a:cubicBezTo>
                    <a:lnTo>
                      <a:pt x="42" y="26534"/>
                    </a:ln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9" name="Google Shape;649;p26"/>
              <p:cNvSpPr/>
              <p:nvPr/>
            </p:nvSpPr>
            <p:spPr>
              <a:xfrm flipH="1">
                <a:off x="373079" y="4178363"/>
                <a:ext cx="74291" cy="81698"/>
              </a:xfrm>
              <a:custGeom>
                <a:avLst/>
                <a:gdLst/>
                <a:ahLst/>
                <a:cxnLst/>
                <a:rect l="l" t="t" r="r" b="b"/>
                <a:pathLst>
                  <a:path w="21348" h="23595" extrusionOk="0">
                    <a:moveTo>
                      <a:pt x="208" y="0"/>
                    </a:moveTo>
                    <a:cubicBezTo>
                      <a:pt x="2122" y="291"/>
                      <a:pt x="10196" y="1623"/>
                      <a:pt x="16063" y="9238"/>
                    </a:cubicBezTo>
                    <a:cubicBezTo>
                      <a:pt x="20225" y="14648"/>
                      <a:pt x="21098" y="20433"/>
                      <a:pt x="21348" y="22846"/>
                    </a:cubicBezTo>
                    <a:cubicBezTo>
                      <a:pt x="19517" y="23387"/>
                      <a:pt x="15522" y="24219"/>
                      <a:pt x="10778" y="22846"/>
                    </a:cubicBezTo>
                    <a:cubicBezTo>
                      <a:pt x="4578" y="21057"/>
                      <a:pt x="1082" y="16604"/>
                      <a:pt x="0" y="15064"/>
                    </a:cubicBezTo>
                    <a:lnTo>
                      <a:pt x="208" y="0"/>
                    </a:ln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0" name="Google Shape;650;p26"/>
              <p:cNvSpPr/>
              <p:nvPr/>
            </p:nvSpPr>
            <p:spPr>
              <a:xfrm flipH="1">
                <a:off x="-155633" y="4731035"/>
                <a:ext cx="469400" cy="185718"/>
              </a:xfrm>
              <a:custGeom>
                <a:avLst/>
                <a:gdLst/>
                <a:ahLst/>
                <a:cxnLst/>
                <a:rect l="l" t="t" r="r" b="b"/>
                <a:pathLst>
                  <a:path w="134885" h="53637" extrusionOk="0">
                    <a:moveTo>
                      <a:pt x="48232" y="557"/>
                    </a:moveTo>
                    <a:cubicBezTo>
                      <a:pt x="72743" y="-982"/>
                      <a:pt x="92510" y="932"/>
                      <a:pt x="106409" y="3096"/>
                    </a:cubicBezTo>
                    <a:cubicBezTo>
                      <a:pt x="123512" y="5801"/>
                      <a:pt x="130753" y="8714"/>
                      <a:pt x="133625" y="15122"/>
                    </a:cubicBezTo>
                    <a:cubicBezTo>
                      <a:pt x="137203" y="23195"/>
                      <a:pt x="132543" y="34015"/>
                      <a:pt x="127424" y="40299"/>
                    </a:cubicBezTo>
                    <a:cubicBezTo>
                      <a:pt x="119559" y="49953"/>
                      <a:pt x="107532" y="52700"/>
                      <a:pt x="86434" y="53449"/>
                    </a:cubicBezTo>
                    <a:cubicBezTo>
                      <a:pt x="44196" y="54947"/>
                      <a:pt x="-331" y="47207"/>
                      <a:pt x="2" y="42130"/>
                    </a:cubicBezTo>
                    <a:cubicBezTo>
                      <a:pt x="168" y="39425"/>
                      <a:pt x="12985" y="37635"/>
                      <a:pt x="22057" y="37760"/>
                    </a:cubicBezTo>
                    <a:cubicBezTo>
                      <a:pt x="30089" y="37885"/>
                      <a:pt x="35956" y="39550"/>
                      <a:pt x="37538" y="39966"/>
                    </a:cubicBezTo>
                    <a:cubicBezTo>
                      <a:pt x="60467" y="46000"/>
                      <a:pt x="101457" y="35097"/>
                      <a:pt x="101249" y="29770"/>
                    </a:cubicBezTo>
                    <a:cubicBezTo>
                      <a:pt x="101124" y="26649"/>
                      <a:pt x="87100" y="23279"/>
                      <a:pt x="34791" y="20906"/>
                    </a:cubicBezTo>
                    <a:lnTo>
                      <a:pt x="48232" y="599"/>
                    </a:ln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1" name="Google Shape;651;p26"/>
              <p:cNvSpPr/>
              <p:nvPr/>
            </p:nvSpPr>
            <p:spPr>
              <a:xfrm flipH="1">
                <a:off x="420001" y="4224138"/>
                <a:ext cx="125228" cy="414416"/>
              </a:xfrm>
              <a:custGeom>
                <a:avLst/>
                <a:gdLst/>
                <a:ahLst/>
                <a:cxnLst/>
                <a:rect l="l" t="t" r="r" b="b"/>
                <a:pathLst>
                  <a:path w="35985" h="119687" extrusionOk="0">
                    <a:moveTo>
                      <a:pt x="34165" y="119688"/>
                    </a:moveTo>
                    <a:cubicBezTo>
                      <a:pt x="33708" y="119688"/>
                      <a:pt x="33208" y="119521"/>
                      <a:pt x="32875" y="119147"/>
                    </a:cubicBezTo>
                    <a:cubicBezTo>
                      <a:pt x="26425" y="112613"/>
                      <a:pt x="20308" y="105539"/>
                      <a:pt x="14815" y="98173"/>
                    </a:cubicBezTo>
                    <a:cubicBezTo>
                      <a:pt x="5243" y="85356"/>
                      <a:pt x="-41" y="78282"/>
                      <a:pt x="0" y="70042"/>
                    </a:cubicBezTo>
                    <a:cubicBezTo>
                      <a:pt x="0" y="64840"/>
                      <a:pt x="1748" y="61636"/>
                      <a:pt x="3371" y="58515"/>
                    </a:cubicBezTo>
                    <a:cubicBezTo>
                      <a:pt x="5160" y="55103"/>
                      <a:pt x="6866" y="51857"/>
                      <a:pt x="6866" y="45615"/>
                    </a:cubicBezTo>
                    <a:cubicBezTo>
                      <a:pt x="6866" y="42951"/>
                      <a:pt x="6533" y="35461"/>
                      <a:pt x="6201" y="29302"/>
                    </a:cubicBezTo>
                    <a:cubicBezTo>
                      <a:pt x="6076" y="27388"/>
                      <a:pt x="6034" y="26306"/>
                      <a:pt x="5951" y="25515"/>
                    </a:cubicBezTo>
                    <a:cubicBezTo>
                      <a:pt x="5909" y="24766"/>
                      <a:pt x="5868" y="24350"/>
                      <a:pt x="5868" y="23767"/>
                    </a:cubicBezTo>
                    <a:cubicBezTo>
                      <a:pt x="5535" y="16818"/>
                      <a:pt x="6991" y="9202"/>
                      <a:pt x="10112" y="1171"/>
                    </a:cubicBezTo>
                    <a:cubicBezTo>
                      <a:pt x="10445" y="214"/>
                      <a:pt x="11527" y="-244"/>
                      <a:pt x="12484" y="131"/>
                    </a:cubicBezTo>
                    <a:cubicBezTo>
                      <a:pt x="13442" y="505"/>
                      <a:pt x="13899" y="1545"/>
                      <a:pt x="13525" y="2502"/>
                    </a:cubicBezTo>
                    <a:cubicBezTo>
                      <a:pt x="10570" y="10076"/>
                      <a:pt x="9238" y="17192"/>
                      <a:pt x="9530" y="23642"/>
                    </a:cubicBezTo>
                    <a:cubicBezTo>
                      <a:pt x="9530" y="24183"/>
                      <a:pt x="9571" y="24600"/>
                      <a:pt x="9613" y="25265"/>
                    </a:cubicBezTo>
                    <a:cubicBezTo>
                      <a:pt x="9654" y="26056"/>
                      <a:pt x="9738" y="27138"/>
                      <a:pt x="9863" y="29094"/>
                    </a:cubicBezTo>
                    <a:cubicBezTo>
                      <a:pt x="10237" y="35294"/>
                      <a:pt x="10528" y="42868"/>
                      <a:pt x="10528" y="45615"/>
                    </a:cubicBezTo>
                    <a:cubicBezTo>
                      <a:pt x="10528" y="52772"/>
                      <a:pt x="8448" y="56726"/>
                      <a:pt x="6575" y="60263"/>
                    </a:cubicBezTo>
                    <a:cubicBezTo>
                      <a:pt x="4994" y="63217"/>
                      <a:pt x="3662" y="65798"/>
                      <a:pt x="3621" y="70084"/>
                    </a:cubicBezTo>
                    <a:cubicBezTo>
                      <a:pt x="3579" y="76784"/>
                      <a:pt x="7907" y="82859"/>
                      <a:pt x="17728" y="95968"/>
                    </a:cubicBezTo>
                    <a:cubicBezTo>
                      <a:pt x="23138" y="103250"/>
                      <a:pt x="29130" y="110158"/>
                      <a:pt x="35455" y="116567"/>
                    </a:cubicBezTo>
                    <a:cubicBezTo>
                      <a:pt x="36163" y="117274"/>
                      <a:pt x="36163" y="118439"/>
                      <a:pt x="35455" y="119147"/>
                    </a:cubicBezTo>
                    <a:cubicBezTo>
                      <a:pt x="35081" y="119521"/>
                      <a:pt x="34623" y="119688"/>
                      <a:pt x="34165" y="11968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2" name="Google Shape;652;p26"/>
              <p:cNvSpPr/>
              <p:nvPr/>
            </p:nvSpPr>
            <p:spPr>
              <a:xfrm flipH="1">
                <a:off x="170109" y="4207433"/>
                <a:ext cx="316356" cy="586174"/>
              </a:xfrm>
              <a:custGeom>
                <a:avLst/>
                <a:gdLst/>
                <a:ahLst/>
                <a:cxnLst/>
                <a:rect l="l" t="t" r="r" b="b"/>
                <a:pathLst>
                  <a:path w="90907" h="169292" extrusionOk="0">
                    <a:moveTo>
                      <a:pt x="86976" y="169292"/>
                    </a:moveTo>
                    <a:cubicBezTo>
                      <a:pt x="85644" y="169043"/>
                      <a:pt x="84979" y="168085"/>
                      <a:pt x="85187" y="167087"/>
                    </a:cubicBezTo>
                    <a:cubicBezTo>
                      <a:pt x="87184" y="156974"/>
                      <a:pt x="92136" y="121769"/>
                      <a:pt x="72161" y="92847"/>
                    </a:cubicBezTo>
                    <a:cubicBezTo>
                      <a:pt x="65337" y="82985"/>
                      <a:pt x="56847" y="70708"/>
                      <a:pt x="42574" y="66089"/>
                    </a:cubicBezTo>
                    <a:cubicBezTo>
                      <a:pt x="39869" y="65215"/>
                      <a:pt x="37289" y="64716"/>
                      <a:pt x="34834" y="64217"/>
                    </a:cubicBezTo>
                    <a:cubicBezTo>
                      <a:pt x="29341" y="63176"/>
                      <a:pt x="24139" y="62136"/>
                      <a:pt x="18729" y="57142"/>
                    </a:cubicBezTo>
                    <a:cubicBezTo>
                      <a:pt x="10989" y="50026"/>
                      <a:pt x="8450" y="39872"/>
                      <a:pt x="7868" y="36959"/>
                    </a:cubicBezTo>
                    <a:cubicBezTo>
                      <a:pt x="5454" y="25266"/>
                      <a:pt x="6619" y="12615"/>
                      <a:pt x="6703" y="12116"/>
                    </a:cubicBezTo>
                    <a:lnTo>
                      <a:pt x="6786" y="11075"/>
                    </a:lnTo>
                    <a:cubicBezTo>
                      <a:pt x="7036" y="8495"/>
                      <a:pt x="7452" y="4625"/>
                      <a:pt x="6286" y="3835"/>
                    </a:cubicBezTo>
                    <a:cubicBezTo>
                      <a:pt x="5704" y="3377"/>
                      <a:pt x="4330" y="3668"/>
                      <a:pt x="2624" y="4500"/>
                    </a:cubicBezTo>
                    <a:cubicBezTo>
                      <a:pt x="1667" y="4917"/>
                      <a:pt x="585" y="4500"/>
                      <a:pt x="169" y="3627"/>
                    </a:cubicBezTo>
                    <a:cubicBezTo>
                      <a:pt x="-247" y="2711"/>
                      <a:pt x="127" y="1629"/>
                      <a:pt x="1043" y="1171"/>
                    </a:cubicBezTo>
                    <a:cubicBezTo>
                      <a:pt x="4164" y="-285"/>
                      <a:pt x="6661" y="-368"/>
                      <a:pt x="8409" y="838"/>
                    </a:cubicBezTo>
                    <a:cubicBezTo>
                      <a:pt x="11280" y="2919"/>
                      <a:pt x="10822" y="7455"/>
                      <a:pt x="10448" y="11450"/>
                    </a:cubicBezTo>
                    <a:lnTo>
                      <a:pt x="10323" y="12490"/>
                    </a:lnTo>
                    <a:cubicBezTo>
                      <a:pt x="10323" y="12490"/>
                      <a:pt x="9158" y="25141"/>
                      <a:pt x="11447" y="36252"/>
                    </a:cubicBezTo>
                    <a:cubicBezTo>
                      <a:pt x="11988" y="38915"/>
                      <a:pt x="14318" y="48112"/>
                      <a:pt x="21226" y="54479"/>
                    </a:cubicBezTo>
                    <a:cubicBezTo>
                      <a:pt x="25887" y="58765"/>
                      <a:pt x="30339" y="59639"/>
                      <a:pt x="35541" y="60638"/>
                    </a:cubicBezTo>
                    <a:cubicBezTo>
                      <a:pt x="38121" y="61137"/>
                      <a:pt x="40784" y="61637"/>
                      <a:pt x="43739" y="62594"/>
                    </a:cubicBezTo>
                    <a:cubicBezTo>
                      <a:pt x="59219" y="67629"/>
                      <a:pt x="68042" y="80446"/>
                      <a:pt x="75158" y="90725"/>
                    </a:cubicBezTo>
                    <a:cubicBezTo>
                      <a:pt x="96006" y="120895"/>
                      <a:pt x="90888" y="157349"/>
                      <a:pt x="88807" y="167836"/>
                    </a:cubicBezTo>
                    <a:cubicBezTo>
                      <a:pt x="88641" y="168710"/>
                      <a:pt x="87850" y="169292"/>
                      <a:pt x="87018" y="1692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3" name="Google Shape;653;p26"/>
              <p:cNvSpPr/>
              <p:nvPr/>
            </p:nvSpPr>
            <p:spPr>
              <a:xfrm flipH="1">
                <a:off x="521901" y="4492601"/>
                <a:ext cx="101205" cy="102016"/>
              </a:xfrm>
              <a:custGeom>
                <a:avLst/>
                <a:gdLst/>
                <a:ahLst/>
                <a:cxnLst/>
                <a:rect l="l" t="t" r="r" b="b"/>
                <a:pathLst>
                  <a:path w="29082" h="29463" extrusionOk="0">
                    <a:moveTo>
                      <a:pt x="27300" y="29463"/>
                    </a:moveTo>
                    <a:cubicBezTo>
                      <a:pt x="26883" y="29463"/>
                      <a:pt x="26426" y="29338"/>
                      <a:pt x="26093" y="29006"/>
                    </a:cubicBezTo>
                    <a:cubicBezTo>
                      <a:pt x="23513" y="26758"/>
                      <a:pt x="20891" y="24386"/>
                      <a:pt x="18228" y="21890"/>
                    </a:cubicBezTo>
                    <a:cubicBezTo>
                      <a:pt x="12027" y="16022"/>
                      <a:pt x="6035" y="9655"/>
                      <a:pt x="417" y="2997"/>
                    </a:cubicBezTo>
                    <a:cubicBezTo>
                      <a:pt x="-208" y="2206"/>
                      <a:pt x="-124" y="1083"/>
                      <a:pt x="625" y="417"/>
                    </a:cubicBezTo>
                    <a:cubicBezTo>
                      <a:pt x="1415" y="-207"/>
                      <a:pt x="2539" y="-124"/>
                      <a:pt x="3205" y="625"/>
                    </a:cubicBezTo>
                    <a:cubicBezTo>
                      <a:pt x="8740" y="7158"/>
                      <a:pt x="14649" y="13442"/>
                      <a:pt x="20724" y="19226"/>
                    </a:cubicBezTo>
                    <a:cubicBezTo>
                      <a:pt x="23346" y="21681"/>
                      <a:pt x="25926" y="24012"/>
                      <a:pt x="28465" y="26217"/>
                    </a:cubicBezTo>
                    <a:cubicBezTo>
                      <a:pt x="29214" y="26883"/>
                      <a:pt x="29297" y="28048"/>
                      <a:pt x="28631" y="28798"/>
                    </a:cubicBezTo>
                    <a:cubicBezTo>
                      <a:pt x="28257" y="29214"/>
                      <a:pt x="27757" y="29422"/>
                      <a:pt x="27258" y="2942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4" name="Google Shape;654;p26"/>
              <p:cNvSpPr/>
              <p:nvPr/>
            </p:nvSpPr>
            <p:spPr>
              <a:xfrm flipH="1">
                <a:off x="520150" y="4557410"/>
                <a:ext cx="30022" cy="184143"/>
              </a:xfrm>
              <a:custGeom>
                <a:avLst/>
                <a:gdLst/>
                <a:ahLst/>
                <a:cxnLst/>
                <a:rect l="l" t="t" r="r" b="b"/>
                <a:pathLst>
                  <a:path w="8627" h="53182" extrusionOk="0">
                    <a:moveTo>
                      <a:pt x="1838" y="53183"/>
                    </a:moveTo>
                    <a:cubicBezTo>
                      <a:pt x="631" y="53058"/>
                      <a:pt x="-77" y="52184"/>
                      <a:pt x="7" y="51144"/>
                    </a:cubicBezTo>
                    <a:lnTo>
                      <a:pt x="4959" y="1665"/>
                    </a:lnTo>
                    <a:cubicBezTo>
                      <a:pt x="5042" y="707"/>
                      <a:pt x="5833" y="0"/>
                      <a:pt x="6790" y="0"/>
                    </a:cubicBezTo>
                    <a:cubicBezTo>
                      <a:pt x="7996" y="125"/>
                      <a:pt x="8704" y="999"/>
                      <a:pt x="8621" y="2039"/>
                    </a:cubicBezTo>
                    <a:lnTo>
                      <a:pt x="3669" y="51518"/>
                    </a:lnTo>
                    <a:cubicBezTo>
                      <a:pt x="3585" y="52475"/>
                      <a:pt x="2795" y="53183"/>
                      <a:pt x="1838" y="5318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5" name="Google Shape;655;p26"/>
              <p:cNvSpPr/>
              <p:nvPr/>
            </p:nvSpPr>
            <p:spPr>
              <a:xfrm flipH="1">
                <a:off x="536208" y="4223401"/>
                <a:ext cx="126105" cy="53347"/>
              </a:xfrm>
              <a:custGeom>
                <a:avLst/>
                <a:gdLst/>
                <a:ahLst/>
                <a:cxnLst/>
                <a:rect l="l" t="t" r="r" b="b"/>
                <a:pathLst>
                  <a:path w="36237" h="15407" extrusionOk="0">
                    <a:moveTo>
                      <a:pt x="27292" y="15366"/>
                    </a:moveTo>
                    <a:cubicBezTo>
                      <a:pt x="24171" y="15366"/>
                      <a:pt x="20676" y="14950"/>
                      <a:pt x="16889" y="13785"/>
                    </a:cubicBezTo>
                    <a:cubicBezTo>
                      <a:pt x="8899" y="11288"/>
                      <a:pt x="3531" y="6586"/>
                      <a:pt x="451" y="3048"/>
                    </a:cubicBezTo>
                    <a:cubicBezTo>
                      <a:pt x="-214" y="2299"/>
                      <a:pt x="-131" y="1134"/>
                      <a:pt x="618" y="468"/>
                    </a:cubicBezTo>
                    <a:cubicBezTo>
                      <a:pt x="1367" y="-239"/>
                      <a:pt x="2532" y="-114"/>
                      <a:pt x="3198" y="635"/>
                    </a:cubicBezTo>
                    <a:cubicBezTo>
                      <a:pt x="5986" y="3798"/>
                      <a:pt x="10813" y="8042"/>
                      <a:pt x="17971" y="10289"/>
                    </a:cubicBezTo>
                    <a:cubicBezTo>
                      <a:pt x="24546" y="12370"/>
                      <a:pt x="30330" y="11787"/>
                      <a:pt x="33992" y="10997"/>
                    </a:cubicBezTo>
                    <a:cubicBezTo>
                      <a:pt x="35074" y="10789"/>
                      <a:pt x="35948" y="11413"/>
                      <a:pt x="36198" y="12370"/>
                    </a:cubicBezTo>
                    <a:cubicBezTo>
                      <a:pt x="36406" y="13369"/>
                      <a:pt x="35782" y="14368"/>
                      <a:pt x="34825" y="14576"/>
                    </a:cubicBezTo>
                    <a:cubicBezTo>
                      <a:pt x="32786" y="15033"/>
                      <a:pt x="30247" y="15408"/>
                      <a:pt x="27292" y="154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6" name="Google Shape;656;p26"/>
              <p:cNvSpPr/>
              <p:nvPr/>
            </p:nvSpPr>
            <p:spPr>
              <a:xfrm flipH="1">
                <a:off x="576828" y="4072596"/>
                <a:ext cx="16840" cy="33773"/>
              </a:xfrm>
              <a:custGeom>
                <a:avLst/>
                <a:gdLst/>
                <a:ahLst/>
                <a:cxnLst/>
                <a:rect l="l" t="t" r="r" b="b"/>
                <a:pathLst>
                  <a:path w="4839" h="9754" extrusionOk="0">
                    <a:moveTo>
                      <a:pt x="2981" y="9754"/>
                    </a:moveTo>
                    <a:cubicBezTo>
                      <a:pt x="2107" y="9754"/>
                      <a:pt x="1358" y="9130"/>
                      <a:pt x="1192" y="8256"/>
                    </a:cubicBezTo>
                    <a:lnTo>
                      <a:pt x="27" y="2181"/>
                    </a:lnTo>
                    <a:cubicBezTo>
                      <a:pt x="-140" y="1182"/>
                      <a:pt x="484" y="225"/>
                      <a:pt x="1483" y="17"/>
                    </a:cubicBezTo>
                    <a:cubicBezTo>
                      <a:pt x="2482" y="-108"/>
                      <a:pt x="3439" y="475"/>
                      <a:pt x="3647" y="1473"/>
                    </a:cubicBezTo>
                    <a:lnTo>
                      <a:pt x="4812" y="7549"/>
                    </a:lnTo>
                    <a:cubicBezTo>
                      <a:pt x="4979" y="8548"/>
                      <a:pt x="4355" y="9505"/>
                      <a:pt x="3356" y="9713"/>
                    </a:cubicBezTo>
                    <a:cubicBezTo>
                      <a:pt x="3231" y="9713"/>
                      <a:pt x="3148" y="9713"/>
                      <a:pt x="3023" y="971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7" name="Google Shape;657;p26"/>
              <p:cNvSpPr/>
              <p:nvPr/>
            </p:nvSpPr>
            <p:spPr>
              <a:xfrm flipH="1">
                <a:off x="412703" y="4173075"/>
                <a:ext cx="59324" cy="23587"/>
              </a:xfrm>
              <a:custGeom>
                <a:avLst/>
                <a:gdLst/>
                <a:ahLst/>
                <a:cxnLst/>
                <a:rect l="l" t="t" r="r" b="b"/>
                <a:pathLst>
                  <a:path w="17047" h="6812" extrusionOk="0">
                    <a:moveTo>
                      <a:pt x="15203" y="6813"/>
                    </a:moveTo>
                    <a:cubicBezTo>
                      <a:pt x="14787" y="6771"/>
                      <a:pt x="1428" y="3609"/>
                      <a:pt x="1428" y="3609"/>
                    </a:cubicBezTo>
                    <a:cubicBezTo>
                      <a:pt x="430" y="3359"/>
                      <a:pt x="-195" y="2402"/>
                      <a:pt x="55" y="1403"/>
                    </a:cubicBezTo>
                    <a:cubicBezTo>
                      <a:pt x="305" y="404"/>
                      <a:pt x="1304" y="-137"/>
                      <a:pt x="2261" y="30"/>
                    </a:cubicBezTo>
                    <a:lnTo>
                      <a:pt x="15619" y="3192"/>
                    </a:lnTo>
                    <a:cubicBezTo>
                      <a:pt x="16618" y="3442"/>
                      <a:pt x="17242" y="4399"/>
                      <a:pt x="16992" y="5398"/>
                    </a:cubicBezTo>
                    <a:cubicBezTo>
                      <a:pt x="16784" y="6230"/>
                      <a:pt x="16035" y="6813"/>
                      <a:pt x="15203" y="681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8" name="Google Shape;658;p26"/>
              <p:cNvSpPr/>
              <p:nvPr/>
            </p:nvSpPr>
            <p:spPr>
              <a:xfrm flipH="1">
                <a:off x="569374" y="4145320"/>
                <a:ext cx="39689" cy="22953"/>
              </a:xfrm>
              <a:custGeom>
                <a:avLst/>
                <a:gdLst/>
                <a:ahLst/>
                <a:cxnLst/>
                <a:rect l="l" t="t" r="r" b="b"/>
                <a:pathLst>
                  <a:path w="11405" h="6629" extrusionOk="0">
                    <a:moveTo>
                      <a:pt x="0" y="185"/>
                    </a:moveTo>
                    <a:cubicBezTo>
                      <a:pt x="1498" y="-65"/>
                      <a:pt x="4536" y="-356"/>
                      <a:pt x="7407" y="1475"/>
                    </a:cubicBezTo>
                    <a:cubicBezTo>
                      <a:pt x="10154" y="3223"/>
                      <a:pt x="11694" y="6219"/>
                      <a:pt x="11361" y="6593"/>
                    </a:cubicBezTo>
                    <a:cubicBezTo>
                      <a:pt x="11069" y="6926"/>
                      <a:pt x="9488" y="4887"/>
                      <a:pt x="6200" y="4055"/>
                    </a:cubicBezTo>
                    <a:cubicBezTo>
                      <a:pt x="4744" y="3680"/>
                      <a:pt x="4203" y="3847"/>
                      <a:pt x="3121" y="3306"/>
                    </a:cubicBezTo>
                    <a:cubicBezTo>
                      <a:pt x="1540" y="2557"/>
                      <a:pt x="583" y="1184"/>
                      <a:pt x="42" y="18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9" name="Google Shape;659;p26"/>
              <p:cNvSpPr/>
              <p:nvPr/>
            </p:nvSpPr>
            <p:spPr>
              <a:xfrm flipH="1">
                <a:off x="511695" y="4147846"/>
                <a:ext cx="42056" cy="32980"/>
              </a:xfrm>
              <a:custGeom>
                <a:avLst/>
                <a:gdLst/>
                <a:ahLst/>
                <a:cxnLst/>
                <a:rect l="l" t="t" r="r" b="b"/>
                <a:pathLst>
                  <a:path w="12085" h="9525" extrusionOk="0">
                    <a:moveTo>
                      <a:pt x="10274" y="9484"/>
                    </a:moveTo>
                    <a:cubicBezTo>
                      <a:pt x="9733" y="9484"/>
                      <a:pt x="9192" y="9234"/>
                      <a:pt x="8859" y="8776"/>
                    </a:cubicBezTo>
                    <a:cubicBezTo>
                      <a:pt x="8318" y="8110"/>
                      <a:pt x="7653" y="7361"/>
                      <a:pt x="6820" y="6654"/>
                    </a:cubicBezTo>
                    <a:cubicBezTo>
                      <a:pt x="5197" y="5239"/>
                      <a:pt x="3366" y="4199"/>
                      <a:pt x="1286" y="3575"/>
                    </a:cubicBezTo>
                    <a:cubicBezTo>
                      <a:pt x="329" y="3283"/>
                      <a:pt x="-212" y="2243"/>
                      <a:pt x="79" y="1286"/>
                    </a:cubicBezTo>
                    <a:cubicBezTo>
                      <a:pt x="370" y="329"/>
                      <a:pt x="1411" y="-212"/>
                      <a:pt x="2368" y="79"/>
                    </a:cubicBezTo>
                    <a:cubicBezTo>
                      <a:pt x="4948" y="869"/>
                      <a:pt x="7236" y="2160"/>
                      <a:pt x="9234" y="3907"/>
                    </a:cubicBezTo>
                    <a:cubicBezTo>
                      <a:pt x="10108" y="4698"/>
                      <a:pt x="10940" y="5530"/>
                      <a:pt x="11689" y="6529"/>
                    </a:cubicBezTo>
                    <a:cubicBezTo>
                      <a:pt x="12313" y="7320"/>
                      <a:pt x="12188" y="8485"/>
                      <a:pt x="11398" y="9109"/>
                    </a:cubicBezTo>
                    <a:cubicBezTo>
                      <a:pt x="11065" y="9400"/>
                      <a:pt x="10649" y="9525"/>
                      <a:pt x="10274" y="952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0" name="Google Shape;660;p26"/>
              <p:cNvSpPr/>
              <p:nvPr/>
            </p:nvSpPr>
            <p:spPr>
              <a:xfrm flipH="1">
                <a:off x="587837" y="4105504"/>
                <a:ext cx="42056" cy="32835"/>
              </a:xfrm>
              <a:custGeom>
                <a:avLst/>
                <a:gdLst/>
                <a:ahLst/>
                <a:cxnLst/>
                <a:rect l="l" t="t" r="r" b="b"/>
                <a:pathLst>
                  <a:path w="12085" h="9483" extrusionOk="0">
                    <a:moveTo>
                      <a:pt x="10233" y="9484"/>
                    </a:moveTo>
                    <a:cubicBezTo>
                      <a:pt x="9692" y="9484"/>
                      <a:pt x="9151" y="9234"/>
                      <a:pt x="8818" y="8776"/>
                    </a:cubicBezTo>
                    <a:cubicBezTo>
                      <a:pt x="8277" y="8110"/>
                      <a:pt x="7611" y="7361"/>
                      <a:pt x="6820" y="6654"/>
                    </a:cubicBezTo>
                    <a:cubicBezTo>
                      <a:pt x="5197" y="5239"/>
                      <a:pt x="3366" y="4199"/>
                      <a:pt x="1286" y="3574"/>
                    </a:cubicBezTo>
                    <a:cubicBezTo>
                      <a:pt x="329" y="3283"/>
                      <a:pt x="-212" y="2243"/>
                      <a:pt x="79" y="1286"/>
                    </a:cubicBezTo>
                    <a:cubicBezTo>
                      <a:pt x="370" y="329"/>
                      <a:pt x="1369" y="-212"/>
                      <a:pt x="2368" y="79"/>
                    </a:cubicBezTo>
                    <a:cubicBezTo>
                      <a:pt x="4948" y="869"/>
                      <a:pt x="7236" y="2160"/>
                      <a:pt x="9234" y="3907"/>
                    </a:cubicBezTo>
                    <a:cubicBezTo>
                      <a:pt x="10108" y="4656"/>
                      <a:pt x="10898" y="5530"/>
                      <a:pt x="11689" y="6487"/>
                    </a:cubicBezTo>
                    <a:cubicBezTo>
                      <a:pt x="12313" y="7278"/>
                      <a:pt x="12188" y="8443"/>
                      <a:pt x="11398" y="9067"/>
                    </a:cubicBezTo>
                    <a:cubicBezTo>
                      <a:pt x="11065" y="9359"/>
                      <a:pt x="10649" y="9484"/>
                      <a:pt x="10274" y="948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1" name="Google Shape;661;p26"/>
              <p:cNvSpPr/>
              <p:nvPr/>
            </p:nvSpPr>
            <p:spPr>
              <a:xfrm flipH="1">
                <a:off x="591814" y="4150279"/>
                <a:ext cx="57075" cy="39912"/>
              </a:xfrm>
              <a:custGeom>
                <a:avLst/>
                <a:gdLst/>
                <a:ahLst/>
                <a:cxnLst/>
                <a:rect l="l" t="t" r="r" b="b"/>
                <a:pathLst>
                  <a:path w="16401" h="11527" extrusionOk="0">
                    <a:moveTo>
                      <a:pt x="7537" y="11527"/>
                    </a:moveTo>
                    <a:cubicBezTo>
                      <a:pt x="5041" y="11527"/>
                      <a:pt x="2502" y="10528"/>
                      <a:pt x="546" y="8531"/>
                    </a:cubicBezTo>
                    <a:cubicBezTo>
                      <a:pt x="-161" y="7823"/>
                      <a:pt x="-203" y="6658"/>
                      <a:pt x="546" y="5951"/>
                    </a:cubicBezTo>
                    <a:cubicBezTo>
                      <a:pt x="1254" y="5243"/>
                      <a:pt x="2419" y="5202"/>
                      <a:pt x="3126" y="5951"/>
                    </a:cubicBezTo>
                    <a:cubicBezTo>
                      <a:pt x="5207" y="8073"/>
                      <a:pt x="8286" y="8489"/>
                      <a:pt x="10409" y="6949"/>
                    </a:cubicBezTo>
                    <a:cubicBezTo>
                      <a:pt x="12739" y="5285"/>
                      <a:pt x="12739" y="1997"/>
                      <a:pt x="12739" y="1831"/>
                    </a:cubicBezTo>
                    <a:cubicBezTo>
                      <a:pt x="12739" y="832"/>
                      <a:pt x="13571" y="0"/>
                      <a:pt x="14570" y="0"/>
                    </a:cubicBezTo>
                    <a:cubicBezTo>
                      <a:pt x="15569" y="0"/>
                      <a:pt x="16401" y="832"/>
                      <a:pt x="16401" y="1831"/>
                    </a:cubicBezTo>
                    <a:cubicBezTo>
                      <a:pt x="16401" y="2372"/>
                      <a:pt x="16277" y="7199"/>
                      <a:pt x="12531" y="9904"/>
                    </a:cubicBezTo>
                    <a:cubicBezTo>
                      <a:pt x="11033" y="10944"/>
                      <a:pt x="9285" y="11485"/>
                      <a:pt x="7537" y="1148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2" name="Google Shape;662;p26"/>
              <p:cNvSpPr/>
              <p:nvPr/>
            </p:nvSpPr>
            <p:spPr>
              <a:xfrm flipH="1">
                <a:off x="565832" y="4149061"/>
                <a:ext cx="32712" cy="59285"/>
              </a:xfrm>
              <a:custGeom>
                <a:avLst/>
                <a:gdLst/>
                <a:ahLst/>
                <a:cxnLst/>
                <a:rect l="l" t="t" r="r" b="b"/>
                <a:pathLst>
                  <a:path w="9400" h="17122" extrusionOk="0">
                    <a:moveTo>
                      <a:pt x="7505" y="17081"/>
                    </a:moveTo>
                    <a:cubicBezTo>
                      <a:pt x="7172" y="17081"/>
                      <a:pt x="6880" y="16998"/>
                      <a:pt x="6589" y="16831"/>
                    </a:cubicBezTo>
                    <a:cubicBezTo>
                      <a:pt x="5382" y="16124"/>
                      <a:pt x="1429" y="13419"/>
                      <a:pt x="305" y="8092"/>
                    </a:cubicBezTo>
                    <a:cubicBezTo>
                      <a:pt x="-194" y="5845"/>
                      <a:pt x="-69" y="3556"/>
                      <a:pt x="596" y="1309"/>
                    </a:cubicBezTo>
                    <a:cubicBezTo>
                      <a:pt x="888" y="352"/>
                      <a:pt x="1928" y="-189"/>
                      <a:pt x="2885" y="61"/>
                    </a:cubicBezTo>
                    <a:cubicBezTo>
                      <a:pt x="3842" y="352"/>
                      <a:pt x="4425" y="1351"/>
                      <a:pt x="4134" y="2349"/>
                    </a:cubicBezTo>
                    <a:cubicBezTo>
                      <a:pt x="3634" y="4056"/>
                      <a:pt x="3551" y="5720"/>
                      <a:pt x="3926" y="7343"/>
                    </a:cubicBezTo>
                    <a:cubicBezTo>
                      <a:pt x="4758" y="11213"/>
                      <a:pt x="7629" y="13169"/>
                      <a:pt x="8503" y="13710"/>
                    </a:cubicBezTo>
                    <a:cubicBezTo>
                      <a:pt x="9377" y="14209"/>
                      <a:pt x="9668" y="15333"/>
                      <a:pt x="9127" y="16207"/>
                    </a:cubicBezTo>
                    <a:cubicBezTo>
                      <a:pt x="8795" y="16790"/>
                      <a:pt x="8170" y="17122"/>
                      <a:pt x="7546" y="1712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3" name="Google Shape;663;p26"/>
              <p:cNvSpPr/>
              <p:nvPr/>
            </p:nvSpPr>
            <p:spPr>
              <a:xfrm flipH="1">
                <a:off x="108131" y="4736278"/>
                <a:ext cx="19234" cy="74638"/>
              </a:xfrm>
              <a:custGeom>
                <a:avLst/>
                <a:gdLst/>
                <a:ahLst/>
                <a:cxnLst/>
                <a:rect l="l" t="t" r="r" b="b"/>
                <a:pathLst>
                  <a:path w="5527" h="21556" extrusionOk="0">
                    <a:moveTo>
                      <a:pt x="1846" y="21514"/>
                    </a:moveTo>
                    <a:cubicBezTo>
                      <a:pt x="389" y="21182"/>
                      <a:pt x="-194" y="20183"/>
                      <a:pt x="56" y="19226"/>
                    </a:cubicBezTo>
                    <a:cubicBezTo>
                      <a:pt x="763" y="16604"/>
                      <a:pt x="1263" y="13899"/>
                      <a:pt x="1554" y="11111"/>
                    </a:cubicBezTo>
                    <a:cubicBezTo>
                      <a:pt x="1887" y="8073"/>
                      <a:pt x="1929" y="4994"/>
                      <a:pt x="1721" y="1956"/>
                    </a:cubicBezTo>
                    <a:cubicBezTo>
                      <a:pt x="1637" y="957"/>
                      <a:pt x="2428" y="83"/>
                      <a:pt x="3427" y="0"/>
                    </a:cubicBezTo>
                    <a:cubicBezTo>
                      <a:pt x="4550" y="125"/>
                      <a:pt x="5299" y="707"/>
                      <a:pt x="5383" y="1706"/>
                    </a:cubicBezTo>
                    <a:cubicBezTo>
                      <a:pt x="5632" y="4952"/>
                      <a:pt x="5549" y="8281"/>
                      <a:pt x="5216" y="11527"/>
                    </a:cubicBezTo>
                    <a:cubicBezTo>
                      <a:pt x="4883" y="14482"/>
                      <a:pt x="4384" y="17395"/>
                      <a:pt x="3635" y="20183"/>
                    </a:cubicBezTo>
                    <a:cubicBezTo>
                      <a:pt x="3427" y="21015"/>
                      <a:pt x="2678" y="21556"/>
                      <a:pt x="1846" y="2155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4" name="Google Shape;664;p26"/>
              <p:cNvSpPr/>
              <p:nvPr/>
            </p:nvSpPr>
            <p:spPr>
              <a:xfrm flipH="1">
                <a:off x="550763" y="4752640"/>
                <a:ext cx="49416" cy="61723"/>
              </a:xfrm>
              <a:custGeom>
                <a:avLst/>
                <a:gdLst/>
                <a:ahLst/>
                <a:cxnLst/>
                <a:rect l="l" t="t" r="r" b="b"/>
                <a:pathLst>
                  <a:path w="14200" h="17826" extrusionOk="0">
                    <a:moveTo>
                      <a:pt x="1857" y="17785"/>
                    </a:moveTo>
                    <a:cubicBezTo>
                      <a:pt x="900" y="17785"/>
                      <a:pt x="109" y="17036"/>
                      <a:pt x="26" y="16079"/>
                    </a:cubicBezTo>
                    <a:cubicBezTo>
                      <a:pt x="-99" y="13707"/>
                      <a:pt x="109" y="9088"/>
                      <a:pt x="3438" y="5051"/>
                    </a:cubicBezTo>
                    <a:cubicBezTo>
                      <a:pt x="6393" y="1431"/>
                      <a:pt x="10097" y="349"/>
                      <a:pt x="12052" y="16"/>
                    </a:cubicBezTo>
                    <a:cubicBezTo>
                      <a:pt x="13134" y="-109"/>
                      <a:pt x="14008" y="515"/>
                      <a:pt x="14175" y="1514"/>
                    </a:cubicBezTo>
                    <a:cubicBezTo>
                      <a:pt x="14341" y="2513"/>
                      <a:pt x="13675" y="3470"/>
                      <a:pt x="12677" y="3636"/>
                    </a:cubicBezTo>
                    <a:cubicBezTo>
                      <a:pt x="11220" y="3886"/>
                      <a:pt x="8474" y="4718"/>
                      <a:pt x="6268" y="7381"/>
                    </a:cubicBezTo>
                    <a:cubicBezTo>
                      <a:pt x="3646" y="10586"/>
                      <a:pt x="3604" y="14373"/>
                      <a:pt x="3688" y="15871"/>
                    </a:cubicBezTo>
                    <a:cubicBezTo>
                      <a:pt x="3729" y="16869"/>
                      <a:pt x="2980" y="17743"/>
                      <a:pt x="1982" y="17827"/>
                    </a:cubicBezTo>
                    <a:lnTo>
                      <a:pt x="1857" y="1782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5" name="Google Shape;665;p26"/>
              <p:cNvSpPr/>
              <p:nvPr/>
            </p:nvSpPr>
            <p:spPr>
              <a:xfrm flipH="1">
                <a:off x="628115" y="4106882"/>
                <a:ext cx="91882" cy="47596"/>
              </a:xfrm>
              <a:custGeom>
                <a:avLst/>
                <a:gdLst/>
                <a:ahLst/>
                <a:cxnLst/>
                <a:rect l="l" t="t" r="r" b="b"/>
                <a:pathLst>
                  <a:path w="26403" h="13746" extrusionOk="0">
                    <a:moveTo>
                      <a:pt x="24525" y="13747"/>
                    </a:moveTo>
                    <a:cubicBezTo>
                      <a:pt x="23984" y="13747"/>
                      <a:pt x="23443" y="13497"/>
                      <a:pt x="23068" y="13039"/>
                    </a:cubicBezTo>
                    <a:cubicBezTo>
                      <a:pt x="20988" y="10334"/>
                      <a:pt x="17409" y="6756"/>
                      <a:pt x="11874" y="4841"/>
                    </a:cubicBezTo>
                    <a:cubicBezTo>
                      <a:pt x="8711" y="3759"/>
                      <a:pt x="5424" y="3427"/>
                      <a:pt x="2053" y="3843"/>
                    </a:cubicBezTo>
                    <a:cubicBezTo>
                      <a:pt x="1013" y="4051"/>
                      <a:pt x="139" y="3260"/>
                      <a:pt x="14" y="2220"/>
                    </a:cubicBezTo>
                    <a:cubicBezTo>
                      <a:pt x="-111" y="1221"/>
                      <a:pt x="597" y="305"/>
                      <a:pt x="1637" y="181"/>
                    </a:cubicBezTo>
                    <a:cubicBezTo>
                      <a:pt x="5424" y="-277"/>
                      <a:pt x="9419" y="139"/>
                      <a:pt x="13081" y="1387"/>
                    </a:cubicBezTo>
                    <a:cubicBezTo>
                      <a:pt x="19448" y="3551"/>
                      <a:pt x="23651" y="7713"/>
                      <a:pt x="26023" y="10792"/>
                    </a:cubicBezTo>
                    <a:cubicBezTo>
                      <a:pt x="26647" y="11583"/>
                      <a:pt x="26481" y="12748"/>
                      <a:pt x="25690" y="13372"/>
                    </a:cubicBezTo>
                    <a:cubicBezTo>
                      <a:pt x="25357" y="13622"/>
                      <a:pt x="24941" y="13747"/>
                      <a:pt x="24566" y="137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6" name="Google Shape;666;p26"/>
              <p:cNvSpPr/>
              <p:nvPr/>
            </p:nvSpPr>
            <p:spPr>
              <a:xfrm flipH="1">
                <a:off x="646311" y="4140748"/>
                <a:ext cx="60228" cy="24663"/>
              </a:xfrm>
              <a:custGeom>
                <a:avLst/>
                <a:gdLst/>
                <a:ahLst/>
                <a:cxnLst/>
                <a:rect l="l" t="t" r="r" b="b"/>
                <a:pathLst>
                  <a:path w="17307" h="7123" extrusionOk="0">
                    <a:moveTo>
                      <a:pt x="15455" y="7123"/>
                    </a:moveTo>
                    <a:cubicBezTo>
                      <a:pt x="15039" y="7123"/>
                      <a:pt x="14664" y="6999"/>
                      <a:pt x="14331" y="6707"/>
                    </a:cubicBezTo>
                    <a:cubicBezTo>
                      <a:pt x="13374" y="5958"/>
                      <a:pt x="11793" y="4918"/>
                      <a:pt x="9754" y="4294"/>
                    </a:cubicBezTo>
                    <a:cubicBezTo>
                      <a:pt x="7423" y="3545"/>
                      <a:pt x="4801" y="3503"/>
                      <a:pt x="2305" y="4169"/>
                    </a:cubicBezTo>
                    <a:cubicBezTo>
                      <a:pt x="1389" y="4419"/>
                      <a:pt x="307" y="3836"/>
                      <a:pt x="58" y="2837"/>
                    </a:cubicBezTo>
                    <a:cubicBezTo>
                      <a:pt x="-192" y="1880"/>
                      <a:pt x="390" y="881"/>
                      <a:pt x="1389" y="590"/>
                    </a:cubicBezTo>
                    <a:cubicBezTo>
                      <a:pt x="4552" y="-242"/>
                      <a:pt x="7798" y="-201"/>
                      <a:pt x="10836" y="757"/>
                    </a:cubicBezTo>
                    <a:cubicBezTo>
                      <a:pt x="12916" y="1381"/>
                      <a:pt x="14872" y="2421"/>
                      <a:pt x="16620" y="3794"/>
                    </a:cubicBezTo>
                    <a:cubicBezTo>
                      <a:pt x="17411" y="4419"/>
                      <a:pt x="17535" y="5584"/>
                      <a:pt x="16911" y="6374"/>
                    </a:cubicBezTo>
                    <a:cubicBezTo>
                      <a:pt x="16537" y="6832"/>
                      <a:pt x="16037" y="7082"/>
                      <a:pt x="15496" y="708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7" name="Google Shape;667;p26"/>
              <p:cNvSpPr/>
              <p:nvPr/>
            </p:nvSpPr>
            <p:spPr>
              <a:xfrm flipH="1">
                <a:off x="482670" y="4176397"/>
                <a:ext cx="68295" cy="88848"/>
              </a:xfrm>
              <a:custGeom>
                <a:avLst/>
                <a:gdLst/>
                <a:ahLst/>
                <a:cxnLst/>
                <a:rect l="l" t="t" r="r" b="b"/>
                <a:pathLst>
                  <a:path w="19625" h="25660" extrusionOk="0">
                    <a:moveTo>
                      <a:pt x="17796" y="25660"/>
                    </a:moveTo>
                    <a:cubicBezTo>
                      <a:pt x="17005" y="25660"/>
                      <a:pt x="16297" y="25161"/>
                      <a:pt x="16048" y="24370"/>
                    </a:cubicBezTo>
                    <a:cubicBezTo>
                      <a:pt x="13967" y="17671"/>
                      <a:pt x="10596" y="12011"/>
                      <a:pt x="6019" y="7558"/>
                    </a:cubicBezTo>
                    <a:cubicBezTo>
                      <a:pt x="4396" y="5977"/>
                      <a:pt x="2690" y="4604"/>
                      <a:pt x="817" y="3355"/>
                    </a:cubicBezTo>
                    <a:cubicBezTo>
                      <a:pt x="-15" y="2814"/>
                      <a:pt x="-265" y="1649"/>
                      <a:pt x="318" y="817"/>
                    </a:cubicBezTo>
                    <a:cubicBezTo>
                      <a:pt x="900" y="-15"/>
                      <a:pt x="1982" y="-265"/>
                      <a:pt x="2856" y="317"/>
                    </a:cubicBezTo>
                    <a:cubicBezTo>
                      <a:pt x="4895" y="1649"/>
                      <a:pt x="6809" y="3231"/>
                      <a:pt x="8557" y="4937"/>
                    </a:cubicBezTo>
                    <a:cubicBezTo>
                      <a:pt x="13551" y="9847"/>
                      <a:pt x="17255" y="16006"/>
                      <a:pt x="19543" y="23289"/>
                    </a:cubicBezTo>
                    <a:cubicBezTo>
                      <a:pt x="19835" y="24246"/>
                      <a:pt x="19335" y="25286"/>
                      <a:pt x="18336" y="25577"/>
                    </a:cubicBezTo>
                    <a:cubicBezTo>
                      <a:pt x="18170" y="25619"/>
                      <a:pt x="17962" y="25660"/>
                      <a:pt x="17796" y="2566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68" name="Google Shape;668;p26"/>
            <p:cNvGrpSpPr/>
            <p:nvPr/>
          </p:nvGrpSpPr>
          <p:grpSpPr>
            <a:xfrm>
              <a:off x="981863" y="4603947"/>
              <a:ext cx="977921" cy="442056"/>
              <a:chOff x="5925488" y="4652772"/>
              <a:chExt cx="977921" cy="442056"/>
            </a:xfrm>
          </p:grpSpPr>
          <p:sp>
            <p:nvSpPr>
              <p:cNvPr id="669" name="Google Shape;669;p26"/>
              <p:cNvSpPr/>
              <p:nvPr/>
            </p:nvSpPr>
            <p:spPr>
              <a:xfrm>
                <a:off x="5930752" y="4652772"/>
                <a:ext cx="958422" cy="426558"/>
              </a:xfrm>
              <a:custGeom>
                <a:avLst/>
                <a:gdLst/>
                <a:ahLst/>
                <a:cxnLst/>
                <a:rect l="l" t="t" r="r" b="b"/>
                <a:pathLst>
                  <a:path w="344756" h="153438" extrusionOk="0">
                    <a:moveTo>
                      <a:pt x="6581" y="39011"/>
                    </a:moveTo>
                    <a:cubicBezTo>
                      <a:pt x="1504" y="32270"/>
                      <a:pt x="-327" y="30272"/>
                      <a:pt x="47" y="27109"/>
                    </a:cubicBezTo>
                    <a:cubicBezTo>
                      <a:pt x="2877" y="4055"/>
                      <a:pt x="113445" y="1974"/>
                      <a:pt x="198505" y="351"/>
                    </a:cubicBezTo>
                    <a:cubicBezTo>
                      <a:pt x="261217" y="-855"/>
                      <a:pt x="342032" y="227"/>
                      <a:pt x="344695" y="16997"/>
                    </a:cubicBezTo>
                    <a:cubicBezTo>
                      <a:pt x="345194" y="20035"/>
                      <a:pt x="342739" y="21450"/>
                      <a:pt x="335207" y="34808"/>
                    </a:cubicBezTo>
                    <a:cubicBezTo>
                      <a:pt x="326093" y="50996"/>
                      <a:pt x="323347" y="62690"/>
                      <a:pt x="319144" y="69264"/>
                    </a:cubicBezTo>
                    <a:cubicBezTo>
                      <a:pt x="313609" y="77962"/>
                      <a:pt x="293218" y="110213"/>
                      <a:pt x="276365" y="125735"/>
                    </a:cubicBezTo>
                    <a:cubicBezTo>
                      <a:pt x="225720" y="172343"/>
                      <a:pt x="110408" y="156862"/>
                      <a:pt x="46405" y="103763"/>
                    </a:cubicBezTo>
                    <a:cubicBezTo>
                      <a:pt x="35128" y="94399"/>
                      <a:pt x="31382" y="71969"/>
                      <a:pt x="6581" y="3901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0" name="Google Shape;670;p26"/>
              <p:cNvSpPr/>
              <p:nvPr/>
            </p:nvSpPr>
            <p:spPr>
              <a:xfrm>
                <a:off x="6029261" y="4897326"/>
                <a:ext cx="829938" cy="89541"/>
              </a:xfrm>
              <a:custGeom>
                <a:avLst/>
                <a:gdLst/>
                <a:ahLst/>
                <a:cxnLst/>
                <a:rect l="l" t="t" r="r" b="b"/>
                <a:pathLst>
                  <a:path w="298539" h="32209" extrusionOk="0">
                    <a:moveTo>
                      <a:pt x="298539" y="16105"/>
                    </a:moveTo>
                    <a:cubicBezTo>
                      <a:pt x="298539" y="24999"/>
                      <a:pt x="231709" y="32209"/>
                      <a:pt x="149270" y="32209"/>
                    </a:cubicBezTo>
                    <a:cubicBezTo>
                      <a:pt x="66830" y="32209"/>
                      <a:pt x="0" y="24999"/>
                      <a:pt x="0" y="16105"/>
                    </a:cubicBezTo>
                    <a:cubicBezTo>
                      <a:pt x="0" y="7210"/>
                      <a:pt x="66830" y="0"/>
                      <a:pt x="149270" y="0"/>
                    </a:cubicBezTo>
                    <a:cubicBezTo>
                      <a:pt x="231709" y="0"/>
                      <a:pt x="298539" y="7210"/>
                      <a:pt x="298539" y="1610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1" name="Google Shape;671;p26"/>
              <p:cNvSpPr/>
              <p:nvPr/>
            </p:nvSpPr>
            <p:spPr>
              <a:xfrm>
                <a:off x="5925488" y="4699990"/>
                <a:ext cx="977921" cy="394838"/>
              </a:xfrm>
              <a:custGeom>
                <a:avLst/>
                <a:gdLst/>
                <a:ahLst/>
                <a:cxnLst/>
                <a:rect l="l" t="t" r="r" b="b"/>
                <a:pathLst>
                  <a:path w="351770" h="142028" extrusionOk="0">
                    <a:moveTo>
                      <a:pt x="1900" y="10112"/>
                    </a:moveTo>
                    <a:cubicBezTo>
                      <a:pt x="7893" y="11569"/>
                      <a:pt x="31280" y="17936"/>
                      <a:pt x="47634" y="41032"/>
                    </a:cubicBezTo>
                    <a:cubicBezTo>
                      <a:pt x="62740" y="62338"/>
                      <a:pt x="62282" y="84393"/>
                      <a:pt x="61908" y="90927"/>
                    </a:cubicBezTo>
                    <a:cubicBezTo>
                      <a:pt x="83630" y="98168"/>
                      <a:pt x="101441" y="99915"/>
                      <a:pt x="113884" y="100123"/>
                    </a:cubicBezTo>
                    <a:cubicBezTo>
                      <a:pt x="131778" y="100456"/>
                      <a:pt x="134691" y="97543"/>
                      <a:pt x="159909" y="97585"/>
                    </a:cubicBezTo>
                    <a:cubicBezTo>
                      <a:pt x="183254" y="97585"/>
                      <a:pt x="185585" y="100082"/>
                      <a:pt x="203895" y="98917"/>
                    </a:cubicBezTo>
                    <a:cubicBezTo>
                      <a:pt x="220333" y="97835"/>
                      <a:pt x="223828" y="95504"/>
                      <a:pt x="242804" y="93091"/>
                    </a:cubicBezTo>
                    <a:cubicBezTo>
                      <a:pt x="253582" y="91718"/>
                      <a:pt x="269770" y="90303"/>
                      <a:pt x="290078" y="90927"/>
                    </a:cubicBezTo>
                    <a:cubicBezTo>
                      <a:pt x="291909" y="79566"/>
                      <a:pt x="296153" y="61797"/>
                      <a:pt x="307306" y="42779"/>
                    </a:cubicBezTo>
                    <a:cubicBezTo>
                      <a:pt x="320331" y="20599"/>
                      <a:pt x="336602" y="7033"/>
                      <a:pt x="346506" y="0"/>
                    </a:cubicBezTo>
                    <a:cubicBezTo>
                      <a:pt x="349960" y="18019"/>
                      <a:pt x="352790" y="41864"/>
                      <a:pt x="351417" y="69829"/>
                    </a:cubicBezTo>
                    <a:cubicBezTo>
                      <a:pt x="350002" y="98168"/>
                      <a:pt x="344717" y="121929"/>
                      <a:pt x="339390" y="139657"/>
                    </a:cubicBezTo>
                    <a:cubicBezTo>
                      <a:pt x="236978" y="140448"/>
                      <a:pt x="134608" y="141238"/>
                      <a:pt x="32195" y="142029"/>
                    </a:cubicBezTo>
                    <a:cubicBezTo>
                      <a:pt x="19461" y="122179"/>
                      <a:pt x="1609" y="87515"/>
                      <a:pt x="111" y="42488"/>
                    </a:cubicBezTo>
                    <a:cubicBezTo>
                      <a:pt x="-305" y="30711"/>
                      <a:pt x="485" y="19850"/>
                      <a:pt x="1900" y="1011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672"/>
        <p:cNvGrpSpPr/>
        <p:nvPr/>
      </p:nvGrpSpPr>
      <p:grpSpPr>
        <a:xfrm>
          <a:off x="0" y="0"/>
          <a:ext cx="0" cy="0"/>
          <a:chOff x="0" y="0"/>
          <a:chExt cx="0" cy="0"/>
        </a:xfrm>
      </p:grpSpPr>
      <p:sp>
        <p:nvSpPr>
          <p:cNvPr id="673" name="Google Shape;673;p27"/>
          <p:cNvSpPr txBox="1">
            <a:spLocks noGrp="1"/>
          </p:cNvSpPr>
          <p:nvPr>
            <p:ph type="title" hasCustomPrompt="1"/>
          </p:nvPr>
        </p:nvSpPr>
        <p:spPr>
          <a:xfrm>
            <a:off x="4452300" y="539550"/>
            <a:ext cx="39783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4800"/>
              <a:buNone/>
              <a:defRPr sz="45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674" name="Google Shape;674;p27"/>
          <p:cNvSpPr txBox="1">
            <a:spLocks noGrp="1"/>
          </p:cNvSpPr>
          <p:nvPr>
            <p:ph type="subTitle" idx="1"/>
          </p:nvPr>
        </p:nvSpPr>
        <p:spPr>
          <a:xfrm>
            <a:off x="4452300" y="1227486"/>
            <a:ext cx="3978300" cy="37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600"/>
              <a:buNone/>
              <a:defRPr>
                <a:solidFill>
                  <a:schemeClr val="dk1"/>
                </a:solidFill>
              </a:defRPr>
            </a:lvl1pPr>
            <a:lvl2pPr lvl="1" algn="ctr" rtl="0">
              <a:lnSpc>
                <a:spcPct val="100000"/>
              </a:lnSpc>
              <a:spcBef>
                <a:spcPts val="0"/>
              </a:spcBef>
              <a:spcAft>
                <a:spcPts val="0"/>
              </a:spcAft>
              <a:buClr>
                <a:schemeClr val="dk1"/>
              </a:buClr>
              <a:buSzPts val="1600"/>
              <a:buNone/>
              <a:defRPr sz="1600">
                <a:solidFill>
                  <a:schemeClr val="dk1"/>
                </a:solidFill>
              </a:defRPr>
            </a:lvl2pPr>
            <a:lvl3pPr lvl="2" algn="ctr" rtl="0">
              <a:lnSpc>
                <a:spcPct val="100000"/>
              </a:lnSpc>
              <a:spcBef>
                <a:spcPts val="0"/>
              </a:spcBef>
              <a:spcAft>
                <a:spcPts val="0"/>
              </a:spcAft>
              <a:buClr>
                <a:schemeClr val="dk1"/>
              </a:buClr>
              <a:buSzPts val="1600"/>
              <a:buNone/>
              <a:defRPr sz="1600">
                <a:solidFill>
                  <a:schemeClr val="dk1"/>
                </a:solidFill>
              </a:defRPr>
            </a:lvl3pPr>
            <a:lvl4pPr lvl="3" algn="ctr" rtl="0">
              <a:lnSpc>
                <a:spcPct val="100000"/>
              </a:lnSpc>
              <a:spcBef>
                <a:spcPts val="0"/>
              </a:spcBef>
              <a:spcAft>
                <a:spcPts val="0"/>
              </a:spcAft>
              <a:buClr>
                <a:schemeClr val="dk1"/>
              </a:buClr>
              <a:buSzPts val="1600"/>
              <a:buNone/>
              <a:defRPr sz="1600">
                <a:solidFill>
                  <a:schemeClr val="dk1"/>
                </a:solidFill>
              </a:defRPr>
            </a:lvl4pPr>
            <a:lvl5pPr lvl="4" algn="ctr" rtl="0">
              <a:lnSpc>
                <a:spcPct val="100000"/>
              </a:lnSpc>
              <a:spcBef>
                <a:spcPts val="0"/>
              </a:spcBef>
              <a:spcAft>
                <a:spcPts val="0"/>
              </a:spcAft>
              <a:buClr>
                <a:schemeClr val="dk1"/>
              </a:buClr>
              <a:buSzPts val="1600"/>
              <a:buNone/>
              <a:defRPr sz="1600">
                <a:solidFill>
                  <a:schemeClr val="dk1"/>
                </a:solidFill>
              </a:defRPr>
            </a:lvl5pPr>
            <a:lvl6pPr lvl="5" algn="ctr" rtl="0">
              <a:lnSpc>
                <a:spcPct val="100000"/>
              </a:lnSpc>
              <a:spcBef>
                <a:spcPts val="0"/>
              </a:spcBef>
              <a:spcAft>
                <a:spcPts val="0"/>
              </a:spcAft>
              <a:buClr>
                <a:schemeClr val="dk1"/>
              </a:buClr>
              <a:buSzPts val="1600"/>
              <a:buNone/>
              <a:defRPr sz="1600">
                <a:solidFill>
                  <a:schemeClr val="dk1"/>
                </a:solidFill>
              </a:defRPr>
            </a:lvl6pPr>
            <a:lvl7pPr lvl="6" algn="ctr" rtl="0">
              <a:lnSpc>
                <a:spcPct val="100000"/>
              </a:lnSpc>
              <a:spcBef>
                <a:spcPts val="0"/>
              </a:spcBef>
              <a:spcAft>
                <a:spcPts val="0"/>
              </a:spcAft>
              <a:buClr>
                <a:schemeClr val="dk1"/>
              </a:buClr>
              <a:buSzPts val="1600"/>
              <a:buNone/>
              <a:defRPr sz="1600">
                <a:solidFill>
                  <a:schemeClr val="dk1"/>
                </a:solidFill>
              </a:defRPr>
            </a:lvl7pPr>
            <a:lvl8pPr lvl="7" algn="ctr" rtl="0">
              <a:lnSpc>
                <a:spcPct val="100000"/>
              </a:lnSpc>
              <a:spcBef>
                <a:spcPts val="0"/>
              </a:spcBef>
              <a:spcAft>
                <a:spcPts val="0"/>
              </a:spcAft>
              <a:buClr>
                <a:schemeClr val="dk1"/>
              </a:buClr>
              <a:buSzPts val="1600"/>
              <a:buNone/>
              <a:defRPr sz="1600">
                <a:solidFill>
                  <a:schemeClr val="dk1"/>
                </a:solidFill>
              </a:defRPr>
            </a:lvl8pPr>
            <a:lvl9pPr lvl="8" algn="ctr" rtl="0">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675" name="Google Shape;675;p27"/>
          <p:cNvSpPr txBox="1">
            <a:spLocks noGrp="1"/>
          </p:cNvSpPr>
          <p:nvPr>
            <p:ph type="title" idx="2" hasCustomPrompt="1"/>
          </p:nvPr>
        </p:nvSpPr>
        <p:spPr>
          <a:xfrm>
            <a:off x="4452300" y="1918319"/>
            <a:ext cx="39783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4800"/>
              <a:buNone/>
              <a:defRPr sz="45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676" name="Google Shape;676;p27"/>
          <p:cNvSpPr txBox="1">
            <a:spLocks noGrp="1"/>
          </p:cNvSpPr>
          <p:nvPr>
            <p:ph type="subTitle" idx="3"/>
          </p:nvPr>
        </p:nvSpPr>
        <p:spPr>
          <a:xfrm>
            <a:off x="4452300" y="2603968"/>
            <a:ext cx="3978300" cy="37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600"/>
              <a:buNone/>
              <a:defRPr>
                <a:solidFill>
                  <a:schemeClr val="dk1"/>
                </a:solidFill>
              </a:defRPr>
            </a:lvl1pPr>
            <a:lvl2pPr lvl="1" algn="ctr" rtl="0">
              <a:lnSpc>
                <a:spcPct val="100000"/>
              </a:lnSpc>
              <a:spcBef>
                <a:spcPts val="0"/>
              </a:spcBef>
              <a:spcAft>
                <a:spcPts val="0"/>
              </a:spcAft>
              <a:buClr>
                <a:schemeClr val="dk1"/>
              </a:buClr>
              <a:buSzPts val="1600"/>
              <a:buNone/>
              <a:defRPr sz="1600">
                <a:solidFill>
                  <a:schemeClr val="dk1"/>
                </a:solidFill>
              </a:defRPr>
            </a:lvl2pPr>
            <a:lvl3pPr lvl="2" algn="ctr" rtl="0">
              <a:lnSpc>
                <a:spcPct val="100000"/>
              </a:lnSpc>
              <a:spcBef>
                <a:spcPts val="0"/>
              </a:spcBef>
              <a:spcAft>
                <a:spcPts val="0"/>
              </a:spcAft>
              <a:buClr>
                <a:schemeClr val="dk1"/>
              </a:buClr>
              <a:buSzPts val="1600"/>
              <a:buNone/>
              <a:defRPr sz="1600">
                <a:solidFill>
                  <a:schemeClr val="dk1"/>
                </a:solidFill>
              </a:defRPr>
            </a:lvl3pPr>
            <a:lvl4pPr lvl="3" algn="ctr" rtl="0">
              <a:lnSpc>
                <a:spcPct val="100000"/>
              </a:lnSpc>
              <a:spcBef>
                <a:spcPts val="0"/>
              </a:spcBef>
              <a:spcAft>
                <a:spcPts val="0"/>
              </a:spcAft>
              <a:buClr>
                <a:schemeClr val="dk1"/>
              </a:buClr>
              <a:buSzPts val="1600"/>
              <a:buNone/>
              <a:defRPr sz="1600">
                <a:solidFill>
                  <a:schemeClr val="dk1"/>
                </a:solidFill>
              </a:defRPr>
            </a:lvl4pPr>
            <a:lvl5pPr lvl="4" algn="ctr" rtl="0">
              <a:lnSpc>
                <a:spcPct val="100000"/>
              </a:lnSpc>
              <a:spcBef>
                <a:spcPts val="0"/>
              </a:spcBef>
              <a:spcAft>
                <a:spcPts val="0"/>
              </a:spcAft>
              <a:buClr>
                <a:schemeClr val="dk1"/>
              </a:buClr>
              <a:buSzPts val="1600"/>
              <a:buNone/>
              <a:defRPr sz="1600">
                <a:solidFill>
                  <a:schemeClr val="dk1"/>
                </a:solidFill>
              </a:defRPr>
            </a:lvl5pPr>
            <a:lvl6pPr lvl="5" algn="ctr" rtl="0">
              <a:lnSpc>
                <a:spcPct val="100000"/>
              </a:lnSpc>
              <a:spcBef>
                <a:spcPts val="0"/>
              </a:spcBef>
              <a:spcAft>
                <a:spcPts val="0"/>
              </a:spcAft>
              <a:buClr>
                <a:schemeClr val="dk1"/>
              </a:buClr>
              <a:buSzPts val="1600"/>
              <a:buNone/>
              <a:defRPr sz="1600">
                <a:solidFill>
                  <a:schemeClr val="dk1"/>
                </a:solidFill>
              </a:defRPr>
            </a:lvl6pPr>
            <a:lvl7pPr lvl="6" algn="ctr" rtl="0">
              <a:lnSpc>
                <a:spcPct val="100000"/>
              </a:lnSpc>
              <a:spcBef>
                <a:spcPts val="0"/>
              </a:spcBef>
              <a:spcAft>
                <a:spcPts val="0"/>
              </a:spcAft>
              <a:buClr>
                <a:schemeClr val="dk1"/>
              </a:buClr>
              <a:buSzPts val="1600"/>
              <a:buNone/>
              <a:defRPr sz="1600">
                <a:solidFill>
                  <a:schemeClr val="dk1"/>
                </a:solidFill>
              </a:defRPr>
            </a:lvl7pPr>
            <a:lvl8pPr lvl="7" algn="ctr" rtl="0">
              <a:lnSpc>
                <a:spcPct val="100000"/>
              </a:lnSpc>
              <a:spcBef>
                <a:spcPts val="0"/>
              </a:spcBef>
              <a:spcAft>
                <a:spcPts val="0"/>
              </a:spcAft>
              <a:buClr>
                <a:schemeClr val="dk1"/>
              </a:buClr>
              <a:buSzPts val="1600"/>
              <a:buNone/>
              <a:defRPr sz="1600">
                <a:solidFill>
                  <a:schemeClr val="dk1"/>
                </a:solidFill>
              </a:defRPr>
            </a:lvl8pPr>
            <a:lvl9pPr lvl="8" algn="ctr" rtl="0">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677" name="Google Shape;677;p27"/>
          <p:cNvSpPr txBox="1">
            <a:spLocks noGrp="1"/>
          </p:cNvSpPr>
          <p:nvPr>
            <p:ph type="title" idx="4" hasCustomPrompt="1"/>
          </p:nvPr>
        </p:nvSpPr>
        <p:spPr>
          <a:xfrm>
            <a:off x="4452300" y="3290929"/>
            <a:ext cx="39783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4800"/>
              <a:buNone/>
              <a:defRPr sz="45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678" name="Google Shape;678;p27"/>
          <p:cNvSpPr txBox="1">
            <a:spLocks noGrp="1"/>
          </p:cNvSpPr>
          <p:nvPr>
            <p:ph type="subTitle" idx="5"/>
          </p:nvPr>
        </p:nvSpPr>
        <p:spPr>
          <a:xfrm>
            <a:off x="4452300" y="3980450"/>
            <a:ext cx="3978300" cy="37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600"/>
              <a:buNone/>
              <a:defRPr>
                <a:solidFill>
                  <a:schemeClr val="dk1"/>
                </a:solidFill>
              </a:defRPr>
            </a:lvl1pPr>
            <a:lvl2pPr lvl="1" algn="ctr" rtl="0">
              <a:lnSpc>
                <a:spcPct val="100000"/>
              </a:lnSpc>
              <a:spcBef>
                <a:spcPts val="0"/>
              </a:spcBef>
              <a:spcAft>
                <a:spcPts val="0"/>
              </a:spcAft>
              <a:buClr>
                <a:schemeClr val="dk1"/>
              </a:buClr>
              <a:buSzPts val="1600"/>
              <a:buNone/>
              <a:defRPr sz="1600">
                <a:solidFill>
                  <a:schemeClr val="dk1"/>
                </a:solidFill>
              </a:defRPr>
            </a:lvl2pPr>
            <a:lvl3pPr lvl="2" algn="ctr" rtl="0">
              <a:lnSpc>
                <a:spcPct val="100000"/>
              </a:lnSpc>
              <a:spcBef>
                <a:spcPts val="0"/>
              </a:spcBef>
              <a:spcAft>
                <a:spcPts val="0"/>
              </a:spcAft>
              <a:buClr>
                <a:schemeClr val="dk1"/>
              </a:buClr>
              <a:buSzPts val="1600"/>
              <a:buNone/>
              <a:defRPr sz="1600">
                <a:solidFill>
                  <a:schemeClr val="dk1"/>
                </a:solidFill>
              </a:defRPr>
            </a:lvl3pPr>
            <a:lvl4pPr lvl="3" algn="ctr" rtl="0">
              <a:lnSpc>
                <a:spcPct val="100000"/>
              </a:lnSpc>
              <a:spcBef>
                <a:spcPts val="0"/>
              </a:spcBef>
              <a:spcAft>
                <a:spcPts val="0"/>
              </a:spcAft>
              <a:buClr>
                <a:schemeClr val="dk1"/>
              </a:buClr>
              <a:buSzPts val="1600"/>
              <a:buNone/>
              <a:defRPr sz="1600">
                <a:solidFill>
                  <a:schemeClr val="dk1"/>
                </a:solidFill>
              </a:defRPr>
            </a:lvl4pPr>
            <a:lvl5pPr lvl="4" algn="ctr" rtl="0">
              <a:lnSpc>
                <a:spcPct val="100000"/>
              </a:lnSpc>
              <a:spcBef>
                <a:spcPts val="0"/>
              </a:spcBef>
              <a:spcAft>
                <a:spcPts val="0"/>
              </a:spcAft>
              <a:buClr>
                <a:schemeClr val="dk1"/>
              </a:buClr>
              <a:buSzPts val="1600"/>
              <a:buNone/>
              <a:defRPr sz="1600">
                <a:solidFill>
                  <a:schemeClr val="dk1"/>
                </a:solidFill>
              </a:defRPr>
            </a:lvl5pPr>
            <a:lvl6pPr lvl="5" algn="ctr" rtl="0">
              <a:lnSpc>
                <a:spcPct val="100000"/>
              </a:lnSpc>
              <a:spcBef>
                <a:spcPts val="0"/>
              </a:spcBef>
              <a:spcAft>
                <a:spcPts val="0"/>
              </a:spcAft>
              <a:buClr>
                <a:schemeClr val="dk1"/>
              </a:buClr>
              <a:buSzPts val="1600"/>
              <a:buNone/>
              <a:defRPr sz="1600">
                <a:solidFill>
                  <a:schemeClr val="dk1"/>
                </a:solidFill>
              </a:defRPr>
            </a:lvl6pPr>
            <a:lvl7pPr lvl="6" algn="ctr" rtl="0">
              <a:lnSpc>
                <a:spcPct val="100000"/>
              </a:lnSpc>
              <a:spcBef>
                <a:spcPts val="0"/>
              </a:spcBef>
              <a:spcAft>
                <a:spcPts val="0"/>
              </a:spcAft>
              <a:buClr>
                <a:schemeClr val="dk1"/>
              </a:buClr>
              <a:buSzPts val="1600"/>
              <a:buNone/>
              <a:defRPr sz="1600">
                <a:solidFill>
                  <a:schemeClr val="dk1"/>
                </a:solidFill>
              </a:defRPr>
            </a:lvl7pPr>
            <a:lvl8pPr lvl="7" algn="ctr" rtl="0">
              <a:lnSpc>
                <a:spcPct val="100000"/>
              </a:lnSpc>
              <a:spcBef>
                <a:spcPts val="0"/>
              </a:spcBef>
              <a:spcAft>
                <a:spcPts val="0"/>
              </a:spcAft>
              <a:buClr>
                <a:schemeClr val="dk1"/>
              </a:buClr>
              <a:buSzPts val="1600"/>
              <a:buNone/>
              <a:defRPr sz="1600">
                <a:solidFill>
                  <a:schemeClr val="dk1"/>
                </a:solidFill>
              </a:defRPr>
            </a:lvl8pPr>
            <a:lvl9pPr lvl="8" algn="ctr" rtl="0">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679" name="Google Shape;679;p27"/>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680" name="Google Shape;680;p27"/>
          <p:cNvGrpSpPr/>
          <p:nvPr/>
        </p:nvGrpSpPr>
        <p:grpSpPr>
          <a:xfrm>
            <a:off x="283641" y="131576"/>
            <a:ext cx="8592451" cy="1265087"/>
            <a:chOff x="283641" y="131576"/>
            <a:chExt cx="8592451" cy="1265087"/>
          </a:xfrm>
        </p:grpSpPr>
        <p:sp>
          <p:nvSpPr>
            <p:cNvPr id="681" name="Google Shape;681;p27"/>
            <p:cNvSpPr/>
            <p:nvPr/>
          </p:nvSpPr>
          <p:spPr>
            <a:xfrm>
              <a:off x="8757579" y="7765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82" name="Google Shape;682;p27"/>
            <p:cNvGrpSpPr/>
            <p:nvPr/>
          </p:nvGrpSpPr>
          <p:grpSpPr>
            <a:xfrm>
              <a:off x="283641" y="131576"/>
              <a:ext cx="8399780" cy="1265087"/>
              <a:chOff x="283641" y="131576"/>
              <a:chExt cx="8399780" cy="1265087"/>
            </a:xfrm>
          </p:grpSpPr>
          <p:grpSp>
            <p:nvGrpSpPr>
              <p:cNvPr id="683" name="Google Shape;683;p27"/>
              <p:cNvGrpSpPr/>
              <p:nvPr/>
            </p:nvGrpSpPr>
            <p:grpSpPr>
              <a:xfrm>
                <a:off x="283641" y="312023"/>
                <a:ext cx="8399780" cy="1084640"/>
                <a:chOff x="283641" y="312023"/>
                <a:chExt cx="8399780" cy="1084640"/>
              </a:xfrm>
            </p:grpSpPr>
            <p:sp>
              <p:nvSpPr>
                <p:cNvPr id="684" name="Google Shape;684;p27"/>
                <p:cNvSpPr/>
                <p:nvPr/>
              </p:nvSpPr>
              <p:spPr>
                <a:xfrm>
                  <a:off x="8371466" y="312023"/>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5" name="Google Shape;685;p27"/>
                <p:cNvSpPr/>
                <p:nvPr/>
              </p:nvSpPr>
              <p:spPr>
                <a:xfrm>
                  <a:off x="436569" y="604480"/>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6" name="Google Shape;686;p27"/>
                <p:cNvSpPr/>
                <p:nvPr/>
              </p:nvSpPr>
              <p:spPr>
                <a:xfrm>
                  <a:off x="8519407" y="1106967"/>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7" name="Google Shape;687;p27"/>
                <p:cNvSpPr/>
                <p:nvPr/>
              </p:nvSpPr>
              <p:spPr>
                <a:xfrm>
                  <a:off x="283641" y="434423"/>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88" name="Google Shape;688;p27"/>
              <p:cNvSpPr/>
              <p:nvPr/>
            </p:nvSpPr>
            <p:spPr>
              <a:xfrm>
                <a:off x="713225" y="131576"/>
                <a:ext cx="220319" cy="390698"/>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689" name="Google Shape;689;p27"/>
          <p:cNvSpPr/>
          <p:nvPr/>
        </p:nvSpPr>
        <p:spPr>
          <a:xfrm>
            <a:off x="6298598" y="4807547"/>
            <a:ext cx="541920" cy="167144"/>
          </a:xfrm>
          <a:custGeom>
            <a:avLst/>
            <a:gdLst/>
            <a:ahLst/>
            <a:cxnLst/>
            <a:rect l="l" t="t" r="r" b="b"/>
            <a:pathLst>
              <a:path w="181244" h="55901" extrusionOk="0">
                <a:moveTo>
                  <a:pt x="177546" y="21045"/>
                </a:moveTo>
                <a:cubicBezTo>
                  <a:pt x="170222" y="21045"/>
                  <a:pt x="162940" y="21294"/>
                  <a:pt x="155657" y="21669"/>
                </a:cubicBezTo>
                <a:cubicBezTo>
                  <a:pt x="161192" y="18714"/>
                  <a:pt x="166893" y="16009"/>
                  <a:pt x="172636" y="13513"/>
                </a:cubicBezTo>
                <a:cubicBezTo>
                  <a:pt x="177005" y="11640"/>
                  <a:pt x="173219" y="5231"/>
                  <a:pt x="168891" y="7146"/>
                </a:cubicBezTo>
                <a:cubicBezTo>
                  <a:pt x="160651" y="10724"/>
                  <a:pt x="152661" y="14678"/>
                  <a:pt x="144921" y="19214"/>
                </a:cubicBezTo>
                <a:cubicBezTo>
                  <a:pt x="142716" y="20504"/>
                  <a:pt x="140343" y="21794"/>
                  <a:pt x="138096" y="23250"/>
                </a:cubicBezTo>
                <a:cubicBezTo>
                  <a:pt x="139053" y="20212"/>
                  <a:pt x="136557" y="18381"/>
                  <a:pt x="134226" y="18548"/>
                </a:cubicBezTo>
                <a:cubicBezTo>
                  <a:pt x="133436" y="17799"/>
                  <a:pt x="132312" y="17341"/>
                  <a:pt x="130897" y="17716"/>
                </a:cubicBezTo>
                <a:cubicBezTo>
                  <a:pt x="129774" y="17632"/>
                  <a:pt x="129149" y="17424"/>
                  <a:pt x="128400" y="17299"/>
                </a:cubicBezTo>
                <a:cubicBezTo>
                  <a:pt x="127610" y="17175"/>
                  <a:pt x="126736" y="17258"/>
                  <a:pt x="125903" y="17383"/>
                </a:cubicBezTo>
                <a:cubicBezTo>
                  <a:pt x="121492" y="14553"/>
                  <a:pt x="115750" y="12888"/>
                  <a:pt x="111255" y="14303"/>
                </a:cubicBezTo>
                <a:cubicBezTo>
                  <a:pt x="110298" y="14595"/>
                  <a:pt x="109341" y="15094"/>
                  <a:pt x="108467" y="15677"/>
                </a:cubicBezTo>
                <a:cubicBezTo>
                  <a:pt x="108009" y="15344"/>
                  <a:pt x="107635" y="14969"/>
                  <a:pt x="107094" y="14678"/>
                </a:cubicBezTo>
                <a:cubicBezTo>
                  <a:pt x="103806" y="12888"/>
                  <a:pt x="100186" y="12888"/>
                  <a:pt x="96732" y="13887"/>
                </a:cubicBezTo>
                <a:cubicBezTo>
                  <a:pt x="96233" y="13596"/>
                  <a:pt x="95733" y="13471"/>
                  <a:pt x="95275" y="13346"/>
                </a:cubicBezTo>
                <a:cubicBezTo>
                  <a:pt x="94193" y="12514"/>
                  <a:pt x="92820" y="11806"/>
                  <a:pt x="90989" y="11307"/>
                </a:cubicBezTo>
                <a:cubicBezTo>
                  <a:pt x="86536" y="10183"/>
                  <a:pt x="82209" y="11890"/>
                  <a:pt x="78755" y="14678"/>
                </a:cubicBezTo>
                <a:cubicBezTo>
                  <a:pt x="74926" y="12306"/>
                  <a:pt x="69932" y="12514"/>
                  <a:pt x="65355" y="14178"/>
                </a:cubicBezTo>
                <a:cubicBezTo>
                  <a:pt x="63524" y="12639"/>
                  <a:pt x="60153" y="12805"/>
                  <a:pt x="59238" y="15760"/>
                </a:cubicBezTo>
                <a:cubicBezTo>
                  <a:pt x="58946" y="16675"/>
                  <a:pt x="58530" y="17508"/>
                  <a:pt x="58114" y="18381"/>
                </a:cubicBezTo>
                <a:cubicBezTo>
                  <a:pt x="56866" y="18589"/>
                  <a:pt x="56033" y="18423"/>
                  <a:pt x="55159" y="18298"/>
                </a:cubicBezTo>
                <a:cubicBezTo>
                  <a:pt x="46462" y="14886"/>
                  <a:pt x="38888" y="9310"/>
                  <a:pt x="33354" y="1611"/>
                </a:cubicBezTo>
                <a:cubicBezTo>
                  <a:pt x="30607" y="-2218"/>
                  <a:pt x="24199" y="1486"/>
                  <a:pt x="26987" y="5356"/>
                </a:cubicBezTo>
                <a:cubicBezTo>
                  <a:pt x="29608" y="8977"/>
                  <a:pt x="32646" y="12098"/>
                  <a:pt x="35892" y="14969"/>
                </a:cubicBezTo>
                <a:cubicBezTo>
                  <a:pt x="29858" y="13929"/>
                  <a:pt x="23866" y="12888"/>
                  <a:pt x="17832" y="11848"/>
                </a:cubicBezTo>
                <a:cubicBezTo>
                  <a:pt x="13171" y="11057"/>
                  <a:pt x="11173" y="18173"/>
                  <a:pt x="15876" y="18964"/>
                </a:cubicBezTo>
                <a:cubicBezTo>
                  <a:pt x="24407" y="20421"/>
                  <a:pt x="32896" y="21919"/>
                  <a:pt x="41427" y="23375"/>
                </a:cubicBezTo>
                <a:cubicBezTo>
                  <a:pt x="28818" y="23999"/>
                  <a:pt x="16167" y="24624"/>
                  <a:pt x="3558" y="25248"/>
                </a:cubicBezTo>
                <a:cubicBezTo>
                  <a:pt x="-1186" y="25497"/>
                  <a:pt x="-1186" y="32863"/>
                  <a:pt x="3558" y="32655"/>
                </a:cubicBezTo>
                <a:cubicBezTo>
                  <a:pt x="11257" y="32280"/>
                  <a:pt x="18955" y="31906"/>
                  <a:pt x="26612" y="31531"/>
                </a:cubicBezTo>
                <a:cubicBezTo>
                  <a:pt x="23450" y="33487"/>
                  <a:pt x="20370" y="35568"/>
                  <a:pt x="17415" y="37982"/>
                </a:cubicBezTo>
                <a:cubicBezTo>
                  <a:pt x="13712" y="40978"/>
                  <a:pt x="18997" y="46180"/>
                  <a:pt x="22659" y="43225"/>
                </a:cubicBezTo>
                <a:cubicBezTo>
                  <a:pt x="29775" y="37441"/>
                  <a:pt x="37682" y="33279"/>
                  <a:pt x="46254" y="30574"/>
                </a:cubicBezTo>
                <a:cubicBezTo>
                  <a:pt x="47711" y="30491"/>
                  <a:pt x="49167" y="30450"/>
                  <a:pt x="50624" y="30366"/>
                </a:cubicBezTo>
                <a:cubicBezTo>
                  <a:pt x="48709" y="35818"/>
                  <a:pt x="48376" y="41560"/>
                  <a:pt x="52455" y="44099"/>
                </a:cubicBezTo>
                <a:cubicBezTo>
                  <a:pt x="52621" y="44682"/>
                  <a:pt x="52704" y="45264"/>
                  <a:pt x="52912" y="45847"/>
                </a:cubicBezTo>
                <a:cubicBezTo>
                  <a:pt x="54244" y="49883"/>
                  <a:pt x="60112" y="48718"/>
                  <a:pt x="60195" y="45181"/>
                </a:cubicBezTo>
                <a:cubicBezTo>
                  <a:pt x="62567" y="44723"/>
                  <a:pt x="64814" y="43724"/>
                  <a:pt x="66936" y="42268"/>
                </a:cubicBezTo>
                <a:cubicBezTo>
                  <a:pt x="67019" y="42518"/>
                  <a:pt x="67019" y="42809"/>
                  <a:pt x="67103" y="43059"/>
                </a:cubicBezTo>
                <a:cubicBezTo>
                  <a:pt x="67727" y="45056"/>
                  <a:pt x="69475" y="45722"/>
                  <a:pt x="71098" y="45555"/>
                </a:cubicBezTo>
                <a:cubicBezTo>
                  <a:pt x="71597" y="47428"/>
                  <a:pt x="72887" y="48926"/>
                  <a:pt x="75342" y="49758"/>
                </a:cubicBezTo>
                <a:cubicBezTo>
                  <a:pt x="75675" y="49883"/>
                  <a:pt x="75966" y="49842"/>
                  <a:pt x="76258" y="49883"/>
                </a:cubicBezTo>
                <a:cubicBezTo>
                  <a:pt x="77090" y="50216"/>
                  <a:pt x="78214" y="50299"/>
                  <a:pt x="79712" y="50050"/>
                </a:cubicBezTo>
                <a:cubicBezTo>
                  <a:pt x="81959" y="49634"/>
                  <a:pt x="82666" y="47761"/>
                  <a:pt x="82250" y="46013"/>
                </a:cubicBezTo>
                <a:cubicBezTo>
                  <a:pt x="82666" y="46388"/>
                  <a:pt x="83124" y="46762"/>
                  <a:pt x="83707" y="47054"/>
                </a:cubicBezTo>
                <a:cubicBezTo>
                  <a:pt x="83998" y="47220"/>
                  <a:pt x="84331" y="47220"/>
                  <a:pt x="84622" y="47303"/>
                </a:cubicBezTo>
                <a:cubicBezTo>
                  <a:pt x="84789" y="47927"/>
                  <a:pt x="84789" y="48552"/>
                  <a:pt x="85122" y="49134"/>
                </a:cubicBezTo>
                <a:cubicBezTo>
                  <a:pt x="85704" y="50175"/>
                  <a:pt x="87077" y="51090"/>
                  <a:pt x="88326" y="50965"/>
                </a:cubicBezTo>
                <a:cubicBezTo>
                  <a:pt x="89824" y="50840"/>
                  <a:pt x="91530" y="49883"/>
                  <a:pt x="93320" y="48510"/>
                </a:cubicBezTo>
                <a:cubicBezTo>
                  <a:pt x="94360" y="48676"/>
                  <a:pt x="95525" y="48468"/>
                  <a:pt x="96732" y="47553"/>
                </a:cubicBezTo>
                <a:cubicBezTo>
                  <a:pt x="97731" y="46804"/>
                  <a:pt x="98188" y="45805"/>
                  <a:pt x="98272" y="44806"/>
                </a:cubicBezTo>
                <a:cubicBezTo>
                  <a:pt x="98563" y="46013"/>
                  <a:pt x="99270" y="46762"/>
                  <a:pt x="100144" y="47137"/>
                </a:cubicBezTo>
                <a:cubicBezTo>
                  <a:pt x="101018" y="50882"/>
                  <a:pt x="104347" y="53629"/>
                  <a:pt x="108259" y="50424"/>
                </a:cubicBezTo>
                <a:cubicBezTo>
                  <a:pt x="109383" y="49509"/>
                  <a:pt x="110215" y="48136"/>
                  <a:pt x="110964" y="46637"/>
                </a:cubicBezTo>
                <a:cubicBezTo>
                  <a:pt x="111838" y="46388"/>
                  <a:pt x="112296" y="46513"/>
                  <a:pt x="112753" y="46637"/>
                </a:cubicBezTo>
                <a:cubicBezTo>
                  <a:pt x="113710" y="47178"/>
                  <a:pt x="114751" y="47428"/>
                  <a:pt x="115791" y="47553"/>
                </a:cubicBezTo>
                <a:cubicBezTo>
                  <a:pt x="117622" y="49634"/>
                  <a:pt x="120743" y="50258"/>
                  <a:pt x="123032" y="47719"/>
                </a:cubicBezTo>
                <a:cubicBezTo>
                  <a:pt x="123781" y="46887"/>
                  <a:pt x="124031" y="45972"/>
                  <a:pt x="123989" y="45098"/>
                </a:cubicBezTo>
                <a:cubicBezTo>
                  <a:pt x="124780" y="44598"/>
                  <a:pt x="125570" y="44057"/>
                  <a:pt x="126278" y="43475"/>
                </a:cubicBezTo>
                <a:cubicBezTo>
                  <a:pt x="128109" y="44931"/>
                  <a:pt x="131396" y="44723"/>
                  <a:pt x="132354" y="41810"/>
                </a:cubicBezTo>
                <a:cubicBezTo>
                  <a:pt x="132936" y="39979"/>
                  <a:pt x="133519" y="38148"/>
                  <a:pt x="134101" y="36359"/>
                </a:cubicBezTo>
                <a:cubicBezTo>
                  <a:pt x="135849" y="36775"/>
                  <a:pt x="137805" y="36109"/>
                  <a:pt x="138346" y="33862"/>
                </a:cubicBezTo>
                <a:cubicBezTo>
                  <a:pt x="138554" y="32946"/>
                  <a:pt x="139178" y="32072"/>
                  <a:pt x="139969" y="31199"/>
                </a:cubicBezTo>
                <a:cubicBezTo>
                  <a:pt x="140135" y="31656"/>
                  <a:pt x="140385" y="32114"/>
                  <a:pt x="140801" y="32530"/>
                </a:cubicBezTo>
                <a:cubicBezTo>
                  <a:pt x="142258" y="41477"/>
                  <a:pt x="146419" y="49509"/>
                  <a:pt x="153452" y="55043"/>
                </a:cubicBezTo>
                <a:cubicBezTo>
                  <a:pt x="157156" y="57956"/>
                  <a:pt x="162399" y="52755"/>
                  <a:pt x="158695" y="49800"/>
                </a:cubicBezTo>
                <a:cubicBezTo>
                  <a:pt x="158321" y="49509"/>
                  <a:pt x="158071" y="49176"/>
                  <a:pt x="157738" y="48885"/>
                </a:cubicBezTo>
                <a:cubicBezTo>
                  <a:pt x="160110" y="48968"/>
                  <a:pt x="162357" y="46429"/>
                  <a:pt x="161483" y="43974"/>
                </a:cubicBezTo>
                <a:cubicBezTo>
                  <a:pt x="162441" y="44765"/>
                  <a:pt x="163439" y="45555"/>
                  <a:pt x="164355" y="46388"/>
                </a:cubicBezTo>
                <a:cubicBezTo>
                  <a:pt x="164937" y="46929"/>
                  <a:pt x="165520" y="47470"/>
                  <a:pt x="166061" y="48052"/>
                </a:cubicBezTo>
                <a:cubicBezTo>
                  <a:pt x="165270" y="50466"/>
                  <a:pt x="166311" y="53545"/>
                  <a:pt x="169432" y="53420"/>
                </a:cubicBezTo>
                <a:cubicBezTo>
                  <a:pt x="175008" y="53212"/>
                  <a:pt x="175424" y="47511"/>
                  <a:pt x="172386" y="43974"/>
                </a:cubicBezTo>
                <a:cubicBezTo>
                  <a:pt x="171263" y="42684"/>
                  <a:pt x="170056" y="41477"/>
                  <a:pt x="168766" y="40312"/>
                </a:cubicBezTo>
                <a:cubicBezTo>
                  <a:pt x="169848" y="40645"/>
                  <a:pt x="170971" y="40853"/>
                  <a:pt x="172053" y="41228"/>
                </a:cubicBezTo>
                <a:cubicBezTo>
                  <a:pt x="176589" y="42684"/>
                  <a:pt x="178545" y="35526"/>
                  <a:pt x="174009" y="34112"/>
                </a:cubicBezTo>
                <a:cubicBezTo>
                  <a:pt x="168932" y="32530"/>
                  <a:pt x="163814" y="31032"/>
                  <a:pt x="158654" y="29742"/>
                </a:cubicBezTo>
                <a:cubicBezTo>
                  <a:pt x="157780" y="29534"/>
                  <a:pt x="156739" y="29368"/>
                  <a:pt x="155657" y="29201"/>
                </a:cubicBezTo>
                <a:cubicBezTo>
                  <a:pt x="162982" y="28827"/>
                  <a:pt x="170347" y="28577"/>
                  <a:pt x="177671" y="28577"/>
                </a:cubicBezTo>
                <a:cubicBezTo>
                  <a:pt x="182415" y="28577"/>
                  <a:pt x="182457" y="21170"/>
                  <a:pt x="177671" y="21170"/>
                </a:cubicBezTo>
                <a:close/>
                <a:moveTo>
                  <a:pt x="60486" y="28827"/>
                </a:moveTo>
                <a:cubicBezTo>
                  <a:pt x="59779" y="31282"/>
                  <a:pt x="59404" y="33862"/>
                  <a:pt x="59362" y="36525"/>
                </a:cubicBezTo>
                <a:cubicBezTo>
                  <a:pt x="58821" y="33862"/>
                  <a:pt x="59362" y="31323"/>
                  <a:pt x="60486" y="28827"/>
                </a:cubicBezTo>
                <a:close/>
                <a:moveTo>
                  <a:pt x="67727" y="30491"/>
                </a:moveTo>
                <a:cubicBezTo>
                  <a:pt x="68393" y="28327"/>
                  <a:pt x="69391" y="26246"/>
                  <a:pt x="70806" y="24207"/>
                </a:cubicBezTo>
                <a:cubicBezTo>
                  <a:pt x="70640" y="25747"/>
                  <a:pt x="69891" y="27204"/>
                  <a:pt x="69225" y="28702"/>
                </a:cubicBezTo>
                <a:cubicBezTo>
                  <a:pt x="68767" y="29284"/>
                  <a:pt x="68268" y="29867"/>
                  <a:pt x="67727" y="3045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712"/>
        <p:cNvGrpSpPr/>
        <p:nvPr/>
      </p:nvGrpSpPr>
      <p:grpSpPr>
        <a:xfrm>
          <a:off x="0" y="0"/>
          <a:ext cx="0" cy="0"/>
          <a:chOff x="0" y="0"/>
          <a:chExt cx="0" cy="0"/>
        </a:xfrm>
      </p:grpSpPr>
      <p:sp>
        <p:nvSpPr>
          <p:cNvPr id="713" name="Google Shape;713;p29"/>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
        <p:nvSpPr>
          <p:cNvPr id="714" name="Google Shape;714;p29"/>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715" name="Google Shape;715;p29"/>
          <p:cNvGrpSpPr/>
          <p:nvPr/>
        </p:nvGrpSpPr>
        <p:grpSpPr>
          <a:xfrm flipH="1">
            <a:off x="75145" y="124289"/>
            <a:ext cx="8618407" cy="4057182"/>
            <a:chOff x="452610" y="-758170"/>
            <a:chExt cx="8614100" cy="4057182"/>
          </a:xfrm>
        </p:grpSpPr>
        <p:sp>
          <p:nvSpPr>
            <p:cNvPr id="716" name="Google Shape;716;p29"/>
            <p:cNvSpPr/>
            <p:nvPr/>
          </p:nvSpPr>
          <p:spPr>
            <a:xfrm>
              <a:off x="8668229" y="30887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7" name="Google Shape;717;p29"/>
            <p:cNvSpPr/>
            <p:nvPr/>
          </p:nvSpPr>
          <p:spPr>
            <a:xfrm>
              <a:off x="729118" y="-758170"/>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8" name="Google Shape;718;p29"/>
            <p:cNvSpPr/>
            <p:nvPr/>
          </p:nvSpPr>
          <p:spPr>
            <a:xfrm>
              <a:off x="8522824" y="2103707"/>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9" name="Google Shape;719;p29"/>
            <p:cNvSpPr/>
            <p:nvPr/>
          </p:nvSpPr>
          <p:spPr>
            <a:xfrm>
              <a:off x="8902694" y="2530692"/>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0" name="Google Shape;720;p29"/>
            <p:cNvSpPr/>
            <p:nvPr/>
          </p:nvSpPr>
          <p:spPr>
            <a:xfrm>
              <a:off x="452610" y="-589577"/>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21" name="Google Shape;721;p29"/>
          <p:cNvGrpSpPr/>
          <p:nvPr/>
        </p:nvGrpSpPr>
        <p:grpSpPr>
          <a:xfrm>
            <a:off x="451232" y="3584675"/>
            <a:ext cx="9362038" cy="1509781"/>
            <a:chOff x="451232" y="3584675"/>
            <a:chExt cx="9362038" cy="1509781"/>
          </a:xfrm>
        </p:grpSpPr>
        <p:grpSp>
          <p:nvGrpSpPr>
            <p:cNvPr id="722" name="Google Shape;722;p29"/>
            <p:cNvGrpSpPr/>
            <p:nvPr/>
          </p:nvGrpSpPr>
          <p:grpSpPr>
            <a:xfrm>
              <a:off x="8417225" y="3584675"/>
              <a:ext cx="1396044" cy="1282953"/>
              <a:chOff x="8417225" y="3584675"/>
              <a:chExt cx="1396044" cy="1282953"/>
            </a:xfrm>
          </p:grpSpPr>
          <p:sp>
            <p:nvSpPr>
              <p:cNvPr id="723" name="Google Shape;723;p29"/>
              <p:cNvSpPr/>
              <p:nvPr/>
            </p:nvSpPr>
            <p:spPr>
              <a:xfrm flipH="1">
                <a:off x="8486604" y="3608211"/>
                <a:ext cx="1216732" cy="1259417"/>
              </a:xfrm>
              <a:custGeom>
                <a:avLst/>
                <a:gdLst/>
                <a:ahLst/>
                <a:cxnLst/>
                <a:rect l="l" t="t" r="r" b="b"/>
                <a:pathLst>
                  <a:path w="708432" h="733285" extrusionOk="0">
                    <a:moveTo>
                      <a:pt x="674527" y="733285"/>
                    </a:moveTo>
                    <a:lnTo>
                      <a:pt x="87113" y="733285"/>
                    </a:lnTo>
                    <a:cubicBezTo>
                      <a:pt x="58076" y="570931"/>
                      <a:pt x="29038" y="408662"/>
                      <a:pt x="0" y="246307"/>
                    </a:cubicBezTo>
                    <a:cubicBezTo>
                      <a:pt x="120335" y="164233"/>
                      <a:pt x="240586" y="82074"/>
                      <a:pt x="360920" y="0"/>
                    </a:cubicBezTo>
                    <a:cubicBezTo>
                      <a:pt x="476729" y="74217"/>
                      <a:pt x="592624" y="148348"/>
                      <a:pt x="708432" y="222565"/>
                    </a:cubicBezTo>
                    <a:cubicBezTo>
                      <a:pt x="697159" y="392776"/>
                      <a:pt x="685885" y="562988"/>
                      <a:pt x="674612" y="73320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4" name="Google Shape;724;p29"/>
              <p:cNvSpPr/>
              <p:nvPr/>
            </p:nvSpPr>
            <p:spPr>
              <a:xfrm flipH="1">
                <a:off x="9006014" y="3584675"/>
                <a:ext cx="807255" cy="508932"/>
              </a:xfrm>
              <a:custGeom>
                <a:avLst/>
                <a:gdLst/>
                <a:ahLst/>
                <a:cxnLst/>
                <a:rect l="l" t="t" r="r" b="b"/>
                <a:pathLst>
                  <a:path w="521651" h="340423" extrusionOk="0">
                    <a:moveTo>
                      <a:pt x="521652" y="32368"/>
                    </a:moveTo>
                    <a:lnTo>
                      <a:pt x="469470" y="64737"/>
                    </a:lnTo>
                    <a:lnTo>
                      <a:pt x="25109" y="340423"/>
                    </a:lnTo>
                    <a:lnTo>
                      <a:pt x="0" y="291230"/>
                    </a:lnTo>
                    <a:lnTo>
                      <a:pt x="417116" y="32368"/>
                    </a:lnTo>
                    <a:lnTo>
                      <a:pt x="469470" y="0"/>
                    </a:lnTo>
                    <a:lnTo>
                      <a:pt x="521652" y="3236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5" name="Google Shape;725;p29"/>
              <p:cNvSpPr/>
              <p:nvPr/>
            </p:nvSpPr>
            <p:spPr>
              <a:xfrm flipH="1">
                <a:off x="8417225" y="3584875"/>
                <a:ext cx="742050" cy="477443"/>
              </a:xfrm>
              <a:custGeom>
                <a:avLst/>
                <a:gdLst/>
                <a:ahLst/>
                <a:cxnLst/>
                <a:rect l="l" t="t" r="r" b="b"/>
                <a:pathLst>
                  <a:path w="521652" h="340423" extrusionOk="0">
                    <a:moveTo>
                      <a:pt x="521652" y="291230"/>
                    </a:moveTo>
                    <a:lnTo>
                      <a:pt x="496543" y="340423"/>
                    </a:lnTo>
                    <a:lnTo>
                      <a:pt x="52353" y="64737"/>
                    </a:lnTo>
                    <a:lnTo>
                      <a:pt x="0" y="32368"/>
                    </a:lnTo>
                    <a:lnTo>
                      <a:pt x="52353" y="0"/>
                    </a:lnTo>
                    <a:lnTo>
                      <a:pt x="104535" y="32368"/>
                    </a:lnTo>
                    <a:lnTo>
                      <a:pt x="521652" y="29123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6" name="Google Shape;726;p29"/>
              <p:cNvSpPr/>
              <p:nvPr/>
            </p:nvSpPr>
            <p:spPr>
              <a:xfrm flipH="1">
                <a:off x="8809830" y="4128188"/>
                <a:ext cx="511042" cy="562967"/>
              </a:xfrm>
              <a:custGeom>
                <a:avLst/>
                <a:gdLst/>
                <a:ahLst/>
                <a:cxnLst/>
                <a:rect l="l" t="t" r="r" b="b"/>
                <a:pathLst>
                  <a:path w="297550" h="327783" extrusionOk="0">
                    <a:moveTo>
                      <a:pt x="297550" y="163892"/>
                    </a:moveTo>
                    <a:cubicBezTo>
                      <a:pt x="297550" y="254407"/>
                      <a:pt x="230941" y="327783"/>
                      <a:pt x="148775" y="327783"/>
                    </a:cubicBezTo>
                    <a:cubicBezTo>
                      <a:pt x="66609" y="327783"/>
                      <a:pt x="0" y="254407"/>
                      <a:pt x="0" y="163892"/>
                    </a:cubicBezTo>
                    <a:cubicBezTo>
                      <a:pt x="0" y="73377"/>
                      <a:pt x="66609" y="0"/>
                      <a:pt x="148775" y="0"/>
                    </a:cubicBezTo>
                    <a:cubicBezTo>
                      <a:pt x="230941" y="0"/>
                      <a:pt x="297550" y="73377"/>
                      <a:pt x="297550" y="16389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27" name="Google Shape;727;p29"/>
            <p:cNvGrpSpPr/>
            <p:nvPr/>
          </p:nvGrpSpPr>
          <p:grpSpPr>
            <a:xfrm>
              <a:off x="451232" y="4812470"/>
              <a:ext cx="633274" cy="271470"/>
              <a:chOff x="4320706" y="4751569"/>
              <a:chExt cx="796872" cy="341601"/>
            </a:xfrm>
          </p:grpSpPr>
          <p:grpSp>
            <p:nvGrpSpPr>
              <p:cNvPr id="728" name="Google Shape;728;p29"/>
              <p:cNvGrpSpPr/>
              <p:nvPr/>
            </p:nvGrpSpPr>
            <p:grpSpPr>
              <a:xfrm rot="-895287">
                <a:off x="4327460" y="4824577"/>
                <a:ext cx="583949" cy="128924"/>
                <a:chOff x="8430719" y="2766517"/>
                <a:chExt cx="583937" cy="128921"/>
              </a:xfrm>
            </p:grpSpPr>
            <p:sp>
              <p:nvSpPr>
                <p:cNvPr id="729" name="Google Shape;729;p29"/>
                <p:cNvSpPr/>
                <p:nvPr/>
              </p:nvSpPr>
              <p:spPr>
                <a:xfrm>
                  <a:off x="8483834" y="2798156"/>
                  <a:ext cx="475960" cy="79341"/>
                </a:xfrm>
                <a:custGeom>
                  <a:avLst/>
                  <a:gdLst/>
                  <a:ahLst/>
                  <a:cxnLst/>
                  <a:rect l="l" t="t" r="r" b="b"/>
                  <a:pathLst>
                    <a:path w="475960" h="79341" extrusionOk="0">
                      <a:moveTo>
                        <a:pt x="475960" y="79341"/>
                      </a:moveTo>
                      <a:cubicBezTo>
                        <a:pt x="400719" y="75413"/>
                        <a:pt x="321805" y="73192"/>
                        <a:pt x="239475" y="73192"/>
                      </a:cubicBezTo>
                      <a:cubicBezTo>
                        <a:pt x="156035" y="73192"/>
                        <a:pt x="76095" y="75413"/>
                        <a:pt x="0" y="79341"/>
                      </a:cubicBezTo>
                      <a:lnTo>
                        <a:pt x="0" y="0"/>
                      </a:lnTo>
                      <a:cubicBezTo>
                        <a:pt x="66958" y="4270"/>
                        <a:pt x="137501" y="7003"/>
                        <a:pt x="211120" y="7516"/>
                      </a:cubicBezTo>
                      <a:cubicBezTo>
                        <a:pt x="304553" y="8199"/>
                        <a:pt x="393033" y="5295"/>
                        <a:pt x="475960" y="0"/>
                      </a:cubicBezTo>
                      <a:lnTo>
                        <a:pt x="475960" y="7934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0" name="Google Shape;730;p29"/>
                <p:cNvSpPr/>
                <p:nvPr/>
              </p:nvSpPr>
              <p:spPr>
                <a:xfrm>
                  <a:off x="8907836" y="2766517"/>
                  <a:ext cx="106820" cy="68230"/>
                </a:xfrm>
                <a:custGeom>
                  <a:avLst/>
                  <a:gdLst/>
                  <a:ahLst/>
                  <a:cxnLst/>
                  <a:rect l="l" t="t" r="r" b="b"/>
                  <a:pathLst>
                    <a:path w="106820" h="68230" extrusionOk="0">
                      <a:moveTo>
                        <a:pt x="1057" y="54185"/>
                      </a:moveTo>
                      <a:cubicBezTo>
                        <a:pt x="6865" y="69387"/>
                        <a:pt x="35048" y="72803"/>
                        <a:pt x="64000" y="61701"/>
                      </a:cubicBezTo>
                      <a:cubicBezTo>
                        <a:pt x="92867" y="50598"/>
                        <a:pt x="111571" y="29247"/>
                        <a:pt x="105763" y="14045"/>
                      </a:cubicBezTo>
                      <a:cubicBezTo>
                        <a:pt x="99955" y="-1157"/>
                        <a:pt x="71772" y="-4573"/>
                        <a:pt x="42820" y="6529"/>
                      </a:cubicBezTo>
                      <a:cubicBezTo>
                        <a:pt x="13953" y="17632"/>
                        <a:pt x="-4750" y="38983"/>
                        <a:pt x="1057" y="5418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1" name="Google Shape;731;p29"/>
                <p:cNvSpPr/>
                <p:nvPr/>
              </p:nvSpPr>
              <p:spPr>
                <a:xfrm>
                  <a:off x="8898894" y="2826930"/>
                  <a:ext cx="106574" cy="68508"/>
                </a:xfrm>
                <a:custGeom>
                  <a:avLst/>
                  <a:gdLst/>
                  <a:ahLst/>
                  <a:cxnLst/>
                  <a:rect l="l" t="t" r="r" b="b"/>
                  <a:pathLst>
                    <a:path w="106574" h="68508" extrusionOk="0">
                      <a:moveTo>
                        <a:pt x="1117" y="13842"/>
                      </a:moveTo>
                      <a:cubicBezTo>
                        <a:pt x="-4861" y="29045"/>
                        <a:pt x="13757" y="50481"/>
                        <a:pt x="42539" y="61755"/>
                      </a:cubicBezTo>
                      <a:cubicBezTo>
                        <a:pt x="71406" y="73028"/>
                        <a:pt x="99589" y="69868"/>
                        <a:pt x="105482" y="54666"/>
                      </a:cubicBezTo>
                      <a:cubicBezTo>
                        <a:pt x="111375" y="39464"/>
                        <a:pt x="92842" y="18027"/>
                        <a:pt x="64060" y="6754"/>
                      </a:cubicBezTo>
                      <a:cubicBezTo>
                        <a:pt x="35193" y="-4520"/>
                        <a:pt x="7010" y="-1360"/>
                        <a:pt x="1117" y="1384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2" name="Google Shape;732;p29"/>
                <p:cNvSpPr/>
                <p:nvPr/>
              </p:nvSpPr>
              <p:spPr>
                <a:xfrm rot="10800000">
                  <a:off x="8430719" y="2827208"/>
                  <a:ext cx="106820" cy="68230"/>
                </a:xfrm>
                <a:custGeom>
                  <a:avLst/>
                  <a:gdLst/>
                  <a:ahLst/>
                  <a:cxnLst/>
                  <a:rect l="l" t="t" r="r" b="b"/>
                  <a:pathLst>
                    <a:path w="106820" h="68230" extrusionOk="0">
                      <a:moveTo>
                        <a:pt x="1057" y="54185"/>
                      </a:moveTo>
                      <a:cubicBezTo>
                        <a:pt x="6865" y="69387"/>
                        <a:pt x="35048" y="72803"/>
                        <a:pt x="64000" y="61701"/>
                      </a:cubicBezTo>
                      <a:cubicBezTo>
                        <a:pt x="92867" y="50598"/>
                        <a:pt x="111571" y="29247"/>
                        <a:pt x="105763" y="14045"/>
                      </a:cubicBezTo>
                      <a:cubicBezTo>
                        <a:pt x="99955" y="-1157"/>
                        <a:pt x="71772" y="-4573"/>
                        <a:pt x="42820" y="6529"/>
                      </a:cubicBezTo>
                      <a:cubicBezTo>
                        <a:pt x="13953" y="17632"/>
                        <a:pt x="-4750" y="38983"/>
                        <a:pt x="1057" y="5418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3" name="Google Shape;733;p29"/>
                <p:cNvSpPr/>
                <p:nvPr/>
              </p:nvSpPr>
              <p:spPr>
                <a:xfrm rot="10800000">
                  <a:off x="8439907" y="2766517"/>
                  <a:ext cx="106574" cy="68508"/>
                </a:xfrm>
                <a:custGeom>
                  <a:avLst/>
                  <a:gdLst/>
                  <a:ahLst/>
                  <a:cxnLst/>
                  <a:rect l="l" t="t" r="r" b="b"/>
                  <a:pathLst>
                    <a:path w="106574" h="68508" extrusionOk="0">
                      <a:moveTo>
                        <a:pt x="1117" y="13842"/>
                      </a:moveTo>
                      <a:cubicBezTo>
                        <a:pt x="-4861" y="29045"/>
                        <a:pt x="13757" y="50481"/>
                        <a:pt x="42539" y="61755"/>
                      </a:cubicBezTo>
                      <a:cubicBezTo>
                        <a:pt x="71406" y="73028"/>
                        <a:pt x="99589" y="69868"/>
                        <a:pt x="105482" y="54666"/>
                      </a:cubicBezTo>
                      <a:cubicBezTo>
                        <a:pt x="111375" y="39464"/>
                        <a:pt x="92842" y="18027"/>
                        <a:pt x="64060" y="6754"/>
                      </a:cubicBezTo>
                      <a:cubicBezTo>
                        <a:pt x="35193" y="-4520"/>
                        <a:pt x="7010" y="-1360"/>
                        <a:pt x="1117" y="1384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34" name="Google Shape;734;p29"/>
              <p:cNvGrpSpPr/>
              <p:nvPr/>
            </p:nvGrpSpPr>
            <p:grpSpPr>
              <a:xfrm rot="377688">
                <a:off x="4657551" y="4967831"/>
                <a:ext cx="455884" cy="100650"/>
                <a:chOff x="8430719" y="2766517"/>
                <a:chExt cx="583937" cy="128921"/>
              </a:xfrm>
            </p:grpSpPr>
            <p:sp>
              <p:nvSpPr>
                <p:cNvPr id="735" name="Google Shape;735;p29"/>
                <p:cNvSpPr/>
                <p:nvPr/>
              </p:nvSpPr>
              <p:spPr>
                <a:xfrm>
                  <a:off x="8483834" y="2798156"/>
                  <a:ext cx="475960" cy="79341"/>
                </a:xfrm>
                <a:custGeom>
                  <a:avLst/>
                  <a:gdLst/>
                  <a:ahLst/>
                  <a:cxnLst/>
                  <a:rect l="l" t="t" r="r" b="b"/>
                  <a:pathLst>
                    <a:path w="475960" h="79341" extrusionOk="0">
                      <a:moveTo>
                        <a:pt x="475960" y="79341"/>
                      </a:moveTo>
                      <a:cubicBezTo>
                        <a:pt x="400719" y="75413"/>
                        <a:pt x="321805" y="73192"/>
                        <a:pt x="239475" y="73192"/>
                      </a:cubicBezTo>
                      <a:cubicBezTo>
                        <a:pt x="156035" y="73192"/>
                        <a:pt x="76095" y="75413"/>
                        <a:pt x="0" y="79341"/>
                      </a:cubicBezTo>
                      <a:lnTo>
                        <a:pt x="0" y="0"/>
                      </a:lnTo>
                      <a:cubicBezTo>
                        <a:pt x="66958" y="4270"/>
                        <a:pt x="137501" y="7003"/>
                        <a:pt x="211120" y="7516"/>
                      </a:cubicBezTo>
                      <a:cubicBezTo>
                        <a:pt x="304553" y="8199"/>
                        <a:pt x="393033" y="5295"/>
                        <a:pt x="475960" y="0"/>
                      </a:cubicBezTo>
                      <a:lnTo>
                        <a:pt x="475960" y="7934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6" name="Google Shape;736;p29"/>
                <p:cNvSpPr/>
                <p:nvPr/>
              </p:nvSpPr>
              <p:spPr>
                <a:xfrm>
                  <a:off x="8907836" y="2766517"/>
                  <a:ext cx="106820" cy="68230"/>
                </a:xfrm>
                <a:custGeom>
                  <a:avLst/>
                  <a:gdLst/>
                  <a:ahLst/>
                  <a:cxnLst/>
                  <a:rect l="l" t="t" r="r" b="b"/>
                  <a:pathLst>
                    <a:path w="106820" h="68230" extrusionOk="0">
                      <a:moveTo>
                        <a:pt x="1057" y="54185"/>
                      </a:moveTo>
                      <a:cubicBezTo>
                        <a:pt x="6865" y="69387"/>
                        <a:pt x="35048" y="72803"/>
                        <a:pt x="64000" y="61701"/>
                      </a:cubicBezTo>
                      <a:cubicBezTo>
                        <a:pt x="92867" y="50598"/>
                        <a:pt x="111571" y="29247"/>
                        <a:pt x="105763" y="14045"/>
                      </a:cubicBezTo>
                      <a:cubicBezTo>
                        <a:pt x="99955" y="-1157"/>
                        <a:pt x="71772" y="-4573"/>
                        <a:pt x="42820" y="6529"/>
                      </a:cubicBezTo>
                      <a:cubicBezTo>
                        <a:pt x="13953" y="17632"/>
                        <a:pt x="-4750" y="38983"/>
                        <a:pt x="1057" y="5418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7" name="Google Shape;737;p29"/>
                <p:cNvSpPr/>
                <p:nvPr/>
              </p:nvSpPr>
              <p:spPr>
                <a:xfrm>
                  <a:off x="8898894" y="2826930"/>
                  <a:ext cx="106574" cy="68508"/>
                </a:xfrm>
                <a:custGeom>
                  <a:avLst/>
                  <a:gdLst/>
                  <a:ahLst/>
                  <a:cxnLst/>
                  <a:rect l="l" t="t" r="r" b="b"/>
                  <a:pathLst>
                    <a:path w="106574" h="68508" extrusionOk="0">
                      <a:moveTo>
                        <a:pt x="1117" y="13842"/>
                      </a:moveTo>
                      <a:cubicBezTo>
                        <a:pt x="-4861" y="29045"/>
                        <a:pt x="13757" y="50481"/>
                        <a:pt x="42539" y="61755"/>
                      </a:cubicBezTo>
                      <a:cubicBezTo>
                        <a:pt x="71406" y="73028"/>
                        <a:pt x="99589" y="69868"/>
                        <a:pt x="105482" y="54666"/>
                      </a:cubicBezTo>
                      <a:cubicBezTo>
                        <a:pt x="111375" y="39464"/>
                        <a:pt x="92842" y="18027"/>
                        <a:pt x="64060" y="6754"/>
                      </a:cubicBezTo>
                      <a:cubicBezTo>
                        <a:pt x="35193" y="-4520"/>
                        <a:pt x="7010" y="-1360"/>
                        <a:pt x="1117" y="1384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8" name="Google Shape;738;p29"/>
                <p:cNvSpPr/>
                <p:nvPr/>
              </p:nvSpPr>
              <p:spPr>
                <a:xfrm rot="10800000">
                  <a:off x="8430719" y="2827208"/>
                  <a:ext cx="106820" cy="68230"/>
                </a:xfrm>
                <a:custGeom>
                  <a:avLst/>
                  <a:gdLst/>
                  <a:ahLst/>
                  <a:cxnLst/>
                  <a:rect l="l" t="t" r="r" b="b"/>
                  <a:pathLst>
                    <a:path w="106820" h="68230" extrusionOk="0">
                      <a:moveTo>
                        <a:pt x="1057" y="54185"/>
                      </a:moveTo>
                      <a:cubicBezTo>
                        <a:pt x="6865" y="69387"/>
                        <a:pt x="35048" y="72803"/>
                        <a:pt x="64000" y="61701"/>
                      </a:cubicBezTo>
                      <a:cubicBezTo>
                        <a:pt x="92867" y="50598"/>
                        <a:pt x="111571" y="29247"/>
                        <a:pt x="105763" y="14045"/>
                      </a:cubicBezTo>
                      <a:cubicBezTo>
                        <a:pt x="99955" y="-1157"/>
                        <a:pt x="71772" y="-4573"/>
                        <a:pt x="42820" y="6529"/>
                      </a:cubicBezTo>
                      <a:cubicBezTo>
                        <a:pt x="13953" y="17632"/>
                        <a:pt x="-4750" y="38983"/>
                        <a:pt x="1057" y="5418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9" name="Google Shape;739;p29"/>
                <p:cNvSpPr/>
                <p:nvPr/>
              </p:nvSpPr>
              <p:spPr>
                <a:xfrm rot="10800000">
                  <a:off x="8439907" y="2766517"/>
                  <a:ext cx="106574" cy="68508"/>
                </a:xfrm>
                <a:custGeom>
                  <a:avLst/>
                  <a:gdLst/>
                  <a:ahLst/>
                  <a:cxnLst/>
                  <a:rect l="l" t="t" r="r" b="b"/>
                  <a:pathLst>
                    <a:path w="106574" h="68508" extrusionOk="0">
                      <a:moveTo>
                        <a:pt x="1117" y="13842"/>
                      </a:moveTo>
                      <a:cubicBezTo>
                        <a:pt x="-4861" y="29045"/>
                        <a:pt x="13757" y="50481"/>
                        <a:pt x="42539" y="61755"/>
                      </a:cubicBezTo>
                      <a:cubicBezTo>
                        <a:pt x="71406" y="73028"/>
                        <a:pt x="99589" y="69868"/>
                        <a:pt x="105482" y="54666"/>
                      </a:cubicBezTo>
                      <a:cubicBezTo>
                        <a:pt x="111375" y="39464"/>
                        <a:pt x="92842" y="18027"/>
                        <a:pt x="64060" y="6754"/>
                      </a:cubicBezTo>
                      <a:cubicBezTo>
                        <a:pt x="35193" y="-4520"/>
                        <a:pt x="7010" y="-1360"/>
                        <a:pt x="1117" y="1384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740" name="Google Shape;740;p29"/>
            <p:cNvGrpSpPr/>
            <p:nvPr/>
          </p:nvGrpSpPr>
          <p:grpSpPr>
            <a:xfrm>
              <a:off x="3838002" y="4585776"/>
              <a:ext cx="1454450" cy="508680"/>
              <a:chOff x="713227" y="4634701"/>
              <a:chExt cx="1454450" cy="508680"/>
            </a:xfrm>
          </p:grpSpPr>
          <p:sp>
            <p:nvSpPr>
              <p:cNvPr id="741" name="Google Shape;741;p29"/>
              <p:cNvSpPr/>
              <p:nvPr/>
            </p:nvSpPr>
            <p:spPr>
              <a:xfrm>
                <a:off x="1635414" y="4676912"/>
                <a:ext cx="323838" cy="312261"/>
              </a:xfrm>
              <a:custGeom>
                <a:avLst/>
                <a:gdLst/>
                <a:ahLst/>
                <a:cxnLst/>
                <a:rect l="l" t="t" r="r" b="b"/>
                <a:pathLst>
                  <a:path w="265441" h="255952" extrusionOk="0">
                    <a:moveTo>
                      <a:pt x="80878" y="255953"/>
                    </a:moveTo>
                    <a:cubicBezTo>
                      <a:pt x="70800" y="252537"/>
                      <a:pt x="60808" y="248523"/>
                      <a:pt x="51670" y="243057"/>
                    </a:cubicBezTo>
                    <a:cubicBezTo>
                      <a:pt x="30233" y="230246"/>
                      <a:pt x="15458" y="211030"/>
                      <a:pt x="0" y="192156"/>
                    </a:cubicBezTo>
                    <a:cubicBezTo>
                      <a:pt x="9821" y="168071"/>
                      <a:pt x="-4270" y="150051"/>
                      <a:pt x="9907" y="119476"/>
                    </a:cubicBezTo>
                    <a:cubicBezTo>
                      <a:pt x="24682" y="88047"/>
                      <a:pt x="55001" y="73955"/>
                      <a:pt x="61406" y="71137"/>
                    </a:cubicBezTo>
                    <a:cubicBezTo>
                      <a:pt x="101802" y="52519"/>
                      <a:pt x="153131" y="61999"/>
                      <a:pt x="194210" y="93599"/>
                    </a:cubicBezTo>
                    <a:cubicBezTo>
                      <a:pt x="194723" y="93855"/>
                      <a:pt x="195235" y="94367"/>
                      <a:pt x="195748" y="94623"/>
                    </a:cubicBezTo>
                    <a:cubicBezTo>
                      <a:pt x="193186" y="48249"/>
                      <a:pt x="207277" y="11439"/>
                      <a:pt x="231874" y="2472"/>
                    </a:cubicBezTo>
                    <a:cubicBezTo>
                      <a:pt x="239560" y="-347"/>
                      <a:pt x="253225" y="-2140"/>
                      <a:pt x="260911" y="5034"/>
                    </a:cubicBezTo>
                    <a:cubicBezTo>
                      <a:pt x="271160" y="14599"/>
                      <a:pt x="260911" y="30570"/>
                      <a:pt x="260228" y="70368"/>
                    </a:cubicBezTo>
                    <a:cubicBezTo>
                      <a:pt x="259801" y="100858"/>
                      <a:pt x="265523" y="104445"/>
                      <a:pt x="260911" y="122551"/>
                    </a:cubicBezTo>
                    <a:cubicBezTo>
                      <a:pt x="255018" y="145268"/>
                      <a:pt x="240500" y="160043"/>
                      <a:pt x="234863" y="165680"/>
                    </a:cubicBezTo>
                    <a:cubicBezTo>
                      <a:pt x="225981" y="174733"/>
                      <a:pt x="216245" y="181309"/>
                      <a:pt x="206423" y="186263"/>
                    </a:cubicBezTo>
                    <a:cubicBezTo>
                      <a:pt x="187634" y="195913"/>
                      <a:pt x="169187" y="198988"/>
                      <a:pt x="157657" y="202233"/>
                    </a:cubicBezTo>
                    <a:cubicBezTo>
                      <a:pt x="125033" y="210688"/>
                      <a:pt x="107952" y="226744"/>
                      <a:pt x="80878" y="25586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2" name="Google Shape;742;p29"/>
              <p:cNvSpPr/>
              <p:nvPr/>
            </p:nvSpPr>
            <p:spPr>
              <a:xfrm>
                <a:off x="1282780" y="4634701"/>
                <a:ext cx="106674" cy="218681"/>
              </a:xfrm>
              <a:custGeom>
                <a:avLst/>
                <a:gdLst/>
                <a:ahLst/>
                <a:cxnLst/>
                <a:rect l="l" t="t" r="r" b="b"/>
                <a:pathLst>
                  <a:path w="87438" h="179247" extrusionOk="0">
                    <a:moveTo>
                      <a:pt x="21286" y="179248"/>
                    </a:moveTo>
                    <a:cubicBezTo>
                      <a:pt x="22738" y="166181"/>
                      <a:pt x="23421" y="145940"/>
                      <a:pt x="15991" y="123479"/>
                    </a:cubicBezTo>
                    <a:cubicBezTo>
                      <a:pt x="9415" y="103494"/>
                      <a:pt x="2583" y="100334"/>
                      <a:pt x="533" y="88292"/>
                    </a:cubicBezTo>
                    <a:cubicBezTo>
                      <a:pt x="-6470" y="47041"/>
                      <a:pt x="57498" y="-9155"/>
                      <a:pt x="77995" y="1264"/>
                    </a:cubicBezTo>
                    <a:cubicBezTo>
                      <a:pt x="88841" y="6730"/>
                      <a:pt x="91233" y="32693"/>
                      <a:pt x="80472" y="50031"/>
                    </a:cubicBezTo>
                    <a:cubicBezTo>
                      <a:pt x="70906" y="65489"/>
                      <a:pt x="53740" y="69332"/>
                      <a:pt x="49641" y="70101"/>
                    </a:cubicBezTo>
                    <a:cubicBezTo>
                      <a:pt x="56217" y="77872"/>
                      <a:pt x="63732" y="88121"/>
                      <a:pt x="70223" y="101188"/>
                    </a:cubicBezTo>
                    <a:cubicBezTo>
                      <a:pt x="82265" y="125272"/>
                      <a:pt x="85511" y="147648"/>
                      <a:pt x="86279" y="162081"/>
                    </a:cubicBezTo>
                    <a:lnTo>
                      <a:pt x="21201" y="17916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3" name="Google Shape;743;p29"/>
              <p:cNvSpPr/>
              <p:nvPr/>
            </p:nvSpPr>
            <p:spPr>
              <a:xfrm>
                <a:off x="1103163" y="4818734"/>
                <a:ext cx="1064058" cy="236994"/>
              </a:xfrm>
              <a:custGeom>
                <a:avLst/>
                <a:gdLst/>
                <a:ahLst/>
                <a:cxnLst/>
                <a:rect l="l" t="t" r="r" b="b"/>
                <a:pathLst>
                  <a:path w="872179" h="194257" extrusionOk="0">
                    <a:moveTo>
                      <a:pt x="0" y="127735"/>
                    </a:moveTo>
                    <a:cubicBezTo>
                      <a:pt x="7686" y="137130"/>
                      <a:pt x="20839" y="151563"/>
                      <a:pt x="40482" y="163690"/>
                    </a:cubicBezTo>
                    <a:cubicBezTo>
                      <a:pt x="66018" y="179832"/>
                      <a:pt x="91383" y="185810"/>
                      <a:pt x="121189" y="186237"/>
                    </a:cubicBezTo>
                    <a:cubicBezTo>
                      <a:pt x="162611" y="187262"/>
                      <a:pt x="212743" y="178295"/>
                      <a:pt x="284483" y="174110"/>
                    </a:cubicBezTo>
                    <a:cubicBezTo>
                      <a:pt x="378343" y="168644"/>
                      <a:pt x="371852" y="179320"/>
                      <a:pt x="442567" y="176587"/>
                    </a:cubicBezTo>
                    <a:cubicBezTo>
                      <a:pt x="450510" y="176330"/>
                      <a:pt x="459477" y="175818"/>
                      <a:pt x="469641" y="175135"/>
                    </a:cubicBezTo>
                    <a:cubicBezTo>
                      <a:pt x="585279" y="167192"/>
                      <a:pt x="616110" y="148318"/>
                      <a:pt x="666242" y="172146"/>
                    </a:cubicBezTo>
                    <a:cubicBezTo>
                      <a:pt x="677174" y="177099"/>
                      <a:pt x="693316" y="186579"/>
                      <a:pt x="713898" y="191276"/>
                    </a:cubicBezTo>
                    <a:cubicBezTo>
                      <a:pt x="724574" y="193753"/>
                      <a:pt x="736274" y="195034"/>
                      <a:pt x="748914" y="193753"/>
                    </a:cubicBezTo>
                    <a:cubicBezTo>
                      <a:pt x="756857" y="192984"/>
                      <a:pt x="777439" y="191020"/>
                      <a:pt x="796570" y="177355"/>
                    </a:cubicBezTo>
                    <a:cubicBezTo>
                      <a:pt x="811687" y="166423"/>
                      <a:pt x="809722" y="160018"/>
                      <a:pt x="829622" y="136873"/>
                    </a:cubicBezTo>
                    <a:cubicBezTo>
                      <a:pt x="855670" y="106811"/>
                      <a:pt x="873776" y="101089"/>
                      <a:pt x="872068" y="87253"/>
                    </a:cubicBezTo>
                    <a:cubicBezTo>
                      <a:pt x="870787" y="76834"/>
                      <a:pt x="859172" y="69404"/>
                      <a:pt x="851485" y="66671"/>
                    </a:cubicBezTo>
                    <a:cubicBezTo>
                      <a:pt x="826889" y="57703"/>
                      <a:pt x="792385" y="76834"/>
                      <a:pt x="764629" y="114070"/>
                    </a:cubicBezTo>
                    <a:cubicBezTo>
                      <a:pt x="764372" y="113558"/>
                      <a:pt x="764372" y="112789"/>
                      <a:pt x="764116" y="112362"/>
                    </a:cubicBezTo>
                    <a:cubicBezTo>
                      <a:pt x="752928" y="61717"/>
                      <a:pt x="719706" y="21492"/>
                      <a:pt x="676747" y="9877"/>
                    </a:cubicBezTo>
                    <a:cubicBezTo>
                      <a:pt x="670086" y="7912"/>
                      <a:pt x="637803" y="-799"/>
                      <a:pt x="606288" y="13805"/>
                    </a:cubicBezTo>
                    <a:cubicBezTo>
                      <a:pt x="575799" y="28239"/>
                      <a:pt x="575030" y="51042"/>
                      <a:pt x="552654" y="62913"/>
                    </a:cubicBezTo>
                    <a:cubicBezTo>
                      <a:pt x="521140" y="79567"/>
                      <a:pt x="488088" y="53006"/>
                      <a:pt x="431550" y="30886"/>
                    </a:cubicBezTo>
                    <a:cubicBezTo>
                      <a:pt x="425059" y="28409"/>
                      <a:pt x="298746" y="-19759"/>
                      <a:pt x="168931" y="9279"/>
                    </a:cubicBezTo>
                    <a:cubicBezTo>
                      <a:pt x="131950" y="17478"/>
                      <a:pt x="103169" y="29861"/>
                      <a:pt x="84551" y="39085"/>
                    </a:cubicBezTo>
                    <a:lnTo>
                      <a:pt x="171" y="12773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4" name="Google Shape;744;p29"/>
              <p:cNvSpPr/>
              <p:nvPr/>
            </p:nvSpPr>
            <p:spPr>
              <a:xfrm>
                <a:off x="975236" y="4759061"/>
                <a:ext cx="242416" cy="261802"/>
              </a:xfrm>
              <a:custGeom>
                <a:avLst/>
                <a:gdLst/>
                <a:ahLst/>
                <a:cxnLst/>
                <a:rect l="l" t="t" r="r" b="b"/>
                <a:pathLst>
                  <a:path w="198702" h="214592" extrusionOk="0">
                    <a:moveTo>
                      <a:pt x="0" y="164148"/>
                    </a:moveTo>
                    <a:cubicBezTo>
                      <a:pt x="3416" y="166966"/>
                      <a:pt x="6747" y="169785"/>
                      <a:pt x="10163" y="172347"/>
                    </a:cubicBezTo>
                    <a:cubicBezTo>
                      <a:pt x="27330" y="186097"/>
                      <a:pt x="44752" y="197114"/>
                      <a:pt x="61662" y="203861"/>
                    </a:cubicBezTo>
                    <a:cubicBezTo>
                      <a:pt x="66189" y="206082"/>
                      <a:pt x="70630" y="207790"/>
                      <a:pt x="74900" y="208900"/>
                    </a:cubicBezTo>
                    <a:cubicBezTo>
                      <a:pt x="96849" y="216501"/>
                      <a:pt x="116577" y="216757"/>
                      <a:pt x="131438" y="208046"/>
                    </a:cubicBezTo>
                    <a:cubicBezTo>
                      <a:pt x="141259" y="202409"/>
                      <a:pt x="154839" y="181058"/>
                      <a:pt x="181827" y="138270"/>
                    </a:cubicBezTo>
                    <a:cubicBezTo>
                      <a:pt x="189684" y="125630"/>
                      <a:pt x="194467" y="117432"/>
                      <a:pt x="197029" y="105646"/>
                    </a:cubicBezTo>
                    <a:cubicBezTo>
                      <a:pt x="201214" y="85917"/>
                      <a:pt x="196772" y="69092"/>
                      <a:pt x="192246" y="52695"/>
                    </a:cubicBezTo>
                    <a:cubicBezTo>
                      <a:pt x="188574" y="39201"/>
                      <a:pt x="181827" y="19728"/>
                      <a:pt x="178154" y="20583"/>
                    </a:cubicBezTo>
                    <a:cubicBezTo>
                      <a:pt x="173969" y="21180"/>
                      <a:pt x="181827" y="47314"/>
                      <a:pt x="170553" y="73790"/>
                    </a:cubicBezTo>
                    <a:cubicBezTo>
                      <a:pt x="163806" y="89590"/>
                      <a:pt x="152533" y="100265"/>
                      <a:pt x="142968" y="107268"/>
                    </a:cubicBezTo>
                    <a:cubicBezTo>
                      <a:pt x="146042" y="93518"/>
                      <a:pt x="148860" y="75754"/>
                      <a:pt x="148860" y="55171"/>
                    </a:cubicBezTo>
                    <a:cubicBezTo>
                      <a:pt x="148860" y="38005"/>
                      <a:pt x="147152" y="22803"/>
                      <a:pt x="144676" y="10419"/>
                    </a:cubicBezTo>
                    <a:cubicBezTo>
                      <a:pt x="130584" y="7003"/>
                      <a:pt x="116236" y="3416"/>
                      <a:pt x="101888" y="0"/>
                    </a:cubicBezTo>
                    <a:cubicBezTo>
                      <a:pt x="108635" y="24170"/>
                      <a:pt x="108891" y="45606"/>
                      <a:pt x="97959" y="60210"/>
                    </a:cubicBezTo>
                    <a:cubicBezTo>
                      <a:pt x="94287" y="64993"/>
                      <a:pt x="90358" y="68068"/>
                      <a:pt x="85832" y="70630"/>
                    </a:cubicBezTo>
                    <a:cubicBezTo>
                      <a:pt x="72082" y="78231"/>
                      <a:pt x="54830" y="79085"/>
                      <a:pt x="37407" y="91981"/>
                    </a:cubicBezTo>
                    <a:cubicBezTo>
                      <a:pt x="23059" y="102400"/>
                      <a:pt x="6747" y="122385"/>
                      <a:pt x="0" y="16406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5" name="Google Shape;745;p29"/>
              <p:cNvSpPr/>
              <p:nvPr/>
            </p:nvSpPr>
            <p:spPr>
              <a:xfrm>
                <a:off x="713227" y="4949229"/>
                <a:ext cx="400039" cy="194152"/>
              </a:xfrm>
              <a:custGeom>
                <a:avLst/>
                <a:gdLst/>
                <a:ahLst/>
                <a:cxnLst/>
                <a:rect l="l" t="t" r="r" b="b"/>
                <a:pathLst>
                  <a:path w="327901" h="159141" extrusionOk="0">
                    <a:moveTo>
                      <a:pt x="280813" y="28867"/>
                    </a:moveTo>
                    <a:cubicBezTo>
                      <a:pt x="327700" y="81305"/>
                      <a:pt x="331458" y="101034"/>
                      <a:pt x="325992" y="109233"/>
                    </a:cubicBezTo>
                    <a:cubicBezTo>
                      <a:pt x="317451" y="121958"/>
                      <a:pt x="287560" y="105389"/>
                      <a:pt x="242124" y="118627"/>
                    </a:cubicBezTo>
                    <a:cubicBezTo>
                      <a:pt x="208646" y="128363"/>
                      <a:pt x="211635" y="141259"/>
                      <a:pt x="180547" y="152020"/>
                    </a:cubicBezTo>
                    <a:cubicBezTo>
                      <a:pt x="129817" y="169699"/>
                      <a:pt x="81478" y="150569"/>
                      <a:pt x="46889" y="136733"/>
                    </a:cubicBezTo>
                    <a:cubicBezTo>
                      <a:pt x="25965" y="128449"/>
                      <a:pt x="-254" y="118029"/>
                      <a:pt x="2" y="104450"/>
                    </a:cubicBezTo>
                    <a:cubicBezTo>
                      <a:pt x="173" y="94799"/>
                      <a:pt x="13410" y="92920"/>
                      <a:pt x="54575" y="67470"/>
                    </a:cubicBezTo>
                    <a:cubicBezTo>
                      <a:pt x="86175" y="47912"/>
                      <a:pt x="94630" y="38945"/>
                      <a:pt x="114957" y="36382"/>
                    </a:cubicBezTo>
                    <a:cubicBezTo>
                      <a:pt x="131184" y="34333"/>
                      <a:pt x="134771" y="39457"/>
                      <a:pt x="149546" y="38688"/>
                    </a:cubicBezTo>
                    <a:cubicBezTo>
                      <a:pt x="165516" y="37920"/>
                      <a:pt x="188661" y="30831"/>
                      <a:pt x="216161" y="0"/>
                    </a:cubicBezTo>
                    <a:lnTo>
                      <a:pt x="280898" y="2878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6" name="Google Shape;746;p29"/>
              <p:cNvSpPr/>
              <p:nvPr/>
            </p:nvSpPr>
            <p:spPr>
              <a:xfrm>
                <a:off x="805003" y="4974459"/>
                <a:ext cx="253199" cy="129614"/>
              </a:xfrm>
              <a:custGeom>
                <a:avLst/>
                <a:gdLst/>
                <a:ahLst/>
                <a:cxnLst/>
                <a:rect l="l" t="t" r="r" b="b"/>
                <a:pathLst>
                  <a:path w="207540" h="106241" extrusionOk="0">
                    <a:moveTo>
                      <a:pt x="171302" y="85"/>
                    </a:moveTo>
                    <a:cubicBezTo>
                      <a:pt x="159687" y="22034"/>
                      <a:pt x="146278" y="31941"/>
                      <a:pt x="137225" y="36809"/>
                    </a:cubicBezTo>
                    <a:cubicBezTo>
                      <a:pt x="97341" y="58502"/>
                      <a:pt x="59678" y="29294"/>
                      <a:pt x="20648" y="54659"/>
                    </a:cubicBezTo>
                    <a:cubicBezTo>
                      <a:pt x="17573" y="56709"/>
                      <a:pt x="-1899" y="69349"/>
                      <a:pt x="151" y="81818"/>
                    </a:cubicBezTo>
                    <a:cubicBezTo>
                      <a:pt x="2542" y="97020"/>
                      <a:pt x="35594" y="104621"/>
                      <a:pt x="56432" y="105987"/>
                    </a:cubicBezTo>
                    <a:cubicBezTo>
                      <a:pt x="102807" y="108976"/>
                      <a:pt x="142862" y="84636"/>
                      <a:pt x="148499" y="81134"/>
                    </a:cubicBezTo>
                    <a:cubicBezTo>
                      <a:pt x="161310" y="73363"/>
                      <a:pt x="168825" y="65762"/>
                      <a:pt x="186589" y="59954"/>
                    </a:cubicBezTo>
                    <a:cubicBezTo>
                      <a:pt x="197094" y="56538"/>
                      <a:pt x="203841" y="56111"/>
                      <a:pt x="206489" y="50987"/>
                    </a:cubicBezTo>
                    <a:cubicBezTo>
                      <a:pt x="211100" y="42190"/>
                      <a:pt x="199656" y="27244"/>
                      <a:pt x="189578" y="16227"/>
                    </a:cubicBezTo>
                    <a:lnTo>
                      <a:pt x="171387"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7" name="Google Shape;747;p29"/>
              <p:cNvSpPr/>
              <p:nvPr/>
            </p:nvSpPr>
            <p:spPr>
              <a:xfrm>
                <a:off x="1096422" y="4756205"/>
                <a:ext cx="29251" cy="32967"/>
              </a:xfrm>
              <a:custGeom>
                <a:avLst/>
                <a:gdLst/>
                <a:ahLst/>
                <a:cxnLst/>
                <a:rect l="l" t="t" r="r" b="b"/>
                <a:pathLst>
                  <a:path w="23976" h="27022" extrusionOk="0">
                    <a:moveTo>
                      <a:pt x="2960" y="14211"/>
                    </a:moveTo>
                    <a:cubicBezTo>
                      <a:pt x="5522" y="23605"/>
                      <a:pt x="6206" y="27107"/>
                      <a:pt x="7230" y="27021"/>
                    </a:cubicBezTo>
                    <a:cubicBezTo>
                      <a:pt x="9195" y="26850"/>
                      <a:pt x="7230" y="17285"/>
                      <a:pt x="13380" y="11905"/>
                    </a:cubicBezTo>
                    <a:cubicBezTo>
                      <a:pt x="18077" y="7720"/>
                      <a:pt x="23799" y="9172"/>
                      <a:pt x="23970" y="7549"/>
                    </a:cubicBezTo>
                    <a:cubicBezTo>
                      <a:pt x="24397" y="4389"/>
                      <a:pt x="4156" y="-3383"/>
                      <a:pt x="398" y="1656"/>
                    </a:cubicBezTo>
                    <a:cubicBezTo>
                      <a:pt x="-541" y="2937"/>
                      <a:pt x="142" y="4133"/>
                      <a:pt x="2875" y="1421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8" name="Google Shape;748;p29"/>
              <p:cNvSpPr/>
              <p:nvPr/>
            </p:nvSpPr>
            <p:spPr>
              <a:xfrm>
                <a:off x="1138041" y="4863841"/>
                <a:ext cx="68446" cy="167682"/>
              </a:xfrm>
              <a:custGeom>
                <a:avLst/>
                <a:gdLst/>
                <a:ahLst/>
                <a:cxnLst/>
                <a:rect l="l" t="t" r="r" b="b"/>
                <a:pathLst>
                  <a:path w="56103" h="137444" extrusionOk="0">
                    <a:moveTo>
                      <a:pt x="24552" y="0"/>
                    </a:moveTo>
                    <a:cubicBezTo>
                      <a:pt x="31128" y="7003"/>
                      <a:pt x="38900" y="17081"/>
                      <a:pt x="44878" y="30575"/>
                    </a:cubicBezTo>
                    <a:cubicBezTo>
                      <a:pt x="62215" y="70117"/>
                      <a:pt x="59568" y="125203"/>
                      <a:pt x="36252" y="135537"/>
                    </a:cubicBezTo>
                    <a:cubicBezTo>
                      <a:pt x="25747" y="140235"/>
                      <a:pt x="10972" y="135794"/>
                      <a:pt x="3798" y="127253"/>
                    </a:cubicBezTo>
                    <a:cubicBezTo>
                      <a:pt x="-3717" y="118286"/>
                      <a:pt x="1919" y="110428"/>
                      <a:pt x="3798" y="71655"/>
                    </a:cubicBezTo>
                    <a:cubicBezTo>
                      <a:pt x="5079" y="45179"/>
                      <a:pt x="2859" y="36126"/>
                      <a:pt x="9691" y="21522"/>
                    </a:cubicBezTo>
                    <a:cubicBezTo>
                      <a:pt x="14303" y="11615"/>
                      <a:pt x="20281" y="4527"/>
                      <a:pt x="24552" y="8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9" name="Google Shape;749;p29"/>
              <p:cNvSpPr/>
              <p:nvPr/>
            </p:nvSpPr>
            <p:spPr>
              <a:xfrm>
                <a:off x="975236" y="4845283"/>
                <a:ext cx="129825" cy="178066"/>
              </a:xfrm>
              <a:custGeom>
                <a:avLst/>
                <a:gdLst/>
                <a:ahLst/>
                <a:cxnLst/>
                <a:rect l="l" t="t" r="r" b="b"/>
                <a:pathLst>
                  <a:path w="106414" h="145956" extrusionOk="0">
                    <a:moveTo>
                      <a:pt x="0" y="93518"/>
                    </a:moveTo>
                    <a:cubicBezTo>
                      <a:pt x="3416" y="96337"/>
                      <a:pt x="6747" y="99155"/>
                      <a:pt x="10163" y="101717"/>
                    </a:cubicBezTo>
                    <a:cubicBezTo>
                      <a:pt x="13579" y="99753"/>
                      <a:pt x="18020" y="100351"/>
                      <a:pt x="21693" y="101461"/>
                    </a:cubicBezTo>
                    <a:cubicBezTo>
                      <a:pt x="32710" y="104877"/>
                      <a:pt x="41421" y="113247"/>
                      <a:pt x="49535" y="121189"/>
                    </a:cubicBezTo>
                    <a:cubicBezTo>
                      <a:pt x="53463" y="125118"/>
                      <a:pt x="57392" y="129047"/>
                      <a:pt x="61662" y="133317"/>
                    </a:cubicBezTo>
                    <a:cubicBezTo>
                      <a:pt x="65847" y="137843"/>
                      <a:pt x="70374" y="142284"/>
                      <a:pt x="75156" y="145957"/>
                    </a:cubicBezTo>
                    <a:cubicBezTo>
                      <a:pt x="75156" y="143395"/>
                      <a:pt x="75156" y="140918"/>
                      <a:pt x="74900" y="138356"/>
                    </a:cubicBezTo>
                    <a:cubicBezTo>
                      <a:pt x="74046" y="127936"/>
                      <a:pt x="72082" y="117517"/>
                      <a:pt x="82501" y="109916"/>
                    </a:cubicBezTo>
                    <a:cubicBezTo>
                      <a:pt x="88992" y="105133"/>
                      <a:pt x="98557" y="104535"/>
                      <a:pt x="103340" y="97788"/>
                    </a:cubicBezTo>
                    <a:cubicBezTo>
                      <a:pt x="106158" y="93860"/>
                      <a:pt x="106158" y="88479"/>
                      <a:pt x="106158" y="83440"/>
                    </a:cubicBezTo>
                    <a:cubicBezTo>
                      <a:pt x="106414" y="73277"/>
                      <a:pt x="106414" y="63200"/>
                      <a:pt x="106414" y="53293"/>
                    </a:cubicBezTo>
                    <a:cubicBezTo>
                      <a:pt x="106414" y="47912"/>
                      <a:pt x="106158" y="42275"/>
                      <a:pt x="102998" y="38347"/>
                    </a:cubicBezTo>
                    <a:cubicBezTo>
                      <a:pt x="100180" y="34418"/>
                      <a:pt x="94799" y="32454"/>
                      <a:pt x="93177" y="27927"/>
                    </a:cubicBezTo>
                    <a:cubicBezTo>
                      <a:pt x="91212" y="22547"/>
                      <a:pt x="94885" y="16654"/>
                      <a:pt x="94287" y="11017"/>
                    </a:cubicBezTo>
                    <a:cubicBezTo>
                      <a:pt x="93689" y="6235"/>
                      <a:pt x="90102" y="2306"/>
                      <a:pt x="85832" y="0"/>
                    </a:cubicBezTo>
                    <a:cubicBezTo>
                      <a:pt x="72082" y="7601"/>
                      <a:pt x="54830" y="8455"/>
                      <a:pt x="37407" y="21351"/>
                    </a:cubicBezTo>
                    <a:cubicBezTo>
                      <a:pt x="23059" y="31771"/>
                      <a:pt x="6747" y="51755"/>
                      <a:pt x="0" y="9343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0" name="Google Shape;750;p29"/>
              <p:cNvSpPr/>
              <p:nvPr/>
            </p:nvSpPr>
            <p:spPr>
              <a:xfrm>
                <a:off x="1071156" y="4868846"/>
                <a:ext cx="32300" cy="17712"/>
              </a:xfrm>
              <a:custGeom>
                <a:avLst/>
                <a:gdLst/>
                <a:ahLst/>
                <a:cxnLst/>
                <a:rect l="l" t="t" r="r" b="b"/>
                <a:pathLst>
                  <a:path w="26475" h="14518" extrusionOk="0">
                    <a:moveTo>
                      <a:pt x="26475" y="7259"/>
                    </a:moveTo>
                    <a:cubicBezTo>
                      <a:pt x="26475" y="11269"/>
                      <a:pt x="20549" y="14519"/>
                      <a:pt x="13238" y="14519"/>
                    </a:cubicBezTo>
                    <a:cubicBezTo>
                      <a:pt x="5927" y="14519"/>
                      <a:pt x="0" y="11269"/>
                      <a:pt x="0" y="7259"/>
                    </a:cubicBezTo>
                    <a:cubicBezTo>
                      <a:pt x="0" y="3250"/>
                      <a:pt x="5927" y="0"/>
                      <a:pt x="13238" y="0"/>
                    </a:cubicBezTo>
                    <a:cubicBezTo>
                      <a:pt x="20549" y="0"/>
                      <a:pt x="26475" y="3250"/>
                      <a:pt x="26475" y="72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1" name="Google Shape;751;p29"/>
              <p:cNvSpPr/>
              <p:nvPr/>
            </p:nvSpPr>
            <p:spPr>
              <a:xfrm>
                <a:off x="1402496" y="4697085"/>
                <a:ext cx="140899" cy="194054"/>
              </a:xfrm>
              <a:custGeom>
                <a:avLst/>
                <a:gdLst/>
                <a:ahLst/>
                <a:cxnLst/>
                <a:rect l="l" t="t" r="r" b="b"/>
                <a:pathLst>
                  <a:path w="115491" h="159061" extrusionOk="0">
                    <a:moveTo>
                      <a:pt x="0" y="154108"/>
                    </a:moveTo>
                    <a:cubicBezTo>
                      <a:pt x="5637" y="142237"/>
                      <a:pt x="12811" y="123277"/>
                      <a:pt x="13152" y="99705"/>
                    </a:cubicBezTo>
                    <a:cubicBezTo>
                      <a:pt x="13494" y="78696"/>
                      <a:pt x="8028" y="73486"/>
                      <a:pt x="10078" y="61444"/>
                    </a:cubicBezTo>
                    <a:cubicBezTo>
                      <a:pt x="16910" y="20194"/>
                      <a:pt x="95739" y="-12089"/>
                      <a:pt x="111709" y="4394"/>
                    </a:cubicBezTo>
                    <a:cubicBezTo>
                      <a:pt x="120164" y="13105"/>
                      <a:pt x="113930" y="38470"/>
                      <a:pt x="98130" y="51281"/>
                    </a:cubicBezTo>
                    <a:cubicBezTo>
                      <a:pt x="84038" y="62811"/>
                      <a:pt x="66530" y="60761"/>
                      <a:pt x="62431" y="60163"/>
                    </a:cubicBezTo>
                    <a:cubicBezTo>
                      <a:pt x="66189" y="69643"/>
                      <a:pt x="69861" y="81856"/>
                      <a:pt x="71740" y="96204"/>
                    </a:cubicBezTo>
                    <a:cubicBezTo>
                      <a:pt x="75242" y="122936"/>
                      <a:pt x="70971" y="145141"/>
                      <a:pt x="67128" y="159062"/>
                    </a:cubicBezTo>
                    <a:lnTo>
                      <a:pt x="0" y="154023"/>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2" name="Google Shape;752;p29"/>
              <p:cNvSpPr/>
              <p:nvPr/>
            </p:nvSpPr>
            <p:spPr>
              <a:xfrm>
                <a:off x="1251005" y="4932620"/>
                <a:ext cx="392080" cy="113602"/>
              </a:xfrm>
              <a:custGeom>
                <a:avLst/>
                <a:gdLst/>
                <a:ahLst/>
                <a:cxnLst/>
                <a:rect l="l" t="t" r="r" b="b"/>
                <a:pathLst>
                  <a:path w="321377" h="93116" extrusionOk="0">
                    <a:moveTo>
                      <a:pt x="0" y="93031"/>
                    </a:moveTo>
                    <a:cubicBezTo>
                      <a:pt x="41421" y="94056"/>
                      <a:pt x="91554" y="85089"/>
                      <a:pt x="163294" y="80904"/>
                    </a:cubicBezTo>
                    <a:cubicBezTo>
                      <a:pt x="257154" y="75438"/>
                      <a:pt x="250663" y="86114"/>
                      <a:pt x="321378" y="83381"/>
                    </a:cubicBezTo>
                    <a:lnTo>
                      <a:pt x="321378" y="81416"/>
                    </a:lnTo>
                    <a:cubicBezTo>
                      <a:pt x="321122" y="73730"/>
                      <a:pt x="320866" y="65275"/>
                      <a:pt x="316425" y="58870"/>
                    </a:cubicBezTo>
                    <a:cubicBezTo>
                      <a:pt x="308226" y="47681"/>
                      <a:pt x="291828" y="48194"/>
                      <a:pt x="277992" y="48194"/>
                    </a:cubicBezTo>
                    <a:cubicBezTo>
                      <a:pt x="269281" y="47938"/>
                      <a:pt x="259887" y="47169"/>
                      <a:pt x="253396" y="41276"/>
                    </a:cubicBezTo>
                    <a:cubicBezTo>
                      <a:pt x="249382" y="37518"/>
                      <a:pt x="246905" y="32309"/>
                      <a:pt x="244172" y="27868"/>
                    </a:cubicBezTo>
                    <a:cubicBezTo>
                      <a:pt x="234265" y="11982"/>
                      <a:pt x="216330" y="2075"/>
                      <a:pt x="197797" y="282"/>
                    </a:cubicBezTo>
                    <a:cubicBezTo>
                      <a:pt x="179179" y="-1426"/>
                      <a:pt x="160305" y="4723"/>
                      <a:pt x="145444" y="16167"/>
                    </a:cubicBezTo>
                    <a:cubicBezTo>
                      <a:pt x="136050" y="23341"/>
                      <a:pt x="127851" y="32821"/>
                      <a:pt x="117432" y="38714"/>
                    </a:cubicBezTo>
                    <a:cubicBezTo>
                      <a:pt x="94116" y="52379"/>
                      <a:pt x="65078" y="47425"/>
                      <a:pt x="38005" y="48109"/>
                    </a:cubicBezTo>
                    <a:cubicBezTo>
                      <a:pt x="31514" y="48109"/>
                      <a:pt x="24597" y="49133"/>
                      <a:pt x="20668" y="53831"/>
                    </a:cubicBezTo>
                    <a:cubicBezTo>
                      <a:pt x="17679" y="56820"/>
                      <a:pt x="16739" y="61261"/>
                      <a:pt x="15458" y="65275"/>
                    </a:cubicBezTo>
                    <a:cubicBezTo>
                      <a:pt x="12213" y="75694"/>
                      <a:pt x="6747" y="84662"/>
                      <a:pt x="85" y="9311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3" name="Google Shape;753;p29"/>
              <p:cNvSpPr/>
              <p:nvPr/>
            </p:nvSpPr>
            <p:spPr>
              <a:xfrm>
                <a:off x="1974574" y="4897450"/>
                <a:ext cx="193103" cy="158325"/>
              </a:xfrm>
              <a:custGeom>
                <a:avLst/>
                <a:gdLst/>
                <a:ahLst/>
                <a:cxnLst/>
                <a:rect l="l" t="t" r="r" b="b"/>
                <a:pathLst>
                  <a:path w="158281" h="129775" extrusionOk="0">
                    <a:moveTo>
                      <a:pt x="0" y="126794"/>
                    </a:moveTo>
                    <a:cubicBezTo>
                      <a:pt x="10676" y="129271"/>
                      <a:pt x="22376" y="130552"/>
                      <a:pt x="35016" y="129271"/>
                    </a:cubicBezTo>
                    <a:cubicBezTo>
                      <a:pt x="42959" y="128503"/>
                      <a:pt x="63541" y="126538"/>
                      <a:pt x="82672" y="112873"/>
                    </a:cubicBezTo>
                    <a:cubicBezTo>
                      <a:pt x="97789" y="101942"/>
                      <a:pt x="95824" y="95536"/>
                      <a:pt x="115723" y="72392"/>
                    </a:cubicBezTo>
                    <a:cubicBezTo>
                      <a:pt x="141772" y="42329"/>
                      <a:pt x="159878" y="36607"/>
                      <a:pt x="158170" y="22771"/>
                    </a:cubicBezTo>
                    <a:cubicBezTo>
                      <a:pt x="156889" y="12352"/>
                      <a:pt x="145274" y="4922"/>
                      <a:pt x="137587" y="2189"/>
                    </a:cubicBezTo>
                    <a:cubicBezTo>
                      <a:pt x="112991" y="-6779"/>
                      <a:pt x="78487" y="12352"/>
                      <a:pt x="50730" y="49589"/>
                    </a:cubicBezTo>
                    <a:cubicBezTo>
                      <a:pt x="50474" y="49076"/>
                      <a:pt x="50474" y="48307"/>
                      <a:pt x="50218" y="47880"/>
                    </a:cubicBezTo>
                    <a:cubicBezTo>
                      <a:pt x="49449" y="49589"/>
                      <a:pt x="48510" y="51382"/>
                      <a:pt x="46973" y="52578"/>
                    </a:cubicBezTo>
                    <a:cubicBezTo>
                      <a:pt x="44240" y="55054"/>
                      <a:pt x="40311" y="55567"/>
                      <a:pt x="36553" y="55567"/>
                    </a:cubicBezTo>
                    <a:cubicBezTo>
                      <a:pt x="31087" y="55567"/>
                      <a:pt x="25365" y="55054"/>
                      <a:pt x="20156" y="56079"/>
                    </a:cubicBezTo>
                    <a:cubicBezTo>
                      <a:pt x="14690" y="57104"/>
                      <a:pt x="9224" y="59837"/>
                      <a:pt x="6491" y="64534"/>
                    </a:cubicBezTo>
                    <a:cubicBezTo>
                      <a:pt x="4014" y="69232"/>
                      <a:pt x="4526" y="75210"/>
                      <a:pt x="6747" y="80163"/>
                    </a:cubicBezTo>
                    <a:cubicBezTo>
                      <a:pt x="9224" y="84861"/>
                      <a:pt x="12982" y="88875"/>
                      <a:pt x="16910" y="92547"/>
                    </a:cubicBezTo>
                    <a:cubicBezTo>
                      <a:pt x="20668" y="95793"/>
                      <a:pt x="24853" y="99977"/>
                      <a:pt x="24084" y="104675"/>
                    </a:cubicBezTo>
                    <a:cubicBezTo>
                      <a:pt x="23572" y="109884"/>
                      <a:pt x="18362" y="112873"/>
                      <a:pt x="13921" y="115350"/>
                    </a:cubicBezTo>
                    <a:cubicBezTo>
                      <a:pt x="8968" y="118339"/>
                      <a:pt x="4270" y="122268"/>
                      <a:pt x="0" y="12679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4" name="Google Shape;754;p29"/>
              <p:cNvSpPr/>
              <p:nvPr/>
            </p:nvSpPr>
            <p:spPr>
              <a:xfrm>
                <a:off x="1477641" y="4793648"/>
                <a:ext cx="21868" cy="98907"/>
              </a:xfrm>
              <a:custGeom>
                <a:avLst/>
                <a:gdLst/>
                <a:ahLst/>
                <a:cxnLst/>
                <a:rect l="l" t="t" r="r" b="b"/>
                <a:pathLst>
                  <a:path w="17925" h="81071" extrusionOk="0">
                    <a:moveTo>
                      <a:pt x="4890" y="81071"/>
                    </a:moveTo>
                    <a:cubicBezTo>
                      <a:pt x="4207" y="81071"/>
                      <a:pt x="3609" y="80901"/>
                      <a:pt x="3011" y="80559"/>
                    </a:cubicBezTo>
                    <a:cubicBezTo>
                      <a:pt x="1047" y="79534"/>
                      <a:pt x="364" y="77057"/>
                      <a:pt x="1389" y="75178"/>
                    </a:cubicBezTo>
                    <a:cubicBezTo>
                      <a:pt x="6598" y="65528"/>
                      <a:pt x="9588" y="54767"/>
                      <a:pt x="9929" y="43920"/>
                    </a:cubicBezTo>
                    <a:cubicBezTo>
                      <a:pt x="10527" y="27266"/>
                      <a:pt x="5147" y="14114"/>
                      <a:pt x="535" y="6001"/>
                    </a:cubicBezTo>
                    <a:cubicBezTo>
                      <a:pt x="-576" y="4122"/>
                      <a:pt x="108" y="1645"/>
                      <a:pt x="1987" y="535"/>
                    </a:cubicBezTo>
                    <a:cubicBezTo>
                      <a:pt x="3866" y="-576"/>
                      <a:pt x="6342" y="108"/>
                      <a:pt x="7453" y="1987"/>
                    </a:cubicBezTo>
                    <a:cubicBezTo>
                      <a:pt x="12577" y="10954"/>
                      <a:pt x="18555" y="25644"/>
                      <a:pt x="17872" y="44091"/>
                    </a:cubicBezTo>
                    <a:cubicBezTo>
                      <a:pt x="17445" y="56133"/>
                      <a:pt x="14114" y="68175"/>
                      <a:pt x="8307" y="78851"/>
                    </a:cubicBezTo>
                    <a:cubicBezTo>
                      <a:pt x="7538" y="80217"/>
                      <a:pt x="6171" y="80901"/>
                      <a:pt x="4805" y="8090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5" name="Google Shape;755;p29"/>
              <p:cNvSpPr/>
              <p:nvPr/>
            </p:nvSpPr>
            <p:spPr>
              <a:xfrm>
                <a:off x="1468043" y="4744535"/>
                <a:ext cx="11944" cy="27540"/>
              </a:xfrm>
              <a:custGeom>
                <a:avLst/>
                <a:gdLst/>
                <a:ahLst/>
                <a:cxnLst/>
                <a:rect l="l" t="t" r="r" b="b"/>
                <a:pathLst>
                  <a:path w="9790" h="22574" extrusionOk="0">
                    <a:moveTo>
                      <a:pt x="4041" y="22575"/>
                    </a:moveTo>
                    <a:cubicBezTo>
                      <a:pt x="1393" y="22319"/>
                      <a:pt x="-230" y="20269"/>
                      <a:pt x="26" y="18134"/>
                    </a:cubicBezTo>
                    <a:lnTo>
                      <a:pt x="1820" y="3529"/>
                    </a:lnTo>
                    <a:cubicBezTo>
                      <a:pt x="2076" y="1309"/>
                      <a:pt x="4126" y="-228"/>
                      <a:pt x="6261" y="28"/>
                    </a:cubicBezTo>
                    <a:cubicBezTo>
                      <a:pt x="8482" y="284"/>
                      <a:pt x="10019" y="2248"/>
                      <a:pt x="9763" y="4469"/>
                    </a:cubicBezTo>
                    <a:lnTo>
                      <a:pt x="7969" y="19073"/>
                    </a:lnTo>
                    <a:cubicBezTo>
                      <a:pt x="7713" y="21123"/>
                      <a:pt x="6005" y="22575"/>
                      <a:pt x="4041" y="2257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6" name="Google Shape;756;p29"/>
              <p:cNvSpPr/>
              <p:nvPr/>
            </p:nvSpPr>
            <p:spPr>
              <a:xfrm>
                <a:off x="1316245" y="4707114"/>
                <a:ext cx="26519" cy="19407"/>
              </a:xfrm>
              <a:custGeom>
                <a:avLst/>
                <a:gdLst/>
                <a:ahLst/>
                <a:cxnLst/>
                <a:rect l="l" t="t" r="r" b="b"/>
                <a:pathLst>
                  <a:path w="21737" h="15907" extrusionOk="0">
                    <a:moveTo>
                      <a:pt x="17701" y="15822"/>
                    </a:moveTo>
                    <a:cubicBezTo>
                      <a:pt x="17018" y="15822"/>
                      <a:pt x="16335" y="15651"/>
                      <a:pt x="15737" y="15310"/>
                    </a:cubicBezTo>
                    <a:lnTo>
                      <a:pt x="1987" y="7453"/>
                    </a:lnTo>
                    <a:cubicBezTo>
                      <a:pt x="108" y="6342"/>
                      <a:pt x="-576" y="3951"/>
                      <a:pt x="535" y="1987"/>
                    </a:cubicBezTo>
                    <a:cubicBezTo>
                      <a:pt x="1645" y="108"/>
                      <a:pt x="4036" y="-576"/>
                      <a:pt x="6001" y="535"/>
                    </a:cubicBezTo>
                    <a:lnTo>
                      <a:pt x="19751" y="8392"/>
                    </a:lnTo>
                    <a:cubicBezTo>
                      <a:pt x="21630" y="9502"/>
                      <a:pt x="22313" y="11894"/>
                      <a:pt x="21203" y="13858"/>
                    </a:cubicBezTo>
                    <a:cubicBezTo>
                      <a:pt x="20434" y="15139"/>
                      <a:pt x="19153" y="15908"/>
                      <a:pt x="17701" y="1590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7" name="Google Shape;757;p29"/>
              <p:cNvSpPr/>
              <p:nvPr/>
            </p:nvSpPr>
            <p:spPr>
              <a:xfrm>
                <a:off x="1375863" y="4896578"/>
                <a:ext cx="93023" cy="26778"/>
              </a:xfrm>
              <a:custGeom>
                <a:avLst/>
                <a:gdLst/>
                <a:ahLst/>
                <a:cxnLst/>
                <a:rect l="l" t="t" r="r" b="b"/>
                <a:pathLst>
                  <a:path w="76248" h="21949" extrusionOk="0">
                    <a:moveTo>
                      <a:pt x="44704" y="21864"/>
                    </a:moveTo>
                    <a:cubicBezTo>
                      <a:pt x="24378" y="21864"/>
                      <a:pt x="8236" y="11957"/>
                      <a:pt x="1660" y="7175"/>
                    </a:cubicBezTo>
                    <a:cubicBezTo>
                      <a:pt x="-133" y="5894"/>
                      <a:pt x="-560" y="3417"/>
                      <a:pt x="806" y="1623"/>
                    </a:cubicBezTo>
                    <a:cubicBezTo>
                      <a:pt x="2087" y="-170"/>
                      <a:pt x="4649" y="-512"/>
                      <a:pt x="6358" y="769"/>
                    </a:cubicBezTo>
                    <a:cubicBezTo>
                      <a:pt x="13190" y="5723"/>
                      <a:pt x="31552" y="16825"/>
                      <a:pt x="53416" y="13238"/>
                    </a:cubicBezTo>
                    <a:cubicBezTo>
                      <a:pt x="59308" y="12299"/>
                      <a:pt x="65031" y="10335"/>
                      <a:pt x="70411" y="7431"/>
                    </a:cubicBezTo>
                    <a:cubicBezTo>
                      <a:pt x="72375" y="6406"/>
                      <a:pt x="74767" y="7175"/>
                      <a:pt x="75792" y="9054"/>
                    </a:cubicBezTo>
                    <a:cubicBezTo>
                      <a:pt x="76816" y="11018"/>
                      <a:pt x="76048" y="13409"/>
                      <a:pt x="74169" y="14434"/>
                    </a:cubicBezTo>
                    <a:cubicBezTo>
                      <a:pt x="68020" y="17680"/>
                      <a:pt x="61444" y="19985"/>
                      <a:pt x="54697" y="21096"/>
                    </a:cubicBezTo>
                    <a:cubicBezTo>
                      <a:pt x="51280" y="21694"/>
                      <a:pt x="47950" y="21950"/>
                      <a:pt x="44704" y="2195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8" name="Google Shape;758;p29"/>
              <p:cNvSpPr/>
              <p:nvPr/>
            </p:nvSpPr>
            <p:spPr>
              <a:xfrm>
                <a:off x="1153882" y="4891517"/>
                <a:ext cx="31997" cy="78097"/>
              </a:xfrm>
              <a:custGeom>
                <a:avLst/>
                <a:gdLst/>
                <a:ahLst/>
                <a:cxnLst/>
                <a:rect l="l" t="t" r="r" b="b"/>
                <a:pathLst>
                  <a:path w="26227" h="64014" extrusionOk="0">
                    <a:moveTo>
                      <a:pt x="22252" y="63929"/>
                    </a:moveTo>
                    <a:cubicBezTo>
                      <a:pt x="20287" y="63929"/>
                      <a:pt x="18579" y="62477"/>
                      <a:pt x="18323" y="60513"/>
                    </a:cubicBezTo>
                    <a:cubicBezTo>
                      <a:pt x="16957" y="50435"/>
                      <a:pt x="14565" y="40357"/>
                      <a:pt x="11320" y="30707"/>
                    </a:cubicBezTo>
                    <a:cubicBezTo>
                      <a:pt x="8416" y="22166"/>
                      <a:pt x="4744" y="13797"/>
                      <a:pt x="473" y="5854"/>
                    </a:cubicBezTo>
                    <a:cubicBezTo>
                      <a:pt x="-551" y="3890"/>
                      <a:pt x="132" y="1498"/>
                      <a:pt x="2096" y="473"/>
                    </a:cubicBezTo>
                    <a:cubicBezTo>
                      <a:pt x="4060" y="-551"/>
                      <a:pt x="6452" y="132"/>
                      <a:pt x="7477" y="2096"/>
                    </a:cubicBezTo>
                    <a:cubicBezTo>
                      <a:pt x="12003" y="10466"/>
                      <a:pt x="15761" y="19262"/>
                      <a:pt x="18835" y="28230"/>
                    </a:cubicBezTo>
                    <a:cubicBezTo>
                      <a:pt x="22252" y="38393"/>
                      <a:pt x="24728" y="48898"/>
                      <a:pt x="26180" y="59488"/>
                    </a:cubicBezTo>
                    <a:cubicBezTo>
                      <a:pt x="26522" y="61709"/>
                      <a:pt x="24985" y="63673"/>
                      <a:pt x="22764" y="64015"/>
                    </a:cubicBezTo>
                    <a:cubicBezTo>
                      <a:pt x="22593" y="64015"/>
                      <a:pt x="22422" y="64015"/>
                      <a:pt x="22252" y="6401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9" name="Google Shape;759;p29"/>
              <p:cNvSpPr/>
              <p:nvPr/>
            </p:nvSpPr>
            <p:spPr>
              <a:xfrm>
                <a:off x="1214732" y="4861212"/>
                <a:ext cx="13882" cy="77228"/>
              </a:xfrm>
              <a:custGeom>
                <a:avLst/>
                <a:gdLst/>
                <a:ahLst/>
                <a:cxnLst/>
                <a:rect l="l" t="t" r="r" b="b"/>
                <a:pathLst>
                  <a:path w="11379" h="63302" extrusionOk="0">
                    <a:moveTo>
                      <a:pt x="5373" y="63303"/>
                    </a:moveTo>
                    <a:cubicBezTo>
                      <a:pt x="2555" y="62876"/>
                      <a:pt x="1103" y="60826"/>
                      <a:pt x="1445" y="58691"/>
                    </a:cubicBezTo>
                    <a:cubicBezTo>
                      <a:pt x="2896" y="49894"/>
                      <a:pt x="3494" y="40927"/>
                      <a:pt x="3323" y="31959"/>
                    </a:cubicBezTo>
                    <a:cubicBezTo>
                      <a:pt x="3153" y="22906"/>
                      <a:pt x="2042" y="13768"/>
                      <a:pt x="78" y="4886"/>
                    </a:cubicBezTo>
                    <a:cubicBezTo>
                      <a:pt x="-349" y="2751"/>
                      <a:pt x="1018" y="616"/>
                      <a:pt x="3153" y="103"/>
                    </a:cubicBezTo>
                    <a:cubicBezTo>
                      <a:pt x="5373" y="-409"/>
                      <a:pt x="7423" y="1043"/>
                      <a:pt x="7935" y="3178"/>
                    </a:cubicBezTo>
                    <a:cubicBezTo>
                      <a:pt x="9985" y="12572"/>
                      <a:pt x="11095" y="22138"/>
                      <a:pt x="11352" y="31788"/>
                    </a:cubicBezTo>
                    <a:cubicBezTo>
                      <a:pt x="11522" y="41183"/>
                      <a:pt x="10925" y="50663"/>
                      <a:pt x="9387" y="59972"/>
                    </a:cubicBezTo>
                    <a:cubicBezTo>
                      <a:pt x="9046" y="61936"/>
                      <a:pt x="7337" y="63303"/>
                      <a:pt x="5459" y="6330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0" name="Google Shape;760;p29"/>
              <p:cNvSpPr/>
              <p:nvPr/>
            </p:nvSpPr>
            <p:spPr>
              <a:xfrm>
                <a:off x="1700502" y="4804951"/>
                <a:ext cx="277633" cy="130641"/>
              </a:xfrm>
              <a:custGeom>
                <a:avLst/>
                <a:gdLst/>
                <a:ahLst/>
                <a:cxnLst/>
                <a:rect l="l" t="t" r="r" b="b"/>
                <a:pathLst>
                  <a:path w="227568" h="107083" extrusionOk="0">
                    <a:moveTo>
                      <a:pt x="15947" y="106999"/>
                    </a:moveTo>
                    <a:cubicBezTo>
                      <a:pt x="14495" y="106999"/>
                      <a:pt x="13129" y="106230"/>
                      <a:pt x="12445" y="104864"/>
                    </a:cubicBezTo>
                    <a:cubicBezTo>
                      <a:pt x="-4892" y="71983"/>
                      <a:pt x="-365" y="50461"/>
                      <a:pt x="3905" y="40554"/>
                    </a:cubicBezTo>
                    <a:cubicBezTo>
                      <a:pt x="22694" y="-3430"/>
                      <a:pt x="99900" y="-3259"/>
                      <a:pt x="138076" y="2976"/>
                    </a:cubicBezTo>
                    <a:cubicBezTo>
                      <a:pt x="169675" y="8100"/>
                      <a:pt x="199311" y="21252"/>
                      <a:pt x="226043" y="42091"/>
                    </a:cubicBezTo>
                    <a:cubicBezTo>
                      <a:pt x="227751" y="43457"/>
                      <a:pt x="228092" y="45934"/>
                      <a:pt x="226726" y="47728"/>
                    </a:cubicBezTo>
                    <a:cubicBezTo>
                      <a:pt x="225359" y="49436"/>
                      <a:pt x="222797" y="49777"/>
                      <a:pt x="221089" y="48411"/>
                    </a:cubicBezTo>
                    <a:cubicBezTo>
                      <a:pt x="195382" y="28426"/>
                      <a:pt x="167028" y="15786"/>
                      <a:pt x="136709" y="10918"/>
                    </a:cubicBezTo>
                    <a:cubicBezTo>
                      <a:pt x="94861" y="4086"/>
                      <a:pt x="26793" y="7246"/>
                      <a:pt x="11164" y="43799"/>
                    </a:cubicBezTo>
                    <a:cubicBezTo>
                      <a:pt x="7492" y="52425"/>
                      <a:pt x="3649" y="71385"/>
                      <a:pt x="19448" y="101277"/>
                    </a:cubicBezTo>
                    <a:cubicBezTo>
                      <a:pt x="20473" y="103241"/>
                      <a:pt x="19705" y="105632"/>
                      <a:pt x="17740" y="106657"/>
                    </a:cubicBezTo>
                    <a:cubicBezTo>
                      <a:pt x="17143" y="106999"/>
                      <a:pt x="16545" y="107084"/>
                      <a:pt x="15862" y="10708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1" name="Google Shape;761;p29"/>
              <p:cNvSpPr/>
              <p:nvPr/>
            </p:nvSpPr>
            <p:spPr>
              <a:xfrm>
                <a:off x="1642642" y="4857098"/>
                <a:ext cx="62759" cy="36641"/>
              </a:xfrm>
              <a:custGeom>
                <a:avLst/>
                <a:gdLst/>
                <a:ahLst/>
                <a:cxnLst/>
                <a:rect l="l" t="t" r="r" b="b"/>
                <a:pathLst>
                  <a:path w="51442" h="30034" extrusionOk="0">
                    <a:moveTo>
                      <a:pt x="47457" y="30034"/>
                    </a:moveTo>
                    <a:cubicBezTo>
                      <a:pt x="46859" y="30034"/>
                      <a:pt x="46261" y="29864"/>
                      <a:pt x="45663" y="29607"/>
                    </a:cubicBezTo>
                    <a:lnTo>
                      <a:pt x="2192" y="7573"/>
                    </a:lnTo>
                    <a:cubicBezTo>
                      <a:pt x="228" y="6548"/>
                      <a:pt x="-541" y="4157"/>
                      <a:pt x="399" y="2192"/>
                    </a:cubicBezTo>
                    <a:cubicBezTo>
                      <a:pt x="1424" y="228"/>
                      <a:pt x="3815" y="-541"/>
                      <a:pt x="5779" y="399"/>
                    </a:cubicBezTo>
                    <a:lnTo>
                      <a:pt x="49250" y="22433"/>
                    </a:lnTo>
                    <a:cubicBezTo>
                      <a:pt x="51215" y="23458"/>
                      <a:pt x="51983" y="25850"/>
                      <a:pt x="51044" y="27814"/>
                    </a:cubicBezTo>
                    <a:cubicBezTo>
                      <a:pt x="50361" y="29180"/>
                      <a:pt x="48909" y="30034"/>
                      <a:pt x="47457" y="3003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836"/>
        <p:cNvGrpSpPr/>
        <p:nvPr/>
      </p:nvGrpSpPr>
      <p:grpSpPr>
        <a:xfrm>
          <a:off x="0" y="0"/>
          <a:ext cx="0" cy="0"/>
          <a:chOff x="0" y="0"/>
          <a:chExt cx="0" cy="0"/>
        </a:xfrm>
      </p:grpSpPr>
      <p:sp>
        <p:nvSpPr>
          <p:cNvPr id="837" name="Google Shape;837;p32"/>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838" name="Google Shape;838;p32"/>
          <p:cNvGrpSpPr/>
          <p:nvPr/>
        </p:nvGrpSpPr>
        <p:grpSpPr>
          <a:xfrm>
            <a:off x="180529" y="163730"/>
            <a:ext cx="8782955" cy="1820572"/>
            <a:chOff x="119754" y="280355"/>
            <a:chExt cx="8782955" cy="1820572"/>
          </a:xfrm>
        </p:grpSpPr>
        <p:sp>
          <p:nvSpPr>
            <p:cNvPr id="839" name="Google Shape;839;p32"/>
            <p:cNvSpPr/>
            <p:nvPr/>
          </p:nvSpPr>
          <p:spPr>
            <a:xfrm>
              <a:off x="8499379" y="13329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0" name="Google Shape;840;p32"/>
            <p:cNvSpPr/>
            <p:nvPr/>
          </p:nvSpPr>
          <p:spPr>
            <a:xfrm>
              <a:off x="471169" y="280355"/>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1" name="Google Shape;841;p32"/>
            <p:cNvSpPr/>
            <p:nvPr/>
          </p:nvSpPr>
          <p:spPr>
            <a:xfrm>
              <a:off x="8638774" y="1632882"/>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2" name="Google Shape;842;p32"/>
            <p:cNvSpPr/>
            <p:nvPr/>
          </p:nvSpPr>
          <p:spPr>
            <a:xfrm>
              <a:off x="238269" y="978180"/>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3" name="Google Shape;843;p32"/>
            <p:cNvSpPr/>
            <p:nvPr/>
          </p:nvSpPr>
          <p:spPr>
            <a:xfrm>
              <a:off x="119754" y="5056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844"/>
        <p:cNvGrpSpPr/>
        <p:nvPr/>
      </p:nvGrpSpPr>
      <p:grpSpPr>
        <a:xfrm>
          <a:off x="0" y="0"/>
          <a:ext cx="0" cy="0"/>
          <a:chOff x="0" y="0"/>
          <a:chExt cx="0" cy="0"/>
        </a:xfrm>
      </p:grpSpPr>
      <p:sp>
        <p:nvSpPr>
          <p:cNvPr id="845" name="Google Shape;845;p33"/>
          <p:cNvSpPr/>
          <p:nvPr/>
        </p:nvSpPr>
        <p:spPr>
          <a:xfrm>
            <a:off x="-30450" y="4752900"/>
            <a:ext cx="9204900" cy="39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sistant"/>
              <a:ea typeface="Assistant"/>
              <a:cs typeface="Assistant"/>
              <a:sym typeface="Assistant"/>
            </a:endParaRPr>
          </a:p>
        </p:txBody>
      </p:sp>
      <p:grpSp>
        <p:nvGrpSpPr>
          <p:cNvPr id="846" name="Google Shape;846;p33"/>
          <p:cNvGrpSpPr/>
          <p:nvPr/>
        </p:nvGrpSpPr>
        <p:grpSpPr>
          <a:xfrm>
            <a:off x="6641463" y="4071850"/>
            <a:ext cx="2258910" cy="974153"/>
            <a:chOff x="6641463" y="4071850"/>
            <a:chExt cx="2258910" cy="974153"/>
          </a:xfrm>
        </p:grpSpPr>
        <p:grpSp>
          <p:nvGrpSpPr>
            <p:cNvPr id="847" name="Google Shape;847;p33"/>
            <p:cNvGrpSpPr/>
            <p:nvPr/>
          </p:nvGrpSpPr>
          <p:grpSpPr>
            <a:xfrm>
              <a:off x="8024742" y="4071850"/>
              <a:ext cx="875631" cy="896753"/>
              <a:chOff x="-155633" y="4020000"/>
              <a:chExt cx="875631" cy="896753"/>
            </a:xfrm>
          </p:grpSpPr>
          <p:sp>
            <p:nvSpPr>
              <p:cNvPr id="848" name="Google Shape;848;p33"/>
              <p:cNvSpPr/>
              <p:nvPr/>
            </p:nvSpPr>
            <p:spPr>
              <a:xfrm flipH="1">
                <a:off x="148867" y="4210970"/>
                <a:ext cx="496902" cy="506785"/>
              </a:xfrm>
              <a:custGeom>
                <a:avLst/>
                <a:gdLst/>
                <a:ahLst/>
                <a:cxnLst/>
                <a:rect l="l" t="t" r="r" b="b"/>
                <a:pathLst>
                  <a:path w="142788" h="146364" extrusionOk="0">
                    <a:moveTo>
                      <a:pt x="56327" y="10761"/>
                    </a:moveTo>
                    <a:cubicBezTo>
                      <a:pt x="56951" y="20915"/>
                      <a:pt x="59406" y="34814"/>
                      <a:pt x="68728" y="45800"/>
                    </a:cubicBezTo>
                    <a:cubicBezTo>
                      <a:pt x="78757" y="57618"/>
                      <a:pt x="88120" y="55912"/>
                      <a:pt x="103642" y="65275"/>
                    </a:cubicBezTo>
                    <a:cubicBezTo>
                      <a:pt x="124948" y="78092"/>
                      <a:pt x="147961" y="105807"/>
                      <a:pt x="141761" y="126074"/>
                    </a:cubicBezTo>
                    <a:cubicBezTo>
                      <a:pt x="138473" y="136810"/>
                      <a:pt x="127404" y="144259"/>
                      <a:pt x="117416" y="146007"/>
                    </a:cubicBezTo>
                    <a:cubicBezTo>
                      <a:pt x="106389" y="147921"/>
                      <a:pt x="97442" y="142719"/>
                      <a:pt x="66439" y="116835"/>
                    </a:cubicBezTo>
                    <a:cubicBezTo>
                      <a:pt x="19914" y="77926"/>
                      <a:pt x="14380" y="68147"/>
                      <a:pt x="11342" y="61863"/>
                    </a:cubicBezTo>
                    <a:cubicBezTo>
                      <a:pt x="7597" y="54123"/>
                      <a:pt x="-8133" y="21539"/>
                      <a:pt x="5391" y="6891"/>
                    </a:cubicBezTo>
                    <a:cubicBezTo>
                      <a:pt x="14754" y="-3263"/>
                      <a:pt x="36061" y="-2389"/>
                      <a:pt x="56368" y="10803"/>
                    </a:cubicBez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9" name="Google Shape;849;p33"/>
              <p:cNvSpPr/>
              <p:nvPr/>
            </p:nvSpPr>
            <p:spPr>
              <a:xfrm flipH="1">
                <a:off x="513752" y="4246335"/>
                <a:ext cx="155880" cy="567563"/>
              </a:xfrm>
              <a:custGeom>
                <a:avLst/>
                <a:gdLst/>
                <a:ahLst/>
                <a:cxnLst/>
                <a:rect l="l" t="t" r="r" b="b"/>
                <a:pathLst>
                  <a:path w="44793" h="163917" extrusionOk="0">
                    <a:moveTo>
                      <a:pt x="5760" y="42"/>
                    </a:moveTo>
                    <a:cubicBezTo>
                      <a:pt x="3346" y="12151"/>
                      <a:pt x="849" y="32084"/>
                      <a:pt x="4844" y="55971"/>
                    </a:cubicBezTo>
                    <a:cubicBezTo>
                      <a:pt x="8256" y="76362"/>
                      <a:pt x="15081" y="92092"/>
                      <a:pt x="20449" y="102163"/>
                    </a:cubicBezTo>
                    <a:cubicBezTo>
                      <a:pt x="18327" y="117393"/>
                      <a:pt x="16163" y="132666"/>
                      <a:pt x="14041" y="147896"/>
                    </a:cubicBezTo>
                    <a:cubicBezTo>
                      <a:pt x="7091" y="147688"/>
                      <a:pt x="1515" y="151559"/>
                      <a:pt x="267" y="156635"/>
                    </a:cubicBezTo>
                    <a:cubicBezTo>
                      <a:pt x="-482" y="159673"/>
                      <a:pt x="516" y="162461"/>
                      <a:pt x="1182" y="163918"/>
                    </a:cubicBezTo>
                    <a:lnTo>
                      <a:pt x="32393" y="163918"/>
                    </a:lnTo>
                    <a:cubicBezTo>
                      <a:pt x="36513" y="141238"/>
                      <a:pt x="40674" y="118517"/>
                      <a:pt x="44794" y="95837"/>
                    </a:cubicBezTo>
                    <a:lnTo>
                      <a:pt x="5760" y="0"/>
                    </a:ln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0" name="Google Shape;850;p33"/>
              <p:cNvSpPr/>
              <p:nvPr/>
            </p:nvSpPr>
            <p:spPr>
              <a:xfrm flipH="1">
                <a:off x="441374" y="4256420"/>
                <a:ext cx="155880" cy="567563"/>
              </a:xfrm>
              <a:custGeom>
                <a:avLst/>
                <a:gdLst/>
                <a:ahLst/>
                <a:cxnLst/>
                <a:rect l="l" t="t" r="r" b="b"/>
                <a:pathLst>
                  <a:path w="44793" h="163917" extrusionOk="0">
                    <a:moveTo>
                      <a:pt x="5760" y="42"/>
                    </a:moveTo>
                    <a:cubicBezTo>
                      <a:pt x="3346" y="12151"/>
                      <a:pt x="849" y="32084"/>
                      <a:pt x="4844" y="55971"/>
                    </a:cubicBezTo>
                    <a:cubicBezTo>
                      <a:pt x="8256" y="76362"/>
                      <a:pt x="15081" y="92092"/>
                      <a:pt x="20449" y="102163"/>
                    </a:cubicBezTo>
                    <a:cubicBezTo>
                      <a:pt x="18327" y="117393"/>
                      <a:pt x="16163" y="132624"/>
                      <a:pt x="14041" y="147896"/>
                    </a:cubicBezTo>
                    <a:cubicBezTo>
                      <a:pt x="7091" y="147688"/>
                      <a:pt x="1515" y="151558"/>
                      <a:pt x="267" y="156635"/>
                    </a:cubicBezTo>
                    <a:cubicBezTo>
                      <a:pt x="-482" y="159673"/>
                      <a:pt x="516" y="162461"/>
                      <a:pt x="1182" y="163918"/>
                    </a:cubicBezTo>
                    <a:lnTo>
                      <a:pt x="32393" y="163918"/>
                    </a:lnTo>
                    <a:cubicBezTo>
                      <a:pt x="36513" y="141238"/>
                      <a:pt x="40674" y="118517"/>
                      <a:pt x="44794" y="95837"/>
                    </a:cubicBezTo>
                    <a:lnTo>
                      <a:pt x="5760" y="0"/>
                    </a:ln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1" name="Google Shape;851;p33"/>
              <p:cNvSpPr/>
              <p:nvPr/>
            </p:nvSpPr>
            <p:spPr>
              <a:xfrm flipH="1">
                <a:off x="119618" y="4239711"/>
                <a:ext cx="416358" cy="584422"/>
              </a:xfrm>
              <a:custGeom>
                <a:avLst/>
                <a:gdLst/>
                <a:ahLst/>
                <a:cxnLst/>
                <a:rect l="l" t="t" r="r" b="b"/>
                <a:pathLst>
                  <a:path w="119643" h="168786" extrusionOk="0">
                    <a:moveTo>
                      <a:pt x="99586" y="85142"/>
                    </a:moveTo>
                    <a:cubicBezTo>
                      <a:pt x="98255" y="83769"/>
                      <a:pt x="71663" y="57095"/>
                      <a:pt x="45863" y="59591"/>
                    </a:cubicBezTo>
                    <a:cubicBezTo>
                      <a:pt x="42492" y="59924"/>
                      <a:pt x="35959" y="61006"/>
                      <a:pt x="29800" y="57095"/>
                    </a:cubicBezTo>
                    <a:cubicBezTo>
                      <a:pt x="23766" y="53266"/>
                      <a:pt x="18980" y="45193"/>
                      <a:pt x="18314" y="36579"/>
                    </a:cubicBezTo>
                    <a:cubicBezTo>
                      <a:pt x="17316" y="23595"/>
                      <a:pt x="26262" y="18019"/>
                      <a:pt x="22892" y="8531"/>
                    </a:cubicBezTo>
                    <a:cubicBezTo>
                      <a:pt x="21352" y="4120"/>
                      <a:pt x="17524" y="0"/>
                      <a:pt x="13695" y="0"/>
                    </a:cubicBezTo>
                    <a:cubicBezTo>
                      <a:pt x="8077" y="42"/>
                      <a:pt x="4041" y="9238"/>
                      <a:pt x="2667" y="15023"/>
                    </a:cubicBezTo>
                    <a:cubicBezTo>
                      <a:pt x="1377" y="20474"/>
                      <a:pt x="2085" y="24261"/>
                      <a:pt x="2667" y="30045"/>
                    </a:cubicBezTo>
                    <a:cubicBezTo>
                      <a:pt x="2667" y="30045"/>
                      <a:pt x="4290" y="46067"/>
                      <a:pt x="2667" y="66624"/>
                    </a:cubicBezTo>
                    <a:cubicBezTo>
                      <a:pt x="1336" y="83103"/>
                      <a:pt x="-1369" y="84518"/>
                      <a:pt x="836" y="90178"/>
                    </a:cubicBezTo>
                    <a:cubicBezTo>
                      <a:pt x="4956" y="100748"/>
                      <a:pt x="15151" y="97294"/>
                      <a:pt x="22892" y="107697"/>
                    </a:cubicBezTo>
                    <a:cubicBezTo>
                      <a:pt x="31131" y="118808"/>
                      <a:pt x="24640" y="128920"/>
                      <a:pt x="32546" y="152266"/>
                    </a:cubicBezTo>
                    <a:cubicBezTo>
                      <a:pt x="35001" y="159590"/>
                      <a:pt x="37873" y="165208"/>
                      <a:pt x="39912" y="168787"/>
                    </a:cubicBezTo>
                    <a:cubicBezTo>
                      <a:pt x="65921" y="168287"/>
                      <a:pt x="91930" y="167788"/>
                      <a:pt x="117980" y="167289"/>
                    </a:cubicBezTo>
                    <a:cubicBezTo>
                      <a:pt x="118895" y="161712"/>
                      <a:pt x="126428" y="112816"/>
                      <a:pt x="99628" y="85142"/>
                    </a:cubicBez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2" name="Google Shape;852;p33"/>
              <p:cNvSpPr/>
              <p:nvPr/>
            </p:nvSpPr>
            <p:spPr>
              <a:xfrm flipH="1">
                <a:off x="421772" y="4075936"/>
                <a:ext cx="257844" cy="227109"/>
              </a:xfrm>
              <a:custGeom>
                <a:avLst/>
                <a:gdLst/>
                <a:ahLst/>
                <a:cxnLst/>
                <a:rect l="l" t="t" r="r" b="b"/>
                <a:pathLst>
                  <a:path w="74093" h="65591" extrusionOk="0">
                    <a:moveTo>
                      <a:pt x="26565" y="883"/>
                    </a:moveTo>
                    <a:cubicBezTo>
                      <a:pt x="20823" y="2506"/>
                      <a:pt x="16786" y="5876"/>
                      <a:pt x="11418" y="10371"/>
                    </a:cubicBezTo>
                    <a:cubicBezTo>
                      <a:pt x="5467" y="15323"/>
                      <a:pt x="2512" y="17820"/>
                      <a:pt x="1097" y="21565"/>
                    </a:cubicBezTo>
                    <a:cubicBezTo>
                      <a:pt x="-2149" y="30096"/>
                      <a:pt x="2512" y="39459"/>
                      <a:pt x="5925" y="46367"/>
                    </a:cubicBezTo>
                    <a:cubicBezTo>
                      <a:pt x="8505" y="51569"/>
                      <a:pt x="10461" y="55522"/>
                      <a:pt x="14414" y="59018"/>
                    </a:cubicBezTo>
                    <a:cubicBezTo>
                      <a:pt x="27481" y="70503"/>
                      <a:pt x="48746" y="64802"/>
                      <a:pt x="60772" y="58060"/>
                    </a:cubicBezTo>
                    <a:cubicBezTo>
                      <a:pt x="66598" y="54815"/>
                      <a:pt x="70593" y="52526"/>
                      <a:pt x="72715" y="47615"/>
                    </a:cubicBezTo>
                    <a:cubicBezTo>
                      <a:pt x="78625" y="33841"/>
                      <a:pt x="64642" y="11494"/>
                      <a:pt x="47705" y="3588"/>
                    </a:cubicBezTo>
                    <a:cubicBezTo>
                      <a:pt x="44667" y="2173"/>
                      <a:pt x="36178" y="-1781"/>
                      <a:pt x="26565" y="924"/>
                    </a:cubicBez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3" name="Google Shape;853;p33"/>
              <p:cNvSpPr/>
              <p:nvPr/>
            </p:nvSpPr>
            <p:spPr>
              <a:xfrm flipH="1">
                <a:off x="576231" y="4020000"/>
                <a:ext cx="63667" cy="91874"/>
              </a:xfrm>
              <a:custGeom>
                <a:avLst/>
                <a:gdLst/>
                <a:ahLst/>
                <a:cxnLst/>
                <a:rect l="l" t="t" r="r" b="b"/>
                <a:pathLst>
                  <a:path w="18295" h="26534" extrusionOk="0">
                    <a:moveTo>
                      <a:pt x="0" y="26534"/>
                    </a:moveTo>
                    <a:cubicBezTo>
                      <a:pt x="0" y="22248"/>
                      <a:pt x="499" y="9597"/>
                      <a:pt x="8739" y="2439"/>
                    </a:cubicBezTo>
                    <a:cubicBezTo>
                      <a:pt x="10196" y="1149"/>
                      <a:pt x="12110" y="-432"/>
                      <a:pt x="13941" y="109"/>
                    </a:cubicBezTo>
                    <a:cubicBezTo>
                      <a:pt x="18810" y="1566"/>
                      <a:pt x="18394" y="17254"/>
                      <a:pt x="18185" y="22414"/>
                    </a:cubicBezTo>
                    <a:lnTo>
                      <a:pt x="42" y="26534"/>
                    </a:ln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4" name="Google Shape;854;p33"/>
              <p:cNvSpPr/>
              <p:nvPr/>
            </p:nvSpPr>
            <p:spPr>
              <a:xfrm flipH="1">
                <a:off x="373079" y="4178363"/>
                <a:ext cx="74291" cy="81698"/>
              </a:xfrm>
              <a:custGeom>
                <a:avLst/>
                <a:gdLst/>
                <a:ahLst/>
                <a:cxnLst/>
                <a:rect l="l" t="t" r="r" b="b"/>
                <a:pathLst>
                  <a:path w="21348" h="23595" extrusionOk="0">
                    <a:moveTo>
                      <a:pt x="208" y="0"/>
                    </a:moveTo>
                    <a:cubicBezTo>
                      <a:pt x="2122" y="291"/>
                      <a:pt x="10196" y="1623"/>
                      <a:pt x="16063" y="9238"/>
                    </a:cubicBezTo>
                    <a:cubicBezTo>
                      <a:pt x="20225" y="14648"/>
                      <a:pt x="21098" y="20433"/>
                      <a:pt x="21348" y="22846"/>
                    </a:cubicBezTo>
                    <a:cubicBezTo>
                      <a:pt x="19517" y="23387"/>
                      <a:pt x="15522" y="24219"/>
                      <a:pt x="10778" y="22846"/>
                    </a:cubicBezTo>
                    <a:cubicBezTo>
                      <a:pt x="4578" y="21057"/>
                      <a:pt x="1082" y="16604"/>
                      <a:pt x="0" y="15064"/>
                    </a:cubicBezTo>
                    <a:lnTo>
                      <a:pt x="208" y="0"/>
                    </a:ln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5" name="Google Shape;855;p33"/>
              <p:cNvSpPr/>
              <p:nvPr/>
            </p:nvSpPr>
            <p:spPr>
              <a:xfrm flipH="1">
                <a:off x="-155633" y="4731035"/>
                <a:ext cx="469400" cy="185718"/>
              </a:xfrm>
              <a:custGeom>
                <a:avLst/>
                <a:gdLst/>
                <a:ahLst/>
                <a:cxnLst/>
                <a:rect l="l" t="t" r="r" b="b"/>
                <a:pathLst>
                  <a:path w="134885" h="53637" extrusionOk="0">
                    <a:moveTo>
                      <a:pt x="48232" y="557"/>
                    </a:moveTo>
                    <a:cubicBezTo>
                      <a:pt x="72743" y="-982"/>
                      <a:pt x="92510" y="932"/>
                      <a:pt x="106409" y="3096"/>
                    </a:cubicBezTo>
                    <a:cubicBezTo>
                      <a:pt x="123512" y="5801"/>
                      <a:pt x="130753" y="8714"/>
                      <a:pt x="133625" y="15122"/>
                    </a:cubicBezTo>
                    <a:cubicBezTo>
                      <a:pt x="137203" y="23195"/>
                      <a:pt x="132543" y="34015"/>
                      <a:pt x="127424" y="40299"/>
                    </a:cubicBezTo>
                    <a:cubicBezTo>
                      <a:pt x="119559" y="49953"/>
                      <a:pt x="107532" y="52700"/>
                      <a:pt x="86434" y="53449"/>
                    </a:cubicBezTo>
                    <a:cubicBezTo>
                      <a:pt x="44196" y="54947"/>
                      <a:pt x="-331" y="47207"/>
                      <a:pt x="2" y="42130"/>
                    </a:cubicBezTo>
                    <a:cubicBezTo>
                      <a:pt x="168" y="39425"/>
                      <a:pt x="12985" y="37635"/>
                      <a:pt x="22057" y="37760"/>
                    </a:cubicBezTo>
                    <a:cubicBezTo>
                      <a:pt x="30089" y="37885"/>
                      <a:pt x="35956" y="39550"/>
                      <a:pt x="37538" y="39966"/>
                    </a:cubicBezTo>
                    <a:cubicBezTo>
                      <a:pt x="60467" y="46000"/>
                      <a:pt x="101457" y="35097"/>
                      <a:pt x="101249" y="29770"/>
                    </a:cubicBezTo>
                    <a:cubicBezTo>
                      <a:pt x="101124" y="26649"/>
                      <a:pt x="87100" y="23279"/>
                      <a:pt x="34791" y="20906"/>
                    </a:cubicBezTo>
                    <a:lnTo>
                      <a:pt x="48232" y="599"/>
                    </a:lnTo>
                    <a:close/>
                  </a:path>
                </a:pathLst>
              </a:custGeom>
              <a:solidFill>
                <a:srgbClr val="E6913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6" name="Google Shape;856;p33"/>
              <p:cNvSpPr/>
              <p:nvPr/>
            </p:nvSpPr>
            <p:spPr>
              <a:xfrm flipH="1">
                <a:off x="420001" y="4224138"/>
                <a:ext cx="125228" cy="414416"/>
              </a:xfrm>
              <a:custGeom>
                <a:avLst/>
                <a:gdLst/>
                <a:ahLst/>
                <a:cxnLst/>
                <a:rect l="l" t="t" r="r" b="b"/>
                <a:pathLst>
                  <a:path w="35985" h="119687" extrusionOk="0">
                    <a:moveTo>
                      <a:pt x="34165" y="119688"/>
                    </a:moveTo>
                    <a:cubicBezTo>
                      <a:pt x="33708" y="119688"/>
                      <a:pt x="33208" y="119521"/>
                      <a:pt x="32875" y="119147"/>
                    </a:cubicBezTo>
                    <a:cubicBezTo>
                      <a:pt x="26425" y="112613"/>
                      <a:pt x="20308" y="105539"/>
                      <a:pt x="14815" y="98173"/>
                    </a:cubicBezTo>
                    <a:cubicBezTo>
                      <a:pt x="5243" y="85356"/>
                      <a:pt x="-41" y="78282"/>
                      <a:pt x="0" y="70042"/>
                    </a:cubicBezTo>
                    <a:cubicBezTo>
                      <a:pt x="0" y="64840"/>
                      <a:pt x="1748" y="61636"/>
                      <a:pt x="3371" y="58515"/>
                    </a:cubicBezTo>
                    <a:cubicBezTo>
                      <a:pt x="5160" y="55103"/>
                      <a:pt x="6866" y="51857"/>
                      <a:pt x="6866" y="45615"/>
                    </a:cubicBezTo>
                    <a:cubicBezTo>
                      <a:pt x="6866" y="42951"/>
                      <a:pt x="6533" y="35461"/>
                      <a:pt x="6201" y="29302"/>
                    </a:cubicBezTo>
                    <a:cubicBezTo>
                      <a:pt x="6076" y="27388"/>
                      <a:pt x="6034" y="26306"/>
                      <a:pt x="5951" y="25515"/>
                    </a:cubicBezTo>
                    <a:cubicBezTo>
                      <a:pt x="5909" y="24766"/>
                      <a:pt x="5868" y="24350"/>
                      <a:pt x="5868" y="23767"/>
                    </a:cubicBezTo>
                    <a:cubicBezTo>
                      <a:pt x="5535" y="16818"/>
                      <a:pt x="6991" y="9202"/>
                      <a:pt x="10112" y="1171"/>
                    </a:cubicBezTo>
                    <a:cubicBezTo>
                      <a:pt x="10445" y="214"/>
                      <a:pt x="11527" y="-244"/>
                      <a:pt x="12484" y="131"/>
                    </a:cubicBezTo>
                    <a:cubicBezTo>
                      <a:pt x="13442" y="505"/>
                      <a:pt x="13899" y="1545"/>
                      <a:pt x="13525" y="2502"/>
                    </a:cubicBezTo>
                    <a:cubicBezTo>
                      <a:pt x="10570" y="10076"/>
                      <a:pt x="9238" y="17192"/>
                      <a:pt x="9530" y="23642"/>
                    </a:cubicBezTo>
                    <a:cubicBezTo>
                      <a:pt x="9530" y="24183"/>
                      <a:pt x="9571" y="24600"/>
                      <a:pt x="9613" y="25265"/>
                    </a:cubicBezTo>
                    <a:cubicBezTo>
                      <a:pt x="9654" y="26056"/>
                      <a:pt x="9738" y="27138"/>
                      <a:pt x="9863" y="29094"/>
                    </a:cubicBezTo>
                    <a:cubicBezTo>
                      <a:pt x="10237" y="35294"/>
                      <a:pt x="10528" y="42868"/>
                      <a:pt x="10528" y="45615"/>
                    </a:cubicBezTo>
                    <a:cubicBezTo>
                      <a:pt x="10528" y="52772"/>
                      <a:pt x="8448" y="56726"/>
                      <a:pt x="6575" y="60263"/>
                    </a:cubicBezTo>
                    <a:cubicBezTo>
                      <a:pt x="4994" y="63217"/>
                      <a:pt x="3662" y="65798"/>
                      <a:pt x="3621" y="70084"/>
                    </a:cubicBezTo>
                    <a:cubicBezTo>
                      <a:pt x="3579" y="76784"/>
                      <a:pt x="7907" y="82859"/>
                      <a:pt x="17728" y="95968"/>
                    </a:cubicBezTo>
                    <a:cubicBezTo>
                      <a:pt x="23138" y="103250"/>
                      <a:pt x="29130" y="110158"/>
                      <a:pt x="35455" y="116567"/>
                    </a:cubicBezTo>
                    <a:cubicBezTo>
                      <a:pt x="36163" y="117274"/>
                      <a:pt x="36163" y="118439"/>
                      <a:pt x="35455" y="119147"/>
                    </a:cubicBezTo>
                    <a:cubicBezTo>
                      <a:pt x="35081" y="119521"/>
                      <a:pt x="34623" y="119688"/>
                      <a:pt x="34165" y="11968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7" name="Google Shape;857;p33"/>
              <p:cNvSpPr/>
              <p:nvPr/>
            </p:nvSpPr>
            <p:spPr>
              <a:xfrm flipH="1">
                <a:off x="170109" y="4207433"/>
                <a:ext cx="316356" cy="586174"/>
              </a:xfrm>
              <a:custGeom>
                <a:avLst/>
                <a:gdLst/>
                <a:ahLst/>
                <a:cxnLst/>
                <a:rect l="l" t="t" r="r" b="b"/>
                <a:pathLst>
                  <a:path w="90907" h="169292" extrusionOk="0">
                    <a:moveTo>
                      <a:pt x="86976" y="169292"/>
                    </a:moveTo>
                    <a:cubicBezTo>
                      <a:pt x="85644" y="169043"/>
                      <a:pt x="84979" y="168085"/>
                      <a:pt x="85187" y="167087"/>
                    </a:cubicBezTo>
                    <a:cubicBezTo>
                      <a:pt x="87184" y="156974"/>
                      <a:pt x="92136" y="121769"/>
                      <a:pt x="72161" y="92847"/>
                    </a:cubicBezTo>
                    <a:cubicBezTo>
                      <a:pt x="65337" y="82985"/>
                      <a:pt x="56847" y="70708"/>
                      <a:pt x="42574" y="66089"/>
                    </a:cubicBezTo>
                    <a:cubicBezTo>
                      <a:pt x="39869" y="65215"/>
                      <a:pt x="37289" y="64716"/>
                      <a:pt x="34834" y="64217"/>
                    </a:cubicBezTo>
                    <a:cubicBezTo>
                      <a:pt x="29341" y="63176"/>
                      <a:pt x="24139" y="62136"/>
                      <a:pt x="18729" y="57142"/>
                    </a:cubicBezTo>
                    <a:cubicBezTo>
                      <a:pt x="10989" y="50026"/>
                      <a:pt x="8450" y="39872"/>
                      <a:pt x="7868" y="36959"/>
                    </a:cubicBezTo>
                    <a:cubicBezTo>
                      <a:pt x="5454" y="25266"/>
                      <a:pt x="6619" y="12615"/>
                      <a:pt x="6703" y="12116"/>
                    </a:cubicBezTo>
                    <a:lnTo>
                      <a:pt x="6786" y="11075"/>
                    </a:lnTo>
                    <a:cubicBezTo>
                      <a:pt x="7036" y="8495"/>
                      <a:pt x="7452" y="4625"/>
                      <a:pt x="6286" y="3835"/>
                    </a:cubicBezTo>
                    <a:cubicBezTo>
                      <a:pt x="5704" y="3377"/>
                      <a:pt x="4330" y="3668"/>
                      <a:pt x="2624" y="4500"/>
                    </a:cubicBezTo>
                    <a:cubicBezTo>
                      <a:pt x="1667" y="4917"/>
                      <a:pt x="585" y="4500"/>
                      <a:pt x="169" y="3627"/>
                    </a:cubicBezTo>
                    <a:cubicBezTo>
                      <a:pt x="-247" y="2711"/>
                      <a:pt x="127" y="1629"/>
                      <a:pt x="1043" y="1171"/>
                    </a:cubicBezTo>
                    <a:cubicBezTo>
                      <a:pt x="4164" y="-285"/>
                      <a:pt x="6661" y="-368"/>
                      <a:pt x="8409" y="838"/>
                    </a:cubicBezTo>
                    <a:cubicBezTo>
                      <a:pt x="11280" y="2919"/>
                      <a:pt x="10822" y="7455"/>
                      <a:pt x="10448" y="11450"/>
                    </a:cubicBezTo>
                    <a:lnTo>
                      <a:pt x="10323" y="12490"/>
                    </a:lnTo>
                    <a:cubicBezTo>
                      <a:pt x="10323" y="12490"/>
                      <a:pt x="9158" y="25141"/>
                      <a:pt x="11447" y="36252"/>
                    </a:cubicBezTo>
                    <a:cubicBezTo>
                      <a:pt x="11988" y="38915"/>
                      <a:pt x="14318" y="48112"/>
                      <a:pt x="21226" y="54479"/>
                    </a:cubicBezTo>
                    <a:cubicBezTo>
                      <a:pt x="25887" y="58765"/>
                      <a:pt x="30339" y="59639"/>
                      <a:pt x="35541" y="60638"/>
                    </a:cubicBezTo>
                    <a:cubicBezTo>
                      <a:pt x="38121" y="61137"/>
                      <a:pt x="40784" y="61637"/>
                      <a:pt x="43739" y="62594"/>
                    </a:cubicBezTo>
                    <a:cubicBezTo>
                      <a:pt x="59219" y="67629"/>
                      <a:pt x="68042" y="80446"/>
                      <a:pt x="75158" y="90725"/>
                    </a:cubicBezTo>
                    <a:cubicBezTo>
                      <a:pt x="96006" y="120895"/>
                      <a:pt x="90888" y="157349"/>
                      <a:pt x="88807" y="167836"/>
                    </a:cubicBezTo>
                    <a:cubicBezTo>
                      <a:pt x="88641" y="168710"/>
                      <a:pt x="87850" y="169292"/>
                      <a:pt x="87018" y="1692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8" name="Google Shape;858;p33"/>
              <p:cNvSpPr/>
              <p:nvPr/>
            </p:nvSpPr>
            <p:spPr>
              <a:xfrm flipH="1">
                <a:off x="521901" y="4492601"/>
                <a:ext cx="101205" cy="102016"/>
              </a:xfrm>
              <a:custGeom>
                <a:avLst/>
                <a:gdLst/>
                <a:ahLst/>
                <a:cxnLst/>
                <a:rect l="l" t="t" r="r" b="b"/>
                <a:pathLst>
                  <a:path w="29082" h="29463" extrusionOk="0">
                    <a:moveTo>
                      <a:pt x="27300" y="29463"/>
                    </a:moveTo>
                    <a:cubicBezTo>
                      <a:pt x="26883" y="29463"/>
                      <a:pt x="26426" y="29338"/>
                      <a:pt x="26093" y="29006"/>
                    </a:cubicBezTo>
                    <a:cubicBezTo>
                      <a:pt x="23513" y="26758"/>
                      <a:pt x="20891" y="24386"/>
                      <a:pt x="18228" y="21890"/>
                    </a:cubicBezTo>
                    <a:cubicBezTo>
                      <a:pt x="12027" y="16022"/>
                      <a:pt x="6035" y="9655"/>
                      <a:pt x="417" y="2997"/>
                    </a:cubicBezTo>
                    <a:cubicBezTo>
                      <a:pt x="-208" y="2206"/>
                      <a:pt x="-124" y="1083"/>
                      <a:pt x="625" y="417"/>
                    </a:cubicBezTo>
                    <a:cubicBezTo>
                      <a:pt x="1415" y="-207"/>
                      <a:pt x="2539" y="-124"/>
                      <a:pt x="3205" y="625"/>
                    </a:cubicBezTo>
                    <a:cubicBezTo>
                      <a:pt x="8740" y="7158"/>
                      <a:pt x="14649" y="13442"/>
                      <a:pt x="20724" y="19226"/>
                    </a:cubicBezTo>
                    <a:cubicBezTo>
                      <a:pt x="23346" y="21681"/>
                      <a:pt x="25926" y="24012"/>
                      <a:pt x="28465" y="26217"/>
                    </a:cubicBezTo>
                    <a:cubicBezTo>
                      <a:pt x="29214" y="26883"/>
                      <a:pt x="29297" y="28048"/>
                      <a:pt x="28631" y="28798"/>
                    </a:cubicBezTo>
                    <a:cubicBezTo>
                      <a:pt x="28257" y="29214"/>
                      <a:pt x="27757" y="29422"/>
                      <a:pt x="27258" y="2942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9" name="Google Shape;859;p33"/>
              <p:cNvSpPr/>
              <p:nvPr/>
            </p:nvSpPr>
            <p:spPr>
              <a:xfrm flipH="1">
                <a:off x="520150" y="4557410"/>
                <a:ext cx="30022" cy="184143"/>
              </a:xfrm>
              <a:custGeom>
                <a:avLst/>
                <a:gdLst/>
                <a:ahLst/>
                <a:cxnLst/>
                <a:rect l="l" t="t" r="r" b="b"/>
                <a:pathLst>
                  <a:path w="8627" h="53182" extrusionOk="0">
                    <a:moveTo>
                      <a:pt x="1838" y="53183"/>
                    </a:moveTo>
                    <a:cubicBezTo>
                      <a:pt x="631" y="53058"/>
                      <a:pt x="-77" y="52184"/>
                      <a:pt x="7" y="51144"/>
                    </a:cubicBezTo>
                    <a:lnTo>
                      <a:pt x="4959" y="1665"/>
                    </a:lnTo>
                    <a:cubicBezTo>
                      <a:pt x="5042" y="707"/>
                      <a:pt x="5833" y="0"/>
                      <a:pt x="6790" y="0"/>
                    </a:cubicBezTo>
                    <a:cubicBezTo>
                      <a:pt x="7996" y="125"/>
                      <a:pt x="8704" y="999"/>
                      <a:pt x="8621" y="2039"/>
                    </a:cubicBezTo>
                    <a:lnTo>
                      <a:pt x="3669" y="51518"/>
                    </a:lnTo>
                    <a:cubicBezTo>
                      <a:pt x="3585" y="52475"/>
                      <a:pt x="2795" y="53183"/>
                      <a:pt x="1838" y="5318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0" name="Google Shape;860;p33"/>
              <p:cNvSpPr/>
              <p:nvPr/>
            </p:nvSpPr>
            <p:spPr>
              <a:xfrm flipH="1">
                <a:off x="536208" y="4223401"/>
                <a:ext cx="126105" cy="53347"/>
              </a:xfrm>
              <a:custGeom>
                <a:avLst/>
                <a:gdLst/>
                <a:ahLst/>
                <a:cxnLst/>
                <a:rect l="l" t="t" r="r" b="b"/>
                <a:pathLst>
                  <a:path w="36237" h="15407" extrusionOk="0">
                    <a:moveTo>
                      <a:pt x="27292" y="15366"/>
                    </a:moveTo>
                    <a:cubicBezTo>
                      <a:pt x="24171" y="15366"/>
                      <a:pt x="20676" y="14950"/>
                      <a:pt x="16889" y="13785"/>
                    </a:cubicBezTo>
                    <a:cubicBezTo>
                      <a:pt x="8899" y="11288"/>
                      <a:pt x="3531" y="6586"/>
                      <a:pt x="451" y="3048"/>
                    </a:cubicBezTo>
                    <a:cubicBezTo>
                      <a:pt x="-214" y="2299"/>
                      <a:pt x="-131" y="1134"/>
                      <a:pt x="618" y="468"/>
                    </a:cubicBezTo>
                    <a:cubicBezTo>
                      <a:pt x="1367" y="-239"/>
                      <a:pt x="2532" y="-114"/>
                      <a:pt x="3198" y="635"/>
                    </a:cubicBezTo>
                    <a:cubicBezTo>
                      <a:pt x="5986" y="3798"/>
                      <a:pt x="10813" y="8042"/>
                      <a:pt x="17971" y="10289"/>
                    </a:cubicBezTo>
                    <a:cubicBezTo>
                      <a:pt x="24546" y="12370"/>
                      <a:pt x="30330" y="11787"/>
                      <a:pt x="33992" y="10997"/>
                    </a:cubicBezTo>
                    <a:cubicBezTo>
                      <a:pt x="35074" y="10789"/>
                      <a:pt x="35948" y="11413"/>
                      <a:pt x="36198" y="12370"/>
                    </a:cubicBezTo>
                    <a:cubicBezTo>
                      <a:pt x="36406" y="13369"/>
                      <a:pt x="35782" y="14368"/>
                      <a:pt x="34825" y="14576"/>
                    </a:cubicBezTo>
                    <a:cubicBezTo>
                      <a:pt x="32786" y="15033"/>
                      <a:pt x="30247" y="15408"/>
                      <a:pt x="27292" y="154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1" name="Google Shape;861;p33"/>
              <p:cNvSpPr/>
              <p:nvPr/>
            </p:nvSpPr>
            <p:spPr>
              <a:xfrm flipH="1">
                <a:off x="576828" y="4072596"/>
                <a:ext cx="16840" cy="33773"/>
              </a:xfrm>
              <a:custGeom>
                <a:avLst/>
                <a:gdLst/>
                <a:ahLst/>
                <a:cxnLst/>
                <a:rect l="l" t="t" r="r" b="b"/>
                <a:pathLst>
                  <a:path w="4839" h="9754" extrusionOk="0">
                    <a:moveTo>
                      <a:pt x="2981" y="9754"/>
                    </a:moveTo>
                    <a:cubicBezTo>
                      <a:pt x="2107" y="9754"/>
                      <a:pt x="1358" y="9130"/>
                      <a:pt x="1192" y="8256"/>
                    </a:cubicBezTo>
                    <a:lnTo>
                      <a:pt x="27" y="2181"/>
                    </a:lnTo>
                    <a:cubicBezTo>
                      <a:pt x="-140" y="1182"/>
                      <a:pt x="484" y="225"/>
                      <a:pt x="1483" y="17"/>
                    </a:cubicBezTo>
                    <a:cubicBezTo>
                      <a:pt x="2482" y="-108"/>
                      <a:pt x="3439" y="475"/>
                      <a:pt x="3647" y="1473"/>
                    </a:cubicBezTo>
                    <a:lnTo>
                      <a:pt x="4812" y="7549"/>
                    </a:lnTo>
                    <a:cubicBezTo>
                      <a:pt x="4979" y="8548"/>
                      <a:pt x="4355" y="9505"/>
                      <a:pt x="3356" y="9713"/>
                    </a:cubicBezTo>
                    <a:cubicBezTo>
                      <a:pt x="3231" y="9713"/>
                      <a:pt x="3148" y="9713"/>
                      <a:pt x="3023" y="971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2" name="Google Shape;862;p33"/>
              <p:cNvSpPr/>
              <p:nvPr/>
            </p:nvSpPr>
            <p:spPr>
              <a:xfrm flipH="1">
                <a:off x="412703" y="4173075"/>
                <a:ext cx="59324" cy="23587"/>
              </a:xfrm>
              <a:custGeom>
                <a:avLst/>
                <a:gdLst/>
                <a:ahLst/>
                <a:cxnLst/>
                <a:rect l="l" t="t" r="r" b="b"/>
                <a:pathLst>
                  <a:path w="17047" h="6812" extrusionOk="0">
                    <a:moveTo>
                      <a:pt x="15203" y="6813"/>
                    </a:moveTo>
                    <a:cubicBezTo>
                      <a:pt x="14787" y="6771"/>
                      <a:pt x="1428" y="3609"/>
                      <a:pt x="1428" y="3609"/>
                    </a:cubicBezTo>
                    <a:cubicBezTo>
                      <a:pt x="430" y="3359"/>
                      <a:pt x="-195" y="2402"/>
                      <a:pt x="55" y="1403"/>
                    </a:cubicBezTo>
                    <a:cubicBezTo>
                      <a:pt x="305" y="404"/>
                      <a:pt x="1304" y="-137"/>
                      <a:pt x="2261" y="30"/>
                    </a:cubicBezTo>
                    <a:lnTo>
                      <a:pt x="15619" y="3192"/>
                    </a:lnTo>
                    <a:cubicBezTo>
                      <a:pt x="16618" y="3442"/>
                      <a:pt x="17242" y="4399"/>
                      <a:pt x="16992" y="5398"/>
                    </a:cubicBezTo>
                    <a:cubicBezTo>
                      <a:pt x="16784" y="6230"/>
                      <a:pt x="16035" y="6813"/>
                      <a:pt x="15203" y="681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3" name="Google Shape;863;p33"/>
              <p:cNvSpPr/>
              <p:nvPr/>
            </p:nvSpPr>
            <p:spPr>
              <a:xfrm flipH="1">
                <a:off x="569374" y="4145320"/>
                <a:ext cx="39689" cy="22953"/>
              </a:xfrm>
              <a:custGeom>
                <a:avLst/>
                <a:gdLst/>
                <a:ahLst/>
                <a:cxnLst/>
                <a:rect l="l" t="t" r="r" b="b"/>
                <a:pathLst>
                  <a:path w="11405" h="6629" extrusionOk="0">
                    <a:moveTo>
                      <a:pt x="0" y="185"/>
                    </a:moveTo>
                    <a:cubicBezTo>
                      <a:pt x="1498" y="-65"/>
                      <a:pt x="4536" y="-356"/>
                      <a:pt x="7407" y="1475"/>
                    </a:cubicBezTo>
                    <a:cubicBezTo>
                      <a:pt x="10154" y="3223"/>
                      <a:pt x="11694" y="6219"/>
                      <a:pt x="11361" y="6593"/>
                    </a:cubicBezTo>
                    <a:cubicBezTo>
                      <a:pt x="11069" y="6926"/>
                      <a:pt x="9488" y="4887"/>
                      <a:pt x="6200" y="4055"/>
                    </a:cubicBezTo>
                    <a:cubicBezTo>
                      <a:pt x="4744" y="3680"/>
                      <a:pt x="4203" y="3847"/>
                      <a:pt x="3121" y="3306"/>
                    </a:cubicBezTo>
                    <a:cubicBezTo>
                      <a:pt x="1540" y="2557"/>
                      <a:pt x="583" y="1184"/>
                      <a:pt x="42" y="18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4" name="Google Shape;864;p33"/>
              <p:cNvSpPr/>
              <p:nvPr/>
            </p:nvSpPr>
            <p:spPr>
              <a:xfrm flipH="1">
                <a:off x="511695" y="4147846"/>
                <a:ext cx="42056" cy="32980"/>
              </a:xfrm>
              <a:custGeom>
                <a:avLst/>
                <a:gdLst/>
                <a:ahLst/>
                <a:cxnLst/>
                <a:rect l="l" t="t" r="r" b="b"/>
                <a:pathLst>
                  <a:path w="12085" h="9525" extrusionOk="0">
                    <a:moveTo>
                      <a:pt x="10274" y="9484"/>
                    </a:moveTo>
                    <a:cubicBezTo>
                      <a:pt x="9733" y="9484"/>
                      <a:pt x="9192" y="9234"/>
                      <a:pt x="8859" y="8776"/>
                    </a:cubicBezTo>
                    <a:cubicBezTo>
                      <a:pt x="8318" y="8110"/>
                      <a:pt x="7653" y="7361"/>
                      <a:pt x="6820" y="6654"/>
                    </a:cubicBezTo>
                    <a:cubicBezTo>
                      <a:pt x="5197" y="5239"/>
                      <a:pt x="3366" y="4199"/>
                      <a:pt x="1286" y="3575"/>
                    </a:cubicBezTo>
                    <a:cubicBezTo>
                      <a:pt x="329" y="3283"/>
                      <a:pt x="-212" y="2243"/>
                      <a:pt x="79" y="1286"/>
                    </a:cubicBezTo>
                    <a:cubicBezTo>
                      <a:pt x="370" y="329"/>
                      <a:pt x="1411" y="-212"/>
                      <a:pt x="2368" y="79"/>
                    </a:cubicBezTo>
                    <a:cubicBezTo>
                      <a:pt x="4948" y="869"/>
                      <a:pt x="7236" y="2160"/>
                      <a:pt x="9234" y="3907"/>
                    </a:cubicBezTo>
                    <a:cubicBezTo>
                      <a:pt x="10108" y="4698"/>
                      <a:pt x="10940" y="5530"/>
                      <a:pt x="11689" y="6529"/>
                    </a:cubicBezTo>
                    <a:cubicBezTo>
                      <a:pt x="12313" y="7320"/>
                      <a:pt x="12188" y="8485"/>
                      <a:pt x="11398" y="9109"/>
                    </a:cubicBezTo>
                    <a:cubicBezTo>
                      <a:pt x="11065" y="9400"/>
                      <a:pt x="10649" y="9525"/>
                      <a:pt x="10274" y="952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5" name="Google Shape;865;p33"/>
              <p:cNvSpPr/>
              <p:nvPr/>
            </p:nvSpPr>
            <p:spPr>
              <a:xfrm flipH="1">
                <a:off x="587837" y="4105504"/>
                <a:ext cx="42056" cy="32835"/>
              </a:xfrm>
              <a:custGeom>
                <a:avLst/>
                <a:gdLst/>
                <a:ahLst/>
                <a:cxnLst/>
                <a:rect l="l" t="t" r="r" b="b"/>
                <a:pathLst>
                  <a:path w="12085" h="9483" extrusionOk="0">
                    <a:moveTo>
                      <a:pt x="10233" y="9484"/>
                    </a:moveTo>
                    <a:cubicBezTo>
                      <a:pt x="9692" y="9484"/>
                      <a:pt x="9151" y="9234"/>
                      <a:pt x="8818" y="8776"/>
                    </a:cubicBezTo>
                    <a:cubicBezTo>
                      <a:pt x="8277" y="8110"/>
                      <a:pt x="7611" y="7361"/>
                      <a:pt x="6820" y="6654"/>
                    </a:cubicBezTo>
                    <a:cubicBezTo>
                      <a:pt x="5197" y="5239"/>
                      <a:pt x="3366" y="4199"/>
                      <a:pt x="1286" y="3574"/>
                    </a:cubicBezTo>
                    <a:cubicBezTo>
                      <a:pt x="329" y="3283"/>
                      <a:pt x="-212" y="2243"/>
                      <a:pt x="79" y="1286"/>
                    </a:cubicBezTo>
                    <a:cubicBezTo>
                      <a:pt x="370" y="329"/>
                      <a:pt x="1369" y="-212"/>
                      <a:pt x="2368" y="79"/>
                    </a:cubicBezTo>
                    <a:cubicBezTo>
                      <a:pt x="4948" y="869"/>
                      <a:pt x="7236" y="2160"/>
                      <a:pt x="9234" y="3907"/>
                    </a:cubicBezTo>
                    <a:cubicBezTo>
                      <a:pt x="10108" y="4656"/>
                      <a:pt x="10898" y="5530"/>
                      <a:pt x="11689" y="6487"/>
                    </a:cubicBezTo>
                    <a:cubicBezTo>
                      <a:pt x="12313" y="7278"/>
                      <a:pt x="12188" y="8443"/>
                      <a:pt x="11398" y="9067"/>
                    </a:cubicBezTo>
                    <a:cubicBezTo>
                      <a:pt x="11065" y="9359"/>
                      <a:pt x="10649" y="9484"/>
                      <a:pt x="10274" y="948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6" name="Google Shape;866;p33"/>
              <p:cNvSpPr/>
              <p:nvPr/>
            </p:nvSpPr>
            <p:spPr>
              <a:xfrm flipH="1">
                <a:off x="591814" y="4150279"/>
                <a:ext cx="57075" cy="39912"/>
              </a:xfrm>
              <a:custGeom>
                <a:avLst/>
                <a:gdLst/>
                <a:ahLst/>
                <a:cxnLst/>
                <a:rect l="l" t="t" r="r" b="b"/>
                <a:pathLst>
                  <a:path w="16401" h="11527" extrusionOk="0">
                    <a:moveTo>
                      <a:pt x="7537" y="11527"/>
                    </a:moveTo>
                    <a:cubicBezTo>
                      <a:pt x="5041" y="11527"/>
                      <a:pt x="2502" y="10528"/>
                      <a:pt x="546" y="8531"/>
                    </a:cubicBezTo>
                    <a:cubicBezTo>
                      <a:pt x="-161" y="7823"/>
                      <a:pt x="-203" y="6658"/>
                      <a:pt x="546" y="5951"/>
                    </a:cubicBezTo>
                    <a:cubicBezTo>
                      <a:pt x="1254" y="5243"/>
                      <a:pt x="2419" y="5202"/>
                      <a:pt x="3126" y="5951"/>
                    </a:cubicBezTo>
                    <a:cubicBezTo>
                      <a:pt x="5207" y="8073"/>
                      <a:pt x="8286" y="8489"/>
                      <a:pt x="10409" y="6949"/>
                    </a:cubicBezTo>
                    <a:cubicBezTo>
                      <a:pt x="12739" y="5285"/>
                      <a:pt x="12739" y="1997"/>
                      <a:pt x="12739" y="1831"/>
                    </a:cubicBezTo>
                    <a:cubicBezTo>
                      <a:pt x="12739" y="832"/>
                      <a:pt x="13571" y="0"/>
                      <a:pt x="14570" y="0"/>
                    </a:cubicBezTo>
                    <a:cubicBezTo>
                      <a:pt x="15569" y="0"/>
                      <a:pt x="16401" y="832"/>
                      <a:pt x="16401" y="1831"/>
                    </a:cubicBezTo>
                    <a:cubicBezTo>
                      <a:pt x="16401" y="2372"/>
                      <a:pt x="16277" y="7199"/>
                      <a:pt x="12531" y="9904"/>
                    </a:cubicBezTo>
                    <a:cubicBezTo>
                      <a:pt x="11033" y="10944"/>
                      <a:pt x="9285" y="11485"/>
                      <a:pt x="7537" y="1148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7" name="Google Shape;867;p33"/>
              <p:cNvSpPr/>
              <p:nvPr/>
            </p:nvSpPr>
            <p:spPr>
              <a:xfrm flipH="1">
                <a:off x="565832" y="4149061"/>
                <a:ext cx="32712" cy="59285"/>
              </a:xfrm>
              <a:custGeom>
                <a:avLst/>
                <a:gdLst/>
                <a:ahLst/>
                <a:cxnLst/>
                <a:rect l="l" t="t" r="r" b="b"/>
                <a:pathLst>
                  <a:path w="9400" h="17122" extrusionOk="0">
                    <a:moveTo>
                      <a:pt x="7505" y="17081"/>
                    </a:moveTo>
                    <a:cubicBezTo>
                      <a:pt x="7172" y="17081"/>
                      <a:pt x="6880" y="16998"/>
                      <a:pt x="6589" y="16831"/>
                    </a:cubicBezTo>
                    <a:cubicBezTo>
                      <a:pt x="5382" y="16124"/>
                      <a:pt x="1429" y="13419"/>
                      <a:pt x="305" y="8092"/>
                    </a:cubicBezTo>
                    <a:cubicBezTo>
                      <a:pt x="-194" y="5845"/>
                      <a:pt x="-69" y="3556"/>
                      <a:pt x="596" y="1309"/>
                    </a:cubicBezTo>
                    <a:cubicBezTo>
                      <a:pt x="888" y="352"/>
                      <a:pt x="1928" y="-189"/>
                      <a:pt x="2885" y="61"/>
                    </a:cubicBezTo>
                    <a:cubicBezTo>
                      <a:pt x="3842" y="352"/>
                      <a:pt x="4425" y="1351"/>
                      <a:pt x="4134" y="2349"/>
                    </a:cubicBezTo>
                    <a:cubicBezTo>
                      <a:pt x="3634" y="4056"/>
                      <a:pt x="3551" y="5720"/>
                      <a:pt x="3926" y="7343"/>
                    </a:cubicBezTo>
                    <a:cubicBezTo>
                      <a:pt x="4758" y="11213"/>
                      <a:pt x="7629" y="13169"/>
                      <a:pt x="8503" y="13710"/>
                    </a:cubicBezTo>
                    <a:cubicBezTo>
                      <a:pt x="9377" y="14209"/>
                      <a:pt x="9668" y="15333"/>
                      <a:pt x="9127" y="16207"/>
                    </a:cubicBezTo>
                    <a:cubicBezTo>
                      <a:pt x="8795" y="16790"/>
                      <a:pt x="8170" y="17122"/>
                      <a:pt x="7546" y="1712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8" name="Google Shape;868;p33"/>
              <p:cNvSpPr/>
              <p:nvPr/>
            </p:nvSpPr>
            <p:spPr>
              <a:xfrm flipH="1">
                <a:off x="108131" y="4736278"/>
                <a:ext cx="19234" cy="74638"/>
              </a:xfrm>
              <a:custGeom>
                <a:avLst/>
                <a:gdLst/>
                <a:ahLst/>
                <a:cxnLst/>
                <a:rect l="l" t="t" r="r" b="b"/>
                <a:pathLst>
                  <a:path w="5527" h="21556" extrusionOk="0">
                    <a:moveTo>
                      <a:pt x="1846" y="21514"/>
                    </a:moveTo>
                    <a:cubicBezTo>
                      <a:pt x="389" y="21182"/>
                      <a:pt x="-194" y="20183"/>
                      <a:pt x="56" y="19226"/>
                    </a:cubicBezTo>
                    <a:cubicBezTo>
                      <a:pt x="763" y="16604"/>
                      <a:pt x="1263" y="13899"/>
                      <a:pt x="1554" y="11111"/>
                    </a:cubicBezTo>
                    <a:cubicBezTo>
                      <a:pt x="1887" y="8073"/>
                      <a:pt x="1929" y="4994"/>
                      <a:pt x="1721" y="1956"/>
                    </a:cubicBezTo>
                    <a:cubicBezTo>
                      <a:pt x="1637" y="957"/>
                      <a:pt x="2428" y="83"/>
                      <a:pt x="3427" y="0"/>
                    </a:cubicBezTo>
                    <a:cubicBezTo>
                      <a:pt x="4550" y="125"/>
                      <a:pt x="5299" y="707"/>
                      <a:pt x="5383" y="1706"/>
                    </a:cubicBezTo>
                    <a:cubicBezTo>
                      <a:pt x="5632" y="4952"/>
                      <a:pt x="5549" y="8281"/>
                      <a:pt x="5216" y="11527"/>
                    </a:cubicBezTo>
                    <a:cubicBezTo>
                      <a:pt x="4883" y="14482"/>
                      <a:pt x="4384" y="17395"/>
                      <a:pt x="3635" y="20183"/>
                    </a:cubicBezTo>
                    <a:cubicBezTo>
                      <a:pt x="3427" y="21015"/>
                      <a:pt x="2678" y="21556"/>
                      <a:pt x="1846" y="2155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9" name="Google Shape;869;p33"/>
              <p:cNvSpPr/>
              <p:nvPr/>
            </p:nvSpPr>
            <p:spPr>
              <a:xfrm flipH="1">
                <a:off x="550763" y="4752640"/>
                <a:ext cx="49416" cy="61723"/>
              </a:xfrm>
              <a:custGeom>
                <a:avLst/>
                <a:gdLst/>
                <a:ahLst/>
                <a:cxnLst/>
                <a:rect l="l" t="t" r="r" b="b"/>
                <a:pathLst>
                  <a:path w="14200" h="17826" extrusionOk="0">
                    <a:moveTo>
                      <a:pt x="1857" y="17785"/>
                    </a:moveTo>
                    <a:cubicBezTo>
                      <a:pt x="900" y="17785"/>
                      <a:pt x="109" y="17036"/>
                      <a:pt x="26" y="16079"/>
                    </a:cubicBezTo>
                    <a:cubicBezTo>
                      <a:pt x="-99" y="13707"/>
                      <a:pt x="109" y="9088"/>
                      <a:pt x="3438" y="5051"/>
                    </a:cubicBezTo>
                    <a:cubicBezTo>
                      <a:pt x="6393" y="1431"/>
                      <a:pt x="10097" y="349"/>
                      <a:pt x="12052" y="16"/>
                    </a:cubicBezTo>
                    <a:cubicBezTo>
                      <a:pt x="13134" y="-109"/>
                      <a:pt x="14008" y="515"/>
                      <a:pt x="14175" y="1514"/>
                    </a:cubicBezTo>
                    <a:cubicBezTo>
                      <a:pt x="14341" y="2513"/>
                      <a:pt x="13675" y="3470"/>
                      <a:pt x="12677" y="3636"/>
                    </a:cubicBezTo>
                    <a:cubicBezTo>
                      <a:pt x="11220" y="3886"/>
                      <a:pt x="8474" y="4718"/>
                      <a:pt x="6268" y="7381"/>
                    </a:cubicBezTo>
                    <a:cubicBezTo>
                      <a:pt x="3646" y="10586"/>
                      <a:pt x="3604" y="14373"/>
                      <a:pt x="3688" y="15871"/>
                    </a:cubicBezTo>
                    <a:cubicBezTo>
                      <a:pt x="3729" y="16869"/>
                      <a:pt x="2980" y="17743"/>
                      <a:pt x="1982" y="17827"/>
                    </a:cubicBezTo>
                    <a:lnTo>
                      <a:pt x="1857" y="1782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0" name="Google Shape;870;p33"/>
              <p:cNvSpPr/>
              <p:nvPr/>
            </p:nvSpPr>
            <p:spPr>
              <a:xfrm flipH="1">
                <a:off x="628115" y="4106882"/>
                <a:ext cx="91882" cy="47596"/>
              </a:xfrm>
              <a:custGeom>
                <a:avLst/>
                <a:gdLst/>
                <a:ahLst/>
                <a:cxnLst/>
                <a:rect l="l" t="t" r="r" b="b"/>
                <a:pathLst>
                  <a:path w="26403" h="13746" extrusionOk="0">
                    <a:moveTo>
                      <a:pt x="24525" y="13747"/>
                    </a:moveTo>
                    <a:cubicBezTo>
                      <a:pt x="23984" y="13747"/>
                      <a:pt x="23443" y="13497"/>
                      <a:pt x="23068" y="13039"/>
                    </a:cubicBezTo>
                    <a:cubicBezTo>
                      <a:pt x="20988" y="10334"/>
                      <a:pt x="17409" y="6756"/>
                      <a:pt x="11874" y="4841"/>
                    </a:cubicBezTo>
                    <a:cubicBezTo>
                      <a:pt x="8711" y="3759"/>
                      <a:pt x="5424" y="3427"/>
                      <a:pt x="2053" y="3843"/>
                    </a:cubicBezTo>
                    <a:cubicBezTo>
                      <a:pt x="1013" y="4051"/>
                      <a:pt x="139" y="3260"/>
                      <a:pt x="14" y="2220"/>
                    </a:cubicBezTo>
                    <a:cubicBezTo>
                      <a:pt x="-111" y="1221"/>
                      <a:pt x="597" y="305"/>
                      <a:pt x="1637" y="181"/>
                    </a:cubicBezTo>
                    <a:cubicBezTo>
                      <a:pt x="5424" y="-277"/>
                      <a:pt x="9419" y="139"/>
                      <a:pt x="13081" y="1387"/>
                    </a:cubicBezTo>
                    <a:cubicBezTo>
                      <a:pt x="19448" y="3551"/>
                      <a:pt x="23651" y="7713"/>
                      <a:pt x="26023" y="10792"/>
                    </a:cubicBezTo>
                    <a:cubicBezTo>
                      <a:pt x="26647" y="11583"/>
                      <a:pt x="26481" y="12748"/>
                      <a:pt x="25690" y="13372"/>
                    </a:cubicBezTo>
                    <a:cubicBezTo>
                      <a:pt x="25357" y="13622"/>
                      <a:pt x="24941" y="13747"/>
                      <a:pt x="24566" y="137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1" name="Google Shape;871;p33"/>
              <p:cNvSpPr/>
              <p:nvPr/>
            </p:nvSpPr>
            <p:spPr>
              <a:xfrm flipH="1">
                <a:off x="646311" y="4140748"/>
                <a:ext cx="60228" cy="24663"/>
              </a:xfrm>
              <a:custGeom>
                <a:avLst/>
                <a:gdLst/>
                <a:ahLst/>
                <a:cxnLst/>
                <a:rect l="l" t="t" r="r" b="b"/>
                <a:pathLst>
                  <a:path w="17307" h="7123" extrusionOk="0">
                    <a:moveTo>
                      <a:pt x="15455" y="7123"/>
                    </a:moveTo>
                    <a:cubicBezTo>
                      <a:pt x="15039" y="7123"/>
                      <a:pt x="14664" y="6999"/>
                      <a:pt x="14331" y="6707"/>
                    </a:cubicBezTo>
                    <a:cubicBezTo>
                      <a:pt x="13374" y="5958"/>
                      <a:pt x="11793" y="4918"/>
                      <a:pt x="9754" y="4294"/>
                    </a:cubicBezTo>
                    <a:cubicBezTo>
                      <a:pt x="7423" y="3545"/>
                      <a:pt x="4801" y="3503"/>
                      <a:pt x="2305" y="4169"/>
                    </a:cubicBezTo>
                    <a:cubicBezTo>
                      <a:pt x="1389" y="4419"/>
                      <a:pt x="307" y="3836"/>
                      <a:pt x="58" y="2837"/>
                    </a:cubicBezTo>
                    <a:cubicBezTo>
                      <a:pt x="-192" y="1880"/>
                      <a:pt x="390" y="881"/>
                      <a:pt x="1389" y="590"/>
                    </a:cubicBezTo>
                    <a:cubicBezTo>
                      <a:pt x="4552" y="-242"/>
                      <a:pt x="7798" y="-201"/>
                      <a:pt x="10836" y="757"/>
                    </a:cubicBezTo>
                    <a:cubicBezTo>
                      <a:pt x="12916" y="1381"/>
                      <a:pt x="14872" y="2421"/>
                      <a:pt x="16620" y="3794"/>
                    </a:cubicBezTo>
                    <a:cubicBezTo>
                      <a:pt x="17411" y="4419"/>
                      <a:pt x="17535" y="5584"/>
                      <a:pt x="16911" y="6374"/>
                    </a:cubicBezTo>
                    <a:cubicBezTo>
                      <a:pt x="16537" y="6832"/>
                      <a:pt x="16037" y="7082"/>
                      <a:pt x="15496" y="708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2" name="Google Shape;872;p33"/>
              <p:cNvSpPr/>
              <p:nvPr/>
            </p:nvSpPr>
            <p:spPr>
              <a:xfrm flipH="1">
                <a:off x="482670" y="4176397"/>
                <a:ext cx="68295" cy="88848"/>
              </a:xfrm>
              <a:custGeom>
                <a:avLst/>
                <a:gdLst/>
                <a:ahLst/>
                <a:cxnLst/>
                <a:rect l="l" t="t" r="r" b="b"/>
                <a:pathLst>
                  <a:path w="19625" h="25660" extrusionOk="0">
                    <a:moveTo>
                      <a:pt x="17796" y="25660"/>
                    </a:moveTo>
                    <a:cubicBezTo>
                      <a:pt x="17005" y="25660"/>
                      <a:pt x="16297" y="25161"/>
                      <a:pt x="16048" y="24370"/>
                    </a:cubicBezTo>
                    <a:cubicBezTo>
                      <a:pt x="13967" y="17671"/>
                      <a:pt x="10596" y="12011"/>
                      <a:pt x="6019" y="7558"/>
                    </a:cubicBezTo>
                    <a:cubicBezTo>
                      <a:pt x="4396" y="5977"/>
                      <a:pt x="2690" y="4604"/>
                      <a:pt x="817" y="3355"/>
                    </a:cubicBezTo>
                    <a:cubicBezTo>
                      <a:pt x="-15" y="2814"/>
                      <a:pt x="-265" y="1649"/>
                      <a:pt x="318" y="817"/>
                    </a:cubicBezTo>
                    <a:cubicBezTo>
                      <a:pt x="900" y="-15"/>
                      <a:pt x="1982" y="-265"/>
                      <a:pt x="2856" y="317"/>
                    </a:cubicBezTo>
                    <a:cubicBezTo>
                      <a:pt x="4895" y="1649"/>
                      <a:pt x="6809" y="3231"/>
                      <a:pt x="8557" y="4937"/>
                    </a:cubicBezTo>
                    <a:cubicBezTo>
                      <a:pt x="13551" y="9847"/>
                      <a:pt x="17255" y="16006"/>
                      <a:pt x="19543" y="23289"/>
                    </a:cubicBezTo>
                    <a:cubicBezTo>
                      <a:pt x="19835" y="24246"/>
                      <a:pt x="19335" y="25286"/>
                      <a:pt x="18336" y="25577"/>
                    </a:cubicBezTo>
                    <a:cubicBezTo>
                      <a:pt x="18170" y="25619"/>
                      <a:pt x="17962" y="25660"/>
                      <a:pt x="17796" y="2566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73" name="Google Shape;873;p33"/>
            <p:cNvGrpSpPr/>
            <p:nvPr/>
          </p:nvGrpSpPr>
          <p:grpSpPr>
            <a:xfrm>
              <a:off x="6641463" y="4603947"/>
              <a:ext cx="977921" cy="442056"/>
              <a:chOff x="5925488" y="4652772"/>
              <a:chExt cx="977921" cy="442056"/>
            </a:xfrm>
          </p:grpSpPr>
          <p:sp>
            <p:nvSpPr>
              <p:cNvPr id="874" name="Google Shape;874;p33"/>
              <p:cNvSpPr/>
              <p:nvPr/>
            </p:nvSpPr>
            <p:spPr>
              <a:xfrm>
                <a:off x="5930752" y="4652772"/>
                <a:ext cx="958422" cy="426558"/>
              </a:xfrm>
              <a:custGeom>
                <a:avLst/>
                <a:gdLst/>
                <a:ahLst/>
                <a:cxnLst/>
                <a:rect l="l" t="t" r="r" b="b"/>
                <a:pathLst>
                  <a:path w="344756" h="153438" extrusionOk="0">
                    <a:moveTo>
                      <a:pt x="6581" y="39011"/>
                    </a:moveTo>
                    <a:cubicBezTo>
                      <a:pt x="1504" y="32270"/>
                      <a:pt x="-327" y="30272"/>
                      <a:pt x="47" y="27109"/>
                    </a:cubicBezTo>
                    <a:cubicBezTo>
                      <a:pt x="2877" y="4055"/>
                      <a:pt x="113445" y="1974"/>
                      <a:pt x="198505" y="351"/>
                    </a:cubicBezTo>
                    <a:cubicBezTo>
                      <a:pt x="261217" y="-855"/>
                      <a:pt x="342032" y="227"/>
                      <a:pt x="344695" y="16997"/>
                    </a:cubicBezTo>
                    <a:cubicBezTo>
                      <a:pt x="345194" y="20035"/>
                      <a:pt x="342739" y="21450"/>
                      <a:pt x="335207" y="34808"/>
                    </a:cubicBezTo>
                    <a:cubicBezTo>
                      <a:pt x="326093" y="50996"/>
                      <a:pt x="323347" y="62690"/>
                      <a:pt x="319144" y="69264"/>
                    </a:cubicBezTo>
                    <a:cubicBezTo>
                      <a:pt x="313609" y="77962"/>
                      <a:pt x="293218" y="110213"/>
                      <a:pt x="276365" y="125735"/>
                    </a:cubicBezTo>
                    <a:cubicBezTo>
                      <a:pt x="225720" y="172343"/>
                      <a:pt x="110408" y="156862"/>
                      <a:pt x="46405" y="103763"/>
                    </a:cubicBezTo>
                    <a:cubicBezTo>
                      <a:pt x="35128" y="94399"/>
                      <a:pt x="31382" y="71969"/>
                      <a:pt x="6581" y="3901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5" name="Google Shape;875;p33"/>
              <p:cNvSpPr/>
              <p:nvPr/>
            </p:nvSpPr>
            <p:spPr>
              <a:xfrm>
                <a:off x="6029261" y="4897326"/>
                <a:ext cx="829938" cy="89541"/>
              </a:xfrm>
              <a:custGeom>
                <a:avLst/>
                <a:gdLst/>
                <a:ahLst/>
                <a:cxnLst/>
                <a:rect l="l" t="t" r="r" b="b"/>
                <a:pathLst>
                  <a:path w="298539" h="32209" extrusionOk="0">
                    <a:moveTo>
                      <a:pt x="298539" y="16105"/>
                    </a:moveTo>
                    <a:cubicBezTo>
                      <a:pt x="298539" y="24999"/>
                      <a:pt x="231709" y="32209"/>
                      <a:pt x="149270" y="32209"/>
                    </a:cubicBezTo>
                    <a:cubicBezTo>
                      <a:pt x="66830" y="32209"/>
                      <a:pt x="0" y="24999"/>
                      <a:pt x="0" y="16105"/>
                    </a:cubicBezTo>
                    <a:cubicBezTo>
                      <a:pt x="0" y="7210"/>
                      <a:pt x="66830" y="0"/>
                      <a:pt x="149270" y="0"/>
                    </a:cubicBezTo>
                    <a:cubicBezTo>
                      <a:pt x="231709" y="0"/>
                      <a:pt x="298539" y="7210"/>
                      <a:pt x="298539" y="1610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6" name="Google Shape;876;p33"/>
              <p:cNvSpPr/>
              <p:nvPr/>
            </p:nvSpPr>
            <p:spPr>
              <a:xfrm>
                <a:off x="5925488" y="4699990"/>
                <a:ext cx="977921" cy="394838"/>
              </a:xfrm>
              <a:custGeom>
                <a:avLst/>
                <a:gdLst/>
                <a:ahLst/>
                <a:cxnLst/>
                <a:rect l="l" t="t" r="r" b="b"/>
                <a:pathLst>
                  <a:path w="351770" h="142028" extrusionOk="0">
                    <a:moveTo>
                      <a:pt x="1900" y="10112"/>
                    </a:moveTo>
                    <a:cubicBezTo>
                      <a:pt x="7893" y="11569"/>
                      <a:pt x="31280" y="17936"/>
                      <a:pt x="47634" y="41032"/>
                    </a:cubicBezTo>
                    <a:cubicBezTo>
                      <a:pt x="62740" y="62338"/>
                      <a:pt x="62282" y="84393"/>
                      <a:pt x="61908" y="90927"/>
                    </a:cubicBezTo>
                    <a:cubicBezTo>
                      <a:pt x="83630" y="98168"/>
                      <a:pt x="101441" y="99915"/>
                      <a:pt x="113884" y="100123"/>
                    </a:cubicBezTo>
                    <a:cubicBezTo>
                      <a:pt x="131778" y="100456"/>
                      <a:pt x="134691" y="97543"/>
                      <a:pt x="159909" y="97585"/>
                    </a:cubicBezTo>
                    <a:cubicBezTo>
                      <a:pt x="183254" y="97585"/>
                      <a:pt x="185585" y="100082"/>
                      <a:pt x="203895" y="98917"/>
                    </a:cubicBezTo>
                    <a:cubicBezTo>
                      <a:pt x="220333" y="97835"/>
                      <a:pt x="223828" y="95504"/>
                      <a:pt x="242804" y="93091"/>
                    </a:cubicBezTo>
                    <a:cubicBezTo>
                      <a:pt x="253582" y="91718"/>
                      <a:pt x="269770" y="90303"/>
                      <a:pt x="290078" y="90927"/>
                    </a:cubicBezTo>
                    <a:cubicBezTo>
                      <a:pt x="291909" y="79566"/>
                      <a:pt x="296153" y="61797"/>
                      <a:pt x="307306" y="42779"/>
                    </a:cubicBezTo>
                    <a:cubicBezTo>
                      <a:pt x="320331" y="20599"/>
                      <a:pt x="336602" y="7033"/>
                      <a:pt x="346506" y="0"/>
                    </a:cubicBezTo>
                    <a:cubicBezTo>
                      <a:pt x="349960" y="18019"/>
                      <a:pt x="352790" y="41864"/>
                      <a:pt x="351417" y="69829"/>
                    </a:cubicBezTo>
                    <a:cubicBezTo>
                      <a:pt x="350002" y="98168"/>
                      <a:pt x="344717" y="121929"/>
                      <a:pt x="339390" y="139657"/>
                    </a:cubicBezTo>
                    <a:cubicBezTo>
                      <a:pt x="236978" y="140448"/>
                      <a:pt x="134608" y="141238"/>
                      <a:pt x="32195" y="142029"/>
                    </a:cubicBezTo>
                    <a:cubicBezTo>
                      <a:pt x="19461" y="122179"/>
                      <a:pt x="1609" y="87515"/>
                      <a:pt x="111" y="42488"/>
                    </a:cubicBezTo>
                    <a:cubicBezTo>
                      <a:pt x="-305" y="30711"/>
                      <a:pt x="485" y="19850"/>
                      <a:pt x="1900" y="1011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877" name="Google Shape;877;p33"/>
          <p:cNvGrpSpPr/>
          <p:nvPr/>
        </p:nvGrpSpPr>
        <p:grpSpPr>
          <a:xfrm>
            <a:off x="77294" y="2103707"/>
            <a:ext cx="8989415" cy="1324195"/>
            <a:chOff x="77294" y="2103707"/>
            <a:chExt cx="8989415" cy="1324195"/>
          </a:xfrm>
        </p:grpSpPr>
        <p:grpSp>
          <p:nvGrpSpPr>
            <p:cNvPr id="878" name="Google Shape;878;p33"/>
            <p:cNvGrpSpPr/>
            <p:nvPr/>
          </p:nvGrpSpPr>
          <p:grpSpPr>
            <a:xfrm>
              <a:off x="77294" y="2103707"/>
              <a:ext cx="8989415" cy="1195304"/>
              <a:chOff x="77294" y="2103707"/>
              <a:chExt cx="8989415" cy="1195304"/>
            </a:xfrm>
          </p:grpSpPr>
          <p:sp>
            <p:nvSpPr>
              <p:cNvPr id="879" name="Google Shape;879;p33"/>
              <p:cNvSpPr/>
              <p:nvPr/>
            </p:nvSpPr>
            <p:spPr>
              <a:xfrm>
                <a:off x="8668229" y="30887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0" name="Google Shape;880;p33"/>
              <p:cNvSpPr/>
              <p:nvPr/>
            </p:nvSpPr>
            <p:spPr>
              <a:xfrm>
                <a:off x="77294" y="2776455"/>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1" name="Google Shape;881;p33"/>
              <p:cNvSpPr/>
              <p:nvPr/>
            </p:nvSpPr>
            <p:spPr>
              <a:xfrm>
                <a:off x="8522824" y="2103707"/>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2" name="Google Shape;882;p33"/>
              <p:cNvSpPr/>
              <p:nvPr/>
            </p:nvSpPr>
            <p:spPr>
              <a:xfrm>
                <a:off x="8902694" y="2530692"/>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3" name="Google Shape;883;p33"/>
              <p:cNvSpPr/>
              <p:nvPr/>
            </p:nvSpPr>
            <p:spPr>
              <a:xfrm>
                <a:off x="314004" y="228989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84" name="Google Shape;884;p33"/>
            <p:cNvSpPr/>
            <p:nvPr/>
          </p:nvSpPr>
          <p:spPr>
            <a:xfrm>
              <a:off x="313999" y="2959857"/>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300"/>
              <a:buFont typeface="Vibur"/>
              <a:buNone/>
              <a:defRPr sz="3300">
                <a:solidFill>
                  <a:schemeClr val="dk1"/>
                </a:solidFill>
                <a:latin typeface="Vibur"/>
                <a:ea typeface="Vibur"/>
                <a:cs typeface="Vibur"/>
                <a:sym typeface="Vibur"/>
              </a:defRPr>
            </a:lvl1pPr>
            <a:lvl2pPr lvl="1" rtl="0">
              <a:spcBef>
                <a:spcPts val="0"/>
              </a:spcBef>
              <a:spcAft>
                <a:spcPts val="0"/>
              </a:spcAft>
              <a:buClr>
                <a:schemeClr val="dk1"/>
              </a:buClr>
              <a:buSzPts val="3300"/>
              <a:buFont typeface="Vibur"/>
              <a:buNone/>
              <a:defRPr sz="3300">
                <a:solidFill>
                  <a:schemeClr val="dk1"/>
                </a:solidFill>
                <a:latin typeface="Vibur"/>
                <a:ea typeface="Vibur"/>
                <a:cs typeface="Vibur"/>
                <a:sym typeface="Vibur"/>
              </a:defRPr>
            </a:lvl2pPr>
            <a:lvl3pPr lvl="2" rtl="0">
              <a:spcBef>
                <a:spcPts val="0"/>
              </a:spcBef>
              <a:spcAft>
                <a:spcPts val="0"/>
              </a:spcAft>
              <a:buClr>
                <a:schemeClr val="dk1"/>
              </a:buClr>
              <a:buSzPts val="3300"/>
              <a:buFont typeface="Vibur"/>
              <a:buNone/>
              <a:defRPr sz="3300">
                <a:solidFill>
                  <a:schemeClr val="dk1"/>
                </a:solidFill>
                <a:latin typeface="Vibur"/>
                <a:ea typeface="Vibur"/>
                <a:cs typeface="Vibur"/>
                <a:sym typeface="Vibur"/>
              </a:defRPr>
            </a:lvl3pPr>
            <a:lvl4pPr lvl="3" rtl="0">
              <a:spcBef>
                <a:spcPts val="0"/>
              </a:spcBef>
              <a:spcAft>
                <a:spcPts val="0"/>
              </a:spcAft>
              <a:buClr>
                <a:schemeClr val="dk1"/>
              </a:buClr>
              <a:buSzPts val="3300"/>
              <a:buFont typeface="Vibur"/>
              <a:buNone/>
              <a:defRPr sz="3300">
                <a:solidFill>
                  <a:schemeClr val="dk1"/>
                </a:solidFill>
                <a:latin typeface="Vibur"/>
                <a:ea typeface="Vibur"/>
                <a:cs typeface="Vibur"/>
                <a:sym typeface="Vibur"/>
              </a:defRPr>
            </a:lvl4pPr>
            <a:lvl5pPr lvl="4" rtl="0">
              <a:spcBef>
                <a:spcPts val="0"/>
              </a:spcBef>
              <a:spcAft>
                <a:spcPts val="0"/>
              </a:spcAft>
              <a:buClr>
                <a:schemeClr val="dk1"/>
              </a:buClr>
              <a:buSzPts val="3300"/>
              <a:buFont typeface="Vibur"/>
              <a:buNone/>
              <a:defRPr sz="3300">
                <a:solidFill>
                  <a:schemeClr val="dk1"/>
                </a:solidFill>
                <a:latin typeface="Vibur"/>
                <a:ea typeface="Vibur"/>
                <a:cs typeface="Vibur"/>
                <a:sym typeface="Vibur"/>
              </a:defRPr>
            </a:lvl5pPr>
            <a:lvl6pPr lvl="5" rtl="0">
              <a:spcBef>
                <a:spcPts val="0"/>
              </a:spcBef>
              <a:spcAft>
                <a:spcPts val="0"/>
              </a:spcAft>
              <a:buClr>
                <a:schemeClr val="dk1"/>
              </a:buClr>
              <a:buSzPts val="3300"/>
              <a:buFont typeface="Vibur"/>
              <a:buNone/>
              <a:defRPr sz="3300">
                <a:solidFill>
                  <a:schemeClr val="dk1"/>
                </a:solidFill>
                <a:latin typeface="Vibur"/>
                <a:ea typeface="Vibur"/>
                <a:cs typeface="Vibur"/>
                <a:sym typeface="Vibur"/>
              </a:defRPr>
            </a:lvl6pPr>
            <a:lvl7pPr lvl="6" rtl="0">
              <a:spcBef>
                <a:spcPts val="0"/>
              </a:spcBef>
              <a:spcAft>
                <a:spcPts val="0"/>
              </a:spcAft>
              <a:buClr>
                <a:schemeClr val="dk1"/>
              </a:buClr>
              <a:buSzPts val="3300"/>
              <a:buFont typeface="Vibur"/>
              <a:buNone/>
              <a:defRPr sz="3300">
                <a:solidFill>
                  <a:schemeClr val="dk1"/>
                </a:solidFill>
                <a:latin typeface="Vibur"/>
                <a:ea typeface="Vibur"/>
                <a:cs typeface="Vibur"/>
                <a:sym typeface="Vibur"/>
              </a:defRPr>
            </a:lvl7pPr>
            <a:lvl8pPr lvl="7" rtl="0">
              <a:spcBef>
                <a:spcPts val="0"/>
              </a:spcBef>
              <a:spcAft>
                <a:spcPts val="0"/>
              </a:spcAft>
              <a:buClr>
                <a:schemeClr val="dk1"/>
              </a:buClr>
              <a:buSzPts val="3300"/>
              <a:buFont typeface="Vibur"/>
              <a:buNone/>
              <a:defRPr sz="3300">
                <a:solidFill>
                  <a:schemeClr val="dk1"/>
                </a:solidFill>
                <a:latin typeface="Vibur"/>
                <a:ea typeface="Vibur"/>
                <a:cs typeface="Vibur"/>
                <a:sym typeface="Vibur"/>
              </a:defRPr>
            </a:lvl8pPr>
            <a:lvl9pPr lvl="8" rtl="0">
              <a:spcBef>
                <a:spcPts val="0"/>
              </a:spcBef>
              <a:spcAft>
                <a:spcPts val="0"/>
              </a:spcAft>
              <a:buClr>
                <a:schemeClr val="dk1"/>
              </a:buClr>
              <a:buSzPts val="3300"/>
              <a:buFont typeface="Vibur"/>
              <a:buNone/>
              <a:defRPr sz="3300">
                <a:solidFill>
                  <a:schemeClr val="dk1"/>
                </a:solidFill>
                <a:latin typeface="Vibur"/>
                <a:ea typeface="Vibur"/>
                <a:cs typeface="Vibur"/>
                <a:sym typeface="Vibur"/>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1pPr>
            <a:lvl2pPr marL="914400" lvl="1" indent="-317500">
              <a:lnSpc>
                <a:spcPct val="100000"/>
              </a:lnSpc>
              <a:spcBef>
                <a:spcPts val="160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2pPr>
            <a:lvl3pPr marL="1371600" lvl="2" indent="-317500">
              <a:lnSpc>
                <a:spcPct val="100000"/>
              </a:lnSpc>
              <a:spcBef>
                <a:spcPts val="160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3pPr>
            <a:lvl4pPr marL="1828800" lvl="3" indent="-317500">
              <a:lnSpc>
                <a:spcPct val="100000"/>
              </a:lnSpc>
              <a:spcBef>
                <a:spcPts val="160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4pPr>
            <a:lvl5pPr marL="2286000" lvl="4" indent="-317500">
              <a:lnSpc>
                <a:spcPct val="100000"/>
              </a:lnSpc>
              <a:spcBef>
                <a:spcPts val="160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5pPr>
            <a:lvl6pPr marL="2743200" lvl="5" indent="-317500">
              <a:lnSpc>
                <a:spcPct val="100000"/>
              </a:lnSpc>
              <a:spcBef>
                <a:spcPts val="160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6pPr>
            <a:lvl7pPr marL="3200400" lvl="6" indent="-317500">
              <a:lnSpc>
                <a:spcPct val="100000"/>
              </a:lnSpc>
              <a:spcBef>
                <a:spcPts val="160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7pPr>
            <a:lvl8pPr marL="3657600" lvl="7" indent="-317500">
              <a:lnSpc>
                <a:spcPct val="100000"/>
              </a:lnSpc>
              <a:spcBef>
                <a:spcPts val="160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8pPr>
            <a:lvl9pPr marL="4114800" lvl="8" indent="-317500">
              <a:lnSpc>
                <a:spcPct val="100000"/>
              </a:lnSpc>
              <a:spcBef>
                <a:spcPts val="1600"/>
              </a:spcBef>
              <a:spcAft>
                <a:spcPts val="160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58" r:id="rId10"/>
    <p:sldLayoutId id="2147483660" r:id="rId11"/>
    <p:sldLayoutId id="2147483661" r:id="rId12"/>
    <p:sldLayoutId id="2147483662" r:id="rId13"/>
    <p:sldLayoutId id="2147483665" r:id="rId14"/>
    <p:sldLayoutId id="2147483667" r:id="rId15"/>
    <p:sldLayoutId id="2147483668" r:id="rId16"/>
    <p:sldLayoutId id="2147483670" r:id="rId17"/>
    <p:sldLayoutId id="2147483672" r:id="rId18"/>
    <p:sldLayoutId id="2147483673" r:id="rId19"/>
    <p:sldLayoutId id="2147483675" r:id="rId20"/>
    <p:sldLayoutId id="2147483678" r:id="rId21"/>
    <p:sldLayoutId id="2147483679"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acord.org/careers-events/acord-student-challenge" TargetMode="External"/><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4"/>
        <p:cNvGrpSpPr/>
        <p:nvPr/>
      </p:nvGrpSpPr>
      <p:grpSpPr>
        <a:xfrm>
          <a:off x="0" y="0"/>
          <a:ext cx="0" cy="0"/>
          <a:chOff x="0" y="0"/>
          <a:chExt cx="0" cy="0"/>
        </a:xfrm>
      </p:grpSpPr>
      <p:sp>
        <p:nvSpPr>
          <p:cNvPr id="895" name="Google Shape;895;p37"/>
          <p:cNvSpPr txBox="1">
            <a:spLocks noGrp="1"/>
          </p:cNvSpPr>
          <p:nvPr>
            <p:ph type="ctrTitle"/>
          </p:nvPr>
        </p:nvSpPr>
        <p:spPr>
          <a:xfrm>
            <a:off x="773700" y="803250"/>
            <a:ext cx="7596600" cy="880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PAWSURE</a:t>
            </a:r>
            <a:endParaRPr dirty="0">
              <a:solidFill>
                <a:schemeClr val="accent2"/>
              </a:solidFill>
            </a:endParaRPr>
          </a:p>
        </p:txBody>
      </p:sp>
      <p:sp>
        <p:nvSpPr>
          <p:cNvPr id="896" name="Google Shape;896;p37"/>
          <p:cNvSpPr txBox="1">
            <a:spLocks noGrp="1"/>
          </p:cNvSpPr>
          <p:nvPr>
            <p:ph type="subTitle" idx="1"/>
          </p:nvPr>
        </p:nvSpPr>
        <p:spPr>
          <a:xfrm>
            <a:off x="1206485" y="1620313"/>
            <a:ext cx="6783480" cy="340918"/>
          </a:xfrm>
          <a:prstGeom prst="rect">
            <a:avLst/>
          </a:prstGeom>
        </p:spPr>
        <p:txBody>
          <a:bodyPr spcFirstLastPara="1" wrap="square" lIns="91425" tIns="91425" rIns="91425" bIns="91425" anchor="t" anchorCtr="0">
            <a:noAutofit/>
          </a:bodyPr>
          <a:lstStyle/>
          <a:p>
            <a:pPr marL="0" lvl="0" indent="0"/>
            <a:r>
              <a:rPr lang="en-US" dirty="0"/>
              <a:t>A Comprehensive Pet Insurance Data Standards Framework</a:t>
            </a:r>
            <a:endParaRPr dirty="0"/>
          </a:p>
        </p:txBody>
      </p:sp>
      <p:grpSp>
        <p:nvGrpSpPr>
          <p:cNvPr id="897" name="Google Shape;897;p37"/>
          <p:cNvGrpSpPr/>
          <p:nvPr/>
        </p:nvGrpSpPr>
        <p:grpSpPr>
          <a:xfrm>
            <a:off x="394138" y="3632375"/>
            <a:ext cx="1331293" cy="1125514"/>
            <a:chOff x="249876" y="3238168"/>
            <a:chExt cx="1611670" cy="1379860"/>
          </a:xfrm>
        </p:grpSpPr>
        <p:sp>
          <p:nvSpPr>
            <p:cNvPr id="898" name="Google Shape;898;p37"/>
            <p:cNvSpPr/>
            <p:nvPr/>
          </p:nvSpPr>
          <p:spPr>
            <a:xfrm>
              <a:off x="382426" y="3339271"/>
              <a:ext cx="1365176" cy="1278757"/>
            </a:xfrm>
            <a:custGeom>
              <a:avLst/>
              <a:gdLst/>
              <a:ahLst/>
              <a:cxnLst/>
              <a:rect l="l" t="t" r="r" b="b"/>
              <a:pathLst>
                <a:path w="360919" h="338072" extrusionOk="0">
                  <a:moveTo>
                    <a:pt x="354469" y="338031"/>
                  </a:moveTo>
                  <a:lnTo>
                    <a:pt x="15772" y="338031"/>
                  </a:lnTo>
                  <a:cubicBezTo>
                    <a:pt x="10528" y="260712"/>
                    <a:pt x="5243" y="183352"/>
                    <a:pt x="0" y="106033"/>
                  </a:cubicBezTo>
                  <a:cubicBezTo>
                    <a:pt x="57136" y="70702"/>
                    <a:pt x="114314" y="35330"/>
                    <a:pt x="171450" y="0"/>
                  </a:cubicBezTo>
                  <a:cubicBezTo>
                    <a:pt x="234620" y="30961"/>
                    <a:pt x="297790" y="61922"/>
                    <a:pt x="360919" y="92924"/>
                  </a:cubicBezTo>
                  <a:cubicBezTo>
                    <a:pt x="358755" y="174654"/>
                    <a:pt x="356591" y="256343"/>
                    <a:pt x="354469" y="338073"/>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99" name="Google Shape;899;p37"/>
            <p:cNvSpPr/>
            <p:nvPr/>
          </p:nvSpPr>
          <p:spPr>
            <a:xfrm>
              <a:off x="249876" y="3238168"/>
              <a:ext cx="1611670" cy="664249"/>
            </a:xfrm>
            <a:custGeom>
              <a:avLst/>
              <a:gdLst/>
              <a:ahLst/>
              <a:cxnLst/>
              <a:rect l="l" t="t" r="r" b="b"/>
              <a:pathLst>
                <a:path w="426086" h="175611" extrusionOk="0">
                  <a:moveTo>
                    <a:pt x="42" y="153764"/>
                  </a:moveTo>
                  <a:cubicBezTo>
                    <a:pt x="67207" y="102495"/>
                    <a:pt x="134330" y="51269"/>
                    <a:pt x="201495" y="0"/>
                  </a:cubicBezTo>
                  <a:cubicBezTo>
                    <a:pt x="348851" y="90635"/>
                    <a:pt x="426087" y="138159"/>
                    <a:pt x="426087" y="138159"/>
                  </a:cubicBezTo>
                  <a:cubicBezTo>
                    <a:pt x="426087" y="138159"/>
                    <a:pt x="418970" y="146856"/>
                    <a:pt x="405571" y="163127"/>
                  </a:cubicBezTo>
                  <a:cubicBezTo>
                    <a:pt x="339030" y="121222"/>
                    <a:pt x="272489" y="79358"/>
                    <a:pt x="205906" y="37453"/>
                  </a:cubicBezTo>
                  <a:cubicBezTo>
                    <a:pt x="143527" y="83519"/>
                    <a:pt x="81106" y="129545"/>
                    <a:pt x="18726" y="175611"/>
                  </a:cubicBezTo>
                  <a:cubicBezTo>
                    <a:pt x="12484" y="168329"/>
                    <a:pt x="6242" y="161047"/>
                    <a:pt x="0" y="15376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0" name="Google Shape;900;p37"/>
            <p:cNvSpPr/>
            <p:nvPr/>
          </p:nvSpPr>
          <p:spPr>
            <a:xfrm>
              <a:off x="755860" y="3848395"/>
              <a:ext cx="598766" cy="598766"/>
            </a:xfrm>
            <a:custGeom>
              <a:avLst/>
              <a:gdLst/>
              <a:ahLst/>
              <a:cxnLst/>
              <a:rect l="l" t="t" r="r" b="b"/>
              <a:pathLst>
                <a:path w="158299" h="158299" extrusionOk="0">
                  <a:moveTo>
                    <a:pt x="158300" y="79150"/>
                  </a:moveTo>
                  <a:cubicBezTo>
                    <a:pt x="158300" y="122863"/>
                    <a:pt x="122863" y="158300"/>
                    <a:pt x="79150" y="158300"/>
                  </a:cubicBezTo>
                  <a:cubicBezTo>
                    <a:pt x="35436" y="158300"/>
                    <a:pt x="0" y="122863"/>
                    <a:pt x="0" y="79150"/>
                  </a:cubicBezTo>
                  <a:cubicBezTo>
                    <a:pt x="0" y="35437"/>
                    <a:pt x="35436" y="0"/>
                    <a:pt x="79150" y="0"/>
                  </a:cubicBezTo>
                  <a:cubicBezTo>
                    <a:pt x="122863" y="0"/>
                    <a:pt x="158300" y="35437"/>
                    <a:pt x="158300" y="7915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01" name="Google Shape;901;p37"/>
          <p:cNvGrpSpPr/>
          <p:nvPr/>
        </p:nvGrpSpPr>
        <p:grpSpPr>
          <a:xfrm flipH="1">
            <a:off x="1643690" y="4204176"/>
            <a:ext cx="820472" cy="791224"/>
            <a:chOff x="4424150" y="3917925"/>
            <a:chExt cx="940907" cy="862105"/>
          </a:xfrm>
        </p:grpSpPr>
        <p:sp>
          <p:nvSpPr>
            <p:cNvPr id="902" name="Google Shape;902;p37"/>
            <p:cNvSpPr/>
            <p:nvPr/>
          </p:nvSpPr>
          <p:spPr>
            <a:xfrm>
              <a:off x="4864212" y="4233980"/>
              <a:ext cx="165235" cy="539618"/>
            </a:xfrm>
            <a:custGeom>
              <a:avLst/>
              <a:gdLst/>
              <a:ahLst/>
              <a:cxnLst/>
              <a:rect l="l" t="t" r="r" b="b"/>
              <a:pathLst>
                <a:path w="113759" h="371510" extrusionOk="0">
                  <a:moveTo>
                    <a:pt x="113759" y="145700"/>
                  </a:moveTo>
                  <a:cubicBezTo>
                    <a:pt x="113332" y="157486"/>
                    <a:pt x="112820" y="169101"/>
                    <a:pt x="112393" y="180887"/>
                  </a:cubicBezTo>
                  <a:cubicBezTo>
                    <a:pt x="110087" y="244514"/>
                    <a:pt x="107610" y="308140"/>
                    <a:pt x="105389" y="371511"/>
                  </a:cubicBezTo>
                  <a:lnTo>
                    <a:pt x="10847" y="371511"/>
                  </a:lnTo>
                  <a:cubicBezTo>
                    <a:pt x="10419" y="369205"/>
                    <a:pt x="7430" y="351526"/>
                    <a:pt x="20156" y="336751"/>
                  </a:cubicBezTo>
                  <a:cubicBezTo>
                    <a:pt x="21266" y="335384"/>
                    <a:pt x="22632" y="334018"/>
                    <a:pt x="23999" y="333078"/>
                  </a:cubicBezTo>
                  <a:cubicBezTo>
                    <a:pt x="35101" y="322830"/>
                    <a:pt x="48339" y="322403"/>
                    <a:pt x="50560" y="322403"/>
                  </a:cubicBezTo>
                  <a:cubicBezTo>
                    <a:pt x="40994" y="271929"/>
                    <a:pt x="31685" y="221540"/>
                    <a:pt x="22120" y="171322"/>
                  </a:cubicBezTo>
                  <a:lnTo>
                    <a:pt x="19814" y="153814"/>
                  </a:lnTo>
                  <a:lnTo>
                    <a:pt x="10249" y="78572"/>
                  </a:lnTo>
                  <a:lnTo>
                    <a:pt x="5210" y="40653"/>
                  </a:lnTo>
                  <a:lnTo>
                    <a:pt x="0" y="0"/>
                  </a:lnTo>
                  <a:cubicBezTo>
                    <a:pt x="9736" y="4783"/>
                    <a:pt x="20241" y="10932"/>
                    <a:pt x="30916" y="18874"/>
                  </a:cubicBezTo>
                  <a:cubicBezTo>
                    <a:pt x="31600" y="19301"/>
                    <a:pt x="32027" y="19814"/>
                    <a:pt x="32710" y="20241"/>
                  </a:cubicBezTo>
                  <a:cubicBezTo>
                    <a:pt x="35016" y="21864"/>
                    <a:pt x="37066" y="23401"/>
                    <a:pt x="39286" y="25451"/>
                  </a:cubicBezTo>
                  <a:cubicBezTo>
                    <a:pt x="40909" y="26561"/>
                    <a:pt x="42446" y="27927"/>
                    <a:pt x="44069" y="29294"/>
                  </a:cubicBezTo>
                  <a:cubicBezTo>
                    <a:pt x="86344" y="65420"/>
                    <a:pt x="103852" y="110685"/>
                    <a:pt x="111539" y="137502"/>
                  </a:cubicBezTo>
                  <a:cubicBezTo>
                    <a:pt x="112222" y="140491"/>
                    <a:pt x="112905" y="143224"/>
                    <a:pt x="113588" y="14570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3" name="Google Shape;903;p37"/>
            <p:cNvSpPr/>
            <p:nvPr/>
          </p:nvSpPr>
          <p:spPr>
            <a:xfrm>
              <a:off x="4502600" y="4125807"/>
              <a:ext cx="669905" cy="382391"/>
            </a:xfrm>
            <a:custGeom>
              <a:avLst/>
              <a:gdLst/>
              <a:ahLst/>
              <a:cxnLst/>
              <a:rect l="l" t="t" r="r" b="b"/>
              <a:pathLst>
                <a:path w="461208" h="263264" extrusionOk="0">
                  <a:moveTo>
                    <a:pt x="461111" y="168089"/>
                  </a:moveTo>
                  <a:cubicBezTo>
                    <a:pt x="460684" y="173981"/>
                    <a:pt x="459061" y="179447"/>
                    <a:pt x="456756" y="184230"/>
                  </a:cubicBezTo>
                  <a:cubicBezTo>
                    <a:pt x="452656" y="192600"/>
                    <a:pt x="446763" y="197382"/>
                    <a:pt x="437625" y="200799"/>
                  </a:cubicBezTo>
                  <a:cubicBezTo>
                    <a:pt x="424900" y="205325"/>
                    <a:pt x="406708" y="206692"/>
                    <a:pt x="379720" y="209681"/>
                  </a:cubicBezTo>
                  <a:cubicBezTo>
                    <a:pt x="373828" y="210364"/>
                    <a:pt x="367251" y="211047"/>
                    <a:pt x="360419" y="211987"/>
                  </a:cubicBezTo>
                  <a:cubicBezTo>
                    <a:pt x="345900" y="213780"/>
                    <a:pt x="329246" y="216342"/>
                    <a:pt x="310457" y="219673"/>
                  </a:cubicBezTo>
                  <a:cubicBezTo>
                    <a:pt x="297988" y="221979"/>
                    <a:pt x="284323" y="224712"/>
                    <a:pt x="269548" y="228043"/>
                  </a:cubicBezTo>
                  <a:cubicBezTo>
                    <a:pt x="269292" y="228043"/>
                    <a:pt x="268865" y="228299"/>
                    <a:pt x="268609" y="228299"/>
                  </a:cubicBezTo>
                  <a:cubicBezTo>
                    <a:pt x="245208" y="233765"/>
                    <a:pt x="225650" y="239231"/>
                    <a:pt x="208655" y="244013"/>
                  </a:cubicBezTo>
                  <a:cubicBezTo>
                    <a:pt x="165269" y="256739"/>
                    <a:pt x="139562" y="265792"/>
                    <a:pt x="113002" y="262632"/>
                  </a:cubicBezTo>
                  <a:cubicBezTo>
                    <a:pt x="105059" y="261692"/>
                    <a:pt x="96860" y="259472"/>
                    <a:pt x="87978" y="256055"/>
                  </a:cubicBezTo>
                  <a:cubicBezTo>
                    <a:pt x="81573" y="253579"/>
                    <a:pt x="75680" y="250590"/>
                    <a:pt x="70214" y="247430"/>
                  </a:cubicBezTo>
                  <a:cubicBezTo>
                    <a:pt x="30671" y="224285"/>
                    <a:pt x="13590" y="186280"/>
                    <a:pt x="11114" y="180814"/>
                  </a:cubicBezTo>
                  <a:cubicBezTo>
                    <a:pt x="-9298" y="133329"/>
                    <a:pt x="2744" y="87894"/>
                    <a:pt x="12907" y="62614"/>
                  </a:cubicBezTo>
                  <a:cubicBezTo>
                    <a:pt x="13334" y="61674"/>
                    <a:pt x="13590" y="60820"/>
                    <a:pt x="14017" y="59881"/>
                  </a:cubicBezTo>
                  <a:cubicBezTo>
                    <a:pt x="17690" y="51682"/>
                    <a:pt x="20594" y="46216"/>
                    <a:pt x="21960" y="43739"/>
                  </a:cubicBezTo>
                  <a:cubicBezTo>
                    <a:pt x="22216" y="43483"/>
                    <a:pt x="22387" y="43312"/>
                    <a:pt x="22387" y="43056"/>
                  </a:cubicBezTo>
                  <a:cubicBezTo>
                    <a:pt x="26487" y="41433"/>
                    <a:pt x="30586" y="39896"/>
                    <a:pt x="35112" y="38273"/>
                  </a:cubicBezTo>
                  <a:cubicBezTo>
                    <a:pt x="53987" y="31441"/>
                    <a:pt x="76961" y="24182"/>
                    <a:pt x="103265" y="18289"/>
                  </a:cubicBezTo>
                  <a:cubicBezTo>
                    <a:pt x="103949" y="17862"/>
                    <a:pt x="104632" y="17862"/>
                    <a:pt x="105571" y="17605"/>
                  </a:cubicBezTo>
                  <a:cubicBezTo>
                    <a:pt x="107365" y="17178"/>
                    <a:pt x="109414" y="16666"/>
                    <a:pt x="111464" y="16239"/>
                  </a:cubicBezTo>
                  <a:cubicBezTo>
                    <a:pt x="125812" y="13079"/>
                    <a:pt x="140758" y="10346"/>
                    <a:pt x="156899" y="8040"/>
                  </a:cubicBezTo>
                  <a:cubicBezTo>
                    <a:pt x="165269" y="6930"/>
                    <a:pt x="174151" y="5563"/>
                    <a:pt x="182777" y="4624"/>
                  </a:cubicBezTo>
                  <a:cubicBezTo>
                    <a:pt x="192513" y="3257"/>
                    <a:pt x="202591" y="2147"/>
                    <a:pt x="212584" y="1464"/>
                  </a:cubicBezTo>
                  <a:cubicBezTo>
                    <a:pt x="222576" y="524"/>
                    <a:pt x="232824" y="97"/>
                    <a:pt x="243073" y="97"/>
                  </a:cubicBezTo>
                  <a:cubicBezTo>
                    <a:pt x="251443" y="-159"/>
                    <a:pt x="259641" y="97"/>
                    <a:pt x="267840" y="781"/>
                  </a:cubicBezTo>
                  <a:cubicBezTo>
                    <a:pt x="278260" y="1208"/>
                    <a:pt x="288764" y="2574"/>
                    <a:pt x="299013" y="4624"/>
                  </a:cubicBezTo>
                  <a:cubicBezTo>
                    <a:pt x="307383" y="6247"/>
                    <a:pt x="315838" y="8296"/>
                    <a:pt x="324207" y="11029"/>
                  </a:cubicBezTo>
                  <a:cubicBezTo>
                    <a:pt x="334883" y="14445"/>
                    <a:pt x="345302" y="18716"/>
                    <a:pt x="355807" y="24182"/>
                  </a:cubicBezTo>
                  <a:cubicBezTo>
                    <a:pt x="360163" y="26488"/>
                    <a:pt x="364433" y="28964"/>
                    <a:pt x="368532" y="31697"/>
                  </a:cubicBezTo>
                  <a:cubicBezTo>
                    <a:pt x="373315" y="34686"/>
                    <a:pt x="378098" y="38103"/>
                    <a:pt x="382624" y="41433"/>
                  </a:cubicBezTo>
                  <a:cubicBezTo>
                    <a:pt x="395606" y="51169"/>
                    <a:pt x="407819" y="62785"/>
                    <a:pt x="418494" y="75083"/>
                  </a:cubicBezTo>
                  <a:cubicBezTo>
                    <a:pt x="445055" y="105572"/>
                    <a:pt x="463246" y="140759"/>
                    <a:pt x="461026" y="16800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4" name="Google Shape;904;p37"/>
            <p:cNvSpPr/>
            <p:nvPr/>
          </p:nvSpPr>
          <p:spPr>
            <a:xfrm>
              <a:off x="4490856" y="4026630"/>
              <a:ext cx="279489" cy="219089"/>
            </a:xfrm>
            <a:custGeom>
              <a:avLst/>
              <a:gdLst/>
              <a:ahLst/>
              <a:cxnLst/>
              <a:rect l="l" t="t" r="r" b="b"/>
              <a:pathLst>
                <a:path w="192419" h="150836" extrusionOk="0">
                  <a:moveTo>
                    <a:pt x="19105" y="28682"/>
                  </a:moveTo>
                  <a:cubicBezTo>
                    <a:pt x="231" y="51742"/>
                    <a:pt x="-7114" y="89064"/>
                    <a:pt x="8430" y="116052"/>
                  </a:cubicBezTo>
                  <a:cubicBezTo>
                    <a:pt x="28670" y="151238"/>
                    <a:pt x="77522" y="150982"/>
                    <a:pt x="112794" y="150811"/>
                  </a:cubicBezTo>
                  <a:cubicBezTo>
                    <a:pt x="137988" y="150726"/>
                    <a:pt x="160365" y="150640"/>
                    <a:pt x="176677" y="133730"/>
                  </a:cubicBezTo>
                  <a:cubicBezTo>
                    <a:pt x="200846" y="108707"/>
                    <a:pt x="190171" y="68908"/>
                    <a:pt x="189487" y="66261"/>
                  </a:cubicBezTo>
                  <a:cubicBezTo>
                    <a:pt x="180862" y="35771"/>
                    <a:pt x="155753" y="20996"/>
                    <a:pt x="148323" y="16555"/>
                  </a:cubicBezTo>
                  <a:cubicBezTo>
                    <a:pt x="112794" y="-4540"/>
                    <a:pt x="51046" y="-10347"/>
                    <a:pt x="19105" y="2859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5" name="Google Shape;905;p37"/>
            <p:cNvSpPr/>
            <p:nvPr/>
          </p:nvSpPr>
          <p:spPr>
            <a:xfrm>
              <a:off x="4532294" y="3976812"/>
              <a:ext cx="82540" cy="95025"/>
            </a:xfrm>
            <a:custGeom>
              <a:avLst/>
              <a:gdLst/>
              <a:ahLst/>
              <a:cxnLst/>
              <a:rect l="l" t="t" r="r" b="b"/>
              <a:pathLst>
                <a:path w="56826" h="65422" extrusionOk="0">
                  <a:moveTo>
                    <a:pt x="85" y="65423"/>
                  </a:moveTo>
                  <a:cubicBezTo>
                    <a:pt x="2135" y="54491"/>
                    <a:pt x="7430" y="35104"/>
                    <a:pt x="23315" y="18365"/>
                  </a:cubicBezTo>
                  <a:cubicBezTo>
                    <a:pt x="25365" y="16144"/>
                    <a:pt x="44667" y="-3926"/>
                    <a:pt x="52951" y="686"/>
                  </a:cubicBezTo>
                  <a:cubicBezTo>
                    <a:pt x="56452" y="2650"/>
                    <a:pt x="61577" y="11020"/>
                    <a:pt x="47570" y="56541"/>
                  </a:cubicBezTo>
                  <a:lnTo>
                    <a:pt x="0" y="65337"/>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6" name="Google Shape;906;p37"/>
            <p:cNvSpPr/>
            <p:nvPr/>
          </p:nvSpPr>
          <p:spPr>
            <a:xfrm>
              <a:off x="4696453" y="4048884"/>
              <a:ext cx="89901" cy="71530"/>
            </a:xfrm>
            <a:custGeom>
              <a:avLst/>
              <a:gdLst/>
              <a:ahLst/>
              <a:cxnLst/>
              <a:rect l="l" t="t" r="r" b="b"/>
              <a:pathLst>
                <a:path w="61894" h="49246" extrusionOk="0">
                  <a:moveTo>
                    <a:pt x="0" y="12864"/>
                  </a:moveTo>
                  <a:cubicBezTo>
                    <a:pt x="5210" y="8850"/>
                    <a:pt x="19301" y="-801"/>
                    <a:pt x="38261" y="53"/>
                  </a:cubicBezTo>
                  <a:cubicBezTo>
                    <a:pt x="44069" y="309"/>
                    <a:pt x="56880" y="907"/>
                    <a:pt x="60723" y="8081"/>
                  </a:cubicBezTo>
                  <a:cubicBezTo>
                    <a:pt x="65420" y="16878"/>
                    <a:pt x="55769" y="33873"/>
                    <a:pt x="35870" y="49246"/>
                  </a:cubicBezTo>
                  <a:lnTo>
                    <a:pt x="85" y="1286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7" name="Google Shape;907;p37"/>
            <p:cNvSpPr/>
            <p:nvPr/>
          </p:nvSpPr>
          <p:spPr>
            <a:xfrm>
              <a:off x="4633063" y="4129798"/>
              <a:ext cx="50495" cy="36735"/>
            </a:xfrm>
            <a:custGeom>
              <a:avLst/>
              <a:gdLst/>
              <a:ahLst/>
              <a:cxnLst/>
              <a:rect l="l" t="t" r="r" b="b"/>
              <a:pathLst>
                <a:path w="34764" h="25291" extrusionOk="0">
                  <a:moveTo>
                    <a:pt x="34716" y="10249"/>
                  </a:moveTo>
                  <a:cubicBezTo>
                    <a:pt x="34204" y="11445"/>
                    <a:pt x="30360" y="9054"/>
                    <a:pt x="25663" y="10847"/>
                  </a:cubicBezTo>
                  <a:cubicBezTo>
                    <a:pt x="17806" y="13922"/>
                    <a:pt x="16013" y="25707"/>
                    <a:pt x="14304" y="25280"/>
                  </a:cubicBezTo>
                  <a:cubicBezTo>
                    <a:pt x="12682" y="24853"/>
                    <a:pt x="16013" y="14434"/>
                    <a:pt x="11401" y="10420"/>
                  </a:cubicBezTo>
                  <a:cubicBezTo>
                    <a:pt x="7472" y="7089"/>
                    <a:pt x="640" y="10591"/>
                    <a:pt x="42" y="9054"/>
                  </a:cubicBezTo>
                  <a:cubicBezTo>
                    <a:pt x="-642" y="7345"/>
                    <a:pt x="7130" y="86"/>
                    <a:pt x="16610" y="1"/>
                  </a:cubicBezTo>
                  <a:cubicBezTo>
                    <a:pt x="26944" y="-85"/>
                    <a:pt x="35485" y="8285"/>
                    <a:pt x="34716" y="1016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8" name="Google Shape;908;p37"/>
            <p:cNvSpPr/>
            <p:nvPr/>
          </p:nvSpPr>
          <p:spPr>
            <a:xfrm>
              <a:off x="4590779" y="4078142"/>
              <a:ext cx="20095" cy="40687"/>
            </a:xfrm>
            <a:custGeom>
              <a:avLst/>
              <a:gdLst/>
              <a:ahLst/>
              <a:cxnLst/>
              <a:rect l="l" t="t" r="r" b="b"/>
              <a:pathLst>
                <a:path w="13835" h="28012" extrusionOk="0">
                  <a:moveTo>
                    <a:pt x="13836" y="14006"/>
                  </a:moveTo>
                  <a:cubicBezTo>
                    <a:pt x="13836" y="21778"/>
                    <a:pt x="10761" y="28013"/>
                    <a:pt x="6918" y="28013"/>
                  </a:cubicBezTo>
                  <a:cubicBezTo>
                    <a:pt x="3074" y="28013"/>
                    <a:pt x="0" y="21693"/>
                    <a:pt x="0" y="14006"/>
                  </a:cubicBezTo>
                  <a:cubicBezTo>
                    <a:pt x="0" y="6320"/>
                    <a:pt x="3074" y="0"/>
                    <a:pt x="6918" y="0"/>
                  </a:cubicBezTo>
                  <a:cubicBezTo>
                    <a:pt x="10761" y="0"/>
                    <a:pt x="13836" y="6320"/>
                    <a:pt x="13836" y="1400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9" name="Google Shape;909;p37"/>
            <p:cNvSpPr/>
            <p:nvPr/>
          </p:nvSpPr>
          <p:spPr>
            <a:xfrm>
              <a:off x="4696453" y="4096396"/>
              <a:ext cx="20095" cy="40687"/>
            </a:xfrm>
            <a:custGeom>
              <a:avLst/>
              <a:gdLst/>
              <a:ahLst/>
              <a:cxnLst/>
              <a:rect l="l" t="t" r="r" b="b"/>
              <a:pathLst>
                <a:path w="13835" h="28012" extrusionOk="0">
                  <a:moveTo>
                    <a:pt x="13836" y="14006"/>
                  </a:moveTo>
                  <a:cubicBezTo>
                    <a:pt x="13836" y="21778"/>
                    <a:pt x="10761" y="28013"/>
                    <a:pt x="6918" y="28013"/>
                  </a:cubicBezTo>
                  <a:cubicBezTo>
                    <a:pt x="3074" y="28013"/>
                    <a:pt x="0" y="21693"/>
                    <a:pt x="0" y="14006"/>
                  </a:cubicBezTo>
                  <a:cubicBezTo>
                    <a:pt x="0" y="6320"/>
                    <a:pt x="3074" y="0"/>
                    <a:pt x="6918" y="0"/>
                  </a:cubicBezTo>
                  <a:cubicBezTo>
                    <a:pt x="10761" y="0"/>
                    <a:pt x="13836" y="6320"/>
                    <a:pt x="13836" y="1400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0" name="Google Shape;910;p37"/>
            <p:cNvSpPr/>
            <p:nvPr/>
          </p:nvSpPr>
          <p:spPr>
            <a:xfrm>
              <a:off x="4531516" y="4027062"/>
              <a:ext cx="94349" cy="36763"/>
            </a:xfrm>
            <a:custGeom>
              <a:avLst/>
              <a:gdLst/>
              <a:ahLst/>
              <a:cxnLst/>
              <a:rect l="l" t="t" r="r" b="b"/>
              <a:pathLst>
                <a:path w="64956" h="25310" extrusionOk="0">
                  <a:moveTo>
                    <a:pt x="4036" y="25311"/>
                  </a:moveTo>
                  <a:cubicBezTo>
                    <a:pt x="2840" y="25311"/>
                    <a:pt x="1730" y="24798"/>
                    <a:pt x="876" y="23773"/>
                  </a:cubicBezTo>
                  <a:cubicBezTo>
                    <a:pt x="-490" y="22065"/>
                    <a:pt x="-234" y="19503"/>
                    <a:pt x="1474" y="18137"/>
                  </a:cubicBezTo>
                  <a:cubicBezTo>
                    <a:pt x="8904" y="12158"/>
                    <a:pt x="17188" y="7632"/>
                    <a:pt x="26071" y="4557"/>
                  </a:cubicBezTo>
                  <a:cubicBezTo>
                    <a:pt x="37344" y="629"/>
                    <a:pt x="49301" y="-738"/>
                    <a:pt x="61343" y="372"/>
                  </a:cubicBezTo>
                  <a:cubicBezTo>
                    <a:pt x="63563" y="543"/>
                    <a:pt x="65186" y="2507"/>
                    <a:pt x="64930" y="4728"/>
                  </a:cubicBezTo>
                  <a:cubicBezTo>
                    <a:pt x="64759" y="6948"/>
                    <a:pt x="62624" y="8486"/>
                    <a:pt x="60574" y="8315"/>
                  </a:cubicBezTo>
                  <a:cubicBezTo>
                    <a:pt x="49813" y="7290"/>
                    <a:pt x="38796" y="8571"/>
                    <a:pt x="28718" y="12158"/>
                  </a:cubicBezTo>
                  <a:cubicBezTo>
                    <a:pt x="20690" y="14977"/>
                    <a:pt x="13260" y="19076"/>
                    <a:pt x="6513" y="24456"/>
                  </a:cubicBezTo>
                  <a:cubicBezTo>
                    <a:pt x="5744" y="25054"/>
                    <a:pt x="4890" y="25311"/>
                    <a:pt x="4036" y="2531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1" name="Google Shape;911;p37"/>
            <p:cNvSpPr/>
            <p:nvPr/>
          </p:nvSpPr>
          <p:spPr>
            <a:xfrm>
              <a:off x="4716484" y="4055386"/>
              <a:ext cx="47841" cy="61065"/>
            </a:xfrm>
            <a:custGeom>
              <a:avLst/>
              <a:gdLst/>
              <a:ahLst/>
              <a:cxnLst/>
              <a:rect l="l" t="t" r="r" b="b"/>
              <a:pathLst>
                <a:path w="32937" h="42041" extrusionOk="0">
                  <a:moveTo>
                    <a:pt x="28925" y="42041"/>
                  </a:moveTo>
                  <a:cubicBezTo>
                    <a:pt x="27302" y="42041"/>
                    <a:pt x="25765" y="41102"/>
                    <a:pt x="25167" y="39479"/>
                  </a:cubicBezTo>
                  <a:cubicBezTo>
                    <a:pt x="23203" y="34355"/>
                    <a:pt x="20726" y="29487"/>
                    <a:pt x="17737" y="24875"/>
                  </a:cubicBezTo>
                  <a:cubicBezTo>
                    <a:pt x="13296" y="18128"/>
                    <a:pt x="7830" y="12150"/>
                    <a:pt x="1510" y="7111"/>
                  </a:cubicBezTo>
                  <a:cubicBezTo>
                    <a:pt x="-198" y="5744"/>
                    <a:pt x="-540" y="3182"/>
                    <a:pt x="912" y="1474"/>
                  </a:cubicBezTo>
                  <a:cubicBezTo>
                    <a:pt x="2278" y="-234"/>
                    <a:pt x="4841" y="-490"/>
                    <a:pt x="6549" y="876"/>
                  </a:cubicBezTo>
                  <a:cubicBezTo>
                    <a:pt x="13552" y="6513"/>
                    <a:pt x="19616" y="13089"/>
                    <a:pt x="24484" y="20519"/>
                  </a:cubicBezTo>
                  <a:cubicBezTo>
                    <a:pt x="27815" y="25558"/>
                    <a:pt x="30548" y="31024"/>
                    <a:pt x="32683" y="36575"/>
                  </a:cubicBezTo>
                  <a:cubicBezTo>
                    <a:pt x="33451" y="38625"/>
                    <a:pt x="32427" y="40931"/>
                    <a:pt x="30377" y="41700"/>
                  </a:cubicBezTo>
                  <a:cubicBezTo>
                    <a:pt x="29950" y="41870"/>
                    <a:pt x="29437" y="41956"/>
                    <a:pt x="28925" y="4195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2" name="Google Shape;912;p37"/>
            <p:cNvSpPr/>
            <p:nvPr/>
          </p:nvSpPr>
          <p:spPr>
            <a:xfrm>
              <a:off x="4619694" y="4154026"/>
              <a:ext cx="41730" cy="36455"/>
            </a:xfrm>
            <a:custGeom>
              <a:avLst/>
              <a:gdLst/>
              <a:ahLst/>
              <a:cxnLst/>
              <a:rect l="l" t="t" r="r" b="b"/>
              <a:pathLst>
                <a:path w="28730" h="25098" extrusionOk="0">
                  <a:moveTo>
                    <a:pt x="4026" y="25099"/>
                  </a:moveTo>
                  <a:cubicBezTo>
                    <a:pt x="1977" y="25099"/>
                    <a:pt x="269" y="23562"/>
                    <a:pt x="12" y="21427"/>
                  </a:cubicBezTo>
                  <a:cubicBezTo>
                    <a:pt x="-158" y="19206"/>
                    <a:pt x="1464" y="17327"/>
                    <a:pt x="3685" y="17071"/>
                  </a:cubicBezTo>
                  <a:cubicBezTo>
                    <a:pt x="5991" y="16900"/>
                    <a:pt x="9322" y="16131"/>
                    <a:pt x="12738" y="13996"/>
                  </a:cubicBezTo>
                  <a:cubicBezTo>
                    <a:pt x="17947" y="10580"/>
                    <a:pt x="20082" y="5541"/>
                    <a:pt x="20937" y="2808"/>
                  </a:cubicBezTo>
                  <a:cubicBezTo>
                    <a:pt x="21534" y="673"/>
                    <a:pt x="23840" y="-437"/>
                    <a:pt x="25890" y="161"/>
                  </a:cubicBezTo>
                  <a:cubicBezTo>
                    <a:pt x="28025" y="844"/>
                    <a:pt x="29221" y="3065"/>
                    <a:pt x="28538" y="5114"/>
                  </a:cubicBezTo>
                  <a:cubicBezTo>
                    <a:pt x="27427" y="8872"/>
                    <a:pt x="24438" y="15875"/>
                    <a:pt x="17093" y="20658"/>
                  </a:cubicBezTo>
                  <a:cubicBezTo>
                    <a:pt x="13335" y="23135"/>
                    <a:pt x="8894" y="24672"/>
                    <a:pt x="4368" y="25014"/>
                  </a:cubicBezTo>
                  <a:cubicBezTo>
                    <a:pt x="4283" y="25014"/>
                    <a:pt x="4112" y="25014"/>
                    <a:pt x="4026" y="2501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3" name="Google Shape;913;p37"/>
            <p:cNvSpPr/>
            <p:nvPr/>
          </p:nvSpPr>
          <p:spPr>
            <a:xfrm>
              <a:off x="4650335" y="4145564"/>
              <a:ext cx="33113" cy="45158"/>
            </a:xfrm>
            <a:custGeom>
              <a:avLst/>
              <a:gdLst/>
              <a:ahLst/>
              <a:cxnLst/>
              <a:rect l="l" t="t" r="r" b="b"/>
              <a:pathLst>
                <a:path w="22797" h="31090" extrusionOk="0">
                  <a:moveTo>
                    <a:pt x="18823" y="31005"/>
                  </a:moveTo>
                  <a:cubicBezTo>
                    <a:pt x="18310" y="31005"/>
                    <a:pt x="17798" y="30920"/>
                    <a:pt x="17371" y="30749"/>
                  </a:cubicBezTo>
                  <a:cubicBezTo>
                    <a:pt x="14296" y="29553"/>
                    <a:pt x="8574" y="26564"/>
                    <a:pt x="4389" y="20159"/>
                  </a:cubicBezTo>
                  <a:cubicBezTo>
                    <a:pt x="205" y="13583"/>
                    <a:pt x="-137" y="7092"/>
                    <a:pt x="34" y="3761"/>
                  </a:cubicBezTo>
                  <a:cubicBezTo>
                    <a:pt x="119" y="1541"/>
                    <a:pt x="1912" y="-82"/>
                    <a:pt x="4219" y="3"/>
                  </a:cubicBezTo>
                  <a:cubicBezTo>
                    <a:pt x="6439" y="89"/>
                    <a:pt x="8147" y="1968"/>
                    <a:pt x="7976" y="4188"/>
                  </a:cubicBezTo>
                  <a:cubicBezTo>
                    <a:pt x="7891" y="6579"/>
                    <a:pt x="8062" y="11191"/>
                    <a:pt x="11051" y="15803"/>
                  </a:cubicBezTo>
                  <a:cubicBezTo>
                    <a:pt x="14040" y="20330"/>
                    <a:pt x="18054" y="22465"/>
                    <a:pt x="20275" y="23319"/>
                  </a:cubicBezTo>
                  <a:cubicBezTo>
                    <a:pt x="22324" y="24173"/>
                    <a:pt x="23349" y="26479"/>
                    <a:pt x="22495" y="28528"/>
                  </a:cubicBezTo>
                  <a:cubicBezTo>
                    <a:pt x="21897" y="30066"/>
                    <a:pt x="20360" y="31091"/>
                    <a:pt x="18737" y="310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4" name="Google Shape;914;p37"/>
            <p:cNvSpPr/>
            <p:nvPr/>
          </p:nvSpPr>
          <p:spPr>
            <a:xfrm>
              <a:off x="4424150" y="4176736"/>
              <a:ext cx="200692" cy="597178"/>
            </a:xfrm>
            <a:custGeom>
              <a:avLst/>
              <a:gdLst/>
              <a:ahLst/>
              <a:cxnLst/>
              <a:rect l="l" t="t" r="r" b="b"/>
              <a:pathLst>
                <a:path w="138170" h="411138" extrusionOk="0">
                  <a:moveTo>
                    <a:pt x="90777" y="410968"/>
                  </a:moveTo>
                  <a:lnTo>
                    <a:pt x="6055" y="410968"/>
                  </a:lnTo>
                  <a:cubicBezTo>
                    <a:pt x="1956" y="404135"/>
                    <a:pt x="-2144" y="394570"/>
                    <a:pt x="1273" y="386883"/>
                  </a:cubicBezTo>
                  <a:cubicBezTo>
                    <a:pt x="7849" y="372108"/>
                    <a:pt x="34239" y="380734"/>
                    <a:pt x="48502" y="370315"/>
                  </a:cubicBezTo>
                  <a:cubicBezTo>
                    <a:pt x="49612" y="369375"/>
                    <a:pt x="50807" y="368521"/>
                    <a:pt x="51661" y="367155"/>
                  </a:cubicBezTo>
                  <a:cubicBezTo>
                    <a:pt x="55334" y="363483"/>
                    <a:pt x="57383" y="357846"/>
                    <a:pt x="58067" y="351013"/>
                  </a:cubicBezTo>
                  <a:cubicBezTo>
                    <a:pt x="59006" y="344608"/>
                    <a:pt x="58494" y="336922"/>
                    <a:pt x="57127" y="328296"/>
                  </a:cubicBezTo>
                  <a:cubicBezTo>
                    <a:pt x="56188" y="321293"/>
                    <a:pt x="54821" y="313521"/>
                    <a:pt x="53028" y="305151"/>
                  </a:cubicBezTo>
                  <a:cubicBezTo>
                    <a:pt x="51918" y="299685"/>
                    <a:pt x="50551" y="294048"/>
                    <a:pt x="48928" y="287899"/>
                  </a:cubicBezTo>
                  <a:cubicBezTo>
                    <a:pt x="47306" y="281067"/>
                    <a:pt x="45512" y="273551"/>
                    <a:pt x="43890" y="266121"/>
                  </a:cubicBezTo>
                  <a:cubicBezTo>
                    <a:pt x="34580" y="228628"/>
                    <a:pt x="25271" y="184303"/>
                    <a:pt x="26382" y="138441"/>
                  </a:cubicBezTo>
                  <a:cubicBezTo>
                    <a:pt x="27492" y="88906"/>
                    <a:pt x="41157" y="47058"/>
                    <a:pt x="55675" y="15031"/>
                  </a:cubicBezTo>
                  <a:cubicBezTo>
                    <a:pt x="57981" y="9822"/>
                    <a:pt x="60458" y="4783"/>
                    <a:pt x="62679" y="0"/>
                  </a:cubicBezTo>
                  <a:cubicBezTo>
                    <a:pt x="64301" y="8626"/>
                    <a:pt x="66095" y="17081"/>
                    <a:pt x="67888" y="24767"/>
                  </a:cubicBezTo>
                  <a:cubicBezTo>
                    <a:pt x="68315" y="26561"/>
                    <a:pt x="68828" y="28184"/>
                    <a:pt x="69255" y="29550"/>
                  </a:cubicBezTo>
                  <a:cubicBezTo>
                    <a:pt x="78564" y="64737"/>
                    <a:pt x="91033" y="91127"/>
                    <a:pt x="101965" y="110001"/>
                  </a:cubicBezTo>
                  <a:cubicBezTo>
                    <a:pt x="116057" y="134085"/>
                    <a:pt x="136041" y="160903"/>
                    <a:pt x="130405" y="193186"/>
                  </a:cubicBezTo>
                  <a:cubicBezTo>
                    <a:pt x="129294" y="200872"/>
                    <a:pt x="126732" y="207277"/>
                    <a:pt x="124084" y="212487"/>
                  </a:cubicBezTo>
                  <a:cubicBezTo>
                    <a:pt x="122462" y="215903"/>
                    <a:pt x="120668" y="218636"/>
                    <a:pt x="119046" y="221113"/>
                  </a:cubicBezTo>
                  <a:cubicBezTo>
                    <a:pt x="125622" y="232045"/>
                    <a:pt x="129977" y="242208"/>
                    <a:pt x="132710" y="251602"/>
                  </a:cubicBezTo>
                  <a:cubicBezTo>
                    <a:pt x="155172" y="325648"/>
                    <a:pt x="101794" y="396790"/>
                    <a:pt x="90691" y="41113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5" name="Google Shape;915;p37"/>
            <p:cNvSpPr/>
            <p:nvPr/>
          </p:nvSpPr>
          <p:spPr>
            <a:xfrm>
              <a:off x="4650573" y="4176363"/>
              <a:ext cx="272599" cy="597675"/>
            </a:xfrm>
            <a:custGeom>
              <a:avLst/>
              <a:gdLst/>
              <a:ahLst/>
              <a:cxnLst/>
              <a:rect l="l" t="t" r="r" b="b"/>
              <a:pathLst>
                <a:path w="187676" h="411480" extrusionOk="0">
                  <a:moveTo>
                    <a:pt x="181867" y="411224"/>
                  </a:moveTo>
                  <a:cubicBezTo>
                    <a:pt x="181867" y="411224"/>
                    <a:pt x="96889" y="411480"/>
                    <a:pt x="96889" y="411480"/>
                  </a:cubicBezTo>
                  <a:cubicBezTo>
                    <a:pt x="78015" y="371681"/>
                    <a:pt x="59396" y="331712"/>
                    <a:pt x="40522" y="291486"/>
                  </a:cubicBezTo>
                  <a:cubicBezTo>
                    <a:pt x="30786" y="270391"/>
                    <a:pt x="20964" y="248955"/>
                    <a:pt x="11228" y="227860"/>
                  </a:cubicBezTo>
                  <a:cubicBezTo>
                    <a:pt x="8239" y="221284"/>
                    <a:pt x="5335" y="214878"/>
                    <a:pt x="2346" y="208302"/>
                  </a:cubicBezTo>
                  <a:cubicBezTo>
                    <a:pt x="7812" y="201299"/>
                    <a:pt x="16011" y="188574"/>
                    <a:pt x="20281" y="171493"/>
                  </a:cubicBezTo>
                  <a:cubicBezTo>
                    <a:pt x="32580" y="122641"/>
                    <a:pt x="-1326" y="81989"/>
                    <a:pt x="40" y="47912"/>
                  </a:cubicBezTo>
                  <a:cubicBezTo>
                    <a:pt x="40" y="42019"/>
                    <a:pt x="1151" y="36126"/>
                    <a:pt x="4140" y="30660"/>
                  </a:cubicBezTo>
                  <a:cubicBezTo>
                    <a:pt x="4823" y="29294"/>
                    <a:pt x="5506" y="27927"/>
                    <a:pt x="6446" y="26561"/>
                  </a:cubicBezTo>
                  <a:cubicBezTo>
                    <a:pt x="6702" y="26134"/>
                    <a:pt x="6873" y="25878"/>
                    <a:pt x="7385" y="25451"/>
                  </a:cubicBezTo>
                  <a:cubicBezTo>
                    <a:pt x="12168" y="18447"/>
                    <a:pt x="20537" y="8626"/>
                    <a:pt x="35996" y="0"/>
                  </a:cubicBezTo>
                  <a:cubicBezTo>
                    <a:pt x="38045" y="5466"/>
                    <a:pt x="40351" y="11103"/>
                    <a:pt x="42401" y="16825"/>
                  </a:cubicBezTo>
                  <a:cubicBezTo>
                    <a:pt x="44024" y="20924"/>
                    <a:pt x="45561" y="25024"/>
                    <a:pt x="47184" y="29294"/>
                  </a:cubicBezTo>
                  <a:cubicBezTo>
                    <a:pt x="48550" y="33137"/>
                    <a:pt x="50173" y="37236"/>
                    <a:pt x="51539" y="41336"/>
                  </a:cubicBezTo>
                  <a:cubicBezTo>
                    <a:pt x="63154" y="72936"/>
                    <a:pt x="74513" y="105902"/>
                    <a:pt x="85360" y="139722"/>
                  </a:cubicBezTo>
                  <a:cubicBezTo>
                    <a:pt x="93046" y="163379"/>
                    <a:pt x="100391" y="186524"/>
                    <a:pt x="106967" y="209242"/>
                  </a:cubicBezTo>
                  <a:cubicBezTo>
                    <a:pt x="110639" y="221027"/>
                    <a:pt x="113970" y="232643"/>
                    <a:pt x="117216" y="244258"/>
                  </a:cubicBezTo>
                  <a:cubicBezTo>
                    <a:pt x="119009" y="250663"/>
                    <a:pt x="120888" y="256983"/>
                    <a:pt x="122425" y="263132"/>
                  </a:cubicBezTo>
                  <a:cubicBezTo>
                    <a:pt x="123792" y="267658"/>
                    <a:pt x="124902" y="272014"/>
                    <a:pt x="126098" y="276284"/>
                  </a:cubicBezTo>
                  <a:cubicBezTo>
                    <a:pt x="127891" y="282860"/>
                    <a:pt x="129770" y="289266"/>
                    <a:pt x="131307" y="295842"/>
                  </a:cubicBezTo>
                  <a:cubicBezTo>
                    <a:pt x="133357" y="303528"/>
                    <a:pt x="135407" y="311556"/>
                    <a:pt x="137200" y="319243"/>
                  </a:cubicBezTo>
                  <a:cubicBezTo>
                    <a:pt x="138994" y="325819"/>
                    <a:pt x="140616" y="332395"/>
                    <a:pt x="142239" y="338801"/>
                  </a:cubicBezTo>
                  <a:cubicBezTo>
                    <a:pt x="144972" y="349903"/>
                    <a:pt x="147705" y="361091"/>
                    <a:pt x="150182" y="371938"/>
                  </a:cubicBezTo>
                  <a:cubicBezTo>
                    <a:pt x="157697" y="369888"/>
                    <a:pt x="164957" y="370315"/>
                    <a:pt x="171106" y="372877"/>
                  </a:cubicBezTo>
                  <a:cubicBezTo>
                    <a:pt x="178622" y="375610"/>
                    <a:pt x="184258" y="380820"/>
                    <a:pt x="186564" y="387396"/>
                  </a:cubicBezTo>
                  <a:cubicBezTo>
                    <a:pt x="190407" y="398499"/>
                    <a:pt x="183148" y="409687"/>
                    <a:pt x="182038" y="41122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6" name="Google Shape;916;p37"/>
            <p:cNvSpPr/>
            <p:nvPr/>
          </p:nvSpPr>
          <p:spPr>
            <a:xfrm>
              <a:off x="4858376" y="4190519"/>
              <a:ext cx="282914" cy="330097"/>
            </a:xfrm>
            <a:custGeom>
              <a:avLst/>
              <a:gdLst/>
              <a:ahLst/>
              <a:cxnLst/>
              <a:rect l="l" t="t" r="r" b="b"/>
              <a:pathLst>
                <a:path w="194777" h="227261" extrusionOk="0">
                  <a:moveTo>
                    <a:pt x="0" y="77633"/>
                  </a:moveTo>
                  <a:cubicBezTo>
                    <a:pt x="10163" y="103767"/>
                    <a:pt x="36041" y="158767"/>
                    <a:pt x="94714" y="197883"/>
                  </a:cubicBezTo>
                  <a:cubicBezTo>
                    <a:pt x="116834" y="212658"/>
                    <a:pt x="138356" y="221625"/>
                    <a:pt x="156291" y="227262"/>
                  </a:cubicBezTo>
                  <a:cubicBezTo>
                    <a:pt x="167821" y="215135"/>
                    <a:pt x="190026" y="187805"/>
                    <a:pt x="194125" y="148690"/>
                  </a:cubicBezTo>
                  <a:cubicBezTo>
                    <a:pt x="200103" y="91298"/>
                    <a:pt x="164575" y="32368"/>
                    <a:pt x="104194" y="0"/>
                  </a:cubicBezTo>
                  <a:lnTo>
                    <a:pt x="0" y="7763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7" name="Google Shape;917;p37"/>
            <p:cNvSpPr/>
            <p:nvPr/>
          </p:nvSpPr>
          <p:spPr>
            <a:xfrm>
              <a:off x="5029615" y="4236587"/>
              <a:ext cx="178310" cy="539370"/>
            </a:xfrm>
            <a:custGeom>
              <a:avLst/>
              <a:gdLst/>
              <a:ahLst/>
              <a:cxnLst/>
              <a:rect l="l" t="t" r="r" b="b"/>
              <a:pathLst>
                <a:path w="122761" h="371339" extrusionOk="0">
                  <a:moveTo>
                    <a:pt x="121872" y="270221"/>
                  </a:moveTo>
                  <a:cubicBezTo>
                    <a:pt x="121872" y="274064"/>
                    <a:pt x="121446" y="277907"/>
                    <a:pt x="121189" y="281579"/>
                  </a:cubicBezTo>
                  <a:cubicBezTo>
                    <a:pt x="120079" y="294305"/>
                    <a:pt x="118456" y="306347"/>
                    <a:pt x="116663" y="317962"/>
                  </a:cubicBezTo>
                  <a:cubicBezTo>
                    <a:pt x="113503" y="337520"/>
                    <a:pt x="109660" y="355198"/>
                    <a:pt x="105304" y="371340"/>
                  </a:cubicBezTo>
                  <a:lnTo>
                    <a:pt x="10761" y="371340"/>
                  </a:lnTo>
                  <a:cubicBezTo>
                    <a:pt x="10334" y="369034"/>
                    <a:pt x="7345" y="351355"/>
                    <a:pt x="20070" y="336580"/>
                  </a:cubicBezTo>
                  <a:cubicBezTo>
                    <a:pt x="31685" y="322915"/>
                    <a:pt x="47997" y="322488"/>
                    <a:pt x="50560" y="322232"/>
                  </a:cubicBezTo>
                  <a:cubicBezTo>
                    <a:pt x="42190" y="278590"/>
                    <a:pt x="34162" y="234778"/>
                    <a:pt x="25792" y="190880"/>
                  </a:cubicBezTo>
                  <a:cubicBezTo>
                    <a:pt x="24682" y="184303"/>
                    <a:pt x="23316" y="177727"/>
                    <a:pt x="22120" y="171151"/>
                  </a:cubicBezTo>
                  <a:lnTo>
                    <a:pt x="17337" y="133402"/>
                  </a:lnTo>
                  <a:lnTo>
                    <a:pt x="1623" y="12982"/>
                  </a:lnTo>
                  <a:lnTo>
                    <a:pt x="0" y="0"/>
                  </a:lnTo>
                  <a:cubicBezTo>
                    <a:pt x="6576" y="3416"/>
                    <a:pt x="13665" y="7516"/>
                    <a:pt x="21095" y="12298"/>
                  </a:cubicBezTo>
                  <a:cubicBezTo>
                    <a:pt x="28354" y="17081"/>
                    <a:pt x="36126" y="22718"/>
                    <a:pt x="44069" y="29123"/>
                  </a:cubicBezTo>
                  <a:cubicBezTo>
                    <a:pt x="51328" y="35016"/>
                    <a:pt x="57904" y="41165"/>
                    <a:pt x="63797" y="47314"/>
                  </a:cubicBezTo>
                  <a:cubicBezTo>
                    <a:pt x="79256" y="63029"/>
                    <a:pt x="90358" y="78487"/>
                    <a:pt x="98301" y="91212"/>
                  </a:cubicBezTo>
                  <a:cubicBezTo>
                    <a:pt x="103767" y="107098"/>
                    <a:pt x="108037" y="122812"/>
                    <a:pt x="111966" y="139637"/>
                  </a:cubicBezTo>
                  <a:cubicBezTo>
                    <a:pt x="114015" y="149202"/>
                    <a:pt x="115809" y="158511"/>
                    <a:pt x="117175" y="167564"/>
                  </a:cubicBezTo>
                  <a:cubicBezTo>
                    <a:pt x="119481" y="181912"/>
                    <a:pt x="121019" y="196004"/>
                    <a:pt x="121702" y="209583"/>
                  </a:cubicBezTo>
                  <a:cubicBezTo>
                    <a:pt x="122129" y="215732"/>
                    <a:pt x="122641" y="221625"/>
                    <a:pt x="122385" y="227518"/>
                  </a:cubicBezTo>
                  <a:cubicBezTo>
                    <a:pt x="123068" y="242293"/>
                    <a:pt x="122812" y="256641"/>
                    <a:pt x="121702" y="27022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8" name="Google Shape;918;p37"/>
            <p:cNvSpPr/>
            <p:nvPr/>
          </p:nvSpPr>
          <p:spPr>
            <a:xfrm>
              <a:off x="4980565" y="3917925"/>
              <a:ext cx="384491" cy="343402"/>
            </a:xfrm>
            <a:custGeom>
              <a:avLst/>
              <a:gdLst/>
              <a:ahLst/>
              <a:cxnLst/>
              <a:rect l="l" t="t" r="r" b="b"/>
              <a:pathLst>
                <a:path w="264710" h="236421" extrusionOk="0">
                  <a:moveTo>
                    <a:pt x="264157" y="29486"/>
                  </a:moveTo>
                  <a:cubicBezTo>
                    <a:pt x="263474" y="35892"/>
                    <a:pt x="262363" y="41528"/>
                    <a:pt x="260484" y="47250"/>
                  </a:cubicBezTo>
                  <a:cubicBezTo>
                    <a:pt x="255275" y="67918"/>
                    <a:pt x="245966" y="83633"/>
                    <a:pt x="242720" y="88842"/>
                  </a:cubicBezTo>
                  <a:cubicBezTo>
                    <a:pt x="241781" y="89953"/>
                    <a:pt x="241610" y="90465"/>
                    <a:pt x="241354" y="90636"/>
                  </a:cubicBezTo>
                  <a:cubicBezTo>
                    <a:pt x="237255" y="96529"/>
                    <a:pt x="232984" y="102422"/>
                    <a:pt x="228629" y="107717"/>
                  </a:cubicBezTo>
                  <a:cubicBezTo>
                    <a:pt x="220259" y="118649"/>
                    <a:pt x="211804" y="128129"/>
                    <a:pt x="203861" y="136584"/>
                  </a:cubicBezTo>
                  <a:cubicBezTo>
                    <a:pt x="198139" y="142733"/>
                    <a:pt x="192759" y="148199"/>
                    <a:pt x="187720" y="152725"/>
                  </a:cubicBezTo>
                  <a:cubicBezTo>
                    <a:pt x="174994" y="165023"/>
                    <a:pt x="164575" y="173649"/>
                    <a:pt x="158853" y="177920"/>
                  </a:cubicBezTo>
                  <a:cubicBezTo>
                    <a:pt x="155693" y="180396"/>
                    <a:pt x="154070" y="181592"/>
                    <a:pt x="154070" y="181592"/>
                  </a:cubicBezTo>
                  <a:cubicBezTo>
                    <a:pt x="148177" y="185691"/>
                    <a:pt x="141345" y="190474"/>
                    <a:pt x="133659" y="195257"/>
                  </a:cubicBezTo>
                  <a:cubicBezTo>
                    <a:pt x="123922" y="201150"/>
                    <a:pt x="112734" y="207299"/>
                    <a:pt x="100009" y="213448"/>
                  </a:cubicBezTo>
                  <a:cubicBezTo>
                    <a:pt x="96849" y="215071"/>
                    <a:pt x="93433" y="216608"/>
                    <a:pt x="89760" y="218231"/>
                  </a:cubicBezTo>
                  <a:cubicBezTo>
                    <a:pt x="83611" y="220964"/>
                    <a:pt x="77035" y="223697"/>
                    <a:pt x="69946" y="226173"/>
                  </a:cubicBezTo>
                  <a:cubicBezTo>
                    <a:pt x="64908" y="228223"/>
                    <a:pt x="59954" y="230016"/>
                    <a:pt x="54744" y="231639"/>
                  </a:cubicBezTo>
                  <a:cubicBezTo>
                    <a:pt x="49962" y="233433"/>
                    <a:pt x="45008" y="234799"/>
                    <a:pt x="39713" y="236422"/>
                  </a:cubicBezTo>
                  <a:lnTo>
                    <a:pt x="35187" y="232322"/>
                  </a:lnTo>
                  <a:lnTo>
                    <a:pt x="23401" y="221903"/>
                  </a:lnTo>
                  <a:lnTo>
                    <a:pt x="6833" y="206872"/>
                  </a:lnTo>
                  <a:lnTo>
                    <a:pt x="1110" y="201662"/>
                  </a:lnTo>
                  <a:lnTo>
                    <a:pt x="0" y="200723"/>
                  </a:lnTo>
                  <a:cubicBezTo>
                    <a:pt x="1110" y="200466"/>
                    <a:pt x="2306" y="200296"/>
                    <a:pt x="3160" y="200039"/>
                  </a:cubicBezTo>
                  <a:cubicBezTo>
                    <a:pt x="4100" y="199783"/>
                    <a:pt x="4954" y="199783"/>
                    <a:pt x="5893" y="199356"/>
                  </a:cubicBezTo>
                  <a:cubicBezTo>
                    <a:pt x="13152" y="197990"/>
                    <a:pt x="20241" y="196367"/>
                    <a:pt x="26817" y="194317"/>
                  </a:cubicBezTo>
                  <a:cubicBezTo>
                    <a:pt x="27928" y="194061"/>
                    <a:pt x="29123" y="193634"/>
                    <a:pt x="29977" y="193378"/>
                  </a:cubicBezTo>
                  <a:cubicBezTo>
                    <a:pt x="38859" y="190645"/>
                    <a:pt x="46802" y="187656"/>
                    <a:pt x="53805" y="184496"/>
                  </a:cubicBezTo>
                  <a:cubicBezTo>
                    <a:pt x="66103" y="179286"/>
                    <a:pt x="76267" y="173564"/>
                    <a:pt x="85149" y="167927"/>
                  </a:cubicBezTo>
                  <a:cubicBezTo>
                    <a:pt x="89931" y="164767"/>
                    <a:pt x="94031" y="161778"/>
                    <a:pt x="97874" y="158874"/>
                  </a:cubicBezTo>
                  <a:cubicBezTo>
                    <a:pt x="102400" y="155202"/>
                    <a:pt x="107183" y="151615"/>
                    <a:pt x="111539" y="147259"/>
                  </a:cubicBezTo>
                  <a:cubicBezTo>
                    <a:pt x="121787" y="138377"/>
                    <a:pt x="131267" y="128385"/>
                    <a:pt x="140662" y="117709"/>
                  </a:cubicBezTo>
                  <a:cubicBezTo>
                    <a:pt x="146982" y="110706"/>
                    <a:pt x="153131" y="103361"/>
                    <a:pt x="158853" y="95931"/>
                  </a:cubicBezTo>
                  <a:cubicBezTo>
                    <a:pt x="166796" y="86366"/>
                    <a:pt x="174055" y="76800"/>
                    <a:pt x="181144" y="67491"/>
                  </a:cubicBezTo>
                  <a:cubicBezTo>
                    <a:pt x="186866" y="60232"/>
                    <a:pt x="192075" y="53400"/>
                    <a:pt x="197029" y="46823"/>
                  </a:cubicBezTo>
                  <a:cubicBezTo>
                    <a:pt x="203861" y="37770"/>
                    <a:pt x="210694" y="29572"/>
                    <a:pt x="216587" y="22483"/>
                  </a:cubicBezTo>
                  <a:cubicBezTo>
                    <a:pt x="224785" y="13430"/>
                    <a:pt x="231789" y="6598"/>
                    <a:pt x="238194" y="2925"/>
                  </a:cubicBezTo>
                  <a:cubicBezTo>
                    <a:pt x="240671" y="1559"/>
                    <a:pt x="242977" y="876"/>
                    <a:pt x="245026" y="449"/>
                  </a:cubicBezTo>
                  <a:cubicBezTo>
                    <a:pt x="247332" y="22"/>
                    <a:pt x="253652" y="-918"/>
                    <a:pt x="258435" y="2498"/>
                  </a:cubicBezTo>
                  <a:cubicBezTo>
                    <a:pt x="263217" y="5914"/>
                    <a:pt x="265950" y="13430"/>
                    <a:pt x="264157" y="295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9" name="Google Shape;919;p37"/>
            <p:cNvSpPr/>
            <p:nvPr/>
          </p:nvSpPr>
          <p:spPr>
            <a:xfrm>
              <a:off x="4488088" y="4563538"/>
              <a:ext cx="54685" cy="44786"/>
            </a:xfrm>
            <a:custGeom>
              <a:avLst/>
              <a:gdLst/>
              <a:ahLst/>
              <a:cxnLst/>
              <a:rect l="l" t="t" r="r" b="b"/>
              <a:pathLst>
                <a:path w="37649" h="30834" extrusionOk="0">
                  <a:moveTo>
                    <a:pt x="37322" y="29465"/>
                  </a:moveTo>
                  <a:cubicBezTo>
                    <a:pt x="35016" y="33137"/>
                    <a:pt x="21864" y="29038"/>
                    <a:pt x="5039" y="21778"/>
                  </a:cubicBezTo>
                  <a:cubicBezTo>
                    <a:pt x="3416" y="14946"/>
                    <a:pt x="1623" y="7430"/>
                    <a:pt x="0" y="0"/>
                  </a:cubicBezTo>
                  <a:cubicBezTo>
                    <a:pt x="9053" y="1366"/>
                    <a:pt x="19557" y="5210"/>
                    <a:pt x="28183" y="13836"/>
                  </a:cubicBezTo>
                  <a:cubicBezTo>
                    <a:pt x="31600" y="16996"/>
                    <a:pt x="39542" y="26134"/>
                    <a:pt x="37236" y="2955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0" name="Google Shape;920;p37"/>
            <p:cNvSpPr/>
            <p:nvPr/>
          </p:nvSpPr>
          <p:spPr>
            <a:xfrm>
              <a:off x="4501374" y="4620286"/>
              <a:ext cx="41412" cy="41514"/>
            </a:xfrm>
            <a:custGeom>
              <a:avLst/>
              <a:gdLst/>
              <a:ahLst/>
              <a:cxnLst/>
              <a:rect l="l" t="t" r="r" b="b"/>
              <a:pathLst>
                <a:path w="28511" h="28581" extrusionOk="0">
                  <a:moveTo>
                    <a:pt x="28184" y="27244"/>
                  </a:moveTo>
                  <a:cubicBezTo>
                    <a:pt x="26390" y="30233"/>
                    <a:pt x="16825" y="27927"/>
                    <a:pt x="4100" y="23145"/>
                  </a:cubicBezTo>
                  <a:cubicBezTo>
                    <a:pt x="3160" y="16141"/>
                    <a:pt x="1794" y="8370"/>
                    <a:pt x="0" y="0"/>
                  </a:cubicBezTo>
                  <a:cubicBezTo>
                    <a:pt x="6576" y="2050"/>
                    <a:pt x="13152" y="5722"/>
                    <a:pt x="19045" y="11615"/>
                  </a:cubicBezTo>
                  <a:cubicBezTo>
                    <a:pt x="22461" y="15031"/>
                    <a:pt x="30404" y="23913"/>
                    <a:pt x="28098" y="2733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1" name="Google Shape;921;p37"/>
            <p:cNvSpPr/>
            <p:nvPr/>
          </p:nvSpPr>
          <p:spPr>
            <a:xfrm>
              <a:off x="4499386" y="4686967"/>
              <a:ext cx="27643" cy="28723"/>
            </a:xfrm>
            <a:custGeom>
              <a:avLst/>
              <a:gdLst/>
              <a:ahLst/>
              <a:cxnLst/>
              <a:rect l="l" t="t" r="r" b="b"/>
              <a:pathLst>
                <a:path w="19031" h="19775" extrusionOk="0">
                  <a:moveTo>
                    <a:pt x="18618" y="18447"/>
                  </a:moveTo>
                  <a:cubicBezTo>
                    <a:pt x="16825" y="20924"/>
                    <a:pt x="9992" y="19814"/>
                    <a:pt x="0" y="16142"/>
                  </a:cubicBezTo>
                  <a:cubicBezTo>
                    <a:pt x="3673" y="12469"/>
                    <a:pt x="5722" y="6832"/>
                    <a:pt x="6405" y="0"/>
                  </a:cubicBezTo>
                  <a:cubicBezTo>
                    <a:pt x="7516" y="683"/>
                    <a:pt x="8455" y="1623"/>
                    <a:pt x="9566" y="2733"/>
                  </a:cubicBezTo>
                  <a:cubicBezTo>
                    <a:pt x="12982" y="5893"/>
                    <a:pt x="20924" y="15031"/>
                    <a:pt x="18618" y="1844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2" name="Google Shape;922;p37"/>
            <p:cNvSpPr/>
            <p:nvPr/>
          </p:nvSpPr>
          <p:spPr>
            <a:xfrm>
              <a:off x="4791856" y="4531377"/>
              <a:ext cx="36558" cy="32006"/>
            </a:xfrm>
            <a:custGeom>
              <a:avLst/>
              <a:gdLst/>
              <a:ahLst/>
              <a:cxnLst/>
              <a:rect l="l" t="t" r="r" b="b"/>
              <a:pathLst>
                <a:path w="25169" h="22035" extrusionOk="0">
                  <a:moveTo>
                    <a:pt x="25169" y="18874"/>
                  </a:moveTo>
                  <a:cubicBezTo>
                    <a:pt x="23120" y="19814"/>
                    <a:pt x="20814" y="20497"/>
                    <a:pt x="18337" y="20924"/>
                  </a:cubicBezTo>
                  <a:cubicBezTo>
                    <a:pt x="13811" y="21864"/>
                    <a:pt x="1768" y="23401"/>
                    <a:pt x="146" y="19558"/>
                  </a:cubicBezTo>
                  <a:cubicBezTo>
                    <a:pt x="-1221" y="16141"/>
                    <a:pt x="7149" y="8882"/>
                    <a:pt x="19874" y="0"/>
                  </a:cubicBezTo>
                  <a:cubicBezTo>
                    <a:pt x="21668" y="6405"/>
                    <a:pt x="23547" y="12725"/>
                    <a:pt x="25084" y="1887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3" name="Google Shape;923;p37"/>
            <p:cNvSpPr/>
            <p:nvPr/>
          </p:nvSpPr>
          <p:spPr>
            <a:xfrm>
              <a:off x="5104616" y="4132034"/>
              <a:ext cx="70336" cy="96015"/>
            </a:xfrm>
            <a:custGeom>
              <a:avLst/>
              <a:gdLst/>
              <a:ahLst/>
              <a:cxnLst/>
              <a:rect l="l" t="t" r="r" b="b"/>
              <a:pathLst>
                <a:path w="48424" h="66103" extrusionOk="0">
                  <a:moveTo>
                    <a:pt x="48424" y="47912"/>
                  </a:moveTo>
                  <a:cubicBezTo>
                    <a:pt x="38688" y="53805"/>
                    <a:pt x="27500" y="59954"/>
                    <a:pt x="14775" y="66103"/>
                  </a:cubicBezTo>
                  <a:cubicBezTo>
                    <a:pt x="6576" y="55428"/>
                    <a:pt x="0" y="40653"/>
                    <a:pt x="0" y="20668"/>
                  </a:cubicBezTo>
                  <a:cubicBezTo>
                    <a:pt x="4783" y="17508"/>
                    <a:pt x="8882" y="14519"/>
                    <a:pt x="12725" y="11615"/>
                  </a:cubicBezTo>
                  <a:cubicBezTo>
                    <a:pt x="17252" y="7943"/>
                    <a:pt x="22034" y="4356"/>
                    <a:pt x="26390" y="0"/>
                  </a:cubicBezTo>
                  <a:cubicBezTo>
                    <a:pt x="33222" y="11786"/>
                    <a:pt x="40738" y="28867"/>
                    <a:pt x="48424" y="4791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4" name="Google Shape;924;p37"/>
            <p:cNvSpPr/>
            <p:nvPr/>
          </p:nvSpPr>
          <p:spPr>
            <a:xfrm>
              <a:off x="5184585" y="4057281"/>
              <a:ext cx="68972" cy="119088"/>
            </a:xfrm>
            <a:custGeom>
              <a:avLst/>
              <a:gdLst/>
              <a:ahLst/>
              <a:cxnLst/>
              <a:rect l="l" t="t" r="r" b="b"/>
              <a:pathLst>
                <a:path w="47485" h="81988" extrusionOk="0">
                  <a:moveTo>
                    <a:pt x="47485" y="56794"/>
                  </a:moveTo>
                  <a:cubicBezTo>
                    <a:pt x="34760" y="69092"/>
                    <a:pt x="24340" y="77718"/>
                    <a:pt x="18618" y="81989"/>
                  </a:cubicBezTo>
                  <a:cubicBezTo>
                    <a:pt x="8882" y="71057"/>
                    <a:pt x="0" y="54744"/>
                    <a:pt x="0" y="31344"/>
                  </a:cubicBezTo>
                  <a:cubicBezTo>
                    <a:pt x="0" y="29038"/>
                    <a:pt x="0" y="25621"/>
                    <a:pt x="427" y="21778"/>
                  </a:cubicBezTo>
                  <a:cubicBezTo>
                    <a:pt x="6747" y="14775"/>
                    <a:pt x="12896" y="7430"/>
                    <a:pt x="18618" y="0"/>
                  </a:cubicBezTo>
                  <a:cubicBezTo>
                    <a:pt x="26988" y="9736"/>
                    <a:pt x="37236" y="31344"/>
                    <a:pt x="47485" y="5679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5" name="Google Shape;925;p37"/>
            <p:cNvSpPr/>
            <p:nvPr/>
          </p:nvSpPr>
          <p:spPr>
            <a:xfrm>
              <a:off x="5243071" y="3985880"/>
              <a:ext cx="69964" cy="130376"/>
            </a:xfrm>
            <a:custGeom>
              <a:avLst/>
              <a:gdLst/>
              <a:ahLst/>
              <a:cxnLst/>
              <a:rect l="l" t="t" r="r" b="b"/>
              <a:pathLst>
                <a:path w="48168" h="89760" extrusionOk="0">
                  <a:moveTo>
                    <a:pt x="48168" y="60894"/>
                  </a:moveTo>
                  <a:cubicBezTo>
                    <a:pt x="39799" y="71825"/>
                    <a:pt x="31344" y="81305"/>
                    <a:pt x="23401" y="89760"/>
                  </a:cubicBezTo>
                  <a:cubicBezTo>
                    <a:pt x="12298" y="79085"/>
                    <a:pt x="0" y="61150"/>
                    <a:pt x="0" y="33820"/>
                  </a:cubicBezTo>
                  <a:cubicBezTo>
                    <a:pt x="0" y="30660"/>
                    <a:pt x="0" y="25878"/>
                    <a:pt x="683" y="20668"/>
                  </a:cubicBezTo>
                  <a:cubicBezTo>
                    <a:pt x="6405" y="13409"/>
                    <a:pt x="11615" y="6576"/>
                    <a:pt x="16569" y="0"/>
                  </a:cubicBezTo>
                  <a:cubicBezTo>
                    <a:pt x="25195" y="8199"/>
                    <a:pt x="36553" y="32283"/>
                    <a:pt x="48168" y="6089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6" name="Google Shape;926;p37"/>
            <p:cNvSpPr/>
            <p:nvPr/>
          </p:nvSpPr>
          <p:spPr>
            <a:xfrm>
              <a:off x="5295224" y="3922180"/>
              <a:ext cx="64134" cy="124794"/>
            </a:xfrm>
            <a:custGeom>
              <a:avLst/>
              <a:gdLst/>
              <a:ahLst/>
              <a:cxnLst/>
              <a:rect l="l" t="t" r="r" b="b"/>
              <a:pathLst>
                <a:path w="44154" h="85917" extrusionOk="0">
                  <a:moveTo>
                    <a:pt x="44154" y="44325"/>
                  </a:moveTo>
                  <a:cubicBezTo>
                    <a:pt x="38945" y="64993"/>
                    <a:pt x="29635" y="80707"/>
                    <a:pt x="26390" y="85917"/>
                  </a:cubicBezTo>
                  <a:cubicBezTo>
                    <a:pt x="14604" y="75498"/>
                    <a:pt x="256" y="57050"/>
                    <a:pt x="0" y="27500"/>
                  </a:cubicBezTo>
                  <a:cubicBezTo>
                    <a:pt x="0" y="25451"/>
                    <a:pt x="0" y="22718"/>
                    <a:pt x="256" y="19558"/>
                  </a:cubicBezTo>
                  <a:cubicBezTo>
                    <a:pt x="8455" y="10505"/>
                    <a:pt x="15458" y="3672"/>
                    <a:pt x="21864" y="0"/>
                  </a:cubicBezTo>
                  <a:cubicBezTo>
                    <a:pt x="28696" y="9309"/>
                    <a:pt x="36382" y="25451"/>
                    <a:pt x="44154" y="4432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7" name="Google Shape;927;p37"/>
            <p:cNvSpPr/>
            <p:nvPr/>
          </p:nvSpPr>
          <p:spPr>
            <a:xfrm>
              <a:off x="5128612" y="4480218"/>
              <a:ext cx="78121" cy="70488"/>
            </a:xfrm>
            <a:custGeom>
              <a:avLst/>
              <a:gdLst/>
              <a:ahLst/>
              <a:cxnLst/>
              <a:rect l="l" t="t" r="r" b="b"/>
              <a:pathLst>
                <a:path w="53784" h="48529" extrusionOk="0">
                  <a:moveTo>
                    <a:pt x="53784" y="42019"/>
                  </a:moveTo>
                  <a:cubicBezTo>
                    <a:pt x="48575" y="44069"/>
                    <a:pt x="42682" y="45692"/>
                    <a:pt x="36533" y="46802"/>
                  </a:cubicBezTo>
                  <a:cubicBezTo>
                    <a:pt x="27224" y="48424"/>
                    <a:pt x="3823" y="50901"/>
                    <a:pt x="406" y="43386"/>
                  </a:cubicBezTo>
                  <a:cubicBezTo>
                    <a:pt x="-3266" y="35443"/>
                    <a:pt x="18341" y="18874"/>
                    <a:pt x="49258" y="0"/>
                  </a:cubicBezTo>
                  <a:cubicBezTo>
                    <a:pt x="51564" y="14348"/>
                    <a:pt x="53101" y="28440"/>
                    <a:pt x="53784" y="420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8" name="Google Shape;928;p37"/>
            <p:cNvSpPr/>
            <p:nvPr/>
          </p:nvSpPr>
          <p:spPr>
            <a:xfrm>
              <a:off x="5141561" y="4567263"/>
              <a:ext cx="66725" cy="67264"/>
            </a:xfrm>
            <a:custGeom>
              <a:avLst/>
              <a:gdLst/>
              <a:ahLst/>
              <a:cxnLst/>
              <a:rect l="l" t="t" r="r" b="b"/>
              <a:pathLst>
                <a:path w="45938" h="46309" extrusionOk="0">
                  <a:moveTo>
                    <a:pt x="44878" y="42788"/>
                  </a:moveTo>
                  <a:cubicBezTo>
                    <a:pt x="42146" y="43471"/>
                    <a:pt x="39413" y="44154"/>
                    <a:pt x="36509" y="44581"/>
                  </a:cubicBezTo>
                  <a:cubicBezTo>
                    <a:pt x="27456" y="46204"/>
                    <a:pt x="3799" y="48681"/>
                    <a:pt x="383" y="41165"/>
                  </a:cubicBezTo>
                  <a:cubicBezTo>
                    <a:pt x="-3033" y="33649"/>
                    <a:pt x="16780" y="18020"/>
                    <a:pt x="45562" y="0"/>
                  </a:cubicBezTo>
                  <a:cubicBezTo>
                    <a:pt x="46245" y="14775"/>
                    <a:pt x="45989" y="29123"/>
                    <a:pt x="44878" y="4270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9" name="Google Shape;929;p37"/>
            <p:cNvSpPr/>
            <p:nvPr/>
          </p:nvSpPr>
          <p:spPr>
            <a:xfrm>
              <a:off x="5142981" y="4645990"/>
              <a:ext cx="62773" cy="52845"/>
            </a:xfrm>
            <a:custGeom>
              <a:avLst/>
              <a:gdLst/>
              <a:ahLst/>
              <a:cxnLst/>
              <a:rect l="l" t="t" r="r" b="b"/>
              <a:pathLst>
                <a:path w="43217" h="36382" extrusionOk="0">
                  <a:moveTo>
                    <a:pt x="43218" y="0"/>
                  </a:moveTo>
                  <a:cubicBezTo>
                    <a:pt x="42107" y="12725"/>
                    <a:pt x="40485" y="24767"/>
                    <a:pt x="38691" y="36382"/>
                  </a:cubicBezTo>
                  <a:cubicBezTo>
                    <a:pt x="36641" y="36126"/>
                    <a:pt x="34592" y="35955"/>
                    <a:pt x="32542" y="35443"/>
                  </a:cubicBezTo>
                  <a:cubicBezTo>
                    <a:pt x="23489" y="33649"/>
                    <a:pt x="515" y="27500"/>
                    <a:pt x="3" y="19301"/>
                  </a:cubicBezTo>
                  <a:cubicBezTo>
                    <a:pt x="-253" y="12042"/>
                    <a:pt x="17254" y="5637"/>
                    <a:pt x="43218"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0" name="Google Shape;930;p37"/>
            <p:cNvSpPr/>
            <p:nvPr/>
          </p:nvSpPr>
          <p:spPr>
            <a:xfrm>
              <a:off x="4800753" y="4577943"/>
              <a:ext cx="40570" cy="34895"/>
            </a:xfrm>
            <a:custGeom>
              <a:avLst/>
              <a:gdLst/>
              <a:ahLst/>
              <a:cxnLst/>
              <a:rect l="l" t="t" r="r" b="b"/>
              <a:pathLst>
                <a:path w="27931" h="24024" extrusionOk="0">
                  <a:moveTo>
                    <a:pt x="27932" y="19558"/>
                  </a:moveTo>
                  <a:cubicBezTo>
                    <a:pt x="24942" y="20924"/>
                    <a:pt x="21783" y="22034"/>
                    <a:pt x="18366" y="22718"/>
                  </a:cubicBezTo>
                  <a:cubicBezTo>
                    <a:pt x="13584" y="23828"/>
                    <a:pt x="1798" y="25451"/>
                    <a:pt x="175" y="21607"/>
                  </a:cubicBezTo>
                  <a:cubicBezTo>
                    <a:pt x="-1448" y="17764"/>
                    <a:pt x="8374" y="9565"/>
                    <a:pt x="22637" y="0"/>
                  </a:cubicBezTo>
                  <a:cubicBezTo>
                    <a:pt x="24430" y="6576"/>
                    <a:pt x="26309" y="12982"/>
                    <a:pt x="27846" y="1955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1" name="Google Shape;931;p37"/>
            <p:cNvSpPr/>
            <p:nvPr/>
          </p:nvSpPr>
          <p:spPr>
            <a:xfrm>
              <a:off x="4817636" y="4640526"/>
              <a:ext cx="39584" cy="34289"/>
            </a:xfrm>
            <a:custGeom>
              <a:avLst/>
              <a:gdLst/>
              <a:ahLst/>
              <a:cxnLst/>
              <a:rect l="l" t="t" r="r" b="b"/>
              <a:pathLst>
                <a:path w="27252" h="23607" extrusionOk="0">
                  <a:moveTo>
                    <a:pt x="27167" y="19472"/>
                  </a:moveTo>
                  <a:cubicBezTo>
                    <a:pt x="24434" y="20839"/>
                    <a:pt x="21274" y="21778"/>
                    <a:pt x="18114" y="22461"/>
                  </a:cubicBezTo>
                  <a:cubicBezTo>
                    <a:pt x="13587" y="23401"/>
                    <a:pt x="1546" y="24938"/>
                    <a:pt x="179" y="21351"/>
                  </a:cubicBezTo>
                  <a:cubicBezTo>
                    <a:pt x="-1444" y="17508"/>
                    <a:pt x="8122" y="9565"/>
                    <a:pt x="22213" y="0"/>
                  </a:cubicBezTo>
                  <a:cubicBezTo>
                    <a:pt x="24007" y="6576"/>
                    <a:pt x="25630" y="13152"/>
                    <a:pt x="27252" y="1955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2" name="Google Shape;932;p37"/>
            <p:cNvSpPr/>
            <p:nvPr/>
          </p:nvSpPr>
          <p:spPr>
            <a:xfrm>
              <a:off x="4511793" y="4088192"/>
              <a:ext cx="69608" cy="118004"/>
            </a:xfrm>
            <a:custGeom>
              <a:avLst/>
              <a:gdLst/>
              <a:ahLst/>
              <a:cxnLst/>
              <a:rect l="l" t="t" r="r" b="b"/>
              <a:pathLst>
                <a:path w="47923" h="81242" extrusionOk="0">
                  <a:moveTo>
                    <a:pt x="9915" y="6"/>
                  </a:moveTo>
                  <a:cubicBezTo>
                    <a:pt x="6328" y="-421"/>
                    <a:pt x="-4860" y="23577"/>
                    <a:pt x="2400" y="47320"/>
                  </a:cubicBezTo>
                  <a:cubicBezTo>
                    <a:pt x="3254" y="49967"/>
                    <a:pt x="10171" y="71233"/>
                    <a:pt x="29387" y="78578"/>
                  </a:cubicBezTo>
                  <a:cubicBezTo>
                    <a:pt x="37074" y="81482"/>
                    <a:pt x="46810" y="82250"/>
                    <a:pt x="47835" y="79688"/>
                  </a:cubicBezTo>
                  <a:cubicBezTo>
                    <a:pt x="49201" y="76357"/>
                    <a:pt x="34512" y="71319"/>
                    <a:pt x="24007" y="58849"/>
                  </a:cubicBezTo>
                  <a:cubicBezTo>
                    <a:pt x="3937" y="34851"/>
                    <a:pt x="14100" y="518"/>
                    <a:pt x="9830" y="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3" name="Google Shape;933;p37"/>
            <p:cNvSpPr/>
            <p:nvPr/>
          </p:nvSpPr>
          <p:spPr>
            <a:xfrm>
              <a:off x="4650633" y="4147247"/>
              <a:ext cx="111799" cy="78359"/>
            </a:xfrm>
            <a:custGeom>
              <a:avLst/>
              <a:gdLst/>
              <a:ahLst/>
              <a:cxnLst/>
              <a:rect l="l" t="t" r="r" b="b"/>
              <a:pathLst>
                <a:path w="76970" h="53948" extrusionOk="0">
                  <a:moveTo>
                    <a:pt x="0" y="47356"/>
                  </a:moveTo>
                  <a:cubicBezTo>
                    <a:pt x="0" y="50943"/>
                    <a:pt x="25194" y="59227"/>
                    <a:pt x="47912" y="49064"/>
                  </a:cubicBezTo>
                  <a:cubicBezTo>
                    <a:pt x="50389" y="47954"/>
                    <a:pt x="70715" y="38474"/>
                    <a:pt x="75754" y="18489"/>
                  </a:cubicBezTo>
                  <a:cubicBezTo>
                    <a:pt x="77718" y="10461"/>
                    <a:pt x="77291" y="810"/>
                    <a:pt x="74558" y="41"/>
                  </a:cubicBezTo>
                  <a:cubicBezTo>
                    <a:pt x="71057" y="-898"/>
                    <a:pt x="67897" y="14304"/>
                    <a:pt x="56709" y="26175"/>
                  </a:cubicBezTo>
                  <a:cubicBezTo>
                    <a:pt x="35272" y="48978"/>
                    <a:pt x="0" y="43085"/>
                    <a:pt x="0" y="4735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4" name="Google Shape;934;p37"/>
            <p:cNvSpPr/>
            <p:nvPr/>
          </p:nvSpPr>
          <p:spPr>
            <a:xfrm>
              <a:off x="4584569" y="4047461"/>
              <a:ext cx="140123" cy="74195"/>
            </a:xfrm>
            <a:custGeom>
              <a:avLst/>
              <a:gdLst/>
              <a:ahLst/>
              <a:cxnLst/>
              <a:rect l="l" t="t" r="r" b="b"/>
              <a:pathLst>
                <a:path w="96470" h="51081" extrusionOk="0">
                  <a:moveTo>
                    <a:pt x="86" y="4789"/>
                  </a:moveTo>
                  <a:cubicBezTo>
                    <a:pt x="257" y="7693"/>
                    <a:pt x="15545" y="4362"/>
                    <a:pt x="25366" y="12647"/>
                  </a:cubicBezTo>
                  <a:cubicBezTo>
                    <a:pt x="38006" y="23237"/>
                    <a:pt x="33223" y="45784"/>
                    <a:pt x="37664" y="46296"/>
                  </a:cubicBezTo>
                  <a:cubicBezTo>
                    <a:pt x="42191" y="46809"/>
                    <a:pt x="47230" y="23152"/>
                    <a:pt x="51756" y="23664"/>
                  </a:cubicBezTo>
                  <a:cubicBezTo>
                    <a:pt x="56453" y="24262"/>
                    <a:pt x="56112" y="50823"/>
                    <a:pt x="60126" y="51079"/>
                  </a:cubicBezTo>
                  <a:cubicBezTo>
                    <a:pt x="63713" y="51335"/>
                    <a:pt x="63798" y="30667"/>
                    <a:pt x="76182" y="24689"/>
                  </a:cubicBezTo>
                  <a:cubicBezTo>
                    <a:pt x="85406" y="20248"/>
                    <a:pt x="94971" y="26909"/>
                    <a:pt x="96337" y="24347"/>
                  </a:cubicBezTo>
                  <a:cubicBezTo>
                    <a:pt x="98046" y="20846"/>
                    <a:pt x="82929" y="5644"/>
                    <a:pt x="72083" y="8804"/>
                  </a:cubicBezTo>
                  <a:cubicBezTo>
                    <a:pt x="65079" y="10853"/>
                    <a:pt x="63200" y="19565"/>
                    <a:pt x="59443" y="18796"/>
                  </a:cubicBezTo>
                  <a:cubicBezTo>
                    <a:pt x="54318" y="17771"/>
                    <a:pt x="54916" y="1544"/>
                    <a:pt x="51073" y="1117"/>
                  </a:cubicBezTo>
                  <a:cubicBezTo>
                    <a:pt x="47486" y="690"/>
                    <a:pt x="46461" y="14611"/>
                    <a:pt x="39629" y="16234"/>
                  </a:cubicBezTo>
                  <a:cubicBezTo>
                    <a:pt x="31601" y="18113"/>
                    <a:pt x="25622" y="519"/>
                    <a:pt x="11616" y="7"/>
                  </a:cubicBezTo>
                  <a:cubicBezTo>
                    <a:pt x="5552" y="-164"/>
                    <a:pt x="-85" y="2911"/>
                    <a:pt x="1" y="46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5" name="Google Shape;935;p37"/>
            <p:cNvSpPr/>
            <p:nvPr/>
          </p:nvSpPr>
          <p:spPr>
            <a:xfrm>
              <a:off x="4811935" y="4125949"/>
              <a:ext cx="46435" cy="176647"/>
            </a:xfrm>
            <a:custGeom>
              <a:avLst/>
              <a:gdLst/>
              <a:ahLst/>
              <a:cxnLst/>
              <a:rect l="l" t="t" r="r" b="b"/>
              <a:pathLst>
                <a:path w="31969" h="121616" extrusionOk="0">
                  <a:moveTo>
                    <a:pt x="28440" y="66616"/>
                  </a:moveTo>
                  <a:cubicBezTo>
                    <a:pt x="23230" y="94799"/>
                    <a:pt x="13238" y="121616"/>
                    <a:pt x="9992" y="121616"/>
                  </a:cubicBezTo>
                  <a:cubicBezTo>
                    <a:pt x="7259" y="120933"/>
                    <a:pt x="12725" y="98899"/>
                    <a:pt x="12469" y="70715"/>
                  </a:cubicBezTo>
                  <a:cubicBezTo>
                    <a:pt x="12042" y="42959"/>
                    <a:pt x="6320" y="19387"/>
                    <a:pt x="0" y="1366"/>
                  </a:cubicBezTo>
                  <a:cubicBezTo>
                    <a:pt x="9992" y="427"/>
                    <a:pt x="20241" y="0"/>
                    <a:pt x="30490" y="0"/>
                  </a:cubicBezTo>
                  <a:cubicBezTo>
                    <a:pt x="32539" y="18191"/>
                    <a:pt x="32966" y="40909"/>
                    <a:pt x="28440" y="6661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6" name="Google Shape;936;p37"/>
            <p:cNvSpPr/>
            <p:nvPr/>
          </p:nvSpPr>
          <p:spPr>
            <a:xfrm>
              <a:off x="4892277" y="4126942"/>
              <a:ext cx="46585" cy="175655"/>
            </a:xfrm>
            <a:custGeom>
              <a:avLst/>
              <a:gdLst/>
              <a:ahLst/>
              <a:cxnLst/>
              <a:rect l="l" t="t" r="r" b="b"/>
              <a:pathLst>
                <a:path w="32072" h="120933" extrusionOk="0">
                  <a:moveTo>
                    <a:pt x="28611" y="65932"/>
                  </a:moveTo>
                  <a:cubicBezTo>
                    <a:pt x="27244" y="72936"/>
                    <a:pt x="25621" y="79768"/>
                    <a:pt x="23828" y="86173"/>
                  </a:cubicBezTo>
                  <a:cubicBezTo>
                    <a:pt x="22718" y="90700"/>
                    <a:pt x="21522" y="95226"/>
                    <a:pt x="20155" y="99155"/>
                  </a:cubicBezTo>
                  <a:cubicBezTo>
                    <a:pt x="15800" y="112136"/>
                    <a:pt x="11786" y="120933"/>
                    <a:pt x="9907" y="120933"/>
                  </a:cubicBezTo>
                  <a:cubicBezTo>
                    <a:pt x="8284" y="120506"/>
                    <a:pt x="9907" y="110514"/>
                    <a:pt x="11530" y="95482"/>
                  </a:cubicBezTo>
                  <a:cubicBezTo>
                    <a:pt x="11273" y="94543"/>
                    <a:pt x="11530" y="93689"/>
                    <a:pt x="11786" y="92493"/>
                  </a:cubicBezTo>
                  <a:cubicBezTo>
                    <a:pt x="12213" y="85917"/>
                    <a:pt x="12469" y="78145"/>
                    <a:pt x="12469" y="70032"/>
                  </a:cubicBezTo>
                  <a:cubicBezTo>
                    <a:pt x="12213" y="41848"/>
                    <a:pt x="6320" y="18020"/>
                    <a:pt x="0" y="0"/>
                  </a:cubicBezTo>
                  <a:cubicBezTo>
                    <a:pt x="10419" y="427"/>
                    <a:pt x="20924" y="1793"/>
                    <a:pt x="31173" y="3843"/>
                  </a:cubicBezTo>
                  <a:cubicBezTo>
                    <a:pt x="32539" y="21351"/>
                    <a:pt x="32795" y="42275"/>
                    <a:pt x="28696" y="6584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7" name="Google Shape;937;p37"/>
            <p:cNvSpPr/>
            <p:nvPr/>
          </p:nvSpPr>
          <p:spPr>
            <a:xfrm>
              <a:off x="4973983" y="4141844"/>
              <a:ext cx="46400" cy="175302"/>
            </a:xfrm>
            <a:custGeom>
              <a:avLst/>
              <a:gdLst/>
              <a:ahLst/>
              <a:cxnLst/>
              <a:rect l="l" t="t" r="r" b="b"/>
              <a:pathLst>
                <a:path w="31945" h="120690" extrusionOk="0">
                  <a:moveTo>
                    <a:pt x="31685" y="13152"/>
                  </a:moveTo>
                  <a:cubicBezTo>
                    <a:pt x="31942" y="20668"/>
                    <a:pt x="32112" y="28867"/>
                    <a:pt x="31685" y="37493"/>
                  </a:cubicBezTo>
                  <a:cubicBezTo>
                    <a:pt x="31685" y="38432"/>
                    <a:pt x="31429" y="39286"/>
                    <a:pt x="31429" y="40226"/>
                  </a:cubicBezTo>
                  <a:cubicBezTo>
                    <a:pt x="31002" y="48424"/>
                    <a:pt x="30063" y="56794"/>
                    <a:pt x="28440" y="65676"/>
                  </a:cubicBezTo>
                  <a:cubicBezTo>
                    <a:pt x="28184" y="66359"/>
                    <a:pt x="28184" y="67043"/>
                    <a:pt x="28013" y="67726"/>
                  </a:cubicBezTo>
                  <a:cubicBezTo>
                    <a:pt x="22803" y="95910"/>
                    <a:pt x="12811" y="121360"/>
                    <a:pt x="9822" y="120677"/>
                  </a:cubicBezTo>
                  <a:cubicBezTo>
                    <a:pt x="7345" y="120250"/>
                    <a:pt x="12555" y="97959"/>
                    <a:pt x="12298" y="70032"/>
                  </a:cubicBezTo>
                  <a:cubicBezTo>
                    <a:pt x="12298" y="64139"/>
                    <a:pt x="12042" y="58246"/>
                    <a:pt x="11359" y="52780"/>
                  </a:cubicBezTo>
                  <a:cubicBezTo>
                    <a:pt x="11103" y="50303"/>
                    <a:pt x="10932" y="47741"/>
                    <a:pt x="10419" y="45265"/>
                  </a:cubicBezTo>
                  <a:cubicBezTo>
                    <a:pt x="10676" y="44837"/>
                    <a:pt x="10419" y="44325"/>
                    <a:pt x="10419" y="43898"/>
                  </a:cubicBezTo>
                  <a:cubicBezTo>
                    <a:pt x="8114" y="27073"/>
                    <a:pt x="4014" y="12298"/>
                    <a:pt x="0" y="0"/>
                  </a:cubicBezTo>
                  <a:cubicBezTo>
                    <a:pt x="10676" y="3416"/>
                    <a:pt x="21095" y="7686"/>
                    <a:pt x="31600" y="1315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8" name="Google Shape;938;p37"/>
            <p:cNvSpPr/>
            <p:nvPr/>
          </p:nvSpPr>
          <p:spPr>
            <a:xfrm>
              <a:off x="4644791" y="4490022"/>
              <a:ext cx="39085" cy="36599"/>
            </a:xfrm>
            <a:custGeom>
              <a:avLst/>
              <a:gdLst/>
              <a:ahLst/>
              <a:cxnLst/>
              <a:rect l="l" t="t" r="r" b="b"/>
              <a:pathLst>
                <a:path w="26909" h="25197" extrusionOk="0">
                  <a:moveTo>
                    <a:pt x="22978" y="25198"/>
                  </a:moveTo>
                  <a:cubicBezTo>
                    <a:pt x="22038" y="25198"/>
                    <a:pt x="21013" y="24856"/>
                    <a:pt x="20245" y="24173"/>
                  </a:cubicBezTo>
                  <a:lnTo>
                    <a:pt x="1285" y="6921"/>
                  </a:lnTo>
                  <a:cubicBezTo>
                    <a:pt x="-338" y="5469"/>
                    <a:pt x="-424" y="2907"/>
                    <a:pt x="1028" y="1285"/>
                  </a:cubicBezTo>
                  <a:cubicBezTo>
                    <a:pt x="2480" y="-338"/>
                    <a:pt x="5043" y="-423"/>
                    <a:pt x="6665" y="1028"/>
                  </a:cubicBezTo>
                  <a:lnTo>
                    <a:pt x="25625" y="18280"/>
                  </a:lnTo>
                  <a:cubicBezTo>
                    <a:pt x="27248" y="19732"/>
                    <a:pt x="27333" y="22294"/>
                    <a:pt x="25881" y="23917"/>
                  </a:cubicBezTo>
                  <a:cubicBezTo>
                    <a:pt x="25113" y="24771"/>
                    <a:pt x="24002" y="25198"/>
                    <a:pt x="22892" y="2519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9" name="Google Shape;939;p37"/>
            <p:cNvSpPr/>
            <p:nvPr/>
          </p:nvSpPr>
          <p:spPr>
            <a:xfrm>
              <a:off x="4589184" y="4457761"/>
              <a:ext cx="29362" cy="52082"/>
            </a:xfrm>
            <a:custGeom>
              <a:avLst/>
              <a:gdLst/>
              <a:ahLst/>
              <a:cxnLst/>
              <a:rect l="l" t="t" r="r" b="b"/>
              <a:pathLst>
                <a:path w="20215" h="35857" extrusionOk="0">
                  <a:moveTo>
                    <a:pt x="4001" y="35857"/>
                  </a:moveTo>
                  <a:cubicBezTo>
                    <a:pt x="3489" y="35857"/>
                    <a:pt x="2891" y="35772"/>
                    <a:pt x="2378" y="35516"/>
                  </a:cubicBezTo>
                  <a:cubicBezTo>
                    <a:pt x="329" y="34661"/>
                    <a:pt x="-525" y="32270"/>
                    <a:pt x="329" y="30220"/>
                  </a:cubicBezTo>
                  <a:lnTo>
                    <a:pt x="12542" y="2378"/>
                  </a:lnTo>
                  <a:cubicBezTo>
                    <a:pt x="13396" y="329"/>
                    <a:pt x="15787" y="-525"/>
                    <a:pt x="17837" y="329"/>
                  </a:cubicBezTo>
                  <a:cubicBezTo>
                    <a:pt x="19887" y="1183"/>
                    <a:pt x="20740" y="3574"/>
                    <a:pt x="19887" y="5624"/>
                  </a:cubicBezTo>
                  <a:lnTo>
                    <a:pt x="7673" y="33466"/>
                  </a:lnTo>
                  <a:cubicBezTo>
                    <a:pt x="6990" y="35003"/>
                    <a:pt x="5538" y="35857"/>
                    <a:pt x="4001" y="3585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0" name="Google Shape;940;p37"/>
            <p:cNvSpPr/>
            <p:nvPr/>
          </p:nvSpPr>
          <p:spPr>
            <a:xfrm>
              <a:off x="4816053" y="4441575"/>
              <a:ext cx="171861" cy="36991"/>
            </a:xfrm>
            <a:custGeom>
              <a:avLst/>
              <a:gdLst/>
              <a:ahLst/>
              <a:cxnLst/>
              <a:rect l="l" t="t" r="r" b="b"/>
              <a:pathLst>
                <a:path w="118321" h="25467" extrusionOk="0">
                  <a:moveTo>
                    <a:pt x="4000" y="25382"/>
                  </a:moveTo>
                  <a:cubicBezTo>
                    <a:pt x="2719" y="25382"/>
                    <a:pt x="1438" y="24784"/>
                    <a:pt x="670" y="23588"/>
                  </a:cubicBezTo>
                  <a:cubicBezTo>
                    <a:pt x="-526" y="21795"/>
                    <a:pt x="-99" y="19318"/>
                    <a:pt x="1780" y="18037"/>
                  </a:cubicBezTo>
                  <a:cubicBezTo>
                    <a:pt x="13139" y="10351"/>
                    <a:pt x="36796" y="-2289"/>
                    <a:pt x="67798" y="358"/>
                  </a:cubicBezTo>
                  <a:cubicBezTo>
                    <a:pt x="89661" y="2152"/>
                    <a:pt x="106401" y="10692"/>
                    <a:pt x="116564" y="17610"/>
                  </a:cubicBezTo>
                  <a:cubicBezTo>
                    <a:pt x="118357" y="18806"/>
                    <a:pt x="118870" y="21368"/>
                    <a:pt x="117674" y="23161"/>
                  </a:cubicBezTo>
                  <a:cubicBezTo>
                    <a:pt x="116478" y="25040"/>
                    <a:pt x="113916" y="25467"/>
                    <a:pt x="112123" y="24272"/>
                  </a:cubicBezTo>
                  <a:cubicBezTo>
                    <a:pt x="102728" y="17952"/>
                    <a:pt x="87270" y="10009"/>
                    <a:pt x="67200" y="8386"/>
                  </a:cubicBezTo>
                  <a:cubicBezTo>
                    <a:pt x="38675" y="6166"/>
                    <a:pt x="16811" y="17695"/>
                    <a:pt x="6306" y="24784"/>
                  </a:cubicBezTo>
                  <a:cubicBezTo>
                    <a:pt x="5623" y="25211"/>
                    <a:pt x="4854" y="25467"/>
                    <a:pt x="4086" y="2546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1" name="Google Shape;941;p37"/>
            <p:cNvSpPr/>
            <p:nvPr/>
          </p:nvSpPr>
          <p:spPr>
            <a:xfrm>
              <a:off x="4929356" y="4220838"/>
              <a:ext cx="44984" cy="230961"/>
            </a:xfrm>
            <a:custGeom>
              <a:avLst/>
              <a:gdLst/>
              <a:ahLst/>
              <a:cxnLst/>
              <a:rect l="l" t="t" r="r" b="b"/>
              <a:pathLst>
                <a:path w="30970" h="159009" extrusionOk="0">
                  <a:moveTo>
                    <a:pt x="26936" y="159010"/>
                  </a:moveTo>
                  <a:cubicBezTo>
                    <a:pt x="25570" y="159010"/>
                    <a:pt x="24289" y="158327"/>
                    <a:pt x="23520" y="157131"/>
                  </a:cubicBezTo>
                  <a:cubicBezTo>
                    <a:pt x="11734" y="138257"/>
                    <a:pt x="-6628" y="99654"/>
                    <a:pt x="2425" y="52425"/>
                  </a:cubicBezTo>
                  <a:cubicBezTo>
                    <a:pt x="5841" y="34490"/>
                    <a:pt x="12930" y="17409"/>
                    <a:pt x="23349" y="1780"/>
                  </a:cubicBezTo>
                  <a:cubicBezTo>
                    <a:pt x="24630" y="-99"/>
                    <a:pt x="27107" y="-526"/>
                    <a:pt x="28900" y="670"/>
                  </a:cubicBezTo>
                  <a:cubicBezTo>
                    <a:pt x="30694" y="1865"/>
                    <a:pt x="31207" y="4342"/>
                    <a:pt x="30011" y="6221"/>
                  </a:cubicBezTo>
                  <a:cubicBezTo>
                    <a:pt x="20189" y="20996"/>
                    <a:pt x="13528" y="37052"/>
                    <a:pt x="10282" y="53962"/>
                  </a:cubicBezTo>
                  <a:cubicBezTo>
                    <a:pt x="1742" y="98458"/>
                    <a:pt x="19164" y="135097"/>
                    <a:pt x="30352" y="152946"/>
                  </a:cubicBezTo>
                  <a:cubicBezTo>
                    <a:pt x="31548" y="154825"/>
                    <a:pt x="30950" y="157302"/>
                    <a:pt x="29071" y="158412"/>
                  </a:cubicBezTo>
                  <a:cubicBezTo>
                    <a:pt x="28388" y="158839"/>
                    <a:pt x="27705" y="159010"/>
                    <a:pt x="26936" y="15901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2" name="Google Shape;942;p37"/>
            <p:cNvSpPr/>
            <p:nvPr/>
          </p:nvSpPr>
          <p:spPr>
            <a:xfrm>
              <a:off x="4465042" y="4720299"/>
              <a:ext cx="46663" cy="17067"/>
            </a:xfrm>
            <a:custGeom>
              <a:avLst/>
              <a:gdLst/>
              <a:ahLst/>
              <a:cxnLst/>
              <a:rect l="l" t="t" r="r" b="b"/>
              <a:pathLst>
                <a:path w="32126" h="11750" extrusionOk="0">
                  <a:moveTo>
                    <a:pt x="28148" y="11750"/>
                  </a:moveTo>
                  <a:cubicBezTo>
                    <a:pt x="27550" y="11750"/>
                    <a:pt x="3380" y="7907"/>
                    <a:pt x="3380" y="7907"/>
                  </a:cubicBezTo>
                  <a:cubicBezTo>
                    <a:pt x="1160" y="7565"/>
                    <a:pt x="-292" y="5516"/>
                    <a:pt x="50" y="3381"/>
                  </a:cubicBezTo>
                  <a:cubicBezTo>
                    <a:pt x="391" y="1160"/>
                    <a:pt x="2441" y="-292"/>
                    <a:pt x="4576" y="50"/>
                  </a:cubicBezTo>
                  <a:lnTo>
                    <a:pt x="28746" y="3808"/>
                  </a:lnTo>
                  <a:cubicBezTo>
                    <a:pt x="30966" y="4149"/>
                    <a:pt x="32418" y="6199"/>
                    <a:pt x="32077" y="8334"/>
                  </a:cubicBezTo>
                  <a:cubicBezTo>
                    <a:pt x="31735" y="10298"/>
                    <a:pt x="30027" y="11750"/>
                    <a:pt x="28148" y="1175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3" name="Google Shape;943;p37"/>
            <p:cNvSpPr/>
            <p:nvPr/>
          </p:nvSpPr>
          <p:spPr>
            <a:xfrm>
              <a:off x="4894885" y="4713243"/>
              <a:ext cx="34520" cy="66787"/>
            </a:xfrm>
            <a:custGeom>
              <a:avLst/>
              <a:gdLst/>
              <a:ahLst/>
              <a:cxnLst/>
              <a:rect l="l" t="t" r="r" b="b"/>
              <a:pathLst>
                <a:path w="23766" h="45981" extrusionOk="0">
                  <a:moveTo>
                    <a:pt x="13835" y="45982"/>
                  </a:moveTo>
                  <a:cubicBezTo>
                    <a:pt x="12895" y="45982"/>
                    <a:pt x="11956" y="45640"/>
                    <a:pt x="11272" y="45042"/>
                  </a:cubicBezTo>
                  <a:cubicBezTo>
                    <a:pt x="9564" y="43590"/>
                    <a:pt x="9394" y="41114"/>
                    <a:pt x="10846" y="39405"/>
                  </a:cubicBezTo>
                  <a:cubicBezTo>
                    <a:pt x="11529" y="38637"/>
                    <a:pt x="17251" y="31634"/>
                    <a:pt x="15372" y="22410"/>
                  </a:cubicBezTo>
                  <a:cubicBezTo>
                    <a:pt x="13237" y="11820"/>
                    <a:pt x="2988" y="7891"/>
                    <a:pt x="2561" y="7720"/>
                  </a:cubicBezTo>
                  <a:cubicBezTo>
                    <a:pt x="511" y="6952"/>
                    <a:pt x="-513" y="4646"/>
                    <a:pt x="255" y="2596"/>
                  </a:cubicBezTo>
                  <a:cubicBezTo>
                    <a:pt x="1024" y="546"/>
                    <a:pt x="3330" y="-564"/>
                    <a:pt x="5380" y="290"/>
                  </a:cubicBezTo>
                  <a:cubicBezTo>
                    <a:pt x="6917" y="888"/>
                    <a:pt x="20240" y="6268"/>
                    <a:pt x="23229" y="20873"/>
                  </a:cubicBezTo>
                  <a:cubicBezTo>
                    <a:pt x="25791" y="33513"/>
                    <a:pt x="18446" y="42907"/>
                    <a:pt x="16909" y="44615"/>
                  </a:cubicBezTo>
                  <a:cubicBezTo>
                    <a:pt x="16141" y="45555"/>
                    <a:pt x="15030" y="45982"/>
                    <a:pt x="13835" y="4598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44" name="Google Shape;944;p37"/>
          <p:cNvGrpSpPr/>
          <p:nvPr/>
        </p:nvGrpSpPr>
        <p:grpSpPr>
          <a:xfrm flipH="1">
            <a:off x="2889069" y="2778293"/>
            <a:ext cx="2467906" cy="2256149"/>
            <a:chOff x="1988385" y="1981338"/>
            <a:chExt cx="3358779" cy="2900103"/>
          </a:xfrm>
        </p:grpSpPr>
        <p:sp>
          <p:nvSpPr>
            <p:cNvPr id="945" name="Google Shape;945;p37"/>
            <p:cNvSpPr/>
            <p:nvPr/>
          </p:nvSpPr>
          <p:spPr>
            <a:xfrm>
              <a:off x="4109904" y="3874351"/>
              <a:ext cx="322757" cy="875789"/>
            </a:xfrm>
            <a:custGeom>
              <a:avLst/>
              <a:gdLst/>
              <a:ahLst/>
              <a:cxnLst/>
              <a:rect l="l" t="t" r="r" b="b"/>
              <a:pathLst>
                <a:path w="85329" h="231537" extrusionOk="0">
                  <a:moveTo>
                    <a:pt x="83493" y="231496"/>
                  </a:moveTo>
                  <a:lnTo>
                    <a:pt x="73922" y="231496"/>
                  </a:lnTo>
                  <a:cubicBezTo>
                    <a:pt x="73131" y="231496"/>
                    <a:pt x="72423" y="230996"/>
                    <a:pt x="72174" y="230206"/>
                  </a:cubicBezTo>
                  <a:lnTo>
                    <a:pt x="98" y="6447"/>
                  </a:lnTo>
                  <a:cubicBezTo>
                    <a:pt x="-235" y="5490"/>
                    <a:pt x="306" y="4449"/>
                    <a:pt x="1305" y="4158"/>
                  </a:cubicBezTo>
                  <a:cubicBezTo>
                    <a:pt x="2304" y="3867"/>
                    <a:pt x="3302" y="4366"/>
                    <a:pt x="3594" y="5365"/>
                  </a:cubicBezTo>
                  <a:lnTo>
                    <a:pt x="75253" y="227875"/>
                  </a:lnTo>
                  <a:lnTo>
                    <a:pt x="81246" y="227875"/>
                  </a:lnTo>
                  <a:lnTo>
                    <a:pt x="34721" y="2202"/>
                  </a:lnTo>
                  <a:cubicBezTo>
                    <a:pt x="34513" y="1203"/>
                    <a:pt x="35137" y="246"/>
                    <a:pt x="36136" y="38"/>
                  </a:cubicBezTo>
                  <a:cubicBezTo>
                    <a:pt x="37218" y="-170"/>
                    <a:pt x="38092" y="496"/>
                    <a:pt x="38300" y="1453"/>
                  </a:cubicBezTo>
                  <a:lnTo>
                    <a:pt x="85282" y="229332"/>
                  </a:lnTo>
                  <a:cubicBezTo>
                    <a:pt x="85407" y="229873"/>
                    <a:pt x="85282" y="230455"/>
                    <a:pt x="84907" y="230872"/>
                  </a:cubicBezTo>
                  <a:cubicBezTo>
                    <a:pt x="84575" y="231288"/>
                    <a:pt x="84034" y="231537"/>
                    <a:pt x="83493" y="2315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6" name="Google Shape;946;p37"/>
            <p:cNvSpPr/>
            <p:nvPr/>
          </p:nvSpPr>
          <p:spPr>
            <a:xfrm>
              <a:off x="4029606" y="2989533"/>
              <a:ext cx="1317558" cy="709472"/>
            </a:xfrm>
            <a:custGeom>
              <a:avLst/>
              <a:gdLst/>
              <a:ahLst/>
              <a:cxnLst/>
              <a:rect l="l" t="t" r="r" b="b"/>
              <a:pathLst>
                <a:path w="348330" h="187567" extrusionOk="0">
                  <a:moveTo>
                    <a:pt x="251310" y="187567"/>
                  </a:moveTo>
                  <a:cubicBezTo>
                    <a:pt x="323593" y="130764"/>
                    <a:pt x="361670" y="65055"/>
                    <a:pt x="344067" y="30515"/>
                  </a:cubicBezTo>
                  <a:cubicBezTo>
                    <a:pt x="327172" y="-2609"/>
                    <a:pt x="262088" y="-1070"/>
                    <a:pt x="182064" y="845"/>
                  </a:cubicBezTo>
                  <a:cubicBezTo>
                    <a:pt x="113193" y="2468"/>
                    <a:pt x="78736" y="3300"/>
                    <a:pt x="48524" y="28060"/>
                  </a:cubicBezTo>
                  <a:cubicBezTo>
                    <a:pt x="-8986" y="75126"/>
                    <a:pt x="-164" y="164554"/>
                    <a:pt x="1417" y="178537"/>
                  </a:cubicBezTo>
                  <a:cubicBezTo>
                    <a:pt x="84729" y="181533"/>
                    <a:pt x="168040" y="184571"/>
                    <a:pt x="251310" y="18756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7" name="Google Shape;947;p37"/>
            <p:cNvSpPr/>
            <p:nvPr/>
          </p:nvSpPr>
          <p:spPr>
            <a:xfrm>
              <a:off x="3133480" y="3855055"/>
              <a:ext cx="322757" cy="875743"/>
            </a:xfrm>
            <a:custGeom>
              <a:avLst/>
              <a:gdLst/>
              <a:ahLst/>
              <a:cxnLst/>
              <a:rect l="l" t="t" r="r" b="b"/>
              <a:pathLst>
                <a:path w="85329" h="231525" extrusionOk="0">
                  <a:moveTo>
                    <a:pt x="83493" y="231484"/>
                  </a:moveTo>
                  <a:lnTo>
                    <a:pt x="73921" y="231484"/>
                  </a:lnTo>
                  <a:cubicBezTo>
                    <a:pt x="73131" y="231484"/>
                    <a:pt x="72423" y="230985"/>
                    <a:pt x="72174" y="230194"/>
                  </a:cubicBezTo>
                  <a:lnTo>
                    <a:pt x="98" y="6435"/>
                  </a:lnTo>
                  <a:cubicBezTo>
                    <a:pt x="-235" y="5478"/>
                    <a:pt x="306" y="4438"/>
                    <a:pt x="1305" y="4147"/>
                  </a:cubicBezTo>
                  <a:cubicBezTo>
                    <a:pt x="2262" y="3855"/>
                    <a:pt x="3302" y="4355"/>
                    <a:pt x="3594" y="5353"/>
                  </a:cubicBezTo>
                  <a:lnTo>
                    <a:pt x="75253" y="227864"/>
                  </a:lnTo>
                  <a:lnTo>
                    <a:pt x="81246" y="227864"/>
                  </a:lnTo>
                  <a:lnTo>
                    <a:pt x="34721" y="2191"/>
                  </a:lnTo>
                  <a:cubicBezTo>
                    <a:pt x="34513" y="1192"/>
                    <a:pt x="35137" y="235"/>
                    <a:pt x="36136" y="27"/>
                  </a:cubicBezTo>
                  <a:cubicBezTo>
                    <a:pt x="37176" y="-140"/>
                    <a:pt x="38092" y="485"/>
                    <a:pt x="38300" y="1442"/>
                  </a:cubicBezTo>
                  <a:lnTo>
                    <a:pt x="85283" y="229320"/>
                  </a:lnTo>
                  <a:cubicBezTo>
                    <a:pt x="85407" y="229861"/>
                    <a:pt x="85283" y="230444"/>
                    <a:pt x="84908" y="230860"/>
                  </a:cubicBezTo>
                  <a:cubicBezTo>
                    <a:pt x="84575" y="231276"/>
                    <a:pt x="84034" y="231526"/>
                    <a:pt x="83493" y="2315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8" name="Google Shape;948;p37"/>
            <p:cNvSpPr/>
            <p:nvPr/>
          </p:nvSpPr>
          <p:spPr>
            <a:xfrm>
              <a:off x="3062998" y="3238163"/>
              <a:ext cx="1363856" cy="558793"/>
            </a:xfrm>
            <a:custGeom>
              <a:avLst/>
              <a:gdLst/>
              <a:ahLst/>
              <a:cxnLst/>
              <a:rect l="l" t="t" r="r" b="b"/>
              <a:pathLst>
                <a:path w="360570" h="147731" extrusionOk="0">
                  <a:moveTo>
                    <a:pt x="298024" y="130420"/>
                  </a:moveTo>
                  <a:cubicBezTo>
                    <a:pt x="351748" y="88348"/>
                    <a:pt x="364857" y="62048"/>
                    <a:pt x="359447" y="45111"/>
                  </a:cubicBezTo>
                  <a:cubicBezTo>
                    <a:pt x="339680" y="-16644"/>
                    <a:pt x="51378" y="-24509"/>
                    <a:pt x="6226" y="82189"/>
                  </a:cubicBezTo>
                  <a:cubicBezTo>
                    <a:pt x="-2554" y="102913"/>
                    <a:pt x="-1181" y="125676"/>
                    <a:pt x="4978" y="147731"/>
                  </a:cubicBezTo>
                  <a:lnTo>
                    <a:pt x="298024" y="13042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9" name="Google Shape;949;p37"/>
            <p:cNvSpPr/>
            <p:nvPr/>
          </p:nvSpPr>
          <p:spPr>
            <a:xfrm>
              <a:off x="2979292" y="3643502"/>
              <a:ext cx="2068460" cy="302392"/>
            </a:xfrm>
            <a:custGeom>
              <a:avLst/>
              <a:gdLst/>
              <a:ahLst/>
              <a:cxnLst/>
              <a:rect l="l" t="t" r="r" b="b"/>
              <a:pathLst>
                <a:path w="546850" h="79945" extrusionOk="0">
                  <a:moveTo>
                    <a:pt x="47149" y="79946"/>
                  </a:moveTo>
                  <a:lnTo>
                    <a:pt x="499411" y="79946"/>
                  </a:lnTo>
                  <a:cubicBezTo>
                    <a:pt x="519926" y="79946"/>
                    <a:pt x="538070" y="69542"/>
                    <a:pt x="544312" y="54228"/>
                  </a:cubicBezTo>
                  <a:lnTo>
                    <a:pt x="544603" y="53479"/>
                  </a:lnTo>
                  <a:cubicBezTo>
                    <a:pt x="554175" y="29925"/>
                    <a:pt x="531994" y="5748"/>
                    <a:pt x="500409" y="5373"/>
                  </a:cubicBezTo>
                  <a:cubicBezTo>
                    <a:pt x="349558" y="3584"/>
                    <a:pt x="198707" y="1794"/>
                    <a:pt x="47856" y="5"/>
                  </a:cubicBezTo>
                  <a:cubicBezTo>
                    <a:pt x="21556" y="-328"/>
                    <a:pt x="0" y="16318"/>
                    <a:pt x="0" y="36875"/>
                  </a:cubicBezTo>
                  <a:lnTo>
                    <a:pt x="0" y="42992"/>
                  </a:lnTo>
                  <a:cubicBezTo>
                    <a:pt x="0" y="63383"/>
                    <a:pt x="21098" y="79904"/>
                    <a:pt x="47107" y="7990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0" name="Google Shape;950;p37"/>
            <p:cNvSpPr/>
            <p:nvPr/>
          </p:nvSpPr>
          <p:spPr>
            <a:xfrm>
              <a:off x="3066078" y="3651531"/>
              <a:ext cx="738870" cy="53677"/>
            </a:xfrm>
            <a:custGeom>
              <a:avLst/>
              <a:gdLst/>
              <a:ahLst/>
              <a:cxnLst/>
              <a:rect l="l" t="t" r="r" b="b"/>
              <a:pathLst>
                <a:path w="195339" h="14191" extrusionOk="0">
                  <a:moveTo>
                    <a:pt x="193507" y="14192"/>
                  </a:moveTo>
                  <a:cubicBezTo>
                    <a:pt x="193507" y="14192"/>
                    <a:pt x="1749" y="3664"/>
                    <a:pt x="1749" y="3664"/>
                  </a:cubicBezTo>
                  <a:cubicBezTo>
                    <a:pt x="750" y="3622"/>
                    <a:pt x="-40" y="2748"/>
                    <a:pt x="2" y="1749"/>
                  </a:cubicBezTo>
                  <a:cubicBezTo>
                    <a:pt x="43" y="751"/>
                    <a:pt x="1084" y="-40"/>
                    <a:pt x="1916" y="2"/>
                  </a:cubicBezTo>
                  <a:lnTo>
                    <a:pt x="193590" y="10530"/>
                  </a:lnTo>
                  <a:cubicBezTo>
                    <a:pt x="194589" y="10572"/>
                    <a:pt x="195379" y="11445"/>
                    <a:pt x="195338" y="12444"/>
                  </a:cubicBezTo>
                  <a:cubicBezTo>
                    <a:pt x="195296" y="13401"/>
                    <a:pt x="194464" y="14192"/>
                    <a:pt x="193507" y="14192"/>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1" name="Google Shape;951;p37"/>
            <p:cNvSpPr/>
            <p:nvPr/>
          </p:nvSpPr>
          <p:spPr>
            <a:xfrm>
              <a:off x="2838720" y="2616325"/>
              <a:ext cx="665603" cy="571203"/>
            </a:xfrm>
            <a:custGeom>
              <a:avLst/>
              <a:gdLst/>
              <a:ahLst/>
              <a:cxnLst/>
              <a:rect l="l" t="t" r="r" b="b"/>
              <a:pathLst>
                <a:path w="175969" h="151012" extrusionOk="0">
                  <a:moveTo>
                    <a:pt x="81938" y="38155"/>
                  </a:moveTo>
                  <a:cubicBezTo>
                    <a:pt x="54639" y="63748"/>
                    <a:pt x="27299" y="89549"/>
                    <a:pt x="0" y="115141"/>
                  </a:cubicBezTo>
                  <a:lnTo>
                    <a:pt x="25343" y="151013"/>
                  </a:lnTo>
                  <a:cubicBezTo>
                    <a:pt x="45110" y="138945"/>
                    <a:pt x="62338" y="127459"/>
                    <a:pt x="76487" y="117638"/>
                  </a:cubicBezTo>
                  <a:cubicBezTo>
                    <a:pt x="82271" y="113726"/>
                    <a:pt x="87639" y="109940"/>
                    <a:pt x="92384" y="106569"/>
                  </a:cubicBezTo>
                  <a:cubicBezTo>
                    <a:pt x="98210" y="102449"/>
                    <a:pt x="103495" y="98537"/>
                    <a:pt x="108530" y="94792"/>
                  </a:cubicBezTo>
                  <a:cubicBezTo>
                    <a:pt x="166374" y="51597"/>
                    <a:pt x="176943" y="32246"/>
                    <a:pt x="175903" y="15684"/>
                  </a:cubicBezTo>
                  <a:cubicBezTo>
                    <a:pt x="175612" y="12063"/>
                    <a:pt x="174862" y="9275"/>
                    <a:pt x="174239" y="7402"/>
                  </a:cubicBezTo>
                  <a:cubicBezTo>
                    <a:pt x="168038" y="4281"/>
                    <a:pt x="152557" y="-2252"/>
                    <a:pt x="133207" y="786"/>
                  </a:cubicBezTo>
                  <a:cubicBezTo>
                    <a:pt x="99999" y="5946"/>
                    <a:pt x="83977" y="34410"/>
                    <a:pt x="81897" y="38114"/>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2" name="Google Shape;952;p37"/>
            <p:cNvSpPr/>
            <p:nvPr/>
          </p:nvSpPr>
          <p:spPr>
            <a:xfrm>
              <a:off x="3059711" y="2861747"/>
              <a:ext cx="193059" cy="199273"/>
            </a:xfrm>
            <a:custGeom>
              <a:avLst/>
              <a:gdLst/>
              <a:ahLst/>
              <a:cxnLst/>
              <a:rect l="l" t="t" r="r" b="b"/>
              <a:pathLst>
                <a:path w="51040" h="52683" extrusionOk="0">
                  <a:moveTo>
                    <a:pt x="355" y="42"/>
                  </a:moveTo>
                  <a:cubicBezTo>
                    <a:pt x="-311" y="6284"/>
                    <a:pt x="-352" y="16105"/>
                    <a:pt x="3060" y="27091"/>
                  </a:cubicBezTo>
                  <a:cubicBezTo>
                    <a:pt x="6555" y="38243"/>
                    <a:pt x="12506" y="46608"/>
                    <a:pt x="17999" y="52683"/>
                  </a:cubicBezTo>
                  <a:cubicBezTo>
                    <a:pt x="23783" y="48772"/>
                    <a:pt x="29152" y="44985"/>
                    <a:pt x="33896" y="41614"/>
                  </a:cubicBezTo>
                  <a:cubicBezTo>
                    <a:pt x="39722" y="37494"/>
                    <a:pt x="45007" y="33583"/>
                    <a:pt x="50042" y="29837"/>
                  </a:cubicBezTo>
                  <a:cubicBezTo>
                    <a:pt x="50333" y="29296"/>
                    <a:pt x="50749" y="28630"/>
                    <a:pt x="51041" y="28048"/>
                  </a:cubicBezTo>
                  <a:lnTo>
                    <a:pt x="31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3" name="Google Shape;953;p37"/>
            <p:cNvSpPr/>
            <p:nvPr/>
          </p:nvSpPr>
          <p:spPr>
            <a:xfrm>
              <a:off x="3034165" y="2583559"/>
              <a:ext cx="482435" cy="455727"/>
            </a:xfrm>
            <a:custGeom>
              <a:avLst/>
              <a:gdLst/>
              <a:ahLst/>
              <a:cxnLst/>
              <a:rect l="l" t="t" r="r" b="b"/>
              <a:pathLst>
                <a:path w="127544" h="120483" extrusionOk="0">
                  <a:moveTo>
                    <a:pt x="124842" y="42374"/>
                  </a:moveTo>
                  <a:cubicBezTo>
                    <a:pt x="101413" y="68424"/>
                    <a:pt x="77985" y="94433"/>
                    <a:pt x="54556" y="120484"/>
                  </a:cubicBezTo>
                  <a:cubicBezTo>
                    <a:pt x="48147" y="119443"/>
                    <a:pt x="39117" y="117030"/>
                    <a:pt x="29921" y="111162"/>
                  </a:cubicBezTo>
                  <a:cubicBezTo>
                    <a:pt x="7074" y="96514"/>
                    <a:pt x="1249" y="71837"/>
                    <a:pt x="0" y="65761"/>
                  </a:cubicBezTo>
                  <a:cubicBezTo>
                    <a:pt x="18893" y="46951"/>
                    <a:pt x="37785" y="28100"/>
                    <a:pt x="56678" y="9291"/>
                  </a:cubicBezTo>
                  <a:cubicBezTo>
                    <a:pt x="86308" y="-6273"/>
                    <a:pt x="115146" y="-738"/>
                    <a:pt x="124218" y="14493"/>
                  </a:cubicBezTo>
                  <a:cubicBezTo>
                    <a:pt x="129795" y="23856"/>
                    <a:pt x="127173" y="35674"/>
                    <a:pt x="124884" y="4241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4" name="Google Shape;954;p37"/>
            <p:cNvSpPr/>
            <p:nvPr/>
          </p:nvSpPr>
          <p:spPr>
            <a:xfrm>
              <a:off x="2226662" y="2622348"/>
              <a:ext cx="249365" cy="256450"/>
            </a:xfrm>
            <a:custGeom>
              <a:avLst/>
              <a:gdLst/>
              <a:ahLst/>
              <a:cxnLst/>
              <a:rect l="l" t="t" r="r" b="b"/>
              <a:pathLst>
                <a:path w="65926" h="67799" extrusionOk="0">
                  <a:moveTo>
                    <a:pt x="12970" y="1356"/>
                  </a:moveTo>
                  <a:cubicBezTo>
                    <a:pt x="2525" y="4685"/>
                    <a:pt x="-6047" y="32525"/>
                    <a:pt x="5563" y="49961"/>
                  </a:cubicBezTo>
                  <a:cubicBezTo>
                    <a:pt x="6977" y="52125"/>
                    <a:pt x="11222" y="58450"/>
                    <a:pt x="18921" y="61322"/>
                  </a:cubicBezTo>
                  <a:cubicBezTo>
                    <a:pt x="31072" y="65857"/>
                    <a:pt x="43806" y="58492"/>
                    <a:pt x="51005" y="65192"/>
                  </a:cubicBezTo>
                  <a:cubicBezTo>
                    <a:pt x="51754" y="65899"/>
                    <a:pt x="54043" y="68229"/>
                    <a:pt x="56415" y="67730"/>
                  </a:cubicBezTo>
                  <a:cubicBezTo>
                    <a:pt x="58537" y="67314"/>
                    <a:pt x="59703" y="64859"/>
                    <a:pt x="60202" y="63694"/>
                  </a:cubicBezTo>
                  <a:cubicBezTo>
                    <a:pt x="71729" y="38392"/>
                    <a:pt x="62283" y="21206"/>
                    <a:pt x="62283" y="21206"/>
                  </a:cubicBezTo>
                  <a:cubicBezTo>
                    <a:pt x="52503" y="3478"/>
                    <a:pt x="33278" y="773"/>
                    <a:pt x="30489" y="398"/>
                  </a:cubicBezTo>
                  <a:cubicBezTo>
                    <a:pt x="29532" y="274"/>
                    <a:pt x="28534" y="190"/>
                    <a:pt x="28534" y="190"/>
                  </a:cubicBezTo>
                  <a:cubicBezTo>
                    <a:pt x="21043" y="-475"/>
                    <a:pt x="14760" y="773"/>
                    <a:pt x="12928" y="1356"/>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5" name="Google Shape;955;p37"/>
            <p:cNvSpPr/>
            <p:nvPr/>
          </p:nvSpPr>
          <p:spPr>
            <a:xfrm>
              <a:off x="2700987" y="3615689"/>
              <a:ext cx="296336" cy="1003928"/>
            </a:xfrm>
            <a:custGeom>
              <a:avLst/>
              <a:gdLst/>
              <a:ahLst/>
              <a:cxnLst/>
              <a:rect l="l" t="t" r="r" b="b"/>
              <a:pathLst>
                <a:path w="78344" h="265414" extrusionOk="0">
                  <a:moveTo>
                    <a:pt x="0" y="264291"/>
                  </a:moveTo>
                  <a:cubicBezTo>
                    <a:pt x="8739" y="264666"/>
                    <a:pt x="17436" y="265040"/>
                    <a:pt x="26175" y="265415"/>
                  </a:cubicBezTo>
                  <a:cubicBezTo>
                    <a:pt x="28131" y="259089"/>
                    <a:pt x="31211" y="249019"/>
                    <a:pt x="34997" y="236659"/>
                  </a:cubicBezTo>
                  <a:cubicBezTo>
                    <a:pt x="48979" y="190717"/>
                    <a:pt x="50727" y="183310"/>
                    <a:pt x="59133" y="156011"/>
                  </a:cubicBezTo>
                  <a:cubicBezTo>
                    <a:pt x="75696" y="102204"/>
                    <a:pt x="76903" y="105117"/>
                    <a:pt x="77860" y="94672"/>
                  </a:cubicBezTo>
                  <a:cubicBezTo>
                    <a:pt x="80814" y="62837"/>
                    <a:pt x="69704" y="35788"/>
                    <a:pt x="60007" y="18061"/>
                  </a:cubicBezTo>
                  <a:cubicBezTo>
                    <a:pt x="42946" y="12026"/>
                    <a:pt x="25884" y="6034"/>
                    <a:pt x="8822" y="0"/>
                  </a:cubicBezTo>
                  <a:cubicBezTo>
                    <a:pt x="7407" y="32501"/>
                    <a:pt x="6075" y="65168"/>
                    <a:pt x="4869" y="98043"/>
                  </a:cubicBezTo>
                  <a:cubicBezTo>
                    <a:pt x="2829" y="153972"/>
                    <a:pt x="1248" y="209402"/>
                    <a:pt x="0" y="264249"/>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6" name="Google Shape;956;p37"/>
            <p:cNvSpPr/>
            <p:nvPr/>
          </p:nvSpPr>
          <p:spPr>
            <a:xfrm>
              <a:off x="2734825" y="3430623"/>
              <a:ext cx="1315338" cy="354946"/>
            </a:xfrm>
            <a:custGeom>
              <a:avLst/>
              <a:gdLst/>
              <a:ahLst/>
              <a:cxnLst/>
              <a:rect l="l" t="t" r="r" b="b"/>
              <a:pathLst>
                <a:path w="347743" h="93839" extrusionOk="0">
                  <a:moveTo>
                    <a:pt x="347702" y="57261"/>
                  </a:moveTo>
                  <a:cubicBezTo>
                    <a:pt x="330141" y="68663"/>
                    <a:pt x="302800" y="83062"/>
                    <a:pt x="266845" y="89928"/>
                  </a:cubicBezTo>
                  <a:cubicBezTo>
                    <a:pt x="249576" y="93216"/>
                    <a:pt x="234054" y="94048"/>
                    <a:pt x="220946" y="93798"/>
                  </a:cubicBezTo>
                  <a:cubicBezTo>
                    <a:pt x="182869" y="91218"/>
                    <a:pt x="144084" y="88097"/>
                    <a:pt x="109836" y="83977"/>
                  </a:cubicBezTo>
                  <a:cubicBezTo>
                    <a:pt x="99557" y="82687"/>
                    <a:pt x="89736" y="81397"/>
                    <a:pt x="80456" y="79982"/>
                  </a:cubicBezTo>
                  <a:cubicBezTo>
                    <a:pt x="33682" y="72866"/>
                    <a:pt x="890" y="63295"/>
                    <a:pt x="16" y="50478"/>
                  </a:cubicBezTo>
                  <a:cubicBezTo>
                    <a:pt x="-691" y="39076"/>
                    <a:pt x="22113" y="29796"/>
                    <a:pt x="47664" y="19267"/>
                  </a:cubicBezTo>
                  <a:cubicBezTo>
                    <a:pt x="93148" y="291"/>
                    <a:pt x="133223" y="166"/>
                    <a:pt x="152074" y="0"/>
                  </a:cubicBezTo>
                  <a:cubicBezTo>
                    <a:pt x="213829" y="0"/>
                    <a:pt x="276417" y="291"/>
                    <a:pt x="342458" y="1873"/>
                  </a:cubicBezTo>
                  <a:cubicBezTo>
                    <a:pt x="344165" y="20432"/>
                    <a:pt x="346037" y="38951"/>
                    <a:pt x="347744" y="57344"/>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7" name="Google Shape;957;p37"/>
            <p:cNvSpPr/>
            <p:nvPr/>
          </p:nvSpPr>
          <p:spPr>
            <a:xfrm>
              <a:off x="2912939" y="3512229"/>
              <a:ext cx="338889" cy="235790"/>
            </a:xfrm>
            <a:custGeom>
              <a:avLst/>
              <a:gdLst/>
              <a:ahLst/>
              <a:cxnLst/>
              <a:rect l="l" t="t" r="r" b="b"/>
              <a:pathLst>
                <a:path w="89594" h="62337" extrusionOk="0">
                  <a:moveTo>
                    <a:pt x="89595" y="44652"/>
                  </a:moveTo>
                  <a:cubicBezTo>
                    <a:pt x="79899" y="50644"/>
                    <a:pt x="70328" y="56470"/>
                    <a:pt x="60631" y="62338"/>
                  </a:cubicBezTo>
                  <a:cubicBezTo>
                    <a:pt x="50353" y="61048"/>
                    <a:pt x="40532" y="59758"/>
                    <a:pt x="31252" y="58343"/>
                  </a:cubicBezTo>
                  <a:cubicBezTo>
                    <a:pt x="20849" y="38951"/>
                    <a:pt x="10445" y="19392"/>
                    <a:pt x="0" y="0"/>
                  </a:cubicBezTo>
                  <a:lnTo>
                    <a:pt x="89554" y="4465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8" name="Google Shape;958;p37"/>
            <p:cNvSpPr/>
            <p:nvPr/>
          </p:nvSpPr>
          <p:spPr>
            <a:xfrm>
              <a:off x="2874097" y="3401269"/>
              <a:ext cx="832831" cy="414554"/>
            </a:xfrm>
            <a:custGeom>
              <a:avLst/>
              <a:gdLst/>
              <a:ahLst/>
              <a:cxnLst/>
              <a:rect l="l" t="t" r="r" b="b"/>
              <a:pathLst>
                <a:path w="220180" h="109598" extrusionOk="0">
                  <a:moveTo>
                    <a:pt x="42" y="25829"/>
                  </a:moveTo>
                  <a:cubicBezTo>
                    <a:pt x="23512" y="49882"/>
                    <a:pt x="46982" y="73977"/>
                    <a:pt x="70453" y="98030"/>
                  </a:cubicBezTo>
                  <a:cubicBezTo>
                    <a:pt x="120348" y="101900"/>
                    <a:pt x="170285" y="105770"/>
                    <a:pt x="220180" y="109598"/>
                  </a:cubicBezTo>
                  <a:cubicBezTo>
                    <a:pt x="212440" y="73935"/>
                    <a:pt x="204742" y="38313"/>
                    <a:pt x="197001" y="2650"/>
                  </a:cubicBezTo>
                  <a:cubicBezTo>
                    <a:pt x="163752" y="-970"/>
                    <a:pt x="119807" y="-2052"/>
                    <a:pt x="69537" y="7103"/>
                  </a:cubicBezTo>
                  <a:cubicBezTo>
                    <a:pt x="43195" y="11930"/>
                    <a:pt x="19892" y="18672"/>
                    <a:pt x="0" y="2582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9" name="Google Shape;959;p37"/>
            <p:cNvSpPr/>
            <p:nvPr/>
          </p:nvSpPr>
          <p:spPr>
            <a:xfrm>
              <a:off x="2481877" y="4503122"/>
              <a:ext cx="389798" cy="248227"/>
            </a:xfrm>
            <a:custGeom>
              <a:avLst/>
              <a:gdLst/>
              <a:ahLst/>
              <a:cxnLst/>
              <a:rect l="l" t="t" r="r" b="b"/>
              <a:pathLst>
                <a:path w="103053" h="65625" extrusionOk="0">
                  <a:moveTo>
                    <a:pt x="354" y="65584"/>
                  </a:moveTo>
                  <a:cubicBezTo>
                    <a:pt x="34228" y="65251"/>
                    <a:pt x="68060" y="64918"/>
                    <a:pt x="101934" y="64585"/>
                  </a:cubicBezTo>
                  <a:cubicBezTo>
                    <a:pt x="103100" y="60174"/>
                    <a:pt x="103973" y="53557"/>
                    <a:pt x="101268" y="46483"/>
                  </a:cubicBezTo>
                  <a:cubicBezTo>
                    <a:pt x="100186" y="43612"/>
                    <a:pt x="98896" y="41697"/>
                    <a:pt x="98480" y="41073"/>
                  </a:cubicBezTo>
                  <a:cubicBezTo>
                    <a:pt x="95026" y="35830"/>
                    <a:pt x="91073" y="24677"/>
                    <a:pt x="87910" y="0"/>
                  </a:cubicBezTo>
                  <a:cubicBezTo>
                    <a:pt x="78672" y="2206"/>
                    <a:pt x="69434" y="4411"/>
                    <a:pt x="60195" y="6658"/>
                  </a:cubicBezTo>
                  <a:cubicBezTo>
                    <a:pt x="56825" y="15647"/>
                    <a:pt x="53495" y="24636"/>
                    <a:pt x="50125" y="33624"/>
                  </a:cubicBezTo>
                  <a:cubicBezTo>
                    <a:pt x="34811" y="45068"/>
                    <a:pt x="23200" y="48522"/>
                    <a:pt x="15169" y="49396"/>
                  </a:cubicBezTo>
                  <a:cubicBezTo>
                    <a:pt x="12297" y="49729"/>
                    <a:pt x="5265" y="50187"/>
                    <a:pt x="1894" y="55097"/>
                  </a:cubicBezTo>
                  <a:cubicBezTo>
                    <a:pt x="-395" y="58385"/>
                    <a:pt x="-187" y="62546"/>
                    <a:pt x="354" y="6562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0" name="Google Shape;960;p37"/>
            <p:cNvSpPr/>
            <p:nvPr/>
          </p:nvSpPr>
          <p:spPr>
            <a:xfrm>
              <a:off x="2453989" y="4532839"/>
              <a:ext cx="427770" cy="226976"/>
            </a:xfrm>
            <a:custGeom>
              <a:avLst/>
              <a:gdLst/>
              <a:ahLst/>
              <a:cxnLst/>
              <a:rect l="l" t="t" r="r" b="b"/>
              <a:pathLst>
                <a:path w="113092" h="60007" extrusionOk="0">
                  <a:moveTo>
                    <a:pt x="63706" y="0"/>
                  </a:moveTo>
                  <a:cubicBezTo>
                    <a:pt x="59752" y="8614"/>
                    <a:pt x="55799" y="17228"/>
                    <a:pt x="51804" y="25842"/>
                  </a:cubicBezTo>
                  <a:cubicBezTo>
                    <a:pt x="42233" y="25385"/>
                    <a:pt x="25379" y="26258"/>
                    <a:pt x="12271" y="37120"/>
                  </a:cubicBezTo>
                  <a:cubicBezTo>
                    <a:pt x="9857" y="39117"/>
                    <a:pt x="-2252" y="49188"/>
                    <a:pt x="369" y="56429"/>
                  </a:cubicBezTo>
                  <a:cubicBezTo>
                    <a:pt x="993" y="58135"/>
                    <a:pt x="2283" y="59258"/>
                    <a:pt x="3324" y="60007"/>
                  </a:cubicBezTo>
                  <a:lnTo>
                    <a:pt x="109689" y="60007"/>
                  </a:lnTo>
                  <a:cubicBezTo>
                    <a:pt x="111271" y="56470"/>
                    <a:pt x="114849" y="46982"/>
                    <a:pt x="112061" y="35663"/>
                  </a:cubicBezTo>
                  <a:cubicBezTo>
                    <a:pt x="110771" y="30462"/>
                    <a:pt x="108566" y="26467"/>
                    <a:pt x="106735" y="23762"/>
                  </a:cubicBezTo>
                  <a:cubicBezTo>
                    <a:pt x="91004" y="26092"/>
                    <a:pt x="85137" y="22929"/>
                    <a:pt x="82682" y="19600"/>
                  </a:cubicBezTo>
                  <a:cubicBezTo>
                    <a:pt x="79686" y="15605"/>
                    <a:pt x="81392" y="10986"/>
                    <a:pt x="77647" y="6242"/>
                  </a:cubicBezTo>
                  <a:cubicBezTo>
                    <a:pt x="73984" y="1623"/>
                    <a:pt x="67909" y="375"/>
                    <a:pt x="63664"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1" name="Google Shape;961;p37"/>
            <p:cNvSpPr/>
            <p:nvPr/>
          </p:nvSpPr>
          <p:spPr>
            <a:xfrm>
              <a:off x="2454125" y="4755953"/>
              <a:ext cx="427827" cy="18572"/>
            </a:xfrm>
            <a:custGeom>
              <a:avLst/>
              <a:gdLst/>
              <a:ahLst/>
              <a:cxnLst/>
              <a:rect l="l" t="t" r="r" b="b"/>
              <a:pathLst>
                <a:path w="113107" h="4910" extrusionOk="0">
                  <a:moveTo>
                    <a:pt x="110652" y="4910"/>
                  </a:moveTo>
                  <a:lnTo>
                    <a:pt x="2455" y="4910"/>
                  </a:lnTo>
                  <a:cubicBezTo>
                    <a:pt x="1124" y="4910"/>
                    <a:pt x="0" y="3787"/>
                    <a:pt x="0" y="2455"/>
                  </a:cubicBezTo>
                  <a:cubicBezTo>
                    <a:pt x="0" y="1124"/>
                    <a:pt x="1124" y="0"/>
                    <a:pt x="2455" y="0"/>
                  </a:cubicBezTo>
                  <a:lnTo>
                    <a:pt x="110652" y="0"/>
                  </a:lnTo>
                  <a:cubicBezTo>
                    <a:pt x="111984" y="0"/>
                    <a:pt x="113107" y="1124"/>
                    <a:pt x="113107" y="2455"/>
                  </a:cubicBezTo>
                  <a:cubicBezTo>
                    <a:pt x="113107" y="3787"/>
                    <a:pt x="111984" y="4910"/>
                    <a:pt x="110652" y="491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2" name="Google Shape;962;p37"/>
            <p:cNvSpPr/>
            <p:nvPr/>
          </p:nvSpPr>
          <p:spPr>
            <a:xfrm>
              <a:off x="2665371" y="4578516"/>
              <a:ext cx="82160" cy="37613"/>
            </a:xfrm>
            <a:custGeom>
              <a:avLst/>
              <a:gdLst/>
              <a:ahLst/>
              <a:cxnLst/>
              <a:rect l="l" t="t" r="r" b="b"/>
              <a:pathLst>
                <a:path w="21721" h="9944" extrusionOk="0">
                  <a:moveTo>
                    <a:pt x="19330" y="9841"/>
                  </a:moveTo>
                  <a:lnTo>
                    <a:pt x="1185" y="3474"/>
                  </a:lnTo>
                  <a:cubicBezTo>
                    <a:pt x="270" y="3141"/>
                    <a:pt x="-229" y="2101"/>
                    <a:pt x="103" y="1185"/>
                  </a:cubicBezTo>
                  <a:cubicBezTo>
                    <a:pt x="437" y="270"/>
                    <a:pt x="1477" y="-229"/>
                    <a:pt x="2392" y="103"/>
                  </a:cubicBezTo>
                  <a:lnTo>
                    <a:pt x="20536" y="6470"/>
                  </a:lnTo>
                  <a:cubicBezTo>
                    <a:pt x="21451" y="6803"/>
                    <a:pt x="21951" y="7844"/>
                    <a:pt x="21618" y="8759"/>
                  </a:cubicBezTo>
                  <a:cubicBezTo>
                    <a:pt x="21285" y="9675"/>
                    <a:pt x="20245" y="10174"/>
                    <a:pt x="19330" y="9841"/>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3" name="Google Shape;963;p37"/>
            <p:cNvSpPr/>
            <p:nvPr/>
          </p:nvSpPr>
          <p:spPr>
            <a:xfrm>
              <a:off x="2653579" y="4599902"/>
              <a:ext cx="82160" cy="37613"/>
            </a:xfrm>
            <a:custGeom>
              <a:avLst/>
              <a:gdLst/>
              <a:ahLst/>
              <a:cxnLst/>
              <a:rect l="l" t="t" r="r" b="b"/>
              <a:pathLst>
                <a:path w="21721" h="9944" extrusionOk="0">
                  <a:moveTo>
                    <a:pt x="19330" y="9841"/>
                  </a:moveTo>
                  <a:lnTo>
                    <a:pt x="1185" y="3474"/>
                  </a:lnTo>
                  <a:cubicBezTo>
                    <a:pt x="270" y="3141"/>
                    <a:pt x="-229" y="2101"/>
                    <a:pt x="103" y="1185"/>
                  </a:cubicBezTo>
                  <a:cubicBezTo>
                    <a:pt x="437" y="270"/>
                    <a:pt x="1477" y="-229"/>
                    <a:pt x="2392" y="103"/>
                  </a:cubicBezTo>
                  <a:lnTo>
                    <a:pt x="20536" y="6470"/>
                  </a:lnTo>
                  <a:cubicBezTo>
                    <a:pt x="21451" y="6803"/>
                    <a:pt x="21951" y="7844"/>
                    <a:pt x="21618" y="8759"/>
                  </a:cubicBezTo>
                  <a:cubicBezTo>
                    <a:pt x="21285" y="9675"/>
                    <a:pt x="20245" y="10174"/>
                    <a:pt x="19330" y="984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4" name="Google Shape;964;p37"/>
            <p:cNvSpPr/>
            <p:nvPr/>
          </p:nvSpPr>
          <p:spPr>
            <a:xfrm>
              <a:off x="2641787" y="4618767"/>
              <a:ext cx="82160" cy="37613"/>
            </a:xfrm>
            <a:custGeom>
              <a:avLst/>
              <a:gdLst/>
              <a:ahLst/>
              <a:cxnLst/>
              <a:rect l="l" t="t" r="r" b="b"/>
              <a:pathLst>
                <a:path w="21721" h="9944" extrusionOk="0">
                  <a:moveTo>
                    <a:pt x="19330" y="9841"/>
                  </a:moveTo>
                  <a:lnTo>
                    <a:pt x="1185" y="3474"/>
                  </a:lnTo>
                  <a:cubicBezTo>
                    <a:pt x="270" y="3141"/>
                    <a:pt x="-229" y="2101"/>
                    <a:pt x="103" y="1185"/>
                  </a:cubicBezTo>
                  <a:cubicBezTo>
                    <a:pt x="437" y="270"/>
                    <a:pt x="1477" y="-229"/>
                    <a:pt x="2392" y="103"/>
                  </a:cubicBezTo>
                  <a:lnTo>
                    <a:pt x="20536" y="6470"/>
                  </a:lnTo>
                  <a:cubicBezTo>
                    <a:pt x="21451" y="6803"/>
                    <a:pt x="21951" y="7844"/>
                    <a:pt x="21618" y="8759"/>
                  </a:cubicBezTo>
                  <a:cubicBezTo>
                    <a:pt x="21285" y="9675"/>
                    <a:pt x="20245" y="10174"/>
                    <a:pt x="19330" y="984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5" name="Google Shape;965;p37"/>
            <p:cNvSpPr/>
            <p:nvPr/>
          </p:nvSpPr>
          <p:spPr>
            <a:xfrm>
              <a:off x="3184636" y="2449524"/>
              <a:ext cx="1022031" cy="1337753"/>
            </a:xfrm>
            <a:custGeom>
              <a:avLst/>
              <a:gdLst/>
              <a:ahLst/>
              <a:cxnLst/>
              <a:rect l="l" t="t" r="r" b="b"/>
              <a:pathLst>
                <a:path w="270200" h="353669" extrusionOk="0">
                  <a:moveTo>
                    <a:pt x="135537" y="316005"/>
                  </a:moveTo>
                  <a:cubicBezTo>
                    <a:pt x="171825" y="370395"/>
                    <a:pt x="211191" y="350628"/>
                    <a:pt x="218974" y="348131"/>
                  </a:cubicBezTo>
                  <a:cubicBezTo>
                    <a:pt x="249393" y="338352"/>
                    <a:pt x="269243" y="296405"/>
                    <a:pt x="270200" y="242764"/>
                  </a:cubicBezTo>
                  <a:cubicBezTo>
                    <a:pt x="241279" y="164863"/>
                    <a:pt x="212315" y="86961"/>
                    <a:pt x="183394" y="9060"/>
                  </a:cubicBezTo>
                  <a:cubicBezTo>
                    <a:pt x="167580" y="4815"/>
                    <a:pt x="147897" y="1070"/>
                    <a:pt x="125092" y="196"/>
                  </a:cubicBezTo>
                  <a:cubicBezTo>
                    <a:pt x="112317" y="-303"/>
                    <a:pt x="100581" y="196"/>
                    <a:pt x="90136" y="1195"/>
                  </a:cubicBezTo>
                  <a:cubicBezTo>
                    <a:pt x="72742" y="11723"/>
                    <a:pt x="55305" y="22251"/>
                    <a:pt x="37911" y="32780"/>
                  </a:cubicBezTo>
                  <a:cubicBezTo>
                    <a:pt x="30878" y="45097"/>
                    <a:pt x="23720" y="58622"/>
                    <a:pt x="16812" y="73353"/>
                  </a:cubicBezTo>
                  <a:cubicBezTo>
                    <a:pt x="10321" y="87169"/>
                    <a:pt x="4744" y="100486"/>
                    <a:pt x="0" y="113012"/>
                  </a:cubicBezTo>
                  <a:cubicBezTo>
                    <a:pt x="61006" y="209057"/>
                    <a:pt x="111401" y="279843"/>
                    <a:pt x="135537" y="316047"/>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6" name="Google Shape;966;p37"/>
            <p:cNvSpPr/>
            <p:nvPr/>
          </p:nvSpPr>
          <p:spPr>
            <a:xfrm>
              <a:off x="3201620" y="2254664"/>
              <a:ext cx="375723" cy="406577"/>
            </a:xfrm>
            <a:custGeom>
              <a:avLst/>
              <a:gdLst/>
              <a:ahLst/>
              <a:cxnLst/>
              <a:rect l="l" t="t" r="r" b="b"/>
              <a:pathLst>
                <a:path w="99332" h="107489" extrusionOk="0">
                  <a:moveTo>
                    <a:pt x="35372" y="107448"/>
                  </a:moveTo>
                  <a:lnTo>
                    <a:pt x="99333" y="73282"/>
                  </a:lnTo>
                  <a:cubicBezTo>
                    <a:pt x="83062" y="48855"/>
                    <a:pt x="66832" y="24427"/>
                    <a:pt x="50561" y="0"/>
                  </a:cubicBezTo>
                  <a:lnTo>
                    <a:pt x="0" y="27008"/>
                  </a:lnTo>
                  <a:cubicBezTo>
                    <a:pt x="3038" y="29962"/>
                    <a:pt x="6700" y="33915"/>
                    <a:pt x="10611" y="38909"/>
                  </a:cubicBezTo>
                  <a:cubicBezTo>
                    <a:pt x="16687" y="46608"/>
                    <a:pt x="23096" y="56845"/>
                    <a:pt x="27965" y="69704"/>
                  </a:cubicBezTo>
                  <a:cubicBezTo>
                    <a:pt x="28755" y="71784"/>
                    <a:pt x="29463" y="73823"/>
                    <a:pt x="30045" y="75821"/>
                  </a:cubicBezTo>
                  <a:cubicBezTo>
                    <a:pt x="33957" y="88347"/>
                    <a:pt x="35164" y="99416"/>
                    <a:pt x="35414" y="107489"/>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7" name="Google Shape;967;p37"/>
            <p:cNvSpPr/>
            <p:nvPr/>
          </p:nvSpPr>
          <p:spPr>
            <a:xfrm>
              <a:off x="3241399" y="2361427"/>
              <a:ext cx="113479" cy="179756"/>
            </a:xfrm>
            <a:custGeom>
              <a:avLst/>
              <a:gdLst/>
              <a:ahLst/>
              <a:cxnLst/>
              <a:rect l="l" t="t" r="r" b="b"/>
              <a:pathLst>
                <a:path w="30001" h="47523" extrusionOk="0">
                  <a:moveTo>
                    <a:pt x="19475" y="47523"/>
                  </a:moveTo>
                  <a:cubicBezTo>
                    <a:pt x="19849" y="47440"/>
                    <a:pt x="20183" y="47232"/>
                    <a:pt x="20515" y="47066"/>
                  </a:cubicBezTo>
                  <a:cubicBezTo>
                    <a:pt x="31377" y="41240"/>
                    <a:pt x="33208" y="23387"/>
                    <a:pt x="24469" y="7033"/>
                  </a:cubicBezTo>
                  <a:cubicBezTo>
                    <a:pt x="23096" y="4494"/>
                    <a:pt x="21556" y="2122"/>
                    <a:pt x="19891" y="0"/>
                  </a:cubicBezTo>
                  <a:lnTo>
                    <a:pt x="0" y="10612"/>
                  </a:lnTo>
                  <a:cubicBezTo>
                    <a:pt x="6075" y="18310"/>
                    <a:pt x="12484" y="28547"/>
                    <a:pt x="17353" y="41406"/>
                  </a:cubicBezTo>
                  <a:cubicBezTo>
                    <a:pt x="18144" y="43487"/>
                    <a:pt x="18851" y="45526"/>
                    <a:pt x="19433" y="475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8" name="Google Shape;968;p37"/>
            <p:cNvSpPr/>
            <p:nvPr/>
          </p:nvSpPr>
          <p:spPr>
            <a:xfrm>
              <a:off x="3010108" y="2044359"/>
              <a:ext cx="418779" cy="482866"/>
            </a:xfrm>
            <a:custGeom>
              <a:avLst/>
              <a:gdLst/>
              <a:ahLst/>
              <a:cxnLst/>
              <a:rect l="l" t="t" r="r" b="b"/>
              <a:pathLst>
                <a:path w="110715" h="127658" extrusionOk="0">
                  <a:moveTo>
                    <a:pt x="16729" y="75344"/>
                  </a:moveTo>
                  <a:cubicBezTo>
                    <a:pt x="19226" y="78049"/>
                    <a:pt x="21723" y="80712"/>
                    <a:pt x="24220" y="83417"/>
                  </a:cubicBezTo>
                  <a:cubicBezTo>
                    <a:pt x="24303" y="86080"/>
                    <a:pt x="24677" y="90117"/>
                    <a:pt x="26550" y="94528"/>
                  </a:cubicBezTo>
                  <a:cubicBezTo>
                    <a:pt x="28256" y="98606"/>
                    <a:pt x="30503" y="101269"/>
                    <a:pt x="31752" y="102851"/>
                  </a:cubicBezTo>
                  <a:cubicBezTo>
                    <a:pt x="43070" y="117208"/>
                    <a:pt x="48772" y="124448"/>
                    <a:pt x="56720" y="126820"/>
                  </a:cubicBezTo>
                  <a:cubicBezTo>
                    <a:pt x="77319" y="132979"/>
                    <a:pt x="102912" y="103683"/>
                    <a:pt x="107989" y="88036"/>
                  </a:cubicBezTo>
                  <a:cubicBezTo>
                    <a:pt x="110402" y="80587"/>
                    <a:pt x="110693" y="73013"/>
                    <a:pt x="110693" y="73013"/>
                  </a:cubicBezTo>
                  <a:cubicBezTo>
                    <a:pt x="110818" y="68519"/>
                    <a:pt x="110402" y="64482"/>
                    <a:pt x="109903" y="61403"/>
                  </a:cubicBezTo>
                  <a:cubicBezTo>
                    <a:pt x="108405" y="54037"/>
                    <a:pt x="105825" y="44965"/>
                    <a:pt x="101206" y="35186"/>
                  </a:cubicBezTo>
                  <a:cubicBezTo>
                    <a:pt x="93299" y="18541"/>
                    <a:pt x="82854" y="7180"/>
                    <a:pt x="75405" y="355"/>
                  </a:cubicBezTo>
                  <a:cubicBezTo>
                    <a:pt x="68580" y="-311"/>
                    <a:pt x="49812" y="-1226"/>
                    <a:pt x="30129" y="9843"/>
                  </a:cubicBezTo>
                  <a:cubicBezTo>
                    <a:pt x="12151" y="19955"/>
                    <a:pt x="3288" y="34479"/>
                    <a:pt x="0" y="40638"/>
                  </a:cubicBezTo>
                  <a:cubicBezTo>
                    <a:pt x="2913" y="47296"/>
                    <a:pt x="16063" y="73762"/>
                    <a:pt x="16729" y="75344"/>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9" name="Google Shape;969;p37"/>
            <p:cNvSpPr/>
            <p:nvPr/>
          </p:nvSpPr>
          <p:spPr>
            <a:xfrm>
              <a:off x="3192820" y="2243564"/>
              <a:ext cx="82133" cy="41649"/>
            </a:xfrm>
            <a:custGeom>
              <a:avLst/>
              <a:gdLst/>
              <a:ahLst/>
              <a:cxnLst/>
              <a:rect l="l" t="t" r="r" b="b"/>
              <a:pathLst>
                <a:path w="21714" h="11011" extrusionOk="0">
                  <a:moveTo>
                    <a:pt x="1829" y="10970"/>
                  </a:moveTo>
                  <a:cubicBezTo>
                    <a:pt x="997" y="10970"/>
                    <a:pt x="206" y="10387"/>
                    <a:pt x="40" y="9513"/>
                  </a:cubicBezTo>
                  <a:cubicBezTo>
                    <a:pt x="-168" y="8514"/>
                    <a:pt x="456" y="7557"/>
                    <a:pt x="1455" y="7349"/>
                  </a:cubicBezTo>
                  <a:cubicBezTo>
                    <a:pt x="4160" y="6766"/>
                    <a:pt x="6823" y="5976"/>
                    <a:pt x="9361" y="5019"/>
                  </a:cubicBezTo>
                  <a:cubicBezTo>
                    <a:pt x="12607" y="3770"/>
                    <a:pt x="15853" y="2189"/>
                    <a:pt x="18891" y="275"/>
                  </a:cubicBezTo>
                  <a:cubicBezTo>
                    <a:pt x="19765" y="-266"/>
                    <a:pt x="20889" y="25"/>
                    <a:pt x="21430" y="857"/>
                  </a:cubicBezTo>
                  <a:cubicBezTo>
                    <a:pt x="21971" y="1731"/>
                    <a:pt x="21721" y="2855"/>
                    <a:pt x="20847" y="3396"/>
                  </a:cubicBezTo>
                  <a:cubicBezTo>
                    <a:pt x="17601" y="5435"/>
                    <a:pt x="14189" y="7141"/>
                    <a:pt x="10693" y="8473"/>
                  </a:cubicBezTo>
                  <a:cubicBezTo>
                    <a:pt x="7988" y="9513"/>
                    <a:pt x="5117" y="10345"/>
                    <a:pt x="2246" y="10970"/>
                  </a:cubicBezTo>
                  <a:cubicBezTo>
                    <a:pt x="2121" y="10970"/>
                    <a:pt x="1996" y="11011"/>
                    <a:pt x="1871" y="1101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0" name="Google Shape;970;p37"/>
            <p:cNvSpPr/>
            <p:nvPr/>
          </p:nvSpPr>
          <p:spPr>
            <a:xfrm>
              <a:off x="3204303" y="2270167"/>
              <a:ext cx="35866" cy="36460"/>
            </a:xfrm>
            <a:custGeom>
              <a:avLst/>
              <a:gdLst/>
              <a:ahLst/>
              <a:cxnLst/>
              <a:rect l="l" t="t" r="r" b="b"/>
              <a:pathLst>
                <a:path w="9482" h="9639" extrusionOk="0">
                  <a:moveTo>
                    <a:pt x="8903" y="2598"/>
                  </a:moveTo>
                  <a:cubicBezTo>
                    <a:pt x="10151" y="4970"/>
                    <a:pt x="9319" y="7883"/>
                    <a:pt x="7030" y="9089"/>
                  </a:cubicBezTo>
                  <a:cubicBezTo>
                    <a:pt x="4741" y="10338"/>
                    <a:pt x="1828" y="9381"/>
                    <a:pt x="580" y="7050"/>
                  </a:cubicBezTo>
                  <a:cubicBezTo>
                    <a:pt x="-668" y="4720"/>
                    <a:pt x="164" y="1765"/>
                    <a:pt x="2453" y="558"/>
                  </a:cubicBezTo>
                  <a:cubicBezTo>
                    <a:pt x="4741" y="-690"/>
                    <a:pt x="7654" y="226"/>
                    <a:pt x="8903" y="259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1" name="Google Shape;971;p37"/>
            <p:cNvSpPr/>
            <p:nvPr/>
          </p:nvSpPr>
          <p:spPr>
            <a:xfrm>
              <a:off x="3070272" y="2308499"/>
              <a:ext cx="72492" cy="36615"/>
            </a:xfrm>
            <a:custGeom>
              <a:avLst/>
              <a:gdLst/>
              <a:ahLst/>
              <a:cxnLst/>
              <a:rect l="l" t="t" r="r" b="b"/>
              <a:pathLst>
                <a:path w="19165" h="9680" extrusionOk="0">
                  <a:moveTo>
                    <a:pt x="1846" y="9681"/>
                  </a:moveTo>
                  <a:cubicBezTo>
                    <a:pt x="930" y="9681"/>
                    <a:pt x="181" y="9015"/>
                    <a:pt x="15" y="8099"/>
                  </a:cubicBezTo>
                  <a:cubicBezTo>
                    <a:pt x="-110" y="7101"/>
                    <a:pt x="556" y="6185"/>
                    <a:pt x="1555" y="6019"/>
                  </a:cubicBezTo>
                  <a:cubicBezTo>
                    <a:pt x="3719" y="5686"/>
                    <a:pt x="5841" y="5186"/>
                    <a:pt x="7921" y="4479"/>
                  </a:cubicBezTo>
                  <a:cubicBezTo>
                    <a:pt x="10876" y="3480"/>
                    <a:pt x="13706" y="2065"/>
                    <a:pt x="16327" y="318"/>
                  </a:cubicBezTo>
                  <a:cubicBezTo>
                    <a:pt x="17160" y="-265"/>
                    <a:pt x="18284" y="-15"/>
                    <a:pt x="18866" y="817"/>
                  </a:cubicBezTo>
                  <a:cubicBezTo>
                    <a:pt x="19407" y="1649"/>
                    <a:pt x="19199" y="2814"/>
                    <a:pt x="18366" y="3355"/>
                  </a:cubicBezTo>
                  <a:cubicBezTo>
                    <a:pt x="15495" y="5270"/>
                    <a:pt x="12374" y="6809"/>
                    <a:pt x="9087" y="7933"/>
                  </a:cubicBezTo>
                  <a:cubicBezTo>
                    <a:pt x="6798" y="8724"/>
                    <a:pt x="4426" y="9306"/>
                    <a:pt x="2054" y="9639"/>
                  </a:cubicBezTo>
                  <a:cubicBezTo>
                    <a:pt x="1971" y="9639"/>
                    <a:pt x="1887" y="9639"/>
                    <a:pt x="1763" y="963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2" name="Google Shape;972;p37"/>
            <p:cNvSpPr/>
            <p:nvPr/>
          </p:nvSpPr>
          <p:spPr>
            <a:xfrm>
              <a:off x="3088737" y="2327429"/>
              <a:ext cx="35866" cy="36429"/>
            </a:xfrm>
            <a:custGeom>
              <a:avLst/>
              <a:gdLst/>
              <a:ahLst/>
              <a:cxnLst/>
              <a:rect l="l" t="t" r="r" b="b"/>
              <a:pathLst>
                <a:path w="9482" h="9631" extrusionOk="0">
                  <a:moveTo>
                    <a:pt x="8903" y="2590"/>
                  </a:moveTo>
                  <a:cubicBezTo>
                    <a:pt x="10151" y="4962"/>
                    <a:pt x="9319" y="7875"/>
                    <a:pt x="7030" y="9081"/>
                  </a:cubicBezTo>
                  <a:cubicBezTo>
                    <a:pt x="4741" y="10330"/>
                    <a:pt x="1828" y="9373"/>
                    <a:pt x="580" y="7042"/>
                  </a:cubicBezTo>
                  <a:cubicBezTo>
                    <a:pt x="-668" y="4670"/>
                    <a:pt x="164" y="1757"/>
                    <a:pt x="2453" y="551"/>
                  </a:cubicBezTo>
                  <a:cubicBezTo>
                    <a:pt x="4741" y="-698"/>
                    <a:pt x="7654" y="259"/>
                    <a:pt x="8903" y="259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3" name="Google Shape;973;p37"/>
            <p:cNvSpPr/>
            <p:nvPr/>
          </p:nvSpPr>
          <p:spPr>
            <a:xfrm>
              <a:off x="3165926" y="2193216"/>
              <a:ext cx="112590" cy="61670"/>
            </a:xfrm>
            <a:custGeom>
              <a:avLst/>
              <a:gdLst/>
              <a:ahLst/>
              <a:cxnLst/>
              <a:rect l="l" t="t" r="r" b="b"/>
              <a:pathLst>
                <a:path w="29766" h="16304" extrusionOk="0">
                  <a:moveTo>
                    <a:pt x="26758" y="6359"/>
                  </a:moveTo>
                  <a:cubicBezTo>
                    <a:pt x="26758" y="6359"/>
                    <a:pt x="24677" y="6317"/>
                    <a:pt x="22347" y="6941"/>
                  </a:cubicBezTo>
                  <a:cubicBezTo>
                    <a:pt x="18935" y="7857"/>
                    <a:pt x="12110" y="11103"/>
                    <a:pt x="3787" y="16305"/>
                  </a:cubicBezTo>
                  <a:cubicBezTo>
                    <a:pt x="2996" y="15722"/>
                    <a:pt x="1373" y="14349"/>
                    <a:pt x="541" y="12018"/>
                  </a:cubicBezTo>
                  <a:cubicBezTo>
                    <a:pt x="167" y="10978"/>
                    <a:pt x="42" y="10021"/>
                    <a:pt x="0" y="9272"/>
                  </a:cubicBezTo>
                  <a:cubicBezTo>
                    <a:pt x="4078" y="7066"/>
                    <a:pt x="8656" y="4736"/>
                    <a:pt x="13691" y="2405"/>
                  </a:cubicBezTo>
                  <a:cubicBezTo>
                    <a:pt x="15106" y="1740"/>
                    <a:pt x="18352" y="283"/>
                    <a:pt x="22679" y="33"/>
                  </a:cubicBezTo>
                  <a:cubicBezTo>
                    <a:pt x="24885" y="-91"/>
                    <a:pt x="25842" y="158"/>
                    <a:pt x="26425" y="366"/>
                  </a:cubicBezTo>
                  <a:cubicBezTo>
                    <a:pt x="27507" y="783"/>
                    <a:pt x="28090" y="1573"/>
                    <a:pt x="28381" y="1948"/>
                  </a:cubicBezTo>
                  <a:cubicBezTo>
                    <a:pt x="29047" y="2738"/>
                    <a:pt x="30087" y="3987"/>
                    <a:pt x="29671" y="5069"/>
                  </a:cubicBezTo>
                  <a:cubicBezTo>
                    <a:pt x="29338" y="5901"/>
                    <a:pt x="28131" y="6442"/>
                    <a:pt x="26799" y="63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4" name="Google Shape;974;p37"/>
            <p:cNvSpPr/>
            <p:nvPr/>
          </p:nvSpPr>
          <p:spPr>
            <a:xfrm>
              <a:off x="3039296" y="2254823"/>
              <a:ext cx="83635" cy="63073"/>
            </a:xfrm>
            <a:custGeom>
              <a:avLst/>
              <a:gdLst/>
              <a:ahLst/>
              <a:cxnLst/>
              <a:rect l="l" t="t" r="r" b="b"/>
              <a:pathLst>
                <a:path w="22111" h="16675" extrusionOk="0">
                  <a:moveTo>
                    <a:pt x="4134" y="15564"/>
                  </a:moveTo>
                  <a:cubicBezTo>
                    <a:pt x="4134" y="15564"/>
                    <a:pt x="5092" y="14149"/>
                    <a:pt x="6632" y="13025"/>
                  </a:cubicBezTo>
                  <a:cubicBezTo>
                    <a:pt x="8878" y="11402"/>
                    <a:pt x="14455" y="9155"/>
                    <a:pt x="22112" y="7241"/>
                  </a:cubicBezTo>
                  <a:cubicBezTo>
                    <a:pt x="22112" y="6325"/>
                    <a:pt x="21862" y="4328"/>
                    <a:pt x="20656" y="2206"/>
                  </a:cubicBezTo>
                  <a:cubicBezTo>
                    <a:pt x="20115" y="1248"/>
                    <a:pt x="19490" y="499"/>
                    <a:pt x="18991" y="0"/>
                  </a:cubicBezTo>
                  <a:cubicBezTo>
                    <a:pt x="15495" y="1165"/>
                    <a:pt x="11667" y="2580"/>
                    <a:pt x="7589" y="4286"/>
                  </a:cubicBezTo>
                  <a:cubicBezTo>
                    <a:pt x="6465" y="4786"/>
                    <a:pt x="3843" y="5909"/>
                    <a:pt x="1638" y="8572"/>
                  </a:cubicBezTo>
                  <a:cubicBezTo>
                    <a:pt x="473" y="9946"/>
                    <a:pt x="223" y="10778"/>
                    <a:pt x="98" y="11236"/>
                  </a:cubicBezTo>
                  <a:cubicBezTo>
                    <a:pt x="-152" y="12235"/>
                    <a:pt x="140" y="13150"/>
                    <a:pt x="265" y="13608"/>
                  </a:cubicBezTo>
                  <a:cubicBezTo>
                    <a:pt x="514" y="14607"/>
                    <a:pt x="889" y="16146"/>
                    <a:pt x="1846" y="16562"/>
                  </a:cubicBezTo>
                  <a:cubicBezTo>
                    <a:pt x="2636" y="16895"/>
                    <a:pt x="3552" y="16479"/>
                    <a:pt x="4134" y="1552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5" name="Google Shape;975;p37"/>
            <p:cNvSpPr/>
            <p:nvPr/>
          </p:nvSpPr>
          <p:spPr>
            <a:xfrm>
              <a:off x="3157749" y="2391303"/>
              <a:ext cx="39508" cy="23565"/>
            </a:xfrm>
            <a:custGeom>
              <a:avLst/>
              <a:gdLst/>
              <a:ahLst/>
              <a:cxnLst/>
              <a:rect l="l" t="t" r="r" b="b"/>
              <a:pathLst>
                <a:path w="10445" h="6230" extrusionOk="0">
                  <a:moveTo>
                    <a:pt x="10445" y="0"/>
                  </a:moveTo>
                  <a:cubicBezTo>
                    <a:pt x="6950" y="1456"/>
                    <a:pt x="3495" y="2955"/>
                    <a:pt x="0" y="4453"/>
                  </a:cubicBezTo>
                  <a:cubicBezTo>
                    <a:pt x="1374" y="5909"/>
                    <a:pt x="2705" y="6159"/>
                    <a:pt x="3204" y="6200"/>
                  </a:cubicBezTo>
                  <a:cubicBezTo>
                    <a:pt x="5993" y="6533"/>
                    <a:pt x="9114" y="4078"/>
                    <a:pt x="10445"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6" name="Google Shape;976;p37"/>
            <p:cNvSpPr/>
            <p:nvPr/>
          </p:nvSpPr>
          <p:spPr>
            <a:xfrm>
              <a:off x="3290072" y="3430310"/>
              <a:ext cx="971732" cy="355226"/>
            </a:xfrm>
            <a:custGeom>
              <a:avLst/>
              <a:gdLst/>
              <a:ahLst/>
              <a:cxnLst/>
              <a:rect l="l" t="t" r="r" b="b"/>
              <a:pathLst>
                <a:path w="256902" h="93913" extrusionOk="0">
                  <a:moveTo>
                    <a:pt x="256902" y="91717"/>
                  </a:moveTo>
                  <a:cubicBezTo>
                    <a:pt x="243503" y="93590"/>
                    <a:pt x="231518" y="94131"/>
                    <a:pt x="220948" y="93840"/>
                  </a:cubicBezTo>
                  <a:cubicBezTo>
                    <a:pt x="182871" y="91260"/>
                    <a:pt x="144086" y="88139"/>
                    <a:pt x="109838" y="84019"/>
                  </a:cubicBezTo>
                  <a:cubicBezTo>
                    <a:pt x="107258" y="83728"/>
                    <a:pt x="104720" y="83436"/>
                    <a:pt x="102264" y="83020"/>
                  </a:cubicBezTo>
                  <a:cubicBezTo>
                    <a:pt x="94691" y="82021"/>
                    <a:pt x="87450" y="81147"/>
                    <a:pt x="80458" y="80024"/>
                  </a:cubicBezTo>
                  <a:cubicBezTo>
                    <a:pt x="33684" y="72908"/>
                    <a:pt x="892" y="63337"/>
                    <a:pt x="19" y="50519"/>
                  </a:cubicBezTo>
                  <a:cubicBezTo>
                    <a:pt x="-689" y="39950"/>
                    <a:pt x="18994" y="31127"/>
                    <a:pt x="42215" y="21556"/>
                  </a:cubicBezTo>
                  <a:cubicBezTo>
                    <a:pt x="44088" y="20849"/>
                    <a:pt x="45794" y="19975"/>
                    <a:pt x="47625" y="19267"/>
                  </a:cubicBezTo>
                  <a:cubicBezTo>
                    <a:pt x="93109" y="291"/>
                    <a:pt x="133184" y="166"/>
                    <a:pt x="152035" y="0"/>
                  </a:cubicBezTo>
                  <a:cubicBezTo>
                    <a:pt x="180124" y="0"/>
                    <a:pt x="208380" y="0"/>
                    <a:pt x="237010" y="291"/>
                  </a:cubicBezTo>
                  <a:cubicBezTo>
                    <a:pt x="243586" y="30794"/>
                    <a:pt x="250286" y="61173"/>
                    <a:pt x="256819" y="91717"/>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7" name="Google Shape;977;p37"/>
            <p:cNvSpPr/>
            <p:nvPr/>
          </p:nvSpPr>
          <p:spPr>
            <a:xfrm>
              <a:off x="3475992" y="3512229"/>
              <a:ext cx="338893" cy="235790"/>
            </a:xfrm>
            <a:custGeom>
              <a:avLst/>
              <a:gdLst/>
              <a:ahLst/>
              <a:cxnLst/>
              <a:rect l="l" t="t" r="r" b="b"/>
              <a:pathLst>
                <a:path w="89595" h="62337" extrusionOk="0">
                  <a:moveTo>
                    <a:pt x="89595" y="44652"/>
                  </a:moveTo>
                  <a:cubicBezTo>
                    <a:pt x="79899" y="50644"/>
                    <a:pt x="70328" y="56470"/>
                    <a:pt x="60632" y="62338"/>
                  </a:cubicBezTo>
                  <a:cubicBezTo>
                    <a:pt x="50353" y="61048"/>
                    <a:pt x="40532" y="59758"/>
                    <a:pt x="31252" y="58343"/>
                  </a:cubicBezTo>
                  <a:cubicBezTo>
                    <a:pt x="20849" y="38951"/>
                    <a:pt x="10445" y="19392"/>
                    <a:pt x="0" y="0"/>
                  </a:cubicBezTo>
                  <a:lnTo>
                    <a:pt x="89554" y="4465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8" name="Google Shape;978;p37"/>
            <p:cNvSpPr/>
            <p:nvPr/>
          </p:nvSpPr>
          <p:spPr>
            <a:xfrm>
              <a:off x="3436999" y="3401598"/>
              <a:ext cx="833145" cy="422668"/>
            </a:xfrm>
            <a:custGeom>
              <a:avLst/>
              <a:gdLst/>
              <a:ahLst/>
              <a:cxnLst/>
              <a:rect l="l" t="t" r="r" b="b"/>
              <a:pathLst>
                <a:path w="220263" h="111743" extrusionOk="0">
                  <a:moveTo>
                    <a:pt x="220264" y="109595"/>
                  </a:moveTo>
                  <a:cubicBezTo>
                    <a:pt x="197168" y="110677"/>
                    <a:pt x="173281" y="111384"/>
                    <a:pt x="148729" y="111634"/>
                  </a:cubicBezTo>
                  <a:cubicBezTo>
                    <a:pt x="119516" y="111925"/>
                    <a:pt x="91260" y="111634"/>
                    <a:pt x="64044" y="110760"/>
                  </a:cubicBezTo>
                  <a:cubicBezTo>
                    <a:pt x="66791" y="105975"/>
                    <a:pt x="69620" y="99275"/>
                    <a:pt x="66915" y="94281"/>
                  </a:cubicBezTo>
                  <a:cubicBezTo>
                    <a:pt x="65750" y="92117"/>
                    <a:pt x="63878" y="91202"/>
                    <a:pt x="63337" y="90661"/>
                  </a:cubicBezTo>
                  <a:cubicBezTo>
                    <a:pt x="48356" y="75388"/>
                    <a:pt x="33541" y="60157"/>
                    <a:pt x="18560" y="44760"/>
                  </a:cubicBezTo>
                  <a:cubicBezTo>
                    <a:pt x="13441" y="39642"/>
                    <a:pt x="8448" y="34357"/>
                    <a:pt x="3288" y="29197"/>
                  </a:cubicBezTo>
                  <a:cubicBezTo>
                    <a:pt x="2289" y="28073"/>
                    <a:pt x="1165" y="26908"/>
                    <a:pt x="0" y="25784"/>
                  </a:cubicBezTo>
                  <a:cubicBezTo>
                    <a:pt x="19975" y="18668"/>
                    <a:pt x="43195" y="11968"/>
                    <a:pt x="69454" y="7099"/>
                  </a:cubicBezTo>
                  <a:cubicBezTo>
                    <a:pt x="119807" y="-2014"/>
                    <a:pt x="163710" y="-1015"/>
                    <a:pt x="196959" y="2688"/>
                  </a:cubicBezTo>
                  <a:cubicBezTo>
                    <a:pt x="197376" y="4395"/>
                    <a:pt x="197667" y="6267"/>
                    <a:pt x="198083" y="7973"/>
                  </a:cubicBezTo>
                  <a:cubicBezTo>
                    <a:pt x="204658" y="38476"/>
                    <a:pt x="211358" y="68855"/>
                    <a:pt x="217891" y="99400"/>
                  </a:cubicBezTo>
                  <a:cubicBezTo>
                    <a:pt x="218766" y="102812"/>
                    <a:pt x="219473" y="106266"/>
                    <a:pt x="220180" y="1096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9" name="Google Shape;979;p37"/>
            <p:cNvSpPr/>
            <p:nvPr/>
          </p:nvSpPr>
          <p:spPr>
            <a:xfrm>
              <a:off x="3283207" y="3594613"/>
              <a:ext cx="633414" cy="1021721"/>
            </a:xfrm>
            <a:custGeom>
              <a:avLst/>
              <a:gdLst/>
              <a:ahLst/>
              <a:cxnLst/>
              <a:rect l="l" t="t" r="r" b="b"/>
              <a:pathLst>
                <a:path w="167459" h="270118" extrusionOk="0">
                  <a:moveTo>
                    <a:pt x="144863" y="270119"/>
                  </a:moveTo>
                  <a:cubicBezTo>
                    <a:pt x="152395" y="265708"/>
                    <a:pt x="159928" y="261297"/>
                    <a:pt x="167460" y="256886"/>
                  </a:cubicBezTo>
                  <a:cubicBezTo>
                    <a:pt x="165670" y="250519"/>
                    <a:pt x="162840" y="240406"/>
                    <a:pt x="159262" y="227964"/>
                  </a:cubicBezTo>
                  <a:cubicBezTo>
                    <a:pt x="146111" y="181772"/>
                    <a:pt x="143531" y="174615"/>
                    <a:pt x="135791" y="147108"/>
                  </a:cubicBezTo>
                  <a:cubicBezTo>
                    <a:pt x="120519" y="92926"/>
                    <a:pt x="123099" y="94716"/>
                    <a:pt x="118272" y="85436"/>
                  </a:cubicBezTo>
                  <a:cubicBezTo>
                    <a:pt x="103499" y="57096"/>
                    <a:pt x="79488" y="40368"/>
                    <a:pt x="61718" y="30755"/>
                  </a:cubicBezTo>
                  <a:cubicBezTo>
                    <a:pt x="34419" y="7160"/>
                    <a:pt x="11116" y="-4784"/>
                    <a:pt x="3167" y="1791"/>
                  </a:cubicBezTo>
                  <a:cubicBezTo>
                    <a:pt x="-5281" y="8824"/>
                    <a:pt x="5456" y="35249"/>
                    <a:pt x="8952" y="43322"/>
                  </a:cubicBezTo>
                  <a:cubicBezTo>
                    <a:pt x="25348" y="71412"/>
                    <a:pt x="41993" y="99584"/>
                    <a:pt x="58805" y="127840"/>
                  </a:cubicBezTo>
                  <a:cubicBezTo>
                    <a:pt x="87436" y="175946"/>
                    <a:pt x="116150" y="223386"/>
                    <a:pt x="144822" y="270119"/>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0" name="Google Shape;980;p37"/>
            <p:cNvSpPr/>
            <p:nvPr/>
          </p:nvSpPr>
          <p:spPr>
            <a:xfrm>
              <a:off x="3518336" y="4484880"/>
              <a:ext cx="438645" cy="279235"/>
            </a:xfrm>
            <a:custGeom>
              <a:avLst/>
              <a:gdLst/>
              <a:ahLst/>
              <a:cxnLst/>
              <a:rect l="l" t="t" r="r" b="b"/>
              <a:pathLst>
                <a:path w="115967" h="73823" extrusionOk="0">
                  <a:moveTo>
                    <a:pt x="362" y="73823"/>
                  </a:moveTo>
                  <a:cubicBezTo>
                    <a:pt x="38481" y="73449"/>
                    <a:pt x="76599" y="73074"/>
                    <a:pt x="114718" y="72700"/>
                  </a:cubicBezTo>
                  <a:cubicBezTo>
                    <a:pt x="116008" y="67748"/>
                    <a:pt x="117007" y="60299"/>
                    <a:pt x="113969" y="52309"/>
                  </a:cubicBezTo>
                  <a:cubicBezTo>
                    <a:pt x="113719" y="51643"/>
                    <a:pt x="112429" y="49895"/>
                    <a:pt x="111430" y="47190"/>
                  </a:cubicBezTo>
                  <a:cubicBezTo>
                    <a:pt x="109974" y="43112"/>
                    <a:pt x="109890" y="39783"/>
                    <a:pt x="109890" y="38992"/>
                  </a:cubicBezTo>
                  <a:cubicBezTo>
                    <a:pt x="109724" y="35164"/>
                    <a:pt x="107435" y="25260"/>
                    <a:pt x="98946" y="0"/>
                  </a:cubicBezTo>
                  <a:cubicBezTo>
                    <a:pt x="88542" y="2497"/>
                    <a:pt x="78139" y="4994"/>
                    <a:pt x="67735" y="7491"/>
                  </a:cubicBezTo>
                  <a:cubicBezTo>
                    <a:pt x="63949" y="17603"/>
                    <a:pt x="60162" y="27715"/>
                    <a:pt x="56416" y="37869"/>
                  </a:cubicBezTo>
                  <a:cubicBezTo>
                    <a:pt x="39188" y="50769"/>
                    <a:pt x="26121" y="54639"/>
                    <a:pt x="17091" y="55596"/>
                  </a:cubicBezTo>
                  <a:cubicBezTo>
                    <a:pt x="13845" y="55929"/>
                    <a:pt x="5938" y="56470"/>
                    <a:pt x="2110" y="62005"/>
                  </a:cubicBezTo>
                  <a:cubicBezTo>
                    <a:pt x="-428" y="65709"/>
                    <a:pt x="-220" y="70369"/>
                    <a:pt x="404" y="7382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1" name="Google Shape;981;p37"/>
            <p:cNvSpPr/>
            <p:nvPr/>
          </p:nvSpPr>
          <p:spPr>
            <a:xfrm>
              <a:off x="3486957" y="4518058"/>
              <a:ext cx="481550" cy="255466"/>
            </a:xfrm>
            <a:custGeom>
              <a:avLst/>
              <a:gdLst/>
              <a:ahLst/>
              <a:cxnLst/>
              <a:rect l="l" t="t" r="r" b="b"/>
              <a:pathLst>
                <a:path w="127310" h="67539" extrusionOk="0">
                  <a:moveTo>
                    <a:pt x="71629" y="42"/>
                  </a:moveTo>
                  <a:cubicBezTo>
                    <a:pt x="67176" y="9738"/>
                    <a:pt x="62723" y="19434"/>
                    <a:pt x="58271" y="29130"/>
                  </a:cubicBezTo>
                  <a:cubicBezTo>
                    <a:pt x="47492" y="28631"/>
                    <a:pt x="28517" y="29588"/>
                    <a:pt x="13785" y="41822"/>
                  </a:cubicBezTo>
                  <a:cubicBezTo>
                    <a:pt x="11080" y="44069"/>
                    <a:pt x="-2569" y="55430"/>
                    <a:pt x="427" y="63545"/>
                  </a:cubicBezTo>
                  <a:cubicBezTo>
                    <a:pt x="1134" y="65459"/>
                    <a:pt x="2550" y="66749"/>
                    <a:pt x="3756" y="67540"/>
                  </a:cubicBezTo>
                  <a:lnTo>
                    <a:pt x="123480" y="67540"/>
                  </a:lnTo>
                  <a:cubicBezTo>
                    <a:pt x="125228" y="63545"/>
                    <a:pt x="129306" y="52892"/>
                    <a:pt x="126143" y="40116"/>
                  </a:cubicBezTo>
                  <a:cubicBezTo>
                    <a:pt x="124687" y="34248"/>
                    <a:pt x="122190" y="29754"/>
                    <a:pt x="120109" y="26758"/>
                  </a:cubicBezTo>
                  <a:cubicBezTo>
                    <a:pt x="102423" y="29421"/>
                    <a:pt x="95806" y="25801"/>
                    <a:pt x="93019" y="22097"/>
                  </a:cubicBezTo>
                  <a:cubicBezTo>
                    <a:pt x="89648" y="17561"/>
                    <a:pt x="91562" y="12401"/>
                    <a:pt x="87317" y="7033"/>
                  </a:cubicBezTo>
                  <a:cubicBezTo>
                    <a:pt x="83198" y="1831"/>
                    <a:pt x="76373" y="416"/>
                    <a:pt x="71587"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2" name="Google Shape;982;p37"/>
            <p:cNvSpPr/>
            <p:nvPr/>
          </p:nvSpPr>
          <p:spPr>
            <a:xfrm>
              <a:off x="3487002" y="4769476"/>
              <a:ext cx="481501" cy="20777"/>
            </a:xfrm>
            <a:custGeom>
              <a:avLst/>
              <a:gdLst/>
              <a:ahLst/>
              <a:cxnLst/>
              <a:rect l="l" t="t" r="r" b="b"/>
              <a:pathLst>
                <a:path w="127297" h="5493" extrusionOk="0">
                  <a:moveTo>
                    <a:pt x="124551" y="5493"/>
                  </a:moveTo>
                  <a:lnTo>
                    <a:pt x="2746" y="5493"/>
                  </a:lnTo>
                  <a:cubicBezTo>
                    <a:pt x="1248" y="5493"/>
                    <a:pt x="0" y="4245"/>
                    <a:pt x="0" y="2747"/>
                  </a:cubicBezTo>
                  <a:cubicBezTo>
                    <a:pt x="0" y="1248"/>
                    <a:pt x="1248" y="0"/>
                    <a:pt x="2746" y="0"/>
                  </a:cubicBezTo>
                  <a:lnTo>
                    <a:pt x="124551" y="0"/>
                  </a:lnTo>
                  <a:cubicBezTo>
                    <a:pt x="126049" y="0"/>
                    <a:pt x="127297" y="1248"/>
                    <a:pt x="127297" y="2747"/>
                  </a:cubicBezTo>
                  <a:cubicBezTo>
                    <a:pt x="127297" y="4245"/>
                    <a:pt x="126049" y="5493"/>
                    <a:pt x="124551" y="549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3" name="Google Shape;983;p37"/>
            <p:cNvSpPr/>
            <p:nvPr/>
          </p:nvSpPr>
          <p:spPr>
            <a:xfrm>
              <a:off x="3724682" y="4569418"/>
              <a:ext cx="92505" cy="42451"/>
            </a:xfrm>
            <a:custGeom>
              <a:avLst/>
              <a:gdLst/>
              <a:ahLst/>
              <a:cxnLst/>
              <a:rect l="l" t="t" r="r" b="b"/>
              <a:pathLst>
                <a:path w="24456" h="11223" extrusionOk="0">
                  <a:moveTo>
                    <a:pt x="21779" y="11126"/>
                  </a:moveTo>
                  <a:lnTo>
                    <a:pt x="1346" y="3926"/>
                  </a:lnTo>
                  <a:cubicBezTo>
                    <a:pt x="306" y="3552"/>
                    <a:pt x="-235" y="2387"/>
                    <a:pt x="98" y="1346"/>
                  </a:cubicBezTo>
                  <a:cubicBezTo>
                    <a:pt x="472" y="306"/>
                    <a:pt x="1638" y="-235"/>
                    <a:pt x="2678" y="98"/>
                  </a:cubicBezTo>
                  <a:lnTo>
                    <a:pt x="23110" y="7297"/>
                  </a:lnTo>
                  <a:cubicBezTo>
                    <a:pt x="24151" y="7672"/>
                    <a:pt x="24692" y="8837"/>
                    <a:pt x="24359" y="9877"/>
                  </a:cubicBezTo>
                  <a:cubicBezTo>
                    <a:pt x="23984" y="10918"/>
                    <a:pt x="22819" y="11459"/>
                    <a:pt x="21779" y="111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4" name="Google Shape;984;p37"/>
            <p:cNvSpPr/>
            <p:nvPr/>
          </p:nvSpPr>
          <p:spPr>
            <a:xfrm>
              <a:off x="3711318" y="4593633"/>
              <a:ext cx="92505" cy="42451"/>
            </a:xfrm>
            <a:custGeom>
              <a:avLst/>
              <a:gdLst/>
              <a:ahLst/>
              <a:cxnLst/>
              <a:rect l="l" t="t" r="r" b="b"/>
              <a:pathLst>
                <a:path w="24456" h="11223" extrusionOk="0">
                  <a:moveTo>
                    <a:pt x="21779" y="11126"/>
                  </a:moveTo>
                  <a:lnTo>
                    <a:pt x="1346" y="3926"/>
                  </a:lnTo>
                  <a:cubicBezTo>
                    <a:pt x="306" y="3552"/>
                    <a:pt x="-235" y="2387"/>
                    <a:pt x="98" y="1346"/>
                  </a:cubicBezTo>
                  <a:cubicBezTo>
                    <a:pt x="473" y="306"/>
                    <a:pt x="1637" y="-235"/>
                    <a:pt x="2678" y="98"/>
                  </a:cubicBezTo>
                  <a:lnTo>
                    <a:pt x="23110" y="7297"/>
                  </a:lnTo>
                  <a:cubicBezTo>
                    <a:pt x="24151" y="7672"/>
                    <a:pt x="24692" y="8837"/>
                    <a:pt x="24359" y="9877"/>
                  </a:cubicBezTo>
                  <a:cubicBezTo>
                    <a:pt x="23984" y="10918"/>
                    <a:pt x="22819" y="11459"/>
                    <a:pt x="21779" y="111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5" name="Google Shape;985;p37"/>
            <p:cNvSpPr/>
            <p:nvPr/>
          </p:nvSpPr>
          <p:spPr>
            <a:xfrm>
              <a:off x="3697954" y="4614702"/>
              <a:ext cx="92505" cy="42451"/>
            </a:xfrm>
            <a:custGeom>
              <a:avLst/>
              <a:gdLst/>
              <a:ahLst/>
              <a:cxnLst/>
              <a:rect l="l" t="t" r="r" b="b"/>
              <a:pathLst>
                <a:path w="24456" h="11223" extrusionOk="0">
                  <a:moveTo>
                    <a:pt x="21779" y="11126"/>
                  </a:moveTo>
                  <a:lnTo>
                    <a:pt x="1346" y="3926"/>
                  </a:lnTo>
                  <a:cubicBezTo>
                    <a:pt x="306" y="3552"/>
                    <a:pt x="-235" y="2387"/>
                    <a:pt x="98" y="1346"/>
                  </a:cubicBezTo>
                  <a:cubicBezTo>
                    <a:pt x="472" y="306"/>
                    <a:pt x="1637" y="-235"/>
                    <a:pt x="2678" y="98"/>
                  </a:cubicBezTo>
                  <a:lnTo>
                    <a:pt x="23110" y="7297"/>
                  </a:lnTo>
                  <a:cubicBezTo>
                    <a:pt x="24151" y="7672"/>
                    <a:pt x="24692" y="8837"/>
                    <a:pt x="24359" y="9877"/>
                  </a:cubicBezTo>
                  <a:cubicBezTo>
                    <a:pt x="23984" y="10918"/>
                    <a:pt x="22819" y="11459"/>
                    <a:pt x="21779" y="111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6" name="Google Shape;986;p37"/>
            <p:cNvSpPr/>
            <p:nvPr/>
          </p:nvSpPr>
          <p:spPr>
            <a:xfrm>
              <a:off x="3163096" y="2392561"/>
              <a:ext cx="105331" cy="76698"/>
            </a:xfrm>
            <a:custGeom>
              <a:avLst/>
              <a:gdLst/>
              <a:ahLst/>
              <a:cxnLst/>
              <a:rect l="l" t="t" r="r" b="b"/>
              <a:pathLst>
                <a:path w="27847" h="20277" extrusionOk="0">
                  <a:moveTo>
                    <a:pt x="0" y="13816"/>
                  </a:moveTo>
                  <a:cubicBezTo>
                    <a:pt x="9072" y="9197"/>
                    <a:pt x="18103" y="4619"/>
                    <a:pt x="27174" y="0"/>
                  </a:cubicBezTo>
                  <a:cubicBezTo>
                    <a:pt x="28880" y="6117"/>
                    <a:pt x="27299" y="12567"/>
                    <a:pt x="22929" y="16479"/>
                  </a:cubicBezTo>
                  <a:cubicBezTo>
                    <a:pt x="18560" y="20433"/>
                    <a:pt x="13150" y="20308"/>
                    <a:pt x="12027" y="20266"/>
                  </a:cubicBezTo>
                  <a:cubicBezTo>
                    <a:pt x="4744" y="19933"/>
                    <a:pt x="583" y="14565"/>
                    <a:pt x="0" y="1381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7" name="Google Shape;987;p37"/>
            <p:cNvSpPr/>
            <p:nvPr/>
          </p:nvSpPr>
          <p:spPr>
            <a:xfrm>
              <a:off x="3163881" y="2428728"/>
              <a:ext cx="1058707" cy="1110035"/>
            </a:xfrm>
            <a:custGeom>
              <a:avLst/>
              <a:gdLst/>
              <a:ahLst/>
              <a:cxnLst/>
              <a:rect l="l" t="t" r="r" b="b"/>
              <a:pathLst>
                <a:path w="279896" h="293466" extrusionOk="0">
                  <a:moveTo>
                    <a:pt x="0" y="120139"/>
                  </a:moveTo>
                  <a:cubicBezTo>
                    <a:pt x="23470" y="162919"/>
                    <a:pt x="46941" y="205698"/>
                    <a:pt x="70411" y="248477"/>
                  </a:cubicBezTo>
                  <a:cubicBezTo>
                    <a:pt x="75196" y="256966"/>
                    <a:pt x="80731" y="263666"/>
                    <a:pt x="86474" y="268993"/>
                  </a:cubicBezTo>
                  <a:cubicBezTo>
                    <a:pt x="146315" y="324423"/>
                    <a:pt x="270200" y="268993"/>
                    <a:pt x="279896" y="264540"/>
                  </a:cubicBezTo>
                  <a:cubicBezTo>
                    <a:pt x="254637" y="182852"/>
                    <a:pt x="229377" y="101122"/>
                    <a:pt x="204117" y="19433"/>
                  </a:cubicBezTo>
                  <a:cubicBezTo>
                    <a:pt x="197168" y="16229"/>
                    <a:pt x="189594" y="13191"/>
                    <a:pt x="181396" y="10528"/>
                  </a:cubicBezTo>
                  <a:cubicBezTo>
                    <a:pt x="148645" y="-167"/>
                    <a:pt x="118683" y="-1041"/>
                    <a:pt x="96295" y="707"/>
                  </a:cubicBezTo>
                  <a:cubicBezTo>
                    <a:pt x="62962" y="44859"/>
                    <a:pt x="50187" y="54805"/>
                    <a:pt x="45942" y="52392"/>
                  </a:cubicBezTo>
                  <a:cubicBezTo>
                    <a:pt x="42488" y="50436"/>
                    <a:pt x="45859" y="40906"/>
                    <a:pt x="42654" y="39616"/>
                  </a:cubicBezTo>
                  <a:cubicBezTo>
                    <a:pt x="36953" y="37286"/>
                    <a:pt x="17936" y="64335"/>
                    <a:pt x="7157" y="94297"/>
                  </a:cubicBezTo>
                  <a:cubicBezTo>
                    <a:pt x="3371" y="104825"/>
                    <a:pt x="1249" y="113856"/>
                    <a:pt x="42" y="12013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8" name="Google Shape;988;p37"/>
            <p:cNvSpPr/>
            <p:nvPr/>
          </p:nvSpPr>
          <p:spPr>
            <a:xfrm>
              <a:off x="3553982" y="2544135"/>
              <a:ext cx="368071" cy="765302"/>
            </a:xfrm>
            <a:custGeom>
              <a:avLst/>
              <a:gdLst/>
              <a:ahLst/>
              <a:cxnLst/>
              <a:rect l="l" t="t" r="r" b="b"/>
              <a:pathLst>
                <a:path w="97309" h="202327" extrusionOk="0">
                  <a:moveTo>
                    <a:pt x="24802" y="77111"/>
                  </a:moveTo>
                  <a:cubicBezTo>
                    <a:pt x="16521" y="113606"/>
                    <a:pt x="8281" y="150310"/>
                    <a:pt x="0" y="186806"/>
                  </a:cubicBezTo>
                  <a:lnTo>
                    <a:pt x="41073" y="202328"/>
                  </a:lnTo>
                  <a:cubicBezTo>
                    <a:pt x="50686" y="181271"/>
                    <a:pt x="58551" y="162128"/>
                    <a:pt x="64793" y="146024"/>
                  </a:cubicBezTo>
                  <a:cubicBezTo>
                    <a:pt x="67415" y="139532"/>
                    <a:pt x="69704" y="133415"/>
                    <a:pt x="71784" y="127922"/>
                  </a:cubicBezTo>
                  <a:cubicBezTo>
                    <a:pt x="74323" y="121263"/>
                    <a:pt x="76487" y="115063"/>
                    <a:pt x="78567" y="109154"/>
                  </a:cubicBezTo>
                  <a:cubicBezTo>
                    <a:pt x="102329" y="40990"/>
                    <a:pt x="100248" y="19018"/>
                    <a:pt x="90136" y="5909"/>
                  </a:cubicBezTo>
                  <a:cubicBezTo>
                    <a:pt x="87847" y="3079"/>
                    <a:pt x="85683" y="1165"/>
                    <a:pt x="84144" y="0"/>
                  </a:cubicBezTo>
                  <a:cubicBezTo>
                    <a:pt x="77235" y="916"/>
                    <a:pt x="60798" y="4120"/>
                    <a:pt x="46441" y="17478"/>
                  </a:cubicBezTo>
                  <a:cubicBezTo>
                    <a:pt x="21806" y="40324"/>
                    <a:pt x="24427" y="72908"/>
                    <a:pt x="24802" y="7715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9" name="Google Shape;989;p37"/>
            <p:cNvSpPr/>
            <p:nvPr/>
          </p:nvSpPr>
          <p:spPr>
            <a:xfrm>
              <a:off x="3632126" y="2948700"/>
              <a:ext cx="218950" cy="147173"/>
            </a:xfrm>
            <a:custGeom>
              <a:avLst/>
              <a:gdLst/>
              <a:ahLst/>
              <a:cxnLst/>
              <a:rect l="l" t="t" r="r" b="b"/>
              <a:pathLst>
                <a:path w="57885" h="38909" extrusionOk="0">
                  <a:moveTo>
                    <a:pt x="0" y="5202"/>
                  </a:moveTo>
                  <a:cubicBezTo>
                    <a:pt x="2954" y="10736"/>
                    <a:pt x="8406" y="18893"/>
                    <a:pt x="17394" y="26092"/>
                  </a:cubicBezTo>
                  <a:cubicBezTo>
                    <a:pt x="26550" y="33375"/>
                    <a:pt x="36162" y="36995"/>
                    <a:pt x="44111" y="38909"/>
                  </a:cubicBezTo>
                  <a:cubicBezTo>
                    <a:pt x="46733" y="32417"/>
                    <a:pt x="49022" y="26300"/>
                    <a:pt x="51102" y="20807"/>
                  </a:cubicBezTo>
                  <a:cubicBezTo>
                    <a:pt x="53641" y="14149"/>
                    <a:pt x="55805" y="7948"/>
                    <a:pt x="57885" y="2039"/>
                  </a:cubicBezTo>
                  <a:cubicBezTo>
                    <a:pt x="57802" y="1415"/>
                    <a:pt x="57802" y="624"/>
                    <a:pt x="57760" y="0"/>
                  </a:cubicBezTo>
                  <a:lnTo>
                    <a:pt x="0" y="516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0" name="Google Shape;990;p37"/>
            <p:cNvSpPr/>
            <p:nvPr/>
          </p:nvSpPr>
          <p:spPr>
            <a:xfrm>
              <a:off x="3592975" y="2526721"/>
              <a:ext cx="341881" cy="511284"/>
            </a:xfrm>
            <a:custGeom>
              <a:avLst/>
              <a:gdLst/>
              <a:ahLst/>
              <a:cxnLst/>
              <a:rect l="l" t="t" r="r" b="b"/>
              <a:pathLst>
                <a:path w="90385" h="135171" extrusionOk="0">
                  <a:moveTo>
                    <a:pt x="90386" y="25041"/>
                  </a:moveTo>
                  <a:cubicBezTo>
                    <a:pt x="85558" y="59748"/>
                    <a:pt x="80690" y="94412"/>
                    <a:pt x="75862" y="129118"/>
                  </a:cubicBezTo>
                  <a:cubicBezTo>
                    <a:pt x="69953" y="131823"/>
                    <a:pt x="61131" y="134903"/>
                    <a:pt x="50228" y="135152"/>
                  </a:cubicBezTo>
                  <a:cubicBezTo>
                    <a:pt x="23096" y="135818"/>
                    <a:pt x="4452" y="118590"/>
                    <a:pt x="0" y="114262"/>
                  </a:cubicBezTo>
                  <a:cubicBezTo>
                    <a:pt x="5118" y="88087"/>
                    <a:pt x="10237" y="61912"/>
                    <a:pt x="15355" y="35736"/>
                  </a:cubicBezTo>
                  <a:cubicBezTo>
                    <a:pt x="31211" y="6274"/>
                    <a:pt x="58176" y="-5295"/>
                    <a:pt x="74239" y="2237"/>
                  </a:cubicBezTo>
                  <a:cubicBezTo>
                    <a:pt x="84144" y="6856"/>
                    <a:pt x="88554" y="18175"/>
                    <a:pt x="90386" y="2500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1" name="Google Shape;991;p37"/>
            <p:cNvSpPr/>
            <p:nvPr/>
          </p:nvSpPr>
          <p:spPr>
            <a:xfrm>
              <a:off x="2107646" y="3772315"/>
              <a:ext cx="1258547" cy="846263"/>
            </a:xfrm>
            <a:custGeom>
              <a:avLst/>
              <a:gdLst/>
              <a:ahLst/>
              <a:cxnLst/>
              <a:rect l="l" t="t" r="r" b="b"/>
              <a:pathLst>
                <a:path w="332729" h="223731" extrusionOk="0">
                  <a:moveTo>
                    <a:pt x="260571" y="3615"/>
                  </a:moveTo>
                  <a:cubicBezTo>
                    <a:pt x="264482" y="5904"/>
                    <a:pt x="269185" y="10149"/>
                    <a:pt x="280046" y="15642"/>
                  </a:cubicBezTo>
                  <a:cubicBezTo>
                    <a:pt x="284832" y="18055"/>
                    <a:pt x="288868" y="19762"/>
                    <a:pt x="291490" y="20802"/>
                  </a:cubicBezTo>
                  <a:cubicBezTo>
                    <a:pt x="302767" y="18721"/>
                    <a:pt x="314003" y="16599"/>
                    <a:pt x="325281" y="14518"/>
                  </a:cubicBezTo>
                  <a:cubicBezTo>
                    <a:pt x="327777" y="21593"/>
                    <a:pt x="330233" y="28625"/>
                    <a:pt x="332730" y="35700"/>
                  </a:cubicBezTo>
                  <a:cubicBezTo>
                    <a:pt x="330316" y="38072"/>
                    <a:pt x="326529" y="41234"/>
                    <a:pt x="321286" y="43731"/>
                  </a:cubicBezTo>
                  <a:cubicBezTo>
                    <a:pt x="316708" y="45895"/>
                    <a:pt x="313753" y="46478"/>
                    <a:pt x="309259" y="47726"/>
                  </a:cubicBezTo>
                  <a:cubicBezTo>
                    <a:pt x="298106" y="50889"/>
                    <a:pt x="286954" y="54052"/>
                    <a:pt x="285872" y="59545"/>
                  </a:cubicBezTo>
                  <a:cubicBezTo>
                    <a:pt x="284832" y="64830"/>
                    <a:pt x="293280" y="71238"/>
                    <a:pt x="299522" y="74026"/>
                  </a:cubicBezTo>
                  <a:cubicBezTo>
                    <a:pt x="313587" y="80310"/>
                    <a:pt x="327944" y="73319"/>
                    <a:pt x="331023" y="71738"/>
                  </a:cubicBezTo>
                  <a:cubicBezTo>
                    <a:pt x="328901" y="76024"/>
                    <a:pt x="325281" y="81767"/>
                    <a:pt x="318997" y="86053"/>
                  </a:cubicBezTo>
                  <a:cubicBezTo>
                    <a:pt x="308302" y="93335"/>
                    <a:pt x="299646" y="89798"/>
                    <a:pt x="290366" y="92919"/>
                  </a:cubicBezTo>
                  <a:cubicBezTo>
                    <a:pt x="274803" y="98204"/>
                    <a:pt x="271682" y="117555"/>
                    <a:pt x="260030" y="146185"/>
                  </a:cubicBezTo>
                  <a:cubicBezTo>
                    <a:pt x="248336" y="174899"/>
                    <a:pt x="240471" y="194166"/>
                    <a:pt x="227404" y="206318"/>
                  </a:cubicBezTo>
                  <a:cubicBezTo>
                    <a:pt x="193697" y="237653"/>
                    <a:pt x="128904" y="218261"/>
                    <a:pt x="110011" y="212601"/>
                  </a:cubicBezTo>
                  <a:cubicBezTo>
                    <a:pt x="98276" y="209106"/>
                    <a:pt x="8889" y="181183"/>
                    <a:pt x="649" y="121009"/>
                  </a:cubicBezTo>
                  <a:cubicBezTo>
                    <a:pt x="-17" y="116265"/>
                    <a:pt x="-2930" y="90839"/>
                    <a:pt x="12676" y="74068"/>
                  </a:cubicBezTo>
                  <a:cubicBezTo>
                    <a:pt x="28905" y="56673"/>
                    <a:pt x="55996" y="58380"/>
                    <a:pt x="81381" y="60335"/>
                  </a:cubicBezTo>
                  <a:cubicBezTo>
                    <a:pt x="142220" y="65038"/>
                    <a:pt x="182045" y="91088"/>
                    <a:pt x="189577" y="80393"/>
                  </a:cubicBezTo>
                  <a:cubicBezTo>
                    <a:pt x="194363" y="73610"/>
                    <a:pt x="179548" y="61625"/>
                    <a:pt x="184417" y="42025"/>
                  </a:cubicBezTo>
                  <a:cubicBezTo>
                    <a:pt x="187246" y="30623"/>
                    <a:pt x="194987" y="23549"/>
                    <a:pt x="199856" y="19137"/>
                  </a:cubicBezTo>
                  <a:cubicBezTo>
                    <a:pt x="216169" y="4281"/>
                    <a:pt x="244216" y="-5789"/>
                    <a:pt x="260529" y="3699"/>
                  </a:cubicBezTo>
                  <a:close/>
                </a:path>
              </a:pathLst>
            </a:custGeom>
            <a:solidFill>
              <a:srgbClr val="9999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2" name="Google Shape;992;p37"/>
            <p:cNvSpPr/>
            <p:nvPr/>
          </p:nvSpPr>
          <p:spPr>
            <a:xfrm>
              <a:off x="2729128" y="4358938"/>
              <a:ext cx="515343" cy="517548"/>
            </a:xfrm>
            <a:custGeom>
              <a:avLst/>
              <a:gdLst/>
              <a:ahLst/>
              <a:cxnLst/>
              <a:rect l="l" t="t" r="r" b="b"/>
              <a:pathLst>
                <a:path w="136244" h="136827" extrusionOk="0">
                  <a:moveTo>
                    <a:pt x="58385" y="0"/>
                  </a:moveTo>
                  <a:cubicBezTo>
                    <a:pt x="59467" y="17187"/>
                    <a:pt x="63670" y="46649"/>
                    <a:pt x="81272" y="77860"/>
                  </a:cubicBezTo>
                  <a:cubicBezTo>
                    <a:pt x="92009" y="96878"/>
                    <a:pt x="104493" y="110777"/>
                    <a:pt x="114480" y="120223"/>
                  </a:cubicBezTo>
                  <a:cubicBezTo>
                    <a:pt x="116394" y="119932"/>
                    <a:pt x="121056" y="119474"/>
                    <a:pt x="125924" y="121929"/>
                  </a:cubicBezTo>
                  <a:cubicBezTo>
                    <a:pt x="134497" y="126257"/>
                    <a:pt x="136078" y="135787"/>
                    <a:pt x="136244" y="136827"/>
                  </a:cubicBezTo>
                  <a:lnTo>
                    <a:pt x="75571" y="136827"/>
                  </a:lnTo>
                  <a:cubicBezTo>
                    <a:pt x="63129" y="130668"/>
                    <a:pt x="39867" y="117060"/>
                    <a:pt x="21182" y="90469"/>
                  </a:cubicBezTo>
                  <a:cubicBezTo>
                    <a:pt x="8989" y="73116"/>
                    <a:pt x="3038" y="56304"/>
                    <a:pt x="0" y="44652"/>
                  </a:cubicBezTo>
                  <a:lnTo>
                    <a:pt x="58385" y="0"/>
                  </a:lnTo>
                  <a:close/>
                </a:path>
              </a:pathLst>
            </a:custGeom>
            <a:solidFill>
              <a:srgbClr val="9999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3" name="Google Shape;993;p37"/>
            <p:cNvSpPr/>
            <p:nvPr/>
          </p:nvSpPr>
          <p:spPr>
            <a:xfrm>
              <a:off x="1988385" y="3997141"/>
              <a:ext cx="440207" cy="884299"/>
            </a:xfrm>
            <a:custGeom>
              <a:avLst/>
              <a:gdLst/>
              <a:ahLst/>
              <a:cxnLst/>
              <a:rect l="l" t="t" r="r" b="b"/>
              <a:pathLst>
                <a:path w="116380" h="233787" extrusionOk="0">
                  <a:moveTo>
                    <a:pt x="106661" y="66624"/>
                  </a:moveTo>
                  <a:cubicBezTo>
                    <a:pt x="108783" y="70036"/>
                    <a:pt x="121267" y="90469"/>
                    <a:pt x="114276" y="115479"/>
                  </a:cubicBezTo>
                  <a:cubicBezTo>
                    <a:pt x="108450" y="136411"/>
                    <a:pt x="91139" y="152724"/>
                    <a:pt x="69250" y="158217"/>
                  </a:cubicBezTo>
                  <a:cubicBezTo>
                    <a:pt x="69499" y="178067"/>
                    <a:pt x="69749" y="197917"/>
                    <a:pt x="69999" y="217766"/>
                  </a:cubicBezTo>
                  <a:cubicBezTo>
                    <a:pt x="71330" y="217101"/>
                    <a:pt x="84855" y="210567"/>
                    <a:pt x="98254" y="217766"/>
                  </a:cubicBezTo>
                  <a:cubicBezTo>
                    <a:pt x="107576" y="222760"/>
                    <a:pt x="111072" y="231374"/>
                    <a:pt x="111987" y="233788"/>
                  </a:cubicBezTo>
                  <a:lnTo>
                    <a:pt x="46320" y="233788"/>
                  </a:lnTo>
                  <a:cubicBezTo>
                    <a:pt x="33878" y="204283"/>
                    <a:pt x="21393" y="174737"/>
                    <a:pt x="8951" y="145233"/>
                  </a:cubicBezTo>
                  <a:cubicBezTo>
                    <a:pt x="7744" y="142445"/>
                    <a:pt x="-15851" y="85101"/>
                    <a:pt x="18855" y="38368"/>
                  </a:cubicBezTo>
                  <a:cubicBezTo>
                    <a:pt x="39745" y="10237"/>
                    <a:pt x="69707" y="2164"/>
                    <a:pt x="79195" y="0"/>
                  </a:cubicBezTo>
                  <a:lnTo>
                    <a:pt x="106619" y="66624"/>
                  </a:lnTo>
                  <a:close/>
                </a:path>
              </a:pathLst>
            </a:custGeom>
            <a:solidFill>
              <a:srgbClr val="9999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4" name="Google Shape;994;p37"/>
            <p:cNvSpPr/>
            <p:nvPr/>
          </p:nvSpPr>
          <p:spPr>
            <a:xfrm>
              <a:off x="1993864" y="3471623"/>
              <a:ext cx="600839" cy="648373"/>
            </a:xfrm>
            <a:custGeom>
              <a:avLst/>
              <a:gdLst/>
              <a:ahLst/>
              <a:cxnLst/>
              <a:rect l="l" t="t" r="r" b="b"/>
              <a:pathLst>
                <a:path w="158847" h="171414" extrusionOk="0">
                  <a:moveTo>
                    <a:pt x="69714" y="161056"/>
                  </a:moveTo>
                  <a:cubicBezTo>
                    <a:pt x="53776" y="136587"/>
                    <a:pt x="54691" y="125476"/>
                    <a:pt x="58270" y="119817"/>
                  </a:cubicBezTo>
                  <a:cubicBezTo>
                    <a:pt x="67383" y="105377"/>
                    <a:pt x="100882" y="115697"/>
                    <a:pt x="107499" y="101507"/>
                  </a:cubicBezTo>
                  <a:cubicBezTo>
                    <a:pt x="112451" y="90853"/>
                    <a:pt x="96721" y="78577"/>
                    <a:pt x="101757" y="70587"/>
                  </a:cubicBezTo>
                  <a:cubicBezTo>
                    <a:pt x="108998" y="59102"/>
                    <a:pt x="145535" y="78411"/>
                    <a:pt x="156146" y="65427"/>
                  </a:cubicBezTo>
                  <a:cubicBezTo>
                    <a:pt x="163970" y="55856"/>
                    <a:pt x="152900" y="34633"/>
                    <a:pt x="146991" y="25935"/>
                  </a:cubicBezTo>
                  <a:cubicBezTo>
                    <a:pt x="143329" y="20526"/>
                    <a:pt x="132010" y="5836"/>
                    <a:pt x="112077" y="1300"/>
                  </a:cubicBezTo>
                  <a:cubicBezTo>
                    <a:pt x="88190" y="-4110"/>
                    <a:pt x="68382" y="8790"/>
                    <a:pt x="60559" y="13909"/>
                  </a:cubicBezTo>
                  <a:cubicBezTo>
                    <a:pt x="49448" y="21150"/>
                    <a:pt x="51528" y="23772"/>
                    <a:pt x="34800" y="36256"/>
                  </a:cubicBezTo>
                  <a:cubicBezTo>
                    <a:pt x="16323" y="50030"/>
                    <a:pt x="11787" y="48282"/>
                    <a:pt x="6169" y="56855"/>
                  </a:cubicBezTo>
                  <a:cubicBezTo>
                    <a:pt x="-2487" y="70088"/>
                    <a:pt x="10" y="86942"/>
                    <a:pt x="1592" y="97512"/>
                  </a:cubicBezTo>
                  <a:cubicBezTo>
                    <a:pt x="3381" y="109580"/>
                    <a:pt x="5961" y="109330"/>
                    <a:pt x="9040" y="124977"/>
                  </a:cubicBezTo>
                  <a:cubicBezTo>
                    <a:pt x="13035" y="145160"/>
                    <a:pt x="9665" y="150029"/>
                    <a:pt x="13618" y="157020"/>
                  </a:cubicBezTo>
                  <a:cubicBezTo>
                    <a:pt x="17821" y="164469"/>
                    <a:pt x="29098" y="172292"/>
                    <a:pt x="61724" y="171335"/>
                  </a:cubicBezTo>
                  <a:lnTo>
                    <a:pt x="69755" y="161015"/>
                  </a:lnTo>
                  <a:close/>
                </a:path>
              </a:pathLst>
            </a:custGeom>
            <a:solidFill>
              <a:srgbClr val="9999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5" name="Google Shape;995;p37"/>
            <p:cNvSpPr/>
            <p:nvPr/>
          </p:nvSpPr>
          <p:spPr>
            <a:xfrm>
              <a:off x="3218287" y="3930317"/>
              <a:ext cx="137570" cy="137570"/>
            </a:xfrm>
            <a:custGeom>
              <a:avLst/>
              <a:gdLst/>
              <a:ahLst/>
              <a:cxnLst/>
              <a:rect l="l" t="t" r="r" b="b"/>
              <a:pathLst>
                <a:path w="36370" h="36370" extrusionOk="0">
                  <a:moveTo>
                    <a:pt x="36370" y="18185"/>
                  </a:moveTo>
                  <a:cubicBezTo>
                    <a:pt x="36370" y="28229"/>
                    <a:pt x="28229" y="36371"/>
                    <a:pt x="18185" y="36371"/>
                  </a:cubicBezTo>
                  <a:cubicBezTo>
                    <a:pt x="8142" y="36371"/>
                    <a:pt x="0" y="28229"/>
                    <a:pt x="0" y="18185"/>
                  </a:cubicBezTo>
                  <a:cubicBezTo>
                    <a:pt x="0" y="8142"/>
                    <a:pt x="8142" y="0"/>
                    <a:pt x="18185" y="0"/>
                  </a:cubicBezTo>
                  <a:cubicBezTo>
                    <a:pt x="28229" y="0"/>
                    <a:pt x="36370" y="8142"/>
                    <a:pt x="36370" y="1818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6" name="Google Shape;996;p37"/>
            <p:cNvSpPr/>
            <p:nvPr/>
          </p:nvSpPr>
          <p:spPr>
            <a:xfrm>
              <a:off x="3292369" y="3819594"/>
              <a:ext cx="60100" cy="44414"/>
            </a:xfrm>
            <a:custGeom>
              <a:avLst/>
              <a:gdLst/>
              <a:ahLst/>
              <a:cxnLst/>
              <a:rect l="l" t="t" r="r" b="b"/>
              <a:pathLst>
                <a:path w="15889" h="11742" extrusionOk="0">
                  <a:moveTo>
                    <a:pt x="13393" y="4044"/>
                  </a:moveTo>
                  <a:cubicBezTo>
                    <a:pt x="14808" y="7082"/>
                    <a:pt x="15515" y="9787"/>
                    <a:pt x="15890" y="11743"/>
                  </a:cubicBezTo>
                  <a:cubicBezTo>
                    <a:pt x="14517" y="11035"/>
                    <a:pt x="12394" y="9995"/>
                    <a:pt x="9648" y="9079"/>
                  </a:cubicBezTo>
                  <a:cubicBezTo>
                    <a:pt x="3406" y="6999"/>
                    <a:pt x="368" y="7581"/>
                    <a:pt x="35" y="6291"/>
                  </a:cubicBezTo>
                  <a:cubicBezTo>
                    <a:pt x="-589" y="4044"/>
                    <a:pt x="7276" y="-1657"/>
                    <a:pt x="11021" y="465"/>
                  </a:cubicBezTo>
                  <a:cubicBezTo>
                    <a:pt x="11937" y="1006"/>
                    <a:pt x="12436" y="2005"/>
                    <a:pt x="13393" y="40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7" name="Google Shape;997;p37"/>
            <p:cNvSpPr/>
            <p:nvPr/>
          </p:nvSpPr>
          <p:spPr>
            <a:xfrm>
              <a:off x="2801318" y="3885187"/>
              <a:ext cx="191077" cy="198960"/>
            </a:xfrm>
            <a:custGeom>
              <a:avLst/>
              <a:gdLst/>
              <a:ahLst/>
              <a:cxnLst/>
              <a:rect l="l" t="t" r="r" b="b"/>
              <a:pathLst>
                <a:path w="50516" h="52600" extrusionOk="0">
                  <a:moveTo>
                    <a:pt x="33120" y="52601"/>
                  </a:moveTo>
                  <a:cubicBezTo>
                    <a:pt x="29915" y="52309"/>
                    <a:pt x="28376" y="50645"/>
                    <a:pt x="27044" y="49188"/>
                  </a:cubicBezTo>
                  <a:cubicBezTo>
                    <a:pt x="25587" y="47607"/>
                    <a:pt x="24547" y="46608"/>
                    <a:pt x="22841" y="46567"/>
                  </a:cubicBezTo>
                  <a:cubicBezTo>
                    <a:pt x="20968" y="46567"/>
                    <a:pt x="19803" y="47524"/>
                    <a:pt x="18430" y="48647"/>
                  </a:cubicBezTo>
                  <a:cubicBezTo>
                    <a:pt x="16849" y="49937"/>
                    <a:pt x="15184" y="51394"/>
                    <a:pt x="12438" y="51144"/>
                  </a:cubicBezTo>
                  <a:cubicBezTo>
                    <a:pt x="5571" y="50562"/>
                    <a:pt x="2117" y="38951"/>
                    <a:pt x="1160" y="35373"/>
                  </a:cubicBezTo>
                  <a:cubicBezTo>
                    <a:pt x="-1711" y="24178"/>
                    <a:pt x="1285" y="13941"/>
                    <a:pt x="4323" y="7325"/>
                  </a:cubicBezTo>
                  <a:cubicBezTo>
                    <a:pt x="4739" y="6368"/>
                    <a:pt x="5862" y="5993"/>
                    <a:pt x="6737" y="6409"/>
                  </a:cubicBezTo>
                  <a:cubicBezTo>
                    <a:pt x="7652" y="6825"/>
                    <a:pt x="8068" y="7907"/>
                    <a:pt x="7652" y="8823"/>
                  </a:cubicBezTo>
                  <a:cubicBezTo>
                    <a:pt x="4864" y="14898"/>
                    <a:pt x="2076" y="24303"/>
                    <a:pt x="4697" y="34457"/>
                  </a:cubicBezTo>
                  <a:cubicBezTo>
                    <a:pt x="6237" y="40533"/>
                    <a:pt x="9441" y="47191"/>
                    <a:pt x="12729" y="47482"/>
                  </a:cubicBezTo>
                  <a:cubicBezTo>
                    <a:pt x="13644" y="47565"/>
                    <a:pt x="14643" y="46941"/>
                    <a:pt x="16100" y="45776"/>
                  </a:cubicBezTo>
                  <a:cubicBezTo>
                    <a:pt x="17764" y="44444"/>
                    <a:pt x="19803" y="42821"/>
                    <a:pt x="22966" y="42905"/>
                  </a:cubicBezTo>
                  <a:cubicBezTo>
                    <a:pt x="26295" y="43030"/>
                    <a:pt x="28209" y="45069"/>
                    <a:pt x="29707" y="46692"/>
                  </a:cubicBezTo>
                  <a:cubicBezTo>
                    <a:pt x="30914" y="47982"/>
                    <a:pt x="31746" y="48814"/>
                    <a:pt x="32828" y="48897"/>
                  </a:cubicBezTo>
                  <a:cubicBezTo>
                    <a:pt x="34202" y="49105"/>
                    <a:pt x="36074" y="48148"/>
                    <a:pt x="37988" y="46442"/>
                  </a:cubicBezTo>
                  <a:cubicBezTo>
                    <a:pt x="42358" y="42489"/>
                    <a:pt x="46977" y="34083"/>
                    <a:pt x="46852" y="25011"/>
                  </a:cubicBezTo>
                  <a:cubicBezTo>
                    <a:pt x="46686" y="13775"/>
                    <a:pt x="39029" y="5993"/>
                    <a:pt x="35742" y="3205"/>
                  </a:cubicBezTo>
                  <a:cubicBezTo>
                    <a:pt x="34951" y="2539"/>
                    <a:pt x="34867" y="1374"/>
                    <a:pt x="35533" y="625"/>
                  </a:cubicBezTo>
                  <a:cubicBezTo>
                    <a:pt x="36199" y="-124"/>
                    <a:pt x="37365" y="-207"/>
                    <a:pt x="38113" y="417"/>
                  </a:cubicBezTo>
                  <a:cubicBezTo>
                    <a:pt x="41775" y="3538"/>
                    <a:pt x="50306" y="12235"/>
                    <a:pt x="50514" y="24969"/>
                  </a:cubicBezTo>
                  <a:cubicBezTo>
                    <a:pt x="50639" y="35164"/>
                    <a:pt x="45396" y="44653"/>
                    <a:pt x="40444" y="49147"/>
                  </a:cubicBezTo>
                  <a:cubicBezTo>
                    <a:pt x="37947" y="51436"/>
                    <a:pt x="35450" y="52601"/>
                    <a:pt x="33120" y="5260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8" name="Google Shape;998;p37"/>
            <p:cNvSpPr/>
            <p:nvPr/>
          </p:nvSpPr>
          <p:spPr>
            <a:xfrm>
              <a:off x="2729321" y="4479866"/>
              <a:ext cx="24503" cy="126536"/>
            </a:xfrm>
            <a:custGeom>
              <a:avLst/>
              <a:gdLst/>
              <a:ahLst/>
              <a:cxnLst/>
              <a:rect l="l" t="t" r="r" b="b"/>
              <a:pathLst>
                <a:path w="6478" h="33453" extrusionOk="0">
                  <a:moveTo>
                    <a:pt x="2904" y="33453"/>
                  </a:moveTo>
                  <a:cubicBezTo>
                    <a:pt x="2030" y="33453"/>
                    <a:pt x="1281" y="32829"/>
                    <a:pt x="1115" y="31955"/>
                  </a:cubicBezTo>
                  <a:cubicBezTo>
                    <a:pt x="-134" y="25297"/>
                    <a:pt x="-342" y="18556"/>
                    <a:pt x="532" y="11897"/>
                  </a:cubicBezTo>
                  <a:cubicBezTo>
                    <a:pt x="990" y="8360"/>
                    <a:pt x="1781" y="4864"/>
                    <a:pt x="2904" y="1286"/>
                  </a:cubicBezTo>
                  <a:cubicBezTo>
                    <a:pt x="3195" y="329"/>
                    <a:pt x="4194" y="-212"/>
                    <a:pt x="5193" y="79"/>
                  </a:cubicBezTo>
                  <a:cubicBezTo>
                    <a:pt x="6150" y="370"/>
                    <a:pt x="6691" y="1411"/>
                    <a:pt x="6400" y="2368"/>
                  </a:cubicBezTo>
                  <a:cubicBezTo>
                    <a:pt x="5359" y="5738"/>
                    <a:pt x="4610" y="9026"/>
                    <a:pt x="4194" y="12355"/>
                  </a:cubicBezTo>
                  <a:cubicBezTo>
                    <a:pt x="3362" y="18597"/>
                    <a:pt x="3528" y="24964"/>
                    <a:pt x="4735" y="31248"/>
                  </a:cubicBezTo>
                  <a:cubicBezTo>
                    <a:pt x="4902" y="32247"/>
                    <a:pt x="4277" y="33204"/>
                    <a:pt x="3279" y="33412"/>
                  </a:cubicBezTo>
                  <a:cubicBezTo>
                    <a:pt x="3154" y="33412"/>
                    <a:pt x="3029" y="33412"/>
                    <a:pt x="2946" y="334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9" name="Google Shape;999;p37"/>
            <p:cNvSpPr/>
            <p:nvPr/>
          </p:nvSpPr>
          <p:spPr>
            <a:xfrm>
              <a:off x="2962569" y="4471304"/>
              <a:ext cx="21670" cy="76864"/>
            </a:xfrm>
            <a:custGeom>
              <a:avLst/>
              <a:gdLst/>
              <a:ahLst/>
              <a:cxnLst/>
              <a:rect l="l" t="t" r="r" b="b"/>
              <a:pathLst>
                <a:path w="5729" h="20321" extrusionOk="0">
                  <a:moveTo>
                    <a:pt x="3885" y="20322"/>
                  </a:moveTo>
                  <a:cubicBezTo>
                    <a:pt x="2969" y="20322"/>
                    <a:pt x="2178" y="19656"/>
                    <a:pt x="2054" y="18699"/>
                  </a:cubicBezTo>
                  <a:lnTo>
                    <a:pt x="14" y="2053"/>
                  </a:lnTo>
                  <a:cubicBezTo>
                    <a:pt x="-110" y="1055"/>
                    <a:pt x="597" y="139"/>
                    <a:pt x="1637" y="14"/>
                  </a:cubicBezTo>
                  <a:cubicBezTo>
                    <a:pt x="2636" y="-111"/>
                    <a:pt x="3552" y="597"/>
                    <a:pt x="3676" y="1596"/>
                  </a:cubicBezTo>
                  <a:lnTo>
                    <a:pt x="5715" y="18241"/>
                  </a:lnTo>
                  <a:cubicBezTo>
                    <a:pt x="5840" y="19240"/>
                    <a:pt x="5133" y="20156"/>
                    <a:pt x="4093" y="20280"/>
                  </a:cubicBezTo>
                  <a:cubicBezTo>
                    <a:pt x="4009" y="20280"/>
                    <a:pt x="3968" y="20280"/>
                    <a:pt x="3885" y="202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0" name="Google Shape;1000;p37"/>
            <p:cNvSpPr/>
            <p:nvPr/>
          </p:nvSpPr>
          <p:spPr>
            <a:xfrm>
              <a:off x="3090006" y="4806520"/>
              <a:ext cx="78963" cy="54994"/>
            </a:xfrm>
            <a:custGeom>
              <a:avLst/>
              <a:gdLst/>
              <a:ahLst/>
              <a:cxnLst/>
              <a:rect l="l" t="t" r="r" b="b"/>
              <a:pathLst>
                <a:path w="20876" h="14539" extrusionOk="0">
                  <a:moveTo>
                    <a:pt x="1824" y="14498"/>
                  </a:moveTo>
                  <a:cubicBezTo>
                    <a:pt x="1242" y="14498"/>
                    <a:pt x="617" y="14207"/>
                    <a:pt x="285" y="13666"/>
                  </a:cubicBezTo>
                  <a:cubicBezTo>
                    <a:pt x="-256" y="12834"/>
                    <a:pt x="-6" y="11669"/>
                    <a:pt x="867" y="11128"/>
                  </a:cubicBezTo>
                  <a:lnTo>
                    <a:pt x="18054" y="266"/>
                  </a:lnTo>
                  <a:cubicBezTo>
                    <a:pt x="18886" y="-233"/>
                    <a:pt x="20051" y="-25"/>
                    <a:pt x="20592" y="849"/>
                  </a:cubicBezTo>
                  <a:cubicBezTo>
                    <a:pt x="21133" y="1681"/>
                    <a:pt x="20883" y="2846"/>
                    <a:pt x="20010" y="3387"/>
                  </a:cubicBezTo>
                  <a:lnTo>
                    <a:pt x="2823" y="14249"/>
                  </a:lnTo>
                  <a:cubicBezTo>
                    <a:pt x="2532" y="14457"/>
                    <a:pt x="2199" y="14540"/>
                    <a:pt x="1866" y="145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1" name="Google Shape;1001;p37"/>
            <p:cNvSpPr/>
            <p:nvPr/>
          </p:nvSpPr>
          <p:spPr>
            <a:xfrm>
              <a:off x="2226250" y="4807260"/>
              <a:ext cx="33456" cy="21988"/>
            </a:xfrm>
            <a:custGeom>
              <a:avLst/>
              <a:gdLst/>
              <a:ahLst/>
              <a:cxnLst/>
              <a:rect l="l" t="t" r="r" b="b"/>
              <a:pathLst>
                <a:path w="8845" h="5813" extrusionOk="0">
                  <a:moveTo>
                    <a:pt x="1843" y="5814"/>
                  </a:moveTo>
                  <a:cubicBezTo>
                    <a:pt x="1135" y="5814"/>
                    <a:pt x="428" y="5397"/>
                    <a:pt x="137" y="4690"/>
                  </a:cubicBezTo>
                  <a:cubicBezTo>
                    <a:pt x="-238" y="3775"/>
                    <a:pt x="178" y="2693"/>
                    <a:pt x="1135" y="2318"/>
                  </a:cubicBezTo>
                  <a:lnTo>
                    <a:pt x="6337" y="154"/>
                  </a:lnTo>
                  <a:cubicBezTo>
                    <a:pt x="7294" y="-262"/>
                    <a:pt x="8376" y="196"/>
                    <a:pt x="8709" y="1153"/>
                  </a:cubicBezTo>
                  <a:cubicBezTo>
                    <a:pt x="9084" y="2068"/>
                    <a:pt x="8667" y="3150"/>
                    <a:pt x="7710" y="3525"/>
                  </a:cubicBezTo>
                  <a:lnTo>
                    <a:pt x="2508" y="5689"/>
                  </a:lnTo>
                  <a:cubicBezTo>
                    <a:pt x="2301" y="5772"/>
                    <a:pt x="2051" y="5814"/>
                    <a:pt x="1801" y="581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2" name="Google Shape;1002;p37"/>
            <p:cNvSpPr/>
            <p:nvPr/>
          </p:nvSpPr>
          <p:spPr>
            <a:xfrm>
              <a:off x="2313161" y="4064355"/>
              <a:ext cx="144147" cy="377853"/>
            </a:xfrm>
            <a:custGeom>
              <a:avLst/>
              <a:gdLst/>
              <a:ahLst/>
              <a:cxnLst/>
              <a:rect l="l" t="t" r="r" b="b"/>
              <a:pathLst>
                <a:path w="38109" h="99895" extrusionOk="0">
                  <a:moveTo>
                    <a:pt x="34437" y="99896"/>
                  </a:moveTo>
                  <a:cubicBezTo>
                    <a:pt x="33105" y="99688"/>
                    <a:pt x="32440" y="98730"/>
                    <a:pt x="32647" y="97732"/>
                  </a:cubicBezTo>
                  <a:cubicBezTo>
                    <a:pt x="35477" y="81294"/>
                    <a:pt x="37391" y="49584"/>
                    <a:pt x="18082" y="21786"/>
                  </a:cubicBezTo>
                  <a:cubicBezTo>
                    <a:pt x="13297" y="14920"/>
                    <a:pt x="7429" y="8678"/>
                    <a:pt x="688" y="3268"/>
                  </a:cubicBezTo>
                  <a:cubicBezTo>
                    <a:pt x="-103" y="2644"/>
                    <a:pt x="-228" y="1478"/>
                    <a:pt x="396" y="688"/>
                  </a:cubicBezTo>
                  <a:cubicBezTo>
                    <a:pt x="1021" y="-103"/>
                    <a:pt x="2144" y="-228"/>
                    <a:pt x="2976" y="396"/>
                  </a:cubicBezTo>
                  <a:cubicBezTo>
                    <a:pt x="10009" y="6014"/>
                    <a:pt x="16085" y="12506"/>
                    <a:pt x="21078" y="19664"/>
                  </a:cubicBezTo>
                  <a:cubicBezTo>
                    <a:pt x="41178" y="48502"/>
                    <a:pt x="39222" y="81336"/>
                    <a:pt x="36268" y="98314"/>
                  </a:cubicBezTo>
                  <a:cubicBezTo>
                    <a:pt x="36101" y="99188"/>
                    <a:pt x="35352" y="99812"/>
                    <a:pt x="34479" y="998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3" name="Google Shape;1003;p37"/>
            <p:cNvSpPr/>
            <p:nvPr/>
          </p:nvSpPr>
          <p:spPr>
            <a:xfrm>
              <a:off x="2460178" y="3672841"/>
              <a:ext cx="115540" cy="96257"/>
            </a:xfrm>
            <a:custGeom>
              <a:avLst/>
              <a:gdLst/>
              <a:ahLst/>
              <a:cxnLst/>
              <a:rect l="l" t="t" r="r" b="b"/>
              <a:pathLst>
                <a:path w="30546" h="25448" extrusionOk="0">
                  <a:moveTo>
                    <a:pt x="28736" y="25448"/>
                  </a:moveTo>
                  <a:cubicBezTo>
                    <a:pt x="28320" y="25448"/>
                    <a:pt x="27903" y="25323"/>
                    <a:pt x="27570" y="25032"/>
                  </a:cubicBezTo>
                  <a:lnTo>
                    <a:pt x="688" y="3268"/>
                  </a:lnTo>
                  <a:cubicBezTo>
                    <a:pt x="-103" y="2644"/>
                    <a:pt x="-228" y="1478"/>
                    <a:pt x="396" y="688"/>
                  </a:cubicBezTo>
                  <a:cubicBezTo>
                    <a:pt x="1062" y="-103"/>
                    <a:pt x="2186" y="-228"/>
                    <a:pt x="2976" y="396"/>
                  </a:cubicBezTo>
                  <a:lnTo>
                    <a:pt x="29859" y="22161"/>
                  </a:lnTo>
                  <a:cubicBezTo>
                    <a:pt x="30650" y="22785"/>
                    <a:pt x="30775" y="23950"/>
                    <a:pt x="30150" y="24741"/>
                  </a:cubicBezTo>
                  <a:cubicBezTo>
                    <a:pt x="29776" y="25198"/>
                    <a:pt x="29235" y="25406"/>
                    <a:pt x="28736" y="2540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4" name="Google Shape;1004;p37"/>
            <p:cNvSpPr/>
            <p:nvPr/>
          </p:nvSpPr>
          <p:spPr>
            <a:xfrm>
              <a:off x="2395141" y="3714094"/>
              <a:ext cx="61904" cy="64874"/>
            </a:xfrm>
            <a:custGeom>
              <a:avLst/>
              <a:gdLst/>
              <a:ahLst/>
              <a:cxnLst/>
              <a:rect l="l" t="t" r="r" b="b"/>
              <a:pathLst>
                <a:path w="16366" h="17151" extrusionOk="0">
                  <a:moveTo>
                    <a:pt x="14529" y="17151"/>
                  </a:moveTo>
                  <a:cubicBezTo>
                    <a:pt x="14030" y="17151"/>
                    <a:pt x="13572" y="16943"/>
                    <a:pt x="13198" y="16569"/>
                  </a:cubicBezTo>
                  <a:lnTo>
                    <a:pt x="505" y="3086"/>
                  </a:lnTo>
                  <a:cubicBezTo>
                    <a:pt x="-202" y="2337"/>
                    <a:pt x="-160" y="1171"/>
                    <a:pt x="589" y="506"/>
                  </a:cubicBezTo>
                  <a:cubicBezTo>
                    <a:pt x="1338" y="-202"/>
                    <a:pt x="2503" y="-160"/>
                    <a:pt x="3169" y="589"/>
                  </a:cubicBezTo>
                  <a:lnTo>
                    <a:pt x="15861" y="14072"/>
                  </a:lnTo>
                  <a:cubicBezTo>
                    <a:pt x="16568" y="14821"/>
                    <a:pt x="16527" y="15986"/>
                    <a:pt x="15778" y="16652"/>
                  </a:cubicBezTo>
                  <a:cubicBezTo>
                    <a:pt x="15404" y="16985"/>
                    <a:pt x="14945" y="17151"/>
                    <a:pt x="14529" y="1715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5" name="Google Shape;1005;p37"/>
            <p:cNvSpPr/>
            <p:nvPr/>
          </p:nvSpPr>
          <p:spPr>
            <a:xfrm>
              <a:off x="2356355" y="3798356"/>
              <a:ext cx="24809" cy="50409"/>
            </a:xfrm>
            <a:custGeom>
              <a:avLst/>
              <a:gdLst/>
              <a:ahLst/>
              <a:cxnLst/>
              <a:rect l="l" t="t" r="r" b="b"/>
              <a:pathLst>
                <a:path w="6559" h="13327" extrusionOk="0">
                  <a:moveTo>
                    <a:pt x="4695" y="13327"/>
                  </a:moveTo>
                  <a:cubicBezTo>
                    <a:pt x="3904" y="13327"/>
                    <a:pt x="3196" y="12828"/>
                    <a:pt x="2947" y="11996"/>
                  </a:cubicBezTo>
                  <a:lnTo>
                    <a:pt x="75" y="2383"/>
                  </a:lnTo>
                  <a:cubicBezTo>
                    <a:pt x="-216" y="1426"/>
                    <a:pt x="367" y="385"/>
                    <a:pt x="1324" y="94"/>
                  </a:cubicBezTo>
                  <a:cubicBezTo>
                    <a:pt x="2364" y="-239"/>
                    <a:pt x="3321" y="344"/>
                    <a:pt x="3613" y="1342"/>
                  </a:cubicBezTo>
                  <a:lnTo>
                    <a:pt x="6484" y="10955"/>
                  </a:lnTo>
                  <a:cubicBezTo>
                    <a:pt x="6775" y="11912"/>
                    <a:pt x="6193" y="12953"/>
                    <a:pt x="5236" y="13244"/>
                  </a:cubicBezTo>
                  <a:cubicBezTo>
                    <a:pt x="5069" y="13286"/>
                    <a:pt x="4861" y="13327"/>
                    <a:pt x="4695" y="1332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6" name="Google Shape;1006;p37"/>
            <p:cNvSpPr/>
            <p:nvPr/>
          </p:nvSpPr>
          <p:spPr>
            <a:xfrm>
              <a:off x="3091933" y="4233325"/>
              <a:ext cx="21439" cy="56643"/>
            </a:xfrm>
            <a:custGeom>
              <a:avLst/>
              <a:gdLst/>
              <a:ahLst/>
              <a:cxnLst/>
              <a:rect l="l" t="t" r="r" b="b"/>
              <a:pathLst>
                <a:path w="5668" h="14975" extrusionOk="0">
                  <a:moveTo>
                    <a:pt x="3770" y="14976"/>
                  </a:moveTo>
                  <a:cubicBezTo>
                    <a:pt x="2897" y="14976"/>
                    <a:pt x="2106" y="14352"/>
                    <a:pt x="1981" y="13478"/>
                  </a:cubicBezTo>
                  <a:lnTo>
                    <a:pt x="26" y="2159"/>
                  </a:lnTo>
                  <a:cubicBezTo>
                    <a:pt x="-141" y="1160"/>
                    <a:pt x="525" y="203"/>
                    <a:pt x="1524" y="36"/>
                  </a:cubicBezTo>
                  <a:cubicBezTo>
                    <a:pt x="2439" y="-172"/>
                    <a:pt x="3479" y="536"/>
                    <a:pt x="3646" y="1535"/>
                  </a:cubicBezTo>
                  <a:lnTo>
                    <a:pt x="5643" y="12854"/>
                  </a:lnTo>
                  <a:cubicBezTo>
                    <a:pt x="5809" y="13852"/>
                    <a:pt x="5144" y="14809"/>
                    <a:pt x="4145" y="14976"/>
                  </a:cubicBezTo>
                  <a:cubicBezTo>
                    <a:pt x="4062" y="14976"/>
                    <a:pt x="3937" y="14976"/>
                    <a:pt x="3812" y="149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7" name="Google Shape;1007;p37"/>
            <p:cNvSpPr/>
            <p:nvPr/>
          </p:nvSpPr>
          <p:spPr>
            <a:xfrm>
              <a:off x="3063788" y="4293923"/>
              <a:ext cx="27416" cy="51858"/>
            </a:xfrm>
            <a:custGeom>
              <a:avLst/>
              <a:gdLst/>
              <a:ahLst/>
              <a:cxnLst/>
              <a:rect l="l" t="t" r="r" b="b"/>
              <a:pathLst>
                <a:path w="7248" h="13710" extrusionOk="0">
                  <a:moveTo>
                    <a:pt x="5435" y="13669"/>
                  </a:moveTo>
                  <a:cubicBezTo>
                    <a:pt x="4686" y="13669"/>
                    <a:pt x="3978" y="13212"/>
                    <a:pt x="3729" y="12462"/>
                  </a:cubicBezTo>
                  <a:lnTo>
                    <a:pt x="108" y="2433"/>
                  </a:lnTo>
                  <a:cubicBezTo>
                    <a:pt x="-225" y="1476"/>
                    <a:pt x="233" y="436"/>
                    <a:pt x="1190" y="103"/>
                  </a:cubicBezTo>
                  <a:cubicBezTo>
                    <a:pt x="2189" y="-230"/>
                    <a:pt x="3229" y="270"/>
                    <a:pt x="3520" y="1227"/>
                  </a:cubicBezTo>
                  <a:lnTo>
                    <a:pt x="7141" y="11256"/>
                  </a:lnTo>
                  <a:cubicBezTo>
                    <a:pt x="7474" y="12213"/>
                    <a:pt x="7016" y="13253"/>
                    <a:pt x="6059" y="13586"/>
                  </a:cubicBezTo>
                  <a:cubicBezTo>
                    <a:pt x="5851" y="13669"/>
                    <a:pt x="5643" y="13711"/>
                    <a:pt x="5435" y="1371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8" name="Google Shape;1008;p37"/>
            <p:cNvSpPr/>
            <p:nvPr/>
          </p:nvSpPr>
          <p:spPr>
            <a:xfrm>
              <a:off x="3024750" y="4352035"/>
              <a:ext cx="36951" cy="64518"/>
            </a:xfrm>
            <a:custGeom>
              <a:avLst/>
              <a:gdLst/>
              <a:ahLst/>
              <a:cxnLst/>
              <a:rect l="l" t="t" r="r" b="b"/>
              <a:pathLst>
                <a:path w="9769" h="17057" extrusionOk="0">
                  <a:moveTo>
                    <a:pt x="7902" y="17057"/>
                  </a:moveTo>
                  <a:cubicBezTo>
                    <a:pt x="7194" y="17057"/>
                    <a:pt x="6528" y="16641"/>
                    <a:pt x="6237" y="15975"/>
                  </a:cubicBezTo>
                  <a:lnTo>
                    <a:pt x="162" y="2575"/>
                  </a:lnTo>
                  <a:cubicBezTo>
                    <a:pt x="-255" y="1660"/>
                    <a:pt x="162" y="578"/>
                    <a:pt x="1077" y="162"/>
                  </a:cubicBezTo>
                  <a:cubicBezTo>
                    <a:pt x="1951" y="-254"/>
                    <a:pt x="3075" y="162"/>
                    <a:pt x="3532" y="1077"/>
                  </a:cubicBezTo>
                  <a:lnTo>
                    <a:pt x="9608" y="14477"/>
                  </a:lnTo>
                  <a:cubicBezTo>
                    <a:pt x="10024" y="15392"/>
                    <a:pt x="9608" y="16474"/>
                    <a:pt x="8692" y="16891"/>
                  </a:cubicBezTo>
                  <a:cubicBezTo>
                    <a:pt x="8443" y="17015"/>
                    <a:pt x="8193" y="17057"/>
                    <a:pt x="7944" y="1705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9" name="Google Shape;1009;p37"/>
            <p:cNvSpPr/>
            <p:nvPr/>
          </p:nvSpPr>
          <p:spPr>
            <a:xfrm>
              <a:off x="2077298" y="4390087"/>
              <a:ext cx="28834" cy="55856"/>
            </a:xfrm>
            <a:custGeom>
              <a:avLst/>
              <a:gdLst/>
              <a:ahLst/>
              <a:cxnLst/>
              <a:rect l="l" t="t" r="r" b="b"/>
              <a:pathLst>
                <a:path w="7623" h="14767" extrusionOk="0">
                  <a:moveTo>
                    <a:pt x="5809" y="14726"/>
                  </a:moveTo>
                  <a:cubicBezTo>
                    <a:pt x="5060" y="14726"/>
                    <a:pt x="4353" y="14268"/>
                    <a:pt x="4103" y="13519"/>
                  </a:cubicBezTo>
                  <a:lnTo>
                    <a:pt x="108" y="2450"/>
                  </a:lnTo>
                  <a:cubicBezTo>
                    <a:pt x="-225" y="1493"/>
                    <a:pt x="233" y="452"/>
                    <a:pt x="1190" y="120"/>
                  </a:cubicBezTo>
                  <a:cubicBezTo>
                    <a:pt x="2189" y="-255"/>
                    <a:pt x="3188" y="286"/>
                    <a:pt x="3520" y="1243"/>
                  </a:cubicBezTo>
                  <a:lnTo>
                    <a:pt x="7515" y="12313"/>
                  </a:lnTo>
                  <a:cubicBezTo>
                    <a:pt x="7848" y="13270"/>
                    <a:pt x="7390" y="14310"/>
                    <a:pt x="6433" y="14643"/>
                  </a:cubicBezTo>
                  <a:cubicBezTo>
                    <a:pt x="6225" y="14726"/>
                    <a:pt x="6017" y="14768"/>
                    <a:pt x="5809" y="147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0" name="Google Shape;1010;p37"/>
            <p:cNvSpPr/>
            <p:nvPr/>
          </p:nvSpPr>
          <p:spPr>
            <a:xfrm>
              <a:off x="2072847" y="4441904"/>
              <a:ext cx="36645" cy="62699"/>
            </a:xfrm>
            <a:custGeom>
              <a:avLst/>
              <a:gdLst/>
              <a:ahLst/>
              <a:cxnLst/>
              <a:rect l="l" t="t" r="r" b="b"/>
              <a:pathLst>
                <a:path w="9688" h="16576" extrusionOk="0">
                  <a:moveTo>
                    <a:pt x="7861" y="16576"/>
                  </a:moveTo>
                  <a:cubicBezTo>
                    <a:pt x="7154" y="16576"/>
                    <a:pt x="6529" y="16202"/>
                    <a:pt x="6196" y="15536"/>
                  </a:cubicBezTo>
                  <a:lnTo>
                    <a:pt x="163" y="2636"/>
                  </a:lnTo>
                  <a:cubicBezTo>
                    <a:pt x="-254" y="1720"/>
                    <a:pt x="163" y="638"/>
                    <a:pt x="1036" y="180"/>
                  </a:cubicBezTo>
                  <a:cubicBezTo>
                    <a:pt x="1910" y="-277"/>
                    <a:pt x="3034" y="180"/>
                    <a:pt x="3492" y="1054"/>
                  </a:cubicBezTo>
                  <a:lnTo>
                    <a:pt x="9526" y="13955"/>
                  </a:lnTo>
                  <a:cubicBezTo>
                    <a:pt x="9942" y="14870"/>
                    <a:pt x="9526" y="15952"/>
                    <a:pt x="8652" y="16410"/>
                  </a:cubicBezTo>
                  <a:cubicBezTo>
                    <a:pt x="8402" y="16535"/>
                    <a:pt x="8152" y="16576"/>
                    <a:pt x="7861" y="165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1" name="Google Shape;1011;p37"/>
            <p:cNvSpPr/>
            <p:nvPr/>
          </p:nvSpPr>
          <p:spPr>
            <a:xfrm>
              <a:off x="2127048" y="4437680"/>
              <a:ext cx="28864" cy="36702"/>
            </a:xfrm>
            <a:custGeom>
              <a:avLst/>
              <a:gdLst/>
              <a:ahLst/>
              <a:cxnLst/>
              <a:rect l="l" t="t" r="r" b="b"/>
              <a:pathLst>
                <a:path w="7631" h="9703" extrusionOk="0">
                  <a:moveTo>
                    <a:pt x="5834" y="9704"/>
                  </a:moveTo>
                  <a:cubicBezTo>
                    <a:pt x="5251" y="9704"/>
                    <a:pt x="4669" y="9413"/>
                    <a:pt x="4294" y="8872"/>
                  </a:cubicBezTo>
                  <a:lnTo>
                    <a:pt x="299" y="2838"/>
                  </a:lnTo>
                  <a:cubicBezTo>
                    <a:pt x="-242" y="2005"/>
                    <a:pt x="-34" y="840"/>
                    <a:pt x="799" y="299"/>
                  </a:cubicBezTo>
                  <a:cubicBezTo>
                    <a:pt x="1631" y="-242"/>
                    <a:pt x="2755" y="-34"/>
                    <a:pt x="3337" y="799"/>
                  </a:cubicBezTo>
                  <a:lnTo>
                    <a:pt x="7332" y="6833"/>
                  </a:lnTo>
                  <a:cubicBezTo>
                    <a:pt x="7873" y="7665"/>
                    <a:pt x="7665" y="8830"/>
                    <a:pt x="6833" y="9371"/>
                  </a:cubicBezTo>
                  <a:cubicBezTo>
                    <a:pt x="6500" y="9579"/>
                    <a:pt x="6167" y="9662"/>
                    <a:pt x="5834" y="966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2" name="Google Shape;1012;p37"/>
            <p:cNvSpPr/>
            <p:nvPr/>
          </p:nvSpPr>
          <p:spPr>
            <a:xfrm>
              <a:off x="3333856" y="3887231"/>
              <a:ext cx="10701" cy="10701"/>
            </a:xfrm>
            <a:custGeom>
              <a:avLst/>
              <a:gdLst/>
              <a:ahLst/>
              <a:cxnLst/>
              <a:rect l="l" t="t" r="r" b="b"/>
              <a:pathLst>
                <a:path w="2829" h="2829" extrusionOk="0">
                  <a:moveTo>
                    <a:pt x="0" y="1415"/>
                  </a:moveTo>
                  <a:cubicBezTo>
                    <a:pt x="0" y="2206"/>
                    <a:pt x="624" y="2830"/>
                    <a:pt x="1415" y="2830"/>
                  </a:cubicBezTo>
                  <a:cubicBezTo>
                    <a:pt x="2205" y="2830"/>
                    <a:pt x="2829" y="2206"/>
                    <a:pt x="2829" y="1415"/>
                  </a:cubicBezTo>
                  <a:cubicBezTo>
                    <a:pt x="2829" y="624"/>
                    <a:pt x="2205" y="0"/>
                    <a:pt x="1415" y="0"/>
                  </a:cubicBezTo>
                  <a:cubicBezTo>
                    <a:pt x="624" y="0"/>
                    <a:pt x="0" y="624"/>
                    <a:pt x="0" y="141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3" name="Google Shape;1013;p37"/>
            <p:cNvSpPr/>
            <p:nvPr/>
          </p:nvSpPr>
          <p:spPr>
            <a:xfrm>
              <a:off x="3308855" y="3869624"/>
              <a:ext cx="9127" cy="9127"/>
            </a:xfrm>
            <a:custGeom>
              <a:avLst/>
              <a:gdLst/>
              <a:ahLst/>
              <a:cxnLst/>
              <a:rect l="l" t="t" r="r" b="b"/>
              <a:pathLst>
                <a:path w="2413" h="2413" extrusionOk="0">
                  <a:moveTo>
                    <a:pt x="0" y="1207"/>
                  </a:moveTo>
                  <a:cubicBezTo>
                    <a:pt x="0" y="1873"/>
                    <a:pt x="541" y="2414"/>
                    <a:pt x="1207" y="2414"/>
                  </a:cubicBezTo>
                  <a:cubicBezTo>
                    <a:pt x="1873" y="2414"/>
                    <a:pt x="2414" y="1873"/>
                    <a:pt x="2414" y="1207"/>
                  </a:cubicBezTo>
                  <a:cubicBezTo>
                    <a:pt x="2414" y="541"/>
                    <a:pt x="1873" y="0"/>
                    <a:pt x="1207" y="0"/>
                  </a:cubicBezTo>
                  <a:cubicBezTo>
                    <a:pt x="541" y="0"/>
                    <a:pt x="0" y="541"/>
                    <a:pt x="0" y="120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4" name="Google Shape;1014;p37"/>
            <p:cNvSpPr/>
            <p:nvPr/>
          </p:nvSpPr>
          <p:spPr>
            <a:xfrm>
              <a:off x="3302564" y="3888017"/>
              <a:ext cx="12592" cy="12592"/>
            </a:xfrm>
            <a:custGeom>
              <a:avLst/>
              <a:gdLst/>
              <a:ahLst/>
              <a:cxnLst/>
              <a:rect l="l" t="t" r="r" b="b"/>
              <a:pathLst>
                <a:path w="3329" h="3329" extrusionOk="0">
                  <a:moveTo>
                    <a:pt x="0" y="1665"/>
                  </a:moveTo>
                  <a:cubicBezTo>
                    <a:pt x="0" y="2580"/>
                    <a:pt x="749" y="3329"/>
                    <a:pt x="1665" y="3329"/>
                  </a:cubicBezTo>
                  <a:cubicBezTo>
                    <a:pt x="2581" y="3329"/>
                    <a:pt x="3329" y="2580"/>
                    <a:pt x="3329" y="1665"/>
                  </a:cubicBezTo>
                  <a:cubicBezTo>
                    <a:pt x="3329" y="749"/>
                    <a:pt x="2581" y="0"/>
                    <a:pt x="1665" y="0"/>
                  </a:cubicBezTo>
                  <a:cubicBezTo>
                    <a:pt x="749" y="0"/>
                    <a:pt x="0" y="749"/>
                    <a:pt x="0" y="166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5" name="Google Shape;1015;p37"/>
            <p:cNvSpPr/>
            <p:nvPr/>
          </p:nvSpPr>
          <p:spPr>
            <a:xfrm>
              <a:off x="3275204" y="3891165"/>
              <a:ext cx="6294" cy="6294"/>
            </a:xfrm>
            <a:custGeom>
              <a:avLst/>
              <a:gdLst/>
              <a:ahLst/>
              <a:cxnLst/>
              <a:rect l="l" t="t" r="r" b="b"/>
              <a:pathLst>
                <a:path w="1664" h="1664" extrusionOk="0">
                  <a:moveTo>
                    <a:pt x="0" y="832"/>
                  </a:moveTo>
                  <a:cubicBezTo>
                    <a:pt x="0" y="1290"/>
                    <a:pt x="375" y="1665"/>
                    <a:pt x="833" y="1665"/>
                  </a:cubicBezTo>
                  <a:cubicBezTo>
                    <a:pt x="1290" y="1665"/>
                    <a:pt x="1665" y="1290"/>
                    <a:pt x="1665" y="832"/>
                  </a:cubicBezTo>
                  <a:cubicBezTo>
                    <a:pt x="1665" y="375"/>
                    <a:pt x="1290" y="0"/>
                    <a:pt x="833" y="0"/>
                  </a:cubicBezTo>
                  <a:cubicBezTo>
                    <a:pt x="375" y="0"/>
                    <a:pt x="0" y="375"/>
                    <a:pt x="0" y="83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6" name="Google Shape;1016;p37"/>
            <p:cNvSpPr/>
            <p:nvPr/>
          </p:nvSpPr>
          <p:spPr>
            <a:xfrm>
              <a:off x="3109563" y="3829067"/>
              <a:ext cx="60372" cy="40079"/>
            </a:xfrm>
            <a:custGeom>
              <a:avLst/>
              <a:gdLst/>
              <a:ahLst/>
              <a:cxnLst/>
              <a:rect l="l" t="t" r="r" b="b"/>
              <a:pathLst>
                <a:path w="15961" h="10596" extrusionOk="0">
                  <a:moveTo>
                    <a:pt x="6262" y="80"/>
                  </a:moveTo>
                  <a:cubicBezTo>
                    <a:pt x="12920" y="705"/>
                    <a:pt x="16956" y="8653"/>
                    <a:pt x="15749" y="10193"/>
                  </a:cubicBezTo>
                  <a:cubicBezTo>
                    <a:pt x="14043" y="12357"/>
                    <a:pt x="-605" y="5282"/>
                    <a:pt x="19" y="1995"/>
                  </a:cubicBezTo>
                  <a:cubicBezTo>
                    <a:pt x="310" y="455"/>
                    <a:pt x="3889" y="-169"/>
                    <a:pt x="6262" y="3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7" name="Google Shape;1017;p37"/>
            <p:cNvSpPr/>
            <p:nvPr/>
          </p:nvSpPr>
          <p:spPr>
            <a:xfrm>
              <a:off x="3222530" y="3229522"/>
              <a:ext cx="489372" cy="566184"/>
            </a:xfrm>
            <a:custGeom>
              <a:avLst/>
              <a:gdLst/>
              <a:ahLst/>
              <a:cxnLst/>
              <a:rect l="l" t="t" r="r" b="b"/>
              <a:pathLst>
                <a:path w="129378" h="149685" extrusionOk="0">
                  <a:moveTo>
                    <a:pt x="0" y="131251"/>
                  </a:moveTo>
                  <a:cubicBezTo>
                    <a:pt x="7740" y="137410"/>
                    <a:pt x="15522" y="143569"/>
                    <a:pt x="23262" y="149686"/>
                  </a:cubicBezTo>
                  <a:cubicBezTo>
                    <a:pt x="33749" y="138450"/>
                    <a:pt x="44652" y="127131"/>
                    <a:pt x="55888" y="115770"/>
                  </a:cubicBezTo>
                  <a:cubicBezTo>
                    <a:pt x="76737" y="94714"/>
                    <a:pt x="97377" y="74905"/>
                    <a:pt x="117726" y="56304"/>
                  </a:cubicBezTo>
                  <a:cubicBezTo>
                    <a:pt x="119682" y="51601"/>
                    <a:pt x="121638" y="46566"/>
                    <a:pt x="123428" y="41115"/>
                  </a:cubicBezTo>
                  <a:cubicBezTo>
                    <a:pt x="125966" y="33499"/>
                    <a:pt x="127880" y="26300"/>
                    <a:pt x="129378" y="19683"/>
                  </a:cubicBezTo>
                  <a:cubicBezTo>
                    <a:pt x="116228" y="13108"/>
                    <a:pt x="103120" y="6533"/>
                    <a:pt x="89970" y="0"/>
                  </a:cubicBezTo>
                  <a:cubicBezTo>
                    <a:pt x="79275" y="10944"/>
                    <a:pt x="71951" y="20724"/>
                    <a:pt x="67498" y="27132"/>
                  </a:cubicBezTo>
                  <a:cubicBezTo>
                    <a:pt x="42946" y="62338"/>
                    <a:pt x="42030" y="86516"/>
                    <a:pt x="15522" y="116187"/>
                  </a:cubicBezTo>
                  <a:cubicBezTo>
                    <a:pt x="9197" y="123261"/>
                    <a:pt x="3454" y="128379"/>
                    <a:pt x="0" y="131292"/>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8" name="Google Shape;1018;p37"/>
            <p:cNvSpPr/>
            <p:nvPr/>
          </p:nvSpPr>
          <p:spPr>
            <a:xfrm>
              <a:off x="2389345" y="2766309"/>
              <a:ext cx="584445" cy="440302"/>
            </a:xfrm>
            <a:custGeom>
              <a:avLst/>
              <a:gdLst/>
              <a:ahLst/>
              <a:cxnLst/>
              <a:rect l="l" t="t" r="r" b="b"/>
              <a:pathLst>
                <a:path w="154513" h="116405" extrusionOk="0">
                  <a:moveTo>
                    <a:pt x="16604" y="42"/>
                  </a:moveTo>
                  <a:cubicBezTo>
                    <a:pt x="11069" y="8240"/>
                    <a:pt x="5534" y="16479"/>
                    <a:pt x="0" y="24677"/>
                  </a:cubicBezTo>
                  <a:cubicBezTo>
                    <a:pt x="12027" y="34290"/>
                    <a:pt x="24136" y="44236"/>
                    <a:pt x="36371" y="54556"/>
                  </a:cubicBezTo>
                  <a:cubicBezTo>
                    <a:pt x="59009" y="73699"/>
                    <a:pt x="80357" y="92758"/>
                    <a:pt x="100498" y="111567"/>
                  </a:cubicBezTo>
                  <a:cubicBezTo>
                    <a:pt x="104243" y="113357"/>
                    <a:pt x="109529" y="115313"/>
                    <a:pt x="116062" y="116062"/>
                  </a:cubicBezTo>
                  <a:cubicBezTo>
                    <a:pt x="129129" y="117601"/>
                    <a:pt x="139449" y="113606"/>
                    <a:pt x="144276" y="111318"/>
                  </a:cubicBezTo>
                  <a:cubicBezTo>
                    <a:pt x="147688" y="100706"/>
                    <a:pt x="151101" y="90094"/>
                    <a:pt x="154513" y="79483"/>
                  </a:cubicBezTo>
                  <a:cubicBezTo>
                    <a:pt x="142737" y="69704"/>
                    <a:pt x="132457" y="63129"/>
                    <a:pt x="125716" y="59175"/>
                  </a:cubicBezTo>
                  <a:cubicBezTo>
                    <a:pt x="88722" y="37453"/>
                    <a:pt x="64543" y="38410"/>
                    <a:pt x="32875" y="14274"/>
                  </a:cubicBezTo>
                  <a:cubicBezTo>
                    <a:pt x="25343" y="8531"/>
                    <a:pt x="19767" y="3163"/>
                    <a:pt x="16604" y="0"/>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9" name="Google Shape;1019;p37"/>
            <p:cNvSpPr/>
            <p:nvPr/>
          </p:nvSpPr>
          <p:spPr>
            <a:xfrm>
              <a:off x="2881250" y="3660501"/>
              <a:ext cx="502989" cy="216132"/>
            </a:xfrm>
            <a:custGeom>
              <a:avLst/>
              <a:gdLst/>
              <a:ahLst/>
              <a:cxnLst/>
              <a:rect l="l" t="t" r="r" b="b"/>
              <a:pathLst>
                <a:path w="132978" h="57140" extrusionOk="0">
                  <a:moveTo>
                    <a:pt x="114627" y="0"/>
                  </a:moveTo>
                  <a:cubicBezTo>
                    <a:pt x="97107" y="2663"/>
                    <a:pt x="79588" y="5368"/>
                    <a:pt x="62027" y="8032"/>
                  </a:cubicBezTo>
                  <a:cubicBezTo>
                    <a:pt x="43800" y="18560"/>
                    <a:pt x="29984" y="24802"/>
                    <a:pt x="19830" y="28839"/>
                  </a:cubicBezTo>
                  <a:cubicBezTo>
                    <a:pt x="15419" y="30586"/>
                    <a:pt x="7471" y="33541"/>
                    <a:pt x="3185" y="41323"/>
                  </a:cubicBezTo>
                  <a:cubicBezTo>
                    <a:pt x="896" y="45443"/>
                    <a:pt x="-1643" y="53224"/>
                    <a:pt x="1395" y="56179"/>
                  </a:cubicBezTo>
                  <a:cubicBezTo>
                    <a:pt x="7595" y="62171"/>
                    <a:pt x="26821" y="38118"/>
                    <a:pt x="53371" y="40116"/>
                  </a:cubicBezTo>
                  <a:cubicBezTo>
                    <a:pt x="72306" y="41572"/>
                    <a:pt x="76425" y="54847"/>
                    <a:pt x="90491" y="54098"/>
                  </a:cubicBezTo>
                  <a:cubicBezTo>
                    <a:pt x="101061" y="53516"/>
                    <a:pt x="116042" y="45151"/>
                    <a:pt x="132979" y="6575"/>
                  </a:cubicBezTo>
                  <a:lnTo>
                    <a:pt x="114544" y="42"/>
                  </a:ln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0" name="Google Shape;1020;p37"/>
            <p:cNvSpPr/>
            <p:nvPr/>
          </p:nvSpPr>
          <p:spPr>
            <a:xfrm>
              <a:off x="2252710" y="2630298"/>
              <a:ext cx="181957" cy="181957"/>
            </a:xfrm>
            <a:custGeom>
              <a:avLst/>
              <a:gdLst/>
              <a:ahLst/>
              <a:cxnLst/>
              <a:rect l="l" t="t" r="r" b="b"/>
              <a:pathLst>
                <a:path w="48105" h="48105" extrusionOk="0">
                  <a:moveTo>
                    <a:pt x="48106" y="24053"/>
                  </a:moveTo>
                  <a:cubicBezTo>
                    <a:pt x="48106" y="37337"/>
                    <a:pt x="37337" y="48106"/>
                    <a:pt x="24053" y="48106"/>
                  </a:cubicBezTo>
                  <a:cubicBezTo>
                    <a:pt x="10768" y="48106"/>
                    <a:pt x="0" y="37337"/>
                    <a:pt x="0" y="24053"/>
                  </a:cubicBezTo>
                  <a:cubicBezTo>
                    <a:pt x="0" y="10769"/>
                    <a:pt x="10768" y="0"/>
                    <a:pt x="24053" y="0"/>
                  </a:cubicBezTo>
                  <a:cubicBezTo>
                    <a:pt x="37337" y="0"/>
                    <a:pt x="48106" y="10769"/>
                    <a:pt x="48106" y="2405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1" name="Google Shape;1021;p37"/>
            <p:cNvSpPr/>
            <p:nvPr/>
          </p:nvSpPr>
          <p:spPr>
            <a:xfrm>
              <a:off x="2330606" y="2597902"/>
              <a:ext cx="183308" cy="265392"/>
            </a:xfrm>
            <a:custGeom>
              <a:avLst/>
              <a:gdLst/>
              <a:ahLst/>
              <a:cxnLst/>
              <a:rect l="l" t="t" r="r" b="b"/>
              <a:pathLst>
                <a:path w="48462" h="70163" extrusionOk="0">
                  <a:moveTo>
                    <a:pt x="48421" y="58927"/>
                  </a:moveTo>
                  <a:cubicBezTo>
                    <a:pt x="47339" y="53809"/>
                    <a:pt x="45758" y="46069"/>
                    <a:pt x="44051" y="36539"/>
                  </a:cubicBezTo>
                  <a:cubicBezTo>
                    <a:pt x="40598" y="17521"/>
                    <a:pt x="40598" y="13859"/>
                    <a:pt x="36977" y="9531"/>
                  </a:cubicBezTo>
                  <a:cubicBezTo>
                    <a:pt x="30153" y="1417"/>
                    <a:pt x="15297" y="-3494"/>
                    <a:pt x="6682" y="2998"/>
                  </a:cubicBezTo>
                  <a:cubicBezTo>
                    <a:pt x="-1599" y="9240"/>
                    <a:pt x="-1432" y="25844"/>
                    <a:pt x="3103" y="27967"/>
                  </a:cubicBezTo>
                  <a:cubicBezTo>
                    <a:pt x="6224" y="29423"/>
                    <a:pt x="11926" y="24180"/>
                    <a:pt x="17377" y="17854"/>
                  </a:cubicBezTo>
                  <a:cubicBezTo>
                    <a:pt x="22121" y="35291"/>
                    <a:pt x="26865" y="52727"/>
                    <a:pt x="31651" y="70163"/>
                  </a:cubicBezTo>
                  <a:lnTo>
                    <a:pt x="48463" y="58927"/>
                  </a:ln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2" name="Google Shape;1022;p37"/>
            <p:cNvSpPr/>
            <p:nvPr/>
          </p:nvSpPr>
          <p:spPr>
            <a:xfrm>
              <a:off x="2218119" y="2750428"/>
              <a:ext cx="94441" cy="51313"/>
            </a:xfrm>
            <a:custGeom>
              <a:avLst/>
              <a:gdLst/>
              <a:ahLst/>
              <a:cxnLst/>
              <a:rect l="l" t="t" r="r" b="b"/>
              <a:pathLst>
                <a:path w="24968" h="13566" extrusionOk="0">
                  <a:moveTo>
                    <a:pt x="24968" y="6783"/>
                  </a:moveTo>
                  <a:cubicBezTo>
                    <a:pt x="24968" y="10528"/>
                    <a:pt x="19392" y="13566"/>
                    <a:pt x="12484" y="13566"/>
                  </a:cubicBezTo>
                  <a:cubicBezTo>
                    <a:pt x="5577" y="13566"/>
                    <a:pt x="0" y="10528"/>
                    <a:pt x="0" y="6783"/>
                  </a:cubicBezTo>
                  <a:cubicBezTo>
                    <a:pt x="0" y="3038"/>
                    <a:pt x="5577" y="0"/>
                    <a:pt x="12484" y="0"/>
                  </a:cubicBezTo>
                  <a:cubicBezTo>
                    <a:pt x="19392" y="0"/>
                    <a:pt x="24968" y="3038"/>
                    <a:pt x="24968" y="678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3" name="Google Shape;1023;p37"/>
            <p:cNvSpPr/>
            <p:nvPr/>
          </p:nvSpPr>
          <p:spPr>
            <a:xfrm>
              <a:off x="2214975" y="2704827"/>
              <a:ext cx="94441" cy="51313"/>
            </a:xfrm>
            <a:custGeom>
              <a:avLst/>
              <a:gdLst/>
              <a:ahLst/>
              <a:cxnLst/>
              <a:rect l="l" t="t" r="r" b="b"/>
              <a:pathLst>
                <a:path w="24968" h="13566" extrusionOk="0">
                  <a:moveTo>
                    <a:pt x="24968" y="6783"/>
                  </a:moveTo>
                  <a:cubicBezTo>
                    <a:pt x="24968" y="10528"/>
                    <a:pt x="19392" y="13566"/>
                    <a:pt x="12484" y="13566"/>
                  </a:cubicBezTo>
                  <a:cubicBezTo>
                    <a:pt x="5576" y="13566"/>
                    <a:pt x="0" y="10528"/>
                    <a:pt x="0" y="6783"/>
                  </a:cubicBezTo>
                  <a:cubicBezTo>
                    <a:pt x="0" y="3038"/>
                    <a:pt x="5576" y="0"/>
                    <a:pt x="12484" y="0"/>
                  </a:cubicBezTo>
                  <a:cubicBezTo>
                    <a:pt x="19392" y="0"/>
                    <a:pt x="24968" y="3038"/>
                    <a:pt x="24968" y="678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4" name="Google Shape;1024;p37"/>
            <p:cNvSpPr/>
            <p:nvPr/>
          </p:nvSpPr>
          <p:spPr>
            <a:xfrm>
              <a:off x="2221890" y="2657971"/>
              <a:ext cx="94441" cy="51313"/>
            </a:xfrm>
            <a:custGeom>
              <a:avLst/>
              <a:gdLst/>
              <a:ahLst/>
              <a:cxnLst/>
              <a:rect l="l" t="t" r="r" b="b"/>
              <a:pathLst>
                <a:path w="24968" h="13566" extrusionOk="0">
                  <a:moveTo>
                    <a:pt x="24968" y="6783"/>
                  </a:moveTo>
                  <a:cubicBezTo>
                    <a:pt x="24968" y="10528"/>
                    <a:pt x="19392" y="13566"/>
                    <a:pt x="12484" y="13566"/>
                  </a:cubicBezTo>
                  <a:cubicBezTo>
                    <a:pt x="5577" y="13566"/>
                    <a:pt x="0" y="10528"/>
                    <a:pt x="0" y="6783"/>
                  </a:cubicBezTo>
                  <a:cubicBezTo>
                    <a:pt x="0" y="3038"/>
                    <a:pt x="5577" y="0"/>
                    <a:pt x="12484" y="0"/>
                  </a:cubicBezTo>
                  <a:cubicBezTo>
                    <a:pt x="19392" y="0"/>
                    <a:pt x="24968" y="3038"/>
                    <a:pt x="24968" y="678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5" name="Google Shape;1025;p37"/>
            <p:cNvSpPr/>
            <p:nvPr/>
          </p:nvSpPr>
          <p:spPr>
            <a:xfrm>
              <a:off x="2239033" y="2622439"/>
              <a:ext cx="94441" cy="51313"/>
            </a:xfrm>
            <a:custGeom>
              <a:avLst/>
              <a:gdLst/>
              <a:ahLst/>
              <a:cxnLst/>
              <a:rect l="l" t="t" r="r" b="b"/>
              <a:pathLst>
                <a:path w="24968" h="13566" extrusionOk="0">
                  <a:moveTo>
                    <a:pt x="24968" y="6783"/>
                  </a:moveTo>
                  <a:cubicBezTo>
                    <a:pt x="24968" y="10528"/>
                    <a:pt x="19392" y="13566"/>
                    <a:pt x="12484" y="13566"/>
                  </a:cubicBezTo>
                  <a:cubicBezTo>
                    <a:pt x="5576" y="13566"/>
                    <a:pt x="0" y="10528"/>
                    <a:pt x="0" y="6783"/>
                  </a:cubicBezTo>
                  <a:cubicBezTo>
                    <a:pt x="0" y="3038"/>
                    <a:pt x="5576" y="0"/>
                    <a:pt x="12484" y="0"/>
                  </a:cubicBezTo>
                  <a:cubicBezTo>
                    <a:pt x="19392" y="0"/>
                    <a:pt x="24968" y="3038"/>
                    <a:pt x="24968" y="678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6" name="Google Shape;1026;p37"/>
            <p:cNvSpPr/>
            <p:nvPr/>
          </p:nvSpPr>
          <p:spPr>
            <a:xfrm>
              <a:off x="3177518" y="2869410"/>
              <a:ext cx="82099" cy="176495"/>
            </a:xfrm>
            <a:custGeom>
              <a:avLst/>
              <a:gdLst/>
              <a:ahLst/>
              <a:cxnLst/>
              <a:rect l="l" t="t" r="r" b="b"/>
              <a:pathLst>
                <a:path w="21705" h="46661" extrusionOk="0">
                  <a:moveTo>
                    <a:pt x="19904" y="46661"/>
                  </a:moveTo>
                  <a:cubicBezTo>
                    <a:pt x="19196" y="46661"/>
                    <a:pt x="18530" y="46245"/>
                    <a:pt x="18198" y="45538"/>
                  </a:cubicBezTo>
                  <a:lnTo>
                    <a:pt x="137" y="2550"/>
                  </a:lnTo>
                  <a:cubicBezTo>
                    <a:pt x="-237" y="1635"/>
                    <a:pt x="179" y="553"/>
                    <a:pt x="1094" y="137"/>
                  </a:cubicBezTo>
                  <a:cubicBezTo>
                    <a:pt x="2051" y="-238"/>
                    <a:pt x="3133" y="178"/>
                    <a:pt x="3508" y="1135"/>
                  </a:cubicBezTo>
                  <a:lnTo>
                    <a:pt x="21568" y="44123"/>
                  </a:lnTo>
                  <a:cubicBezTo>
                    <a:pt x="21943" y="45038"/>
                    <a:pt x="21527" y="46120"/>
                    <a:pt x="20611" y="46536"/>
                  </a:cubicBezTo>
                  <a:cubicBezTo>
                    <a:pt x="20362" y="46620"/>
                    <a:pt x="20153" y="46661"/>
                    <a:pt x="19904" y="4666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7" name="Google Shape;1027;p37"/>
            <p:cNvSpPr/>
            <p:nvPr/>
          </p:nvSpPr>
          <p:spPr>
            <a:xfrm>
              <a:off x="3586072" y="2654884"/>
              <a:ext cx="72019" cy="310974"/>
            </a:xfrm>
            <a:custGeom>
              <a:avLst/>
              <a:gdLst/>
              <a:ahLst/>
              <a:cxnLst/>
              <a:rect l="l" t="t" r="r" b="b"/>
              <a:pathLst>
                <a:path w="19040" h="82214" extrusionOk="0">
                  <a:moveTo>
                    <a:pt x="1827" y="82173"/>
                  </a:moveTo>
                  <a:cubicBezTo>
                    <a:pt x="495" y="81965"/>
                    <a:pt x="-170" y="80966"/>
                    <a:pt x="37" y="80009"/>
                  </a:cubicBezTo>
                  <a:lnTo>
                    <a:pt x="15393" y="1483"/>
                  </a:lnTo>
                  <a:cubicBezTo>
                    <a:pt x="15559" y="485"/>
                    <a:pt x="16434" y="-140"/>
                    <a:pt x="17557" y="27"/>
                  </a:cubicBezTo>
                  <a:cubicBezTo>
                    <a:pt x="18556" y="235"/>
                    <a:pt x="19180" y="1192"/>
                    <a:pt x="19014" y="2191"/>
                  </a:cubicBezTo>
                  <a:lnTo>
                    <a:pt x="3658" y="80716"/>
                  </a:lnTo>
                  <a:cubicBezTo>
                    <a:pt x="3492" y="81590"/>
                    <a:pt x="2701" y="82215"/>
                    <a:pt x="1869" y="8221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8" name="Google Shape;1028;p37"/>
            <p:cNvSpPr/>
            <p:nvPr/>
          </p:nvSpPr>
          <p:spPr>
            <a:xfrm>
              <a:off x="3884308" y="2759704"/>
              <a:ext cx="36879" cy="285061"/>
            </a:xfrm>
            <a:custGeom>
              <a:avLst/>
              <a:gdLst/>
              <a:ahLst/>
              <a:cxnLst/>
              <a:rect l="l" t="t" r="r" b="b"/>
              <a:pathLst>
                <a:path w="9750" h="75363" extrusionOk="0">
                  <a:moveTo>
                    <a:pt x="1838" y="75363"/>
                  </a:moveTo>
                  <a:cubicBezTo>
                    <a:pt x="672" y="75280"/>
                    <a:pt x="-77" y="74364"/>
                    <a:pt x="6" y="73366"/>
                  </a:cubicBezTo>
                  <a:lnTo>
                    <a:pt x="6082" y="1665"/>
                  </a:lnTo>
                  <a:cubicBezTo>
                    <a:pt x="6166" y="707"/>
                    <a:pt x="6956" y="0"/>
                    <a:pt x="7913" y="0"/>
                  </a:cubicBezTo>
                  <a:cubicBezTo>
                    <a:pt x="9078" y="83"/>
                    <a:pt x="9828" y="999"/>
                    <a:pt x="9744" y="1997"/>
                  </a:cubicBezTo>
                  <a:lnTo>
                    <a:pt x="3668" y="73699"/>
                  </a:lnTo>
                  <a:cubicBezTo>
                    <a:pt x="3585" y="74656"/>
                    <a:pt x="2795" y="75363"/>
                    <a:pt x="1838" y="7536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9" name="Google Shape;1029;p37"/>
            <p:cNvSpPr/>
            <p:nvPr/>
          </p:nvSpPr>
          <p:spPr>
            <a:xfrm>
              <a:off x="3295592" y="3557135"/>
              <a:ext cx="76285" cy="112291"/>
            </a:xfrm>
            <a:custGeom>
              <a:avLst/>
              <a:gdLst/>
              <a:ahLst/>
              <a:cxnLst/>
              <a:rect l="l" t="t" r="r" b="b"/>
              <a:pathLst>
                <a:path w="20168" h="29687" extrusionOk="0">
                  <a:moveTo>
                    <a:pt x="1844" y="29687"/>
                  </a:moveTo>
                  <a:cubicBezTo>
                    <a:pt x="1512" y="29687"/>
                    <a:pt x="1179" y="29604"/>
                    <a:pt x="846" y="29396"/>
                  </a:cubicBezTo>
                  <a:cubicBezTo>
                    <a:pt x="14" y="28855"/>
                    <a:pt x="-277" y="27732"/>
                    <a:pt x="305" y="26858"/>
                  </a:cubicBezTo>
                  <a:lnTo>
                    <a:pt x="16784" y="849"/>
                  </a:lnTo>
                  <a:cubicBezTo>
                    <a:pt x="17325" y="-25"/>
                    <a:pt x="18449" y="-233"/>
                    <a:pt x="19323" y="266"/>
                  </a:cubicBezTo>
                  <a:cubicBezTo>
                    <a:pt x="20155" y="807"/>
                    <a:pt x="20446" y="1931"/>
                    <a:pt x="19864" y="2805"/>
                  </a:cubicBezTo>
                  <a:lnTo>
                    <a:pt x="3385" y="28813"/>
                  </a:lnTo>
                  <a:cubicBezTo>
                    <a:pt x="3051" y="29354"/>
                    <a:pt x="2427" y="29687"/>
                    <a:pt x="1844" y="2968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0" name="Google Shape;1030;p37"/>
            <p:cNvSpPr/>
            <p:nvPr/>
          </p:nvSpPr>
          <p:spPr>
            <a:xfrm>
              <a:off x="3332258" y="3651671"/>
              <a:ext cx="131794" cy="140584"/>
            </a:xfrm>
            <a:custGeom>
              <a:avLst/>
              <a:gdLst/>
              <a:ahLst/>
              <a:cxnLst/>
              <a:rect l="l" t="t" r="r" b="b"/>
              <a:pathLst>
                <a:path w="34843" h="37167" extrusionOk="0">
                  <a:moveTo>
                    <a:pt x="1837" y="37168"/>
                  </a:moveTo>
                  <a:cubicBezTo>
                    <a:pt x="1380" y="37168"/>
                    <a:pt x="964" y="37001"/>
                    <a:pt x="589" y="36668"/>
                  </a:cubicBezTo>
                  <a:cubicBezTo>
                    <a:pt x="-160" y="35961"/>
                    <a:pt x="-202" y="34837"/>
                    <a:pt x="505" y="34088"/>
                  </a:cubicBezTo>
                  <a:lnTo>
                    <a:pt x="31674" y="589"/>
                  </a:lnTo>
                  <a:cubicBezTo>
                    <a:pt x="32382" y="-160"/>
                    <a:pt x="33547" y="-202"/>
                    <a:pt x="34255" y="506"/>
                  </a:cubicBezTo>
                  <a:cubicBezTo>
                    <a:pt x="35004" y="1213"/>
                    <a:pt x="35045" y="2337"/>
                    <a:pt x="34338" y="3086"/>
                  </a:cubicBezTo>
                  <a:lnTo>
                    <a:pt x="3169" y="36585"/>
                  </a:lnTo>
                  <a:cubicBezTo>
                    <a:pt x="2794" y="36960"/>
                    <a:pt x="2295" y="37168"/>
                    <a:pt x="1837" y="371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1" name="Google Shape;1031;p37"/>
            <p:cNvSpPr/>
            <p:nvPr/>
          </p:nvSpPr>
          <p:spPr>
            <a:xfrm>
              <a:off x="4759497" y="3861761"/>
              <a:ext cx="308671" cy="861949"/>
            </a:xfrm>
            <a:custGeom>
              <a:avLst/>
              <a:gdLst/>
              <a:ahLst/>
              <a:cxnLst/>
              <a:rect l="l" t="t" r="r" b="b"/>
              <a:pathLst>
                <a:path w="81605" h="227878" extrusionOk="0">
                  <a:moveTo>
                    <a:pt x="34623" y="0"/>
                  </a:moveTo>
                  <a:cubicBezTo>
                    <a:pt x="50270" y="75946"/>
                    <a:pt x="65958" y="151933"/>
                    <a:pt x="81605" y="227879"/>
                  </a:cubicBezTo>
                  <a:lnTo>
                    <a:pt x="72034" y="227879"/>
                  </a:lnTo>
                  <a:cubicBezTo>
                    <a:pt x="48023" y="153306"/>
                    <a:pt x="24011" y="78692"/>
                    <a:pt x="0" y="4120"/>
                  </a:cubicBezTo>
                  <a:lnTo>
                    <a:pt x="3462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2" name="Google Shape;1032;p37"/>
            <p:cNvSpPr/>
            <p:nvPr/>
          </p:nvSpPr>
          <p:spPr>
            <a:xfrm>
              <a:off x="3875368" y="3861761"/>
              <a:ext cx="308671" cy="861949"/>
            </a:xfrm>
            <a:custGeom>
              <a:avLst/>
              <a:gdLst/>
              <a:ahLst/>
              <a:cxnLst/>
              <a:rect l="l" t="t" r="r" b="b"/>
              <a:pathLst>
                <a:path w="81605" h="227878" extrusionOk="0">
                  <a:moveTo>
                    <a:pt x="34623" y="0"/>
                  </a:moveTo>
                  <a:cubicBezTo>
                    <a:pt x="50270" y="75946"/>
                    <a:pt x="65958" y="151933"/>
                    <a:pt x="81605" y="227879"/>
                  </a:cubicBezTo>
                  <a:lnTo>
                    <a:pt x="72034" y="227879"/>
                  </a:lnTo>
                  <a:cubicBezTo>
                    <a:pt x="48023" y="153306"/>
                    <a:pt x="24011" y="78692"/>
                    <a:pt x="0" y="4120"/>
                  </a:cubicBezTo>
                  <a:lnTo>
                    <a:pt x="3462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3" name="Google Shape;1033;p37"/>
            <p:cNvSpPr/>
            <p:nvPr/>
          </p:nvSpPr>
          <p:spPr>
            <a:xfrm>
              <a:off x="3839602" y="3238163"/>
              <a:ext cx="1372650" cy="652606"/>
            </a:xfrm>
            <a:custGeom>
              <a:avLst/>
              <a:gdLst/>
              <a:ahLst/>
              <a:cxnLst/>
              <a:rect l="l" t="t" r="r" b="b"/>
              <a:pathLst>
                <a:path w="362895" h="172533" extrusionOk="0">
                  <a:moveTo>
                    <a:pt x="300349" y="130420"/>
                  </a:moveTo>
                  <a:cubicBezTo>
                    <a:pt x="354073" y="88348"/>
                    <a:pt x="367181" y="62048"/>
                    <a:pt x="361772" y="45111"/>
                  </a:cubicBezTo>
                  <a:cubicBezTo>
                    <a:pt x="342005" y="-16644"/>
                    <a:pt x="53702" y="-24509"/>
                    <a:pt x="8551" y="82189"/>
                  </a:cubicBezTo>
                  <a:cubicBezTo>
                    <a:pt x="5180" y="90138"/>
                    <a:pt x="-8136" y="122222"/>
                    <a:pt x="7303" y="147731"/>
                  </a:cubicBezTo>
                  <a:cubicBezTo>
                    <a:pt x="16707" y="163212"/>
                    <a:pt x="32812" y="169787"/>
                    <a:pt x="41593" y="172533"/>
                  </a:cubicBezTo>
                  <a:lnTo>
                    <a:pt x="300349" y="13042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4" name="Google Shape;1034;p37"/>
            <p:cNvSpPr/>
            <p:nvPr/>
          </p:nvSpPr>
          <p:spPr>
            <a:xfrm>
              <a:off x="3841555" y="3231230"/>
              <a:ext cx="1373350" cy="572814"/>
            </a:xfrm>
            <a:custGeom>
              <a:avLst/>
              <a:gdLst/>
              <a:ahLst/>
              <a:cxnLst/>
              <a:rect l="l" t="t" r="r" b="b"/>
              <a:pathLst>
                <a:path w="363080" h="151438" extrusionOk="0">
                  <a:moveTo>
                    <a:pt x="6786" y="151397"/>
                  </a:moveTo>
                  <a:cubicBezTo>
                    <a:pt x="5995" y="151397"/>
                    <a:pt x="5246" y="150856"/>
                    <a:pt x="5038" y="150065"/>
                  </a:cubicBezTo>
                  <a:cubicBezTo>
                    <a:pt x="-2078" y="124639"/>
                    <a:pt x="-1662" y="102209"/>
                    <a:pt x="6328" y="83316"/>
                  </a:cubicBezTo>
                  <a:cubicBezTo>
                    <a:pt x="32919" y="20437"/>
                    <a:pt x="143863" y="-3740"/>
                    <a:pt x="235830" y="463"/>
                  </a:cubicBezTo>
                  <a:cubicBezTo>
                    <a:pt x="305159" y="3625"/>
                    <a:pt x="355096" y="21644"/>
                    <a:pt x="363002" y="46405"/>
                  </a:cubicBezTo>
                  <a:cubicBezTo>
                    <a:pt x="363294" y="47362"/>
                    <a:pt x="362753" y="48402"/>
                    <a:pt x="361796" y="48693"/>
                  </a:cubicBezTo>
                  <a:cubicBezTo>
                    <a:pt x="360838" y="49026"/>
                    <a:pt x="359798" y="48485"/>
                    <a:pt x="359507" y="47487"/>
                  </a:cubicBezTo>
                  <a:cubicBezTo>
                    <a:pt x="352182" y="24557"/>
                    <a:pt x="302412" y="7121"/>
                    <a:pt x="235663" y="4125"/>
                  </a:cubicBezTo>
                  <a:cubicBezTo>
                    <a:pt x="144986" y="47"/>
                    <a:pt x="35624" y="23475"/>
                    <a:pt x="9699" y="84773"/>
                  </a:cubicBezTo>
                  <a:cubicBezTo>
                    <a:pt x="2041" y="102875"/>
                    <a:pt x="1667" y="124514"/>
                    <a:pt x="8534" y="149108"/>
                  </a:cubicBezTo>
                  <a:cubicBezTo>
                    <a:pt x="8825" y="150065"/>
                    <a:pt x="8242" y="151106"/>
                    <a:pt x="7285" y="151355"/>
                  </a:cubicBezTo>
                  <a:cubicBezTo>
                    <a:pt x="7119" y="151397"/>
                    <a:pt x="6952" y="151439"/>
                    <a:pt x="6786" y="15143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5" name="Google Shape;1035;p37"/>
            <p:cNvSpPr/>
            <p:nvPr/>
          </p:nvSpPr>
          <p:spPr>
            <a:xfrm>
              <a:off x="3848326" y="3840693"/>
              <a:ext cx="1207139" cy="122954"/>
            </a:xfrm>
            <a:custGeom>
              <a:avLst/>
              <a:gdLst/>
              <a:ahLst/>
              <a:cxnLst/>
              <a:rect l="l" t="t" r="r" b="b"/>
              <a:pathLst>
                <a:path w="319138" h="32506" extrusionOk="0">
                  <a:moveTo>
                    <a:pt x="0" y="21390"/>
                  </a:moveTo>
                  <a:cubicBezTo>
                    <a:pt x="40657" y="27049"/>
                    <a:pt x="86058" y="31211"/>
                    <a:pt x="135537" y="32251"/>
                  </a:cubicBezTo>
                  <a:cubicBezTo>
                    <a:pt x="204408" y="33707"/>
                    <a:pt x="266205" y="28797"/>
                    <a:pt x="319138" y="21390"/>
                  </a:cubicBezTo>
                  <a:lnTo>
                    <a:pt x="319138" y="0"/>
                  </a:lnTo>
                  <a:lnTo>
                    <a:pt x="0" y="0"/>
                  </a:lnTo>
                  <a:lnTo>
                    <a:pt x="0" y="2139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036" name="Google Shape;1036;p37"/>
            <p:cNvGrpSpPr/>
            <p:nvPr/>
          </p:nvGrpSpPr>
          <p:grpSpPr>
            <a:xfrm>
              <a:off x="2925877" y="1981338"/>
              <a:ext cx="504553" cy="327246"/>
              <a:chOff x="2229014" y="2428755"/>
              <a:chExt cx="448571" cy="290937"/>
            </a:xfrm>
          </p:grpSpPr>
          <p:sp>
            <p:nvSpPr>
              <p:cNvPr id="1037" name="Google Shape;1037;p37"/>
              <p:cNvSpPr/>
              <p:nvPr/>
            </p:nvSpPr>
            <p:spPr>
              <a:xfrm>
                <a:off x="2229014" y="2428755"/>
                <a:ext cx="448571" cy="290937"/>
              </a:xfrm>
              <a:custGeom>
                <a:avLst/>
                <a:gdLst/>
                <a:ahLst/>
                <a:cxnLst/>
                <a:rect l="l" t="t" r="r" b="b"/>
                <a:pathLst>
                  <a:path w="133404" h="86524" extrusionOk="0">
                    <a:moveTo>
                      <a:pt x="16502" y="46990"/>
                    </a:moveTo>
                    <a:cubicBezTo>
                      <a:pt x="12840" y="52192"/>
                      <a:pt x="12008" y="58309"/>
                      <a:pt x="14671" y="62096"/>
                    </a:cubicBezTo>
                    <a:cubicBezTo>
                      <a:pt x="18916" y="68213"/>
                      <a:pt x="30068" y="65258"/>
                      <a:pt x="31109" y="64967"/>
                    </a:cubicBezTo>
                    <a:cubicBezTo>
                      <a:pt x="38267" y="62970"/>
                      <a:pt x="38474" y="58808"/>
                      <a:pt x="46214" y="56062"/>
                    </a:cubicBezTo>
                    <a:cubicBezTo>
                      <a:pt x="53580" y="53482"/>
                      <a:pt x="55120" y="56644"/>
                      <a:pt x="61487" y="54564"/>
                    </a:cubicBezTo>
                    <a:cubicBezTo>
                      <a:pt x="72639" y="50901"/>
                      <a:pt x="71974" y="39749"/>
                      <a:pt x="80796" y="37959"/>
                    </a:cubicBezTo>
                    <a:cubicBezTo>
                      <a:pt x="87953" y="36503"/>
                      <a:pt x="94945" y="42495"/>
                      <a:pt x="101603" y="48197"/>
                    </a:cubicBezTo>
                    <a:cubicBezTo>
                      <a:pt x="108885" y="54439"/>
                      <a:pt x="113089" y="61222"/>
                      <a:pt x="115377" y="65466"/>
                    </a:cubicBezTo>
                    <a:cubicBezTo>
                      <a:pt x="116958" y="62470"/>
                      <a:pt x="119455" y="58725"/>
                      <a:pt x="122077" y="58933"/>
                    </a:cubicBezTo>
                    <a:cubicBezTo>
                      <a:pt x="128985" y="59474"/>
                      <a:pt x="131607" y="86731"/>
                      <a:pt x="133021" y="86523"/>
                    </a:cubicBezTo>
                    <a:cubicBezTo>
                      <a:pt x="133979" y="86398"/>
                      <a:pt x="133021" y="73373"/>
                      <a:pt x="131482" y="60806"/>
                    </a:cubicBezTo>
                    <a:cubicBezTo>
                      <a:pt x="130441" y="52150"/>
                      <a:pt x="129942" y="47822"/>
                      <a:pt x="128818" y="42703"/>
                    </a:cubicBezTo>
                    <a:cubicBezTo>
                      <a:pt x="125656" y="28513"/>
                      <a:pt x="123825" y="20107"/>
                      <a:pt x="116584" y="14364"/>
                    </a:cubicBezTo>
                    <a:cubicBezTo>
                      <a:pt x="110509" y="9537"/>
                      <a:pt x="103226" y="8746"/>
                      <a:pt x="99148" y="8330"/>
                    </a:cubicBezTo>
                    <a:cubicBezTo>
                      <a:pt x="89743" y="7332"/>
                      <a:pt x="88370" y="10369"/>
                      <a:pt x="76343" y="11535"/>
                    </a:cubicBezTo>
                    <a:cubicBezTo>
                      <a:pt x="58824" y="13199"/>
                      <a:pt x="53414" y="7540"/>
                      <a:pt x="44134" y="12866"/>
                    </a:cubicBezTo>
                    <a:cubicBezTo>
                      <a:pt x="39681" y="15446"/>
                      <a:pt x="39598" y="17527"/>
                      <a:pt x="34230" y="19733"/>
                    </a:cubicBezTo>
                    <a:cubicBezTo>
                      <a:pt x="27780" y="22437"/>
                      <a:pt x="24534" y="20856"/>
                      <a:pt x="18125" y="23603"/>
                    </a:cubicBezTo>
                    <a:cubicBezTo>
                      <a:pt x="15753" y="24601"/>
                      <a:pt x="11217" y="26557"/>
                      <a:pt x="8221" y="30802"/>
                    </a:cubicBezTo>
                    <a:cubicBezTo>
                      <a:pt x="6057" y="33881"/>
                      <a:pt x="5599" y="36836"/>
                      <a:pt x="6889" y="56311"/>
                    </a:cubicBezTo>
                    <a:cubicBezTo>
                      <a:pt x="7680" y="68421"/>
                      <a:pt x="8096" y="70668"/>
                      <a:pt x="10260" y="72416"/>
                    </a:cubicBezTo>
                    <a:cubicBezTo>
                      <a:pt x="13756" y="75246"/>
                      <a:pt x="18999" y="74413"/>
                      <a:pt x="25033" y="73415"/>
                    </a:cubicBezTo>
                    <a:cubicBezTo>
                      <a:pt x="27571" y="72999"/>
                      <a:pt x="32815" y="72083"/>
                      <a:pt x="38641" y="68712"/>
                    </a:cubicBezTo>
                    <a:cubicBezTo>
                      <a:pt x="45632" y="64676"/>
                      <a:pt x="45549" y="61596"/>
                      <a:pt x="50210" y="60639"/>
                    </a:cubicBezTo>
                    <a:cubicBezTo>
                      <a:pt x="55869" y="59474"/>
                      <a:pt x="57284" y="63760"/>
                      <a:pt x="62943" y="62970"/>
                    </a:cubicBezTo>
                    <a:cubicBezTo>
                      <a:pt x="64775" y="62720"/>
                      <a:pt x="66522" y="62054"/>
                      <a:pt x="78549" y="50569"/>
                    </a:cubicBezTo>
                    <a:cubicBezTo>
                      <a:pt x="83084" y="46241"/>
                      <a:pt x="85332" y="44077"/>
                      <a:pt x="86455" y="42662"/>
                    </a:cubicBezTo>
                    <a:cubicBezTo>
                      <a:pt x="89701" y="38542"/>
                      <a:pt x="94071" y="32924"/>
                      <a:pt x="94528" y="25392"/>
                    </a:cubicBezTo>
                    <a:cubicBezTo>
                      <a:pt x="95028" y="16611"/>
                      <a:pt x="90076" y="6374"/>
                      <a:pt x="82461" y="3420"/>
                    </a:cubicBezTo>
                    <a:cubicBezTo>
                      <a:pt x="77467" y="1464"/>
                      <a:pt x="76010" y="4460"/>
                      <a:pt x="66356" y="3420"/>
                    </a:cubicBezTo>
                    <a:cubicBezTo>
                      <a:pt x="57451" y="2463"/>
                      <a:pt x="55828" y="-409"/>
                      <a:pt x="50251" y="49"/>
                    </a:cubicBezTo>
                    <a:cubicBezTo>
                      <a:pt x="43884" y="590"/>
                      <a:pt x="40638" y="4835"/>
                      <a:pt x="34480" y="10120"/>
                    </a:cubicBezTo>
                    <a:cubicBezTo>
                      <a:pt x="15462" y="26474"/>
                      <a:pt x="3852" y="22562"/>
                      <a:pt x="273" y="33257"/>
                    </a:cubicBezTo>
                    <a:cubicBezTo>
                      <a:pt x="-476" y="35504"/>
                      <a:pt x="231" y="35171"/>
                      <a:pt x="3477" y="55562"/>
                    </a:cubicBezTo>
                    <a:cubicBezTo>
                      <a:pt x="5974" y="71168"/>
                      <a:pt x="6140" y="75079"/>
                      <a:pt x="9511" y="77035"/>
                    </a:cubicBezTo>
                    <a:cubicBezTo>
                      <a:pt x="14630" y="80031"/>
                      <a:pt x="22245" y="75745"/>
                      <a:pt x="27197" y="72957"/>
                    </a:cubicBezTo>
                    <a:cubicBezTo>
                      <a:pt x="37933" y="66923"/>
                      <a:pt x="44591" y="57809"/>
                      <a:pt x="48628" y="50028"/>
                    </a:cubicBezTo>
                    <a:lnTo>
                      <a:pt x="16752" y="4699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8" name="Google Shape;1038;p37"/>
              <p:cNvSpPr/>
              <p:nvPr/>
            </p:nvSpPr>
            <p:spPr>
              <a:xfrm>
                <a:off x="2243850" y="2452650"/>
                <a:ext cx="310225" cy="234775"/>
              </a:xfrm>
              <a:custGeom>
                <a:avLst/>
                <a:gdLst/>
                <a:ahLst/>
                <a:cxnLst/>
                <a:rect l="l" t="t" r="r" b="b"/>
                <a:pathLst>
                  <a:path w="12409" h="9391" extrusionOk="0">
                    <a:moveTo>
                      <a:pt x="11738" y="4092"/>
                    </a:moveTo>
                    <a:lnTo>
                      <a:pt x="10061" y="5064"/>
                    </a:lnTo>
                    <a:lnTo>
                      <a:pt x="7982" y="6775"/>
                    </a:lnTo>
                    <a:lnTo>
                      <a:pt x="6003" y="6875"/>
                    </a:lnTo>
                    <a:lnTo>
                      <a:pt x="4762" y="7915"/>
                    </a:lnTo>
                    <a:lnTo>
                      <a:pt x="2649" y="9055"/>
                    </a:lnTo>
                    <a:lnTo>
                      <a:pt x="1006" y="9391"/>
                    </a:lnTo>
                    <a:lnTo>
                      <a:pt x="369" y="8251"/>
                    </a:lnTo>
                    <a:lnTo>
                      <a:pt x="0" y="4461"/>
                    </a:lnTo>
                    <a:lnTo>
                      <a:pt x="33" y="3019"/>
                    </a:lnTo>
                    <a:lnTo>
                      <a:pt x="5064" y="268"/>
                    </a:lnTo>
                    <a:lnTo>
                      <a:pt x="9290" y="0"/>
                    </a:lnTo>
                    <a:lnTo>
                      <a:pt x="11369" y="235"/>
                    </a:lnTo>
                    <a:lnTo>
                      <a:pt x="12342" y="402"/>
                    </a:lnTo>
                    <a:lnTo>
                      <a:pt x="12409" y="4226"/>
                    </a:lnTo>
                    <a:close/>
                  </a:path>
                </a:pathLst>
              </a:custGeom>
              <a:solidFill>
                <a:schemeClr val="dk1"/>
              </a:solidFill>
              <a:ln>
                <a:noFill/>
              </a:ln>
            </p:spPr>
            <p:txBody>
              <a:bodyPr/>
              <a:lstStyle/>
              <a:p>
                <a:endParaRPr lang="en-US"/>
              </a:p>
            </p:txBody>
          </p:sp>
        </p:grpSp>
      </p:grpSp>
      <p:sp>
        <p:nvSpPr>
          <p:cNvPr id="2" name="Google Shape;896;p37">
            <a:extLst>
              <a:ext uri="{FF2B5EF4-FFF2-40B4-BE49-F238E27FC236}">
                <a16:creationId xmlns:a16="http://schemas.microsoft.com/office/drawing/2014/main" id="{6AAFE96E-C134-BF53-1847-89F5B3821465}"/>
              </a:ext>
            </a:extLst>
          </p:cNvPr>
          <p:cNvSpPr txBox="1">
            <a:spLocks/>
          </p:cNvSpPr>
          <p:nvPr/>
        </p:nvSpPr>
        <p:spPr>
          <a:xfrm>
            <a:off x="5623904" y="3409151"/>
            <a:ext cx="3722843" cy="10966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600"/>
              <a:buFont typeface="Quicksand Medium"/>
              <a:buNone/>
              <a:defRPr sz="1600" b="0" i="0" u="none" strike="noStrike" cap="none">
                <a:solidFill>
                  <a:schemeClr val="dk1"/>
                </a:solidFill>
                <a:latin typeface="Quicksand Medium"/>
                <a:ea typeface="Quicksand Medium"/>
                <a:cs typeface="Quicksand Medium"/>
                <a:sym typeface="Quicksand Medium"/>
              </a:defRPr>
            </a:lvl1pPr>
            <a:lvl2pPr marL="914400" marR="0" lvl="1" indent="-317500" algn="ctr" rtl="0">
              <a:lnSpc>
                <a:spcPct val="100000"/>
              </a:lnSpc>
              <a:spcBef>
                <a:spcPts val="0"/>
              </a:spcBef>
              <a:spcAft>
                <a:spcPts val="0"/>
              </a:spcAft>
              <a:buClr>
                <a:schemeClr val="dk1"/>
              </a:buClr>
              <a:buSzPts val="1600"/>
              <a:buFont typeface="Quicksand Medium"/>
              <a:buNone/>
              <a:defRPr sz="1600" b="0" i="0" u="none" strike="noStrike" cap="none">
                <a:solidFill>
                  <a:schemeClr val="dk1"/>
                </a:solidFill>
                <a:latin typeface="Quicksand Medium"/>
                <a:ea typeface="Quicksand Medium"/>
                <a:cs typeface="Quicksand Medium"/>
                <a:sym typeface="Quicksand Medium"/>
              </a:defRPr>
            </a:lvl2pPr>
            <a:lvl3pPr marL="1371600" marR="0" lvl="2" indent="-317500" algn="ctr" rtl="0">
              <a:lnSpc>
                <a:spcPct val="100000"/>
              </a:lnSpc>
              <a:spcBef>
                <a:spcPts val="0"/>
              </a:spcBef>
              <a:spcAft>
                <a:spcPts val="0"/>
              </a:spcAft>
              <a:buClr>
                <a:schemeClr val="dk1"/>
              </a:buClr>
              <a:buSzPts val="1600"/>
              <a:buFont typeface="Quicksand Medium"/>
              <a:buNone/>
              <a:defRPr sz="1600" b="0" i="0" u="none" strike="noStrike" cap="none">
                <a:solidFill>
                  <a:schemeClr val="dk1"/>
                </a:solidFill>
                <a:latin typeface="Quicksand Medium"/>
                <a:ea typeface="Quicksand Medium"/>
                <a:cs typeface="Quicksand Medium"/>
                <a:sym typeface="Quicksand Medium"/>
              </a:defRPr>
            </a:lvl3pPr>
            <a:lvl4pPr marL="1828800" marR="0" lvl="3" indent="-317500" algn="ctr" rtl="0">
              <a:lnSpc>
                <a:spcPct val="100000"/>
              </a:lnSpc>
              <a:spcBef>
                <a:spcPts val="0"/>
              </a:spcBef>
              <a:spcAft>
                <a:spcPts val="0"/>
              </a:spcAft>
              <a:buClr>
                <a:schemeClr val="dk1"/>
              </a:buClr>
              <a:buSzPts val="1600"/>
              <a:buFont typeface="Quicksand Medium"/>
              <a:buNone/>
              <a:defRPr sz="1600" b="0" i="0" u="none" strike="noStrike" cap="none">
                <a:solidFill>
                  <a:schemeClr val="dk1"/>
                </a:solidFill>
                <a:latin typeface="Quicksand Medium"/>
                <a:ea typeface="Quicksand Medium"/>
                <a:cs typeface="Quicksand Medium"/>
                <a:sym typeface="Quicksand Medium"/>
              </a:defRPr>
            </a:lvl4pPr>
            <a:lvl5pPr marL="2286000" marR="0" lvl="4" indent="-317500" algn="ctr" rtl="0">
              <a:lnSpc>
                <a:spcPct val="100000"/>
              </a:lnSpc>
              <a:spcBef>
                <a:spcPts val="0"/>
              </a:spcBef>
              <a:spcAft>
                <a:spcPts val="0"/>
              </a:spcAft>
              <a:buClr>
                <a:schemeClr val="dk1"/>
              </a:buClr>
              <a:buSzPts val="1600"/>
              <a:buFont typeface="Quicksand Medium"/>
              <a:buNone/>
              <a:defRPr sz="1600" b="0" i="0" u="none" strike="noStrike" cap="none">
                <a:solidFill>
                  <a:schemeClr val="dk1"/>
                </a:solidFill>
                <a:latin typeface="Quicksand Medium"/>
                <a:ea typeface="Quicksand Medium"/>
                <a:cs typeface="Quicksand Medium"/>
                <a:sym typeface="Quicksand Medium"/>
              </a:defRPr>
            </a:lvl5pPr>
            <a:lvl6pPr marL="2743200" marR="0" lvl="5" indent="-317500" algn="ctr" rtl="0">
              <a:lnSpc>
                <a:spcPct val="100000"/>
              </a:lnSpc>
              <a:spcBef>
                <a:spcPts val="0"/>
              </a:spcBef>
              <a:spcAft>
                <a:spcPts val="0"/>
              </a:spcAft>
              <a:buClr>
                <a:schemeClr val="dk1"/>
              </a:buClr>
              <a:buSzPts val="1600"/>
              <a:buFont typeface="Quicksand Medium"/>
              <a:buNone/>
              <a:defRPr sz="1600" b="0" i="0" u="none" strike="noStrike" cap="none">
                <a:solidFill>
                  <a:schemeClr val="dk1"/>
                </a:solidFill>
                <a:latin typeface="Quicksand Medium"/>
                <a:ea typeface="Quicksand Medium"/>
                <a:cs typeface="Quicksand Medium"/>
                <a:sym typeface="Quicksand Medium"/>
              </a:defRPr>
            </a:lvl6pPr>
            <a:lvl7pPr marL="3200400" marR="0" lvl="6" indent="-317500" algn="ctr" rtl="0">
              <a:lnSpc>
                <a:spcPct val="100000"/>
              </a:lnSpc>
              <a:spcBef>
                <a:spcPts val="0"/>
              </a:spcBef>
              <a:spcAft>
                <a:spcPts val="0"/>
              </a:spcAft>
              <a:buClr>
                <a:schemeClr val="dk1"/>
              </a:buClr>
              <a:buSzPts val="1600"/>
              <a:buFont typeface="Quicksand Medium"/>
              <a:buNone/>
              <a:defRPr sz="1600" b="0" i="0" u="none" strike="noStrike" cap="none">
                <a:solidFill>
                  <a:schemeClr val="dk1"/>
                </a:solidFill>
                <a:latin typeface="Quicksand Medium"/>
                <a:ea typeface="Quicksand Medium"/>
                <a:cs typeface="Quicksand Medium"/>
                <a:sym typeface="Quicksand Medium"/>
              </a:defRPr>
            </a:lvl7pPr>
            <a:lvl8pPr marL="3657600" marR="0" lvl="7" indent="-317500" algn="ctr" rtl="0">
              <a:lnSpc>
                <a:spcPct val="100000"/>
              </a:lnSpc>
              <a:spcBef>
                <a:spcPts val="0"/>
              </a:spcBef>
              <a:spcAft>
                <a:spcPts val="0"/>
              </a:spcAft>
              <a:buClr>
                <a:schemeClr val="dk1"/>
              </a:buClr>
              <a:buSzPts val="1600"/>
              <a:buFont typeface="Quicksand Medium"/>
              <a:buNone/>
              <a:defRPr sz="1600" b="0" i="0" u="none" strike="noStrike" cap="none">
                <a:solidFill>
                  <a:schemeClr val="dk1"/>
                </a:solidFill>
                <a:latin typeface="Quicksand Medium"/>
                <a:ea typeface="Quicksand Medium"/>
                <a:cs typeface="Quicksand Medium"/>
                <a:sym typeface="Quicksand Medium"/>
              </a:defRPr>
            </a:lvl8pPr>
            <a:lvl9pPr marL="4114800" marR="0" lvl="8" indent="-317500" algn="ctr" rtl="0">
              <a:lnSpc>
                <a:spcPct val="100000"/>
              </a:lnSpc>
              <a:spcBef>
                <a:spcPts val="0"/>
              </a:spcBef>
              <a:spcAft>
                <a:spcPts val="0"/>
              </a:spcAft>
              <a:buClr>
                <a:schemeClr val="dk1"/>
              </a:buClr>
              <a:buSzPts val="1600"/>
              <a:buFont typeface="Quicksand Medium"/>
              <a:buNone/>
              <a:defRPr sz="1600" b="0" i="0" u="none" strike="noStrike" cap="none">
                <a:solidFill>
                  <a:schemeClr val="dk1"/>
                </a:solidFill>
                <a:latin typeface="Quicksand Medium"/>
                <a:ea typeface="Quicksand Medium"/>
                <a:cs typeface="Quicksand Medium"/>
                <a:sym typeface="Quicksand Medium"/>
              </a:defRPr>
            </a:lvl9pPr>
          </a:lstStyle>
          <a:p>
            <a:pPr marL="0" indent="0" algn="l"/>
            <a:r>
              <a:rPr lang="en-US" sz="1400" u="sng" dirty="0"/>
              <a:t>BY:</a:t>
            </a:r>
          </a:p>
          <a:p>
            <a:pPr marL="0" indent="0" algn="l"/>
            <a:br>
              <a:rPr lang="en-US" dirty="0"/>
            </a:br>
            <a:r>
              <a:rPr lang="en-US" sz="1400" dirty="0"/>
              <a:t>Manasa Ramaka</a:t>
            </a:r>
            <a:br>
              <a:rPr lang="en-US" sz="1400" dirty="0"/>
            </a:br>
            <a:r>
              <a:rPr lang="en-US" sz="1400" dirty="0"/>
              <a:t>MS Business Analytics &amp; Project Management</a:t>
            </a:r>
            <a:br>
              <a:rPr lang="en-US" sz="1400" dirty="0"/>
            </a:br>
            <a:r>
              <a:rPr lang="en-US" sz="1400" dirty="0"/>
              <a:t>University of Connecticut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p38"/>
          <p:cNvSpPr txBox="1">
            <a:spLocks noGrp="1"/>
          </p:cNvSpPr>
          <p:nvPr>
            <p:ph type="title"/>
          </p:nvPr>
        </p:nvSpPr>
        <p:spPr>
          <a:xfrm>
            <a:off x="619101" y="15166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AGENDA</a:t>
            </a:r>
            <a:endParaRPr dirty="0"/>
          </a:p>
        </p:txBody>
      </p:sp>
      <p:graphicFrame>
        <p:nvGraphicFramePr>
          <p:cNvPr id="1045" name="Google Shape;1045;p38"/>
          <p:cNvGraphicFramePr/>
          <p:nvPr>
            <p:extLst>
              <p:ext uri="{D42A27DB-BD31-4B8C-83A1-F6EECF244321}">
                <p14:modId xmlns:p14="http://schemas.microsoft.com/office/powerpoint/2010/main" val="3668025011"/>
              </p:ext>
            </p:extLst>
          </p:nvPr>
        </p:nvGraphicFramePr>
        <p:xfrm>
          <a:off x="1462467" y="1399213"/>
          <a:ext cx="6219066" cy="2456860"/>
        </p:xfrm>
        <a:graphic>
          <a:graphicData uri="http://schemas.openxmlformats.org/drawingml/2006/table">
            <a:tbl>
              <a:tblPr>
                <a:tableStyleId>{775DCB02-9BB8-47FD-8907-85C794F793BA}</a:tableStyleId>
              </a:tblPr>
              <a:tblGrid>
                <a:gridCol w="6219066">
                  <a:extLst>
                    <a:ext uri="{9D8B030D-6E8A-4147-A177-3AD203B41FA5}">
                      <a16:colId xmlns:a16="http://schemas.microsoft.com/office/drawing/2014/main" val="20001"/>
                    </a:ext>
                  </a:extLst>
                </a:gridCol>
              </a:tblGrid>
              <a:tr h="491372">
                <a:tc>
                  <a:txBody>
                    <a:bodyPr/>
                    <a:lstStyle/>
                    <a:p>
                      <a:pPr marL="0" lvl="0" indent="0" algn="ctr" rtl="0">
                        <a:spcBef>
                          <a:spcPts val="0"/>
                        </a:spcBef>
                        <a:spcAft>
                          <a:spcPts val="1600"/>
                        </a:spcAft>
                        <a:buNone/>
                      </a:pPr>
                      <a:r>
                        <a:rPr lang="en" sz="1400" dirty="0">
                          <a:solidFill>
                            <a:schemeClr val="dk1"/>
                          </a:solidFill>
                          <a:sym typeface="Quicksand Medium"/>
                        </a:rPr>
                        <a:t>The Challenge</a:t>
                      </a:r>
                      <a:endParaRPr sz="1400" dirty="0">
                        <a:solidFill>
                          <a:schemeClr val="dk1"/>
                        </a:solidFill>
                        <a:latin typeface="Quicksand Medium"/>
                        <a:ea typeface="Quicksand Medium"/>
                        <a:cs typeface="Quicksand Medium"/>
                        <a:sym typeface="Quicksand Medium"/>
                      </a:endParaRPr>
                    </a:p>
                  </a:txBody>
                  <a:tcPr marL="91425" marR="91425" marT="91425" marB="91425"/>
                </a:tc>
                <a:extLst>
                  <a:ext uri="{0D108BD9-81ED-4DB2-BD59-A6C34878D82A}">
                    <a16:rowId xmlns:a16="http://schemas.microsoft.com/office/drawing/2014/main" val="10000"/>
                  </a:ext>
                </a:extLst>
              </a:tr>
              <a:tr h="491372">
                <a:tc>
                  <a:txBody>
                    <a:bodyPr/>
                    <a:lstStyle/>
                    <a:p>
                      <a:pPr marL="0" marR="0" lvl="0" indent="0" algn="ctr" rtl="0">
                        <a:lnSpc>
                          <a:spcPct val="100000"/>
                        </a:lnSpc>
                        <a:spcBef>
                          <a:spcPts val="0"/>
                        </a:spcBef>
                        <a:spcAft>
                          <a:spcPts val="1600"/>
                        </a:spcAft>
                        <a:buNone/>
                      </a:pPr>
                      <a:r>
                        <a:rPr lang="en" sz="1400" dirty="0">
                          <a:solidFill>
                            <a:schemeClr val="dk1"/>
                          </a:solidFill>
                          <a:sym typeface="Quicksand Medium"/>
                        </a:rPr>
                        <a:t>My Solution – Hybrid Methodology</a:t>
                      </a:r>
                      <a:endParaRPr sz="1400" dirty="0">
                        <a:solidFill>
                          <a:schemeClr val="dk1"/>
                        </a:solidFill>
                        <a:latin typeface="Quicksand Medium"/>
                        <a:ea typeface="Quicksand Medium"/>
                        <a:cs typeface="Quicksand Medium"/>
                        <a:sym typeface="Quicksand Medium"/>
                      </a:endParaRPr>
                    </a:p>
                  </a:txBody>
                  <a:tcPr marL="91425" marR="91425" marT="91425" marB="91425"/>
                </a:tc>
                <a:extLst>
                  <a:ext uri="{0D108BD9-81ED-4DB2-BD59-A6C34878D82A}">
                    <a16:rowId xmlns:a16="http://schemas.microsoft.com/office/drawing/2014/main" val="10001"/>
                  </a:ext>
                </a:extLst>
              </a:tr>
              <a:tr h="491372">
                <a:tc>
                  <a:txBody>
                    <a:bodyPr/>
                    <a:lstStyle/>
                    <a:p>
                      <a:pPr marL="0" lvl="0" indent="0" algn="ctr" rtl="0">
                        <a:spcBef>
                          <a:spcPts val="0"/>
                        </a:spcBef>
                        <a:spcAft>
                          <a:spcPts val="1600"/>
                        </a:spcAft>
                        <a:buNone/>
                      </a:pPr>
                      <a:r>
                        <a:rPr lang="en" sz="1400" dirty="0">
                          <a:solidFill>
                            <a:schemeClr val="dk1"/>
                          </a:solidFill>
                          <a:sym typeface="Quicksand Medium"/>
                        </a:rPr>
                        <a:t>Execution &amp; Technical Work</a:t>
                      </a:r>
                      <a:endParaRPr sz="1400" dirty="0">
                        <a:solidFill>
                          <a:schemeClr val="dk1"/>
                        </a:solidFill>
                        <a:latin typeface="Quicksand Medium"/>
                        <a:ea typeface="Quicksand Medium"/>
                        <a:cs typeface="Quicksand Medium"/>
                        <a:sym typeface="Quicksand Medium"/>
                      </a:endParaRPr>
                    </a:p>
                  </a:txBody>
                  <a:tcPr marL="91425" marR="91425" marT="91425" marB="91425"/>
                </a:tc>
                <a:extLst>
                  <a:ext uri="{0D108BD9-81ED-4DB2-BD59-A6C34878D82A}">
                    <a16:rowId xmlns:a16="http://schemas.microsoft.com/office/drawing/2014/main" val="10002"/>
                  </a:ext>
                </a:extLst>
              </a:tr>
              <a:tr h="491372">
                <a:tc>
                  <a:txBody>
                    <a:bodyPr/>
                    <a:lstStyle/>
                    <a:p>
                      <a:pPr marL="0" lvl="0" indent="0" algn="ctr" rtl="0">
                        <a:spcBef>
                          <a:spcPts val="0"/>
                        </a:spcBef>
                        <a:spcAft>
                          <a:spcPts val="1600"/>
                        </a:spcAft>
                        <a:buNone/>
                      </a:pPr>
                      <a:r>
                        <a:rPr lang="en" sz="1400" dirty="0">
                          <a:solidFill>
                            <a:schemeClr val="dk1"/>
                          </a:solidFill>
                          <a:sym typeface="Quicksand Medium"/>
                        </a:rPr>
                        <a:t>Results &amp; Deliverables</a:t>
                      </a:r>
                      <a:endParaRPr sz="1400" dirty="0">
                        <a:solidFill>
                          <a:schemeClr val="dk1"/>
                        </a:solidFill>
                        <a:latin typeface="Quicksand Medium"/>
                        <a:ea typeface="Quicksand Medium"/>
                        <a:cs typeface="Quicksand Medium"/>
                        <a:sym typeface="Quicksand Medium"/>
                      </a:endParaRPr>
                    </a:p>
                  </a:txBody>
                  <a:tcPr marL="91425" marR="91425" marT="91425" marB="91425"/>
                </a:tc>
                <a:extLst>
                  <a:ext uri="{0D108BD9-81ED-4DB2-BD59-A6C34878D82A}">
                    <a16:rowId xmlns:a16="http://schemas.microsoft.com/office/drawing/2014/main" val="10003"/>
                  </a:ext>
                </a:extLst>
              </a:tr>
              <a:tr h="491372">
                <a:tc>
                  <a:txBody>
                    <a:bodyPr/>
                    <a:lstStyle/>
                    <a:p>
                      <a:pPr marL="0" lvl="0" indent="0" algn="ctr" rtl="0">
                        <a:spcBef>
                          <a:spcPts val="0"/>
                        </a:spcBef>
                        <a:spcAft>
                          <a:spcPts val="0"/>
                        </a:spcAft>
                        <a:buNone/>
                      </a:pPr>
                      <a:r>
                        <a:rPr lang="en" sz="1400" dirty="0">
                          <a:solidFill>
                            <a:schemeClr val="dk1"/>
                          </a:solidFill>
                          <a:sym typeface="Quicksand Medium"/>
                        </a:rPr>
                        <a:t>Conclusion &amp; Future Enhancements</a:t>
                      </a:r>
                    </a:p>
                  </a:txBody>
                  <a:tcPr marL="91425" marR="91425" marT="91425" marB="91425"/>
                </a:tc>
                <a:extLst>
                  <a:ext uri="{0D108BD9-81ED-4DB2-BD59-A6C34878D82A}">
                    <a16:rowId xmlns:a16="http://schemas.microsoft.com/office/drawing/2014/main" val="10004"/>
                  </a:ext>
                </a:extLst>
              </a:tr>
            </a:tbl>
          </a:graphicData>
        </a:graphic>
      </p:graphicFrame>
      <p:sp>
        <p:nvSpPr>
          <p:cNvPr id="2" name="TextBox 1">
            <a:extLst>
              <a:ext uri="{FF2B5EF4-FFF2-40B4-BE49-F238E27FC236}">
                <a16:creationId xmlns:a16="http://schemas.microsoft.com/office/drawing/2014/main" id="{256CD8E2-9A73-E9D3-3CEE-EB5EF9DD271B}"/>
              </a:ext>
            </a:extLst>
          </p:cNvPr>
          <p:cNvSpPr txBox="1"/>
          <p:nvPr/>
        </p:nvSpPr>
        <p:spPr>
          <a:xfrm>
            <a:off x="8733437" y="4386370"/>
            <a:ext cx="314311" cy="307777"/>
          </a:xfrm>
          <a:prstGeom prst="rect">
            <a:avLst/>
          </a:prstGeom>
          <a:noFill/>
        </p:spPr>
        <p:txBody>
          <a:bodyPr wrap="square" rtlCol="0">
            <a:spAutoFit/>
          </a:bodyPr>
          <a:lstStyle/>
          <a:p>
            <a:r>
              <a:rPr lang="en-US" dirty="0"/>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2"/>
        <p:cNvGrpSpPr/>
        <p:nvPr/>
      </p:nvGrpSpPr>
      <p:grpSpPr>
        <a:xfrm>
          <a:off x="0" y="0"/>
          <a:ext cx="0" cy="0"/>
          <a:chOff x="0" y="0"/>
          <a:chExt cx="0" cy="0"/>
        </a:xfrm>
      </p:grpSpPr>
      <p:sp>
        <p:nvSpPr>
          <p:cNvPr id="1193" name="Google Shape;1193;p41"/>
          <p:cNvSpPr txBox="1">
            <a:spLocks noGrp="1"/>
          </p:cNvSpPr>
          <p:nvPr>
            <p:ph type="title"/>
          </p:nvPr>
        </p:nvSpPr>
        <p:spPr>
          <a:xfrm>
            <a:off x="4266275" y="1884241"/>
            <a:ext cx="4386300" cy="88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400" b="1" dirty="0"/>
              <a:t>CHALLENGE</a:t>
            </a:r>
            <a:endParaRPr sz="5400" b="1" dirty="0"/>
          </a:p>
        </p:txBody>
      </p:sp>
      <p:grpSp>
        <p:nvGrpSpPr>
          <p:cNvPr id="1196" name="Google Shape;1196;p41"/>
          <p:cNvGrpSpPr/>
          <p:nvPr/>
        </p:nvGrpSpPr>
        <p:grpSpPr>
          <a:xfrm>
            <a:off x="2219125" y="1280825"/>
            <a:ext cx="2936465" cy="3576769"/>
            <a:chOff x="2219125" y="1280825"/>
            <a:chExt cx="2936465" cy="3576769"/>
          </a:xfrm>
        </p:grpSpPr>
        <p:sp>
          <p:nvSpPr>
            <p:cNvPr id="1197" name="Google Shape;1197;p41"/>
            <p:cNvSpPr/>
            <p:nvPr/>
          </p:nvSpPr>
          <p:spPr>
            <a:xfrm>
              <a:off x="3135505" y="4643011"/>
              <a:ext cx="423575" cy="192953"/>
            </a:xfrm>
            <a:custGeom>
              <a:avLst/>
              <a:gdLst/>
              <a:ahLst/>
              <a:cxnLst/>
              <a:rect l="l" t="t" r="r" b="b"/>
              <a:pathLst>
                <a:path w="305279" h="139065" extrusionOk="0">
                  <a:moveTo>
                    <a:pt x="305279" y="138208"/>
                  </a:moveTo>
                  <a:cubicBezTo>
                    <a:pt x="204505" y="138494"/>
                    <a:pt x="103635" y="138779"/>
                    <a:pt x="2861" y="139065"/>
                  </a:cubicBezTo>
                  <a:cubicBezTo>
                    <a:pt x="-92" y="127730"/>
                    <a:pt x="-2378" y="110776"/>
                    <a:pt x="4575" y="92583"/>
                  </a:cubicBezTo>
                  <a:cubicBezTo>
                    <a:pt x="7147" y="85725"/>
                    <a:pt x="10195" y="81153"/>
                    <a:pt x="11719" y="78677"/>
                  </a:cubicBezTo>
                  <a:cubicBezTo>
                    <a:pt x="19720" y="65913"/>
                    <a:pt x="29150" y="44387"/>
                    <a:pt x="34198" y="6287"/>
                  </a:cubicBezTo>
                  <a:cubicBezTo>
                    <a:pt x="52486" y="4191"/>
                    <a:pt x="70774" y="2096"/>
                    <a:pt x="89062" y="0"/>
                  </a:cubicBezTo>
                  <a:cubicBezTo>
                    <a:pt x="158309" y="93154"/>
                    <a:pt x="197456" y="111823"/>
                    <a:pt x="220697" y="110490"/>
                  </a:cubicBezTo>
                  <a:cubicBezTo>
                    <a:pt x="237080" y="109538"/>
                    <a:pt x="252797" y="118586"/>
                    <a:pt x="269180" y="118777"/>
                  </a:cubicBezTo>
                  <a:cubicBezTo>
                    <a:pt x="279752" y="118872"/>
                    <a:pt x="292706" y="117824"/>
                    <a:pt x="300136" y="126206"/>
                  </a:cubicBezTo>
                  <a:cubicBezTo>
                    <a:pt x="303565" y="130016"/>
                    <a:pt x="304803" y="134684"/>
                    <a:pt x="305279" y="138113"/>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8" name="Google Shape;1198;p41"/>
            <p:cNvSpPr/>
            <p:nvPr/>
          </p:nvSpPr>
          <p:spPr>
            <a:xfrm>
              <a:off x="2904886" y="1622137"/>
              <a:ext cx="257181" cy="342292"/>
            </a:xfrm>
            <a:custGeom>
              <a:avLst/>
              <a:gdLst/>
              <a:ahLst/>
              <a:cxnLst/>
              <a:rect l="l" t="t" r="r" b="b"/>
              <a:pathLst>
                <a:path w="185356" h="246697" extrusionOk="0">
                  <a:moveTo>
                    <a:pt x="185261" y="65151"/>
                  </a:moveTo>
                  <a:cubicBezTo>
                    <a:pt x="182690" y="88297"/>
                    <a:pt x="180118" y="111633"/>
                    <a:pt x="177451" y="134969"/>
                  </a:cubicBezTo>
                  <a:cubicBezTo>
                    <a:pt x="173260" y="172212"/>
                    <a:pt x="169164" y="209455"/>
                    <a:pt x="164973" y="246698"/>
                  </a:cubicBezTo>
                  <a:lnTo>
                    <a:pt x="0" y="230600"/>
                  </a:lnTo>
                  <a:cubicBezTo>
                    <a:pt x="17812" y="153733"/>
                    <a:pt x="35528" y="76867"/>
                    <a:pt x="53340" y="0"/>
                  </a:cubicBezTo>
                  <a:cubicBezTo>
                    <a:pt x="74486" y="14383"/>
                    <a:pt x="100013" y="29432"/>
                    <a:pt x="129921" y="43243"/>
                  </a:cubicBezTo>
                  <a:cubicBezTo>
                    <a:pt x="149447" y="52292"/>
                    <a:pt x="168116" y="59436"/>
                    <a:pt x="185356" y="65246"/>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9" name="Google Shape;1199;p41"/>
            <p:cNvSpPr/>
            <p:nvPr/>
          </p:nvSpPr>
          <p:spPr>
            <a:xfrm>
              <a:off x="3083753" y="1681901"/>
              <a:ext cx="77872" cy="127402"/>
            </a:xfrm>
            <a:custGeom>
              <a:avLst/>
              <a:gdLst/>
              <a:ahLst/>
              <a:cxnLst/>
              <a:rect l="l" t="t" r="r" b="b"/>
              <a:pathLst>
                <a:path w="56124" h="91821" extrusionOk="0">
                  <a:moveTo>
                    <a:pt x="56124" y="22003"/>
                  </a:moveTo>
                  <a:cubicBezTo>
                    <a:pt x="53552" y="45148"/>
                    <a:pt x="50981" y="68485"/>
                    <a:pt x="48314" y="91821"/>
                  </a:cubicBezTo>
                  <a:cubicBezTo>
                    <a:pt x="17453" y="88011"/>
                    <a:pt x="-3883" y="47625"/>
                    <a:pt x="593" y="1048"/>
                  </a:cubicBezTo>
                  <a:lnTo>
                    <a:pt x="593" y="0"/>
                  </a:lnTo>
                  <a:cubicBezTo>
                    <a:pt x="19072" y="7239"/>
                    <a:pt x="37646" y="14573"/>
                    <a:pt x="56124" y="2200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0" name="Google Shape;1200;p41"/>
            <p:cNvSpPr/>
            <p:nvPr/>
          </p:nvSpPr>
          <p:spPr>
            <a:xfrm>
              <a:off x="2843546" y="1787106"/>
              <a:ext cx="503397" cy="1249302"/>
            </a:xfrm>
            <a:custGeom>
              <a:avLst/>
              <a:gdLst/>
              <a:ahLst/>
              <a:cxnLst/>
              <a:rect l="l" t="t" r="r" b="b"/>
              <a:pathLst>
                <a:path w="362809" h="900398" extrusionOk="0">
                  <a:moveTo>
                    <a:pt x="34959" y="379190"/>
                  </a:moveTo>
                  <a:cubicBezTo>
                    <a:pt x="51437" y="484442"/>
                    <a:pt x="67725" y="589312"/>
                    <a:pt x="84203" y="694277"/>
                  </a:cubicBezTo>
                  <a:cubicBezTo>
                    <a:pt x="169738" y="762953"/>
                    <a:pt x="255272" y="831723"/>
                    <a:pt x="340712" y="900398"/>
                  </a:cubicBezTo>
                  <a:cubicBezTo>
                    <a:pt x="343283" y="774002"/>
                    <a:pt x="345950" y="647033"/>
                    <a:pt x="348236" y="519779"/>
                  </a:cubicBezTo>
                  <a:cubicBezTo>
                    <a:pt x="349665" y="450818"/>
                    <a:pt x="350808" y="382048"/>
                    <a:pt x="351761" y="313658"/>
                  </a:cubicBezTo>
                  <a:cubicBezTo>
                    <a:pt x="358428" y="295656"/>
                    <a:pt x="361571" y="279178"/>
                    <a:pt x="362810" y="264986"/>
                  </a:cubicBezTo>
                  <a:cubicBezTo>
                    <a:pt x="356999" y="248507"/>
                    <a:pt x="349475" y="230505"/>
                    <a:pt x="340521" y="211646"/>
                  </a:cubicBezTo>
                  <a:cubicBezTo>
                    <a:pt x="303088" y="132778"/>
                    <a:pt x="257654" y="75724"/>
                    <a:pt x="224030" y="38862"/>
                  </a:cubicBezTo>
                  <a:cubicBezTo>
                    <a:pt x="223459" y="38576"/>
                    <a:pt x="223173" y="38290"/>
                    <a:pt x="222887" y="38290"/>
                  </a:cubicBezTo>
                  <a:cubicBezTo>
                    <a:pt x="210981" y="30480"/>
                    <a:pt x="202313" y="25527"/>
                    <a:pt x="199742" y="24098"/>
                  </a:cubicBezTo>
                  <a:cubicBezTo>
                    <a:pt x="179549" y="21145"/>
                    <a:pt x="158498" y="17621"/>
                    <a:pt x="136686" y="13335"/>
                  </a:cubicBezTo>
                  <a:cubicBezTo>
                    <a:pt x="115541" y="9239"/>
                    <a:pt x="95252" y="4763"/>
                    <a:pt x="75917" y="0"/>
                  </a:cubicBezTo>
                  <a:cubicBezTo>
                    <a:pt x="74107" y="2095"/>
                    <a:pt x="72202" y="4191"/>
                    <a:pt x="70392" y="6382"/>
                  </a:cubicBezTo>
                  <a:cubicBezTo>
                    <a:pt x="57914" y="21145"/>
                    <a:pt x="47627" y="36195"/>
                    <a:pt x="39055" y="50768"/>
                  </a:cubicBezTo>
                  <a:cubicBezTo>
                    <a:pt x="39055" y="50768"/>
                    <a:pt x="15909" y="91630"/>
                    <a:pt x="5146" y="144399"/>
                  </a:cubicBezTo>
                  <a:cubicBezTo>
                    <a:pt x="-14857" y="245554"/>
                    <a:pt x="29530" y="364427"/>
                    <a:pt x="34959" y="379190"/>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1" name="Google Shape;1201;p41"/>
            <p:cNvSpPr/>
            <p:nvPr/>
          </p:nvSpPr>
          <p:spPr>
            <a:xfrm>
              <a:off x="2888801" y="2683309"/>
              <a:ext cx="413526" cy="493489"/>
            </a:xfrm>
            <a:custGeom>
              <a:avLst/>
              <a:gdLst/>
              <a:ahLst/>
              <a:cxnLst/>
              <a:rect l="l" t="t" r="r" b="b"/>
              <a:pathLst>
                <a:path w="298037" h="355668" extrusionOk="0">
                  <a:moveTo>
                    <a:pt x="294037" y="149640"/>
                  </a:moveTo>
                  <a:cubicBezTo>
                    <a:pt x="312896" y="246605"/>
                    <a:pt x="263271" y="337759"/>
                    <a:pt x="183166" y="353380"/>
                  </a:cubicBezTo>
                  <a:cubicBezTo>
                    <a:pt x="103061" y="369001"/>
                    <a:pt x="22860" y="302993"/>
                    <a:pt x="4001" y="206028"/>
                  </a:cubicBezTo>
                  <a:cubicBezTo>
                    <a:pt x="-14859" y="109064"/>
                    <a:pt x="34766" y="17909"/>
                    <a:pt x="114872" y="2288"/>
                  </a:cubicBezTo>
                  <a:cubicBezTo>
                    <a:pt x="194977" y="-13333"/>
                    <a:pt x="275177" y="52676"/>
                    <a:pt x="294037" y="149640"/>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2" name="Google Shape;1202;p41"/>
            <p:cNvSpPr/>
            <p:nvPr/>
          </p:nvSpPr>
          <p:spPr>
            <a:xfrm>
              <a:off x="2958064" y="2871049"/>
              <a:ext cx="431661" cy="1041549"/>
            </a:xfrm>
            <a:custGeom>
              <a:avLst/>
              <a:gdLst/>
              <a:ahLst/>
              <a:cxnLst/>
              <a:rect l="l" t="t" r="r" b="b"/>
              <a:pathLst>
                <a:path w="311107" h="750666" extrusionOk="0">
                  <a:moveTo>
                    <a:pt x="266224" y="569786"/>
                  </a:moveTo>
                  <a:cubicBezTo>
                    <a:pt x="272701" y="665226"/>
                    <a:pt x="256318" y="742188"/>
                    <a:pt x="225647" y="749999"/>
                  </a:cubicBezTo>
                  <a:cubicBezTo>
                    <a:pt x="192786" y="758285"/>
                    <a:pt x="134874" y="688848"/>
                    <a:pt x="94869" y="573500"/>
                  </a:cubicBezTo>
                  <a:cubicBezTo>
                    <a:pt x="63246" y="410909"/>
                    <a:pt x="31623" y="248412"/>
                    <a:pt x="0" y="85820"/>
                  </a:cubicBezTo>
                  <a:cubicBezTo>
                    <a:pt x="91726" y="57245"/>
                    <a:pt x="183451" y="28575"/>
                    <a:pt x="275272" y="0"/>
                  </a:cubicBezTo>
                  <a:cubicBezTo>
                    <a:pt x="289655" y="53150"/>
                    <a:pt x="302133" y="115824"/>
                    <a:pt x="307848" y="186690"/>
                  </a:cubicBezTo>
                  <a:cubicBezTo>
                    <a:pt x="320707" y="347282"/>
                    <a:pt x="293180" y="480536"/>
                    <a:pt x="266224" y="569786"/>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3" name="Google Shape;1203;p41"/>
            <p:cNvSpPr/>
            <p:nvPr/>
          </p:nvSpPr>
          <p:spPr>
            <a:xfrm>
              <a:off x="2696035" y="2955485"/>
              <a:ext cx="577024" cy="966559"/>
            </a:xfrm>
            <a:custGeom>
              <a:avLst/>
              <a:gdLst/>
              <a:ahLst/>
              <a:cxnLst/>
              <a:rect l="l" t="t" r="r" b="b"/>
              <a:pathLst>
                <a:path w="415873" h="696619" extrusionOk="0">
                  <a:moveTo>
                    <a:pt x="160222" y="551497"/>
                  </a:moveTo>
                  <a:cubicBezTo>
                    <a:pt x="124503" y="640270"/>
                    <a:pt x="76402" y="702469"/>
                    <a:pt x="45446" y="696182"/>
                  </a:cubicBezTo>
                  <a:cubicBezTo>
                    <a:pt x="12204" y="689419"/>
                    <a:pt x="-9704" y="601694"/>
                    <a:pt x="4298" y="480441"/>
                  </a:cubicBezTo>
                  <a:cubicBezTo>
                    <a:pt x="46398" y="320326"/>
                    <a:pt x="88594" y="160115"/>
                    <a:pt x="130695" y="0"/>
                  </a:cubicBezTo>
                  <a:cubicBezTo>
                    <a:pt x="225754" y="14097"/>
                    <a:pt x="320814" y="28194"/>
                    <a:pt x="415873" y="42291"/>
                  </a:cubicBezTo>
                  <a:cubicBezTo>
                    <a:pt x="405777" y="96393"/>
                    <a:pt x="389775" y="158305"/>
                    <a:pt x="364057" y="224599"/>
                  </a:cubicBezTo>
                  <a:cubicBezTo>
                    <a:pt x="305955" y="374809"/>
                    <a:pt x="223182" y="482822"/>
                    <a:pt x="160127" y="551593"/>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4" name="Google Shape;1204;p41"/>
            <p:cNvSpPr/>
            <p:nvPr/>
          </p:nvSpPr>
          <p:spPr>
            <a:xfrm>
              <a:off x="3049029" y="3732952"/>
              <a:ext cx="255664" cy="978903"/>
            </a:xfrm>
            <a:custGeom>
              <a:avLst/>
              <a:gdLst/>
              <a:ahLst/>
              <a:cxnLst/>
              <a:rect l="l" t="t" r="r" b="b"/>
              <a:pathLst>
                <a:path w="184262" h="705516" extrusionOk="0">
                  <a:moveTo>
                    <a:pt x="166069" y="704183"/>
                  </a:moveTo>
                  <a:cubicBezTo>
                    <a:pt x="140447" y="704659"/>
                    <a:pt x="114920" y="705041"/>
                    <a:pt x="89298" y="705517"/>
                  </a:cubicBezTo>
                  <a:cubicBezTo>
                    <a:pt x="59199" y="615886"/>
                    <a:pt x="39863" y="538639"/>
                    <a:pt x="27100" y="480155"/>
                  </a:cubicBezTo>
                  <a:cubicBezTo>
                    <a:pt x="-14715" y="287465"/>
                    <a:pt x="1954" y="232505"/>
                    <a:pt x="11193" y="208502"/>
                  </a:cubicBezTo>
                  <a:cubicBezTo>
                    <a:pt x="18718" y="188976"/>
                    <a:pt x="29195" y="169450"/>
                    <a:pt x="41197" y="129730"/>
                  </a:cubicBezTo>
                  <a:cubicBezTo>
                    <a:pt x="57199" y="76581"/>
                    <a:pt x="62628" y="30766"/>
                    <a:pt x="64628" y="0"/>
                  </a:cubicBezTo>
                  <a:cubicBezTo>
                    <a:pt x="104538" y="33814"/>
                    <a:pt x="144352" y="67723"/>
                    <a:pt x="184262" y="101537"/>
                  </a:cubicBezTo>
                  <a:cubicBezTo>
                    <a:pt x="178642" y="153067"/>
                    <a:pt x="173785" y="206121"/>
                    <a:pt x="170165" y="260699"/>
                  </a:cubicBezTo>
                  <a:cubicBezTo>
                    <a:pt x="159497" y="418529"/>
                    <a:pt x="159307" y="566928"/>
                    <a:pt x="165974" y="704183"/>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5" name="Google Shape;1205;p41"/>
            <p:cNvSpPr/>
            <p:nvPr/>
          </p:nvSpPr>
          <p:spPr>
            <a:xfrm>
              <a:off x="2230075" y="4506594"/>
              <a:ext cx="369772" cy="342821"/>
            </a:xfrm>
            <a:custGeom>
              <a:avLst/>
              <a:gdLst/>
              <a:ahLst/>
              <a:cxnLst/>
              <a:rect l="l" t="t" r="r" b="b"/>
              <a:pathLst>
                <a:path w="266502" h="247078" extrusionOk="0">
                  <a:moveTo>
                    <a:pt x="264700" y="247079"/>
                  </a:moveTo>
                  <a:cubicBezTo>
                    <a:pt x="176498" y="198311"/>
                    <a:pt x="88202" y="149543"/>
                    <a:pt x="0" y="100774"/>
                  </a:cubicBezTo>
                  <a:cubicBezTo>
                    <a:pt x="2953" y="89440"/>
                    <a:pt x="9144" y="73533"/>
                    <a:pt x="24098" y="60960"/>
                  </a:cubicBezTo>
                  <a:cubicBezTo>
                    <a:pt x="29718" y="56293"/>
                    <a:pt x="34576" y="53721"/>
                    <a:pt x="37148" y="52292"/>
                  </a:cubicBezTo>
                  <a:cubicBezTo>
                    <a:pt x="50292" y="44958"/>
                    <a:pt x="69056" y="30766"/>
                    <a:pt x="92012" y="0"/>
                  </a:cubicBezTo>
                  <a:cubicBezTo>
                    <a:pt x="108966" y="7049"/>
                    <a:pt x="126016" y="14097"/>
                    <a:pt x="142970" y="21146"/>
                  </a:cubicBezTo>
                  <a:cubicBezTo>
                    <a:pt x="158115" y="136207"/>
                    <a:pt x="183261" y="171545"/>
                    <a:pt x="204216" y="181642"/>
                  </a:cubicBezTo>
                  <a:cubicBezTo>
                    <a:pt x="218980" y="188786"/>
                    <a:pt x="228314" y="204311"/>
                    <a:pt x="242602" y="212503"/>
                  </a:cubicBezTo>
                  <a:cubicBezTo>
                    <a:pt x="251746" y="217742"/>
                    <a:pt x="263557" y="223171"/>
                    <a:pt x="266033" y="234124"/>
                  </a:cubicBezTo>
                  <a:cubicBezTo>
                    <a:pt x="267176" y="239173"/>
                    <a:pt x="266033" y="243840"/>
                    <a:pt x="264700" y="247079"/>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6" name="Google Shape;1206;p41"/>
            <p:cNvSpPr/>
            <p:nvPr/>
          </p:nvSpPr>
          <p:spPr>
            <a:xfrm>
              <a:off x="2320051" y="3682159"/>
              <a:ext cx="500090" cy="922207"/>
            </a:xfrm>
            <a:custGeom>
              <a:avLst/>
              <a:gdLst/>
              <a:ahLst/>
              <a:cxnLst/>
              <a:rect l="l" t="t" r="r" b="b"/>
              <a:pathLst>
                <a:path w="360425" h="664654" extrusionOk="0">
                  <a:moveTo>
                    <a:pt x="67723" y="664655"/>
                  </a:moveTo>
                  <a:cubicBezTo>
                    <a:pt x="45148" y="652558"/>
                    <a:pt x="22574" y="640556"/>
                    <a:pt x="0" y="628460"/>
                  </a:cubicBezTo>
                  <a:cubicBezTo>
                    <a:pt x="17335" y="535496"/>
                    <a:pt x="37910" y="458534"/>
                    <a:pt x="55340" y="401288"/>
                  </a:cubicBezTo>
                  <a:cubicBezTo>
                    <a:pt x="112586" y="212598"/>
                    <a:pt x="153829" y="172688"/>
                    <a:pt x="173546" y="156210"/>
                  </a:cubicBezTo>
                  <a:cubicBezTo>
                    <a:pt x="189643" y="142780"/>
                    <a:pt x="208312" y="130874"/>
                    <a:pt x="238030" y="101918"/>
                  </a:cubicBezTo>
                  <a:cubicBezTo>
                    <a:pt x="277844" y="63246"/>
                    <a:pt x="304895" y="25813"/>
                    <a:pt x="321659" y="0"/>
                  </a:cubicBezTo>
                  <a:cubicBezTo>
                    <a:pt x="334613" y="49625"/>
                    <a:pt x="347472" y="99251"/>
                    <a:pt x="360426" y="148876"/>
                  </a:cubicBezTo>
                  <a:cubicBezTo>
                    <a:pt x="336042" y="192310"/>
                    <a:pt x="311563" y="235649"/>
                    <a:pt x="287084" y="279178"/>
                  </a:cubicBezTo>
                  <a:cubicBezTo>
                    <a:pt x="214122" y="408432"/>
                    <a:pt x="140970" y="536924"/>
                    <a:pt x="67818" y="664655"/>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7" name="Google Shape;1207;p41"/>
            <p:cNvSpPr/>
            <p:nvPr/>
          </p:nvSpPr>
          <p:spPr>
            <a:xfrm>
              <a:off x="2916957" y="1316055"/>
              <a:ext cx="353439" cy="426791"/>
            </a:xfrm>
            <a:custGeom>
              <a:avLst/>
              <a:gdLst/>
              <a:ahLst/>
              <a:cxnLst/>
              <a:rect l="l" t="t" r="r" b="b"/>
              <a:pathLst>
                <a:path w="254731" h="307597" extrusionOk="0">
                  <a:moveTo>
                    <a:pt x="158830" y="300993"/>
                  </a:moveTo>
                  <a:cubicBezTo>
                    <a:pt x="131779" y="293658"/>
                    <a:pt x="80916" y="273751"/>
                    <a:pt x="29766" y="210505"/>
                  </a:cubicBezTo>
                  <a:cubicBezTo>
                    <a:pt x="26814" y="206886"/>
                    <a:pt x="-15763" y="152593"/>
                    <a:pt x="6335" y="86966"/>
                  </a:cubicBezTo>
                  <a:cubicBezTo>
                    <a:pt x="20527" y="44865"/>
                    <a:pt x="54436" y="18481"/>
                    <a:pt x="85964" y="7337"/>
                  </a:cubicBezTo>
                  <a:cubicBezTo>
                    <a:pt x="151877" y="-15999"/>
                    <a:pt x="225981" y="20577"/>
                    <a:pt x="241698" y="57534"/>
                  </a:cubicBezTo>
                  <a:cubicBezTo>
                    <a:pt x="244365" y="63725"/>
                    <a:pt x="245698" y="69630"/>
                    <a:pt x="246556" y="74679"/>
                  </a:cubicBezTo>
                  <a:cubicBezTo>
                    <a:pt x="251699" y="117541"/>
                    <a:pt x="254080" y="136686"/>
                    <a:pt x="254366" y="137734"/>
                  </a:cubicBezTo>
                  <a:cubicBezTo>
                    <a:pt x="254366" y="138020"/>
                    <a:pt x="254937" y="139353"/>
                    <a:pt x="254652" y="141068"/>
                  </a:cubicBezTo>
                  <a:cubicBezTo>
                    <a:pt x="254461" y="142211"/>
                    <a:pt x="254080" y="143068"/>
                    <a:pt x="253699" y="143640"/>
                  </a:cubicBezTo>
                  <a:cubicBezTo>
                    <a:pt x="251699" y="148974"/>
                    <a:pt x="249699" y="154403"/>
                    <a:pt x="247698" y="159832"/>
                  </a:cubicBezTo>
                  <a:cubicBezTo>
                    <a:pt x="245698" y="196503"/>
                    <a:pt x="245508" y="211934"/>
                    <a:pt x="246079" y="216601"/>
                  </a:cubicBezTo>
                  <a:cubicBezTo>
                    <a:pt x="246079" y="216696"/>
                    <a:pt x="246079" y="217363"/>
                    <a:pt x="246270" y="218220"/>
                  </a:cubicBezTo>
                  <a:cubicBezTo>
                    <a:pt x="247032" y="226031"/>
                    <a:pt x="247413" y="229841"/>
                    <a:pt x="245794" y="233079"/>
                  </a:cubicBezTo>
                  <a:cubicBezTo>
                    <a:pt x="245317" y="234032"/>
                    <a:pt x="244936" y="234794"/>
                    <a:pt x="245222" y="235746"/>
                  </a:cubicBezTo>
                  <a:cubicBezTo>
                    <a:pt x="245794" y="237461"/>
                    <a:pt x="248270" y="237175"/>
                    <a:pt x="249032" y="238699"/>
                  </a:cubicBezTo>
                  <a:cubicBezTo>
                    <a:pt x="250175" y="240890"/>
                    <a:pt x="246270" y="244890"/>
                    <a:pt x="245603" y="245652"/>
                  </a:cubicBezTo>
                  <a:cubicBezTo>
                    <a:pt x="244936" y="246319"/>
                    <a:pt x="239221" y="252225"/>
                    <a:pt x="233887" y="250701"/>
                  </a:cubicBezTo>
                  <a:cubicBezTo>
                    <a:pt x="231887" y="250129"/>
                    <a:pt x="230363" y="248510"/>
                    <a:pt x="230363" y="248415"/>
                  </a:cubicBezTo>
                  <a:cubicBezTo>
                    <a:pt x="230458" y="248224"/>
                    <a:pt x="239888" y="252796"/>
                    <a:pt x="239412" y="256797"/>
                  </a:cubicBezTo>
                  <a:cubicBezTo>
                    <a:pt x="239221" y="258416"/>
                    <a:pt x="237411" y="259940"/>
                    <a:pt x="236935" y="260321"/>
                  </a:cubicBezTo>
                  <a:cubicBezTo>
                    <a:pt x="235411" y="261559"/>
                    <a:pt x="234173" y="261654"/>
                    <a:pt x="233506" y="262035"/>
                  </a:cubicBezTo>
                  <a:cubicBezTo>
                    <a:pt x="229315" y="264321"/>
                    <a:pt x="236078" y="288420"/>
                    <a:pt x="231982" y="297564"/>
                  </a:cubicBezTo>
                  <a:cubicBezTo>
                    <a:pt x="225981" y="310994"/>
                    <a:pt x="190358" y="309660"/>
                    <a:pt x="158830" y="301088"/>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8" name="Google Shape;1208;p41"/>
            <p:cNvSpPr/>
            <p:nvPr/>
          </p:nvSpPr>
          <p:spPr>
            <a:xfrm>
              <a:off x="3249471" y="1532030"/>
              <a:ext cx="42044" cy="91132"/>
            </a:xfrm>
            <a:custGeom>
              <a:avLst/>
              <a:gdLst/>
              <a:ahLst/>
              <a:cxnLst/>
              <a:rect l="l" t="t" r="r" b="b"/>
              <a:pathLst>
                <a:path w="30302" h="65681" extrusionOk="0">
                  <a:moveTo>
                    <a:pt x="30302" y="50959"/>
                  </a:moveTo>
                  <a:cubicBezTo>
                    <a:pt x="29731" y="56864"/>
                    <a:pt x="23158" y="60769"/>
                    <a:pt x="20777" y="62198"/>
                  </a:cubicBezTo>
                  <a:cubicBezTo>
                    <a:pt x="14110" y="66103"/>
                    <a:pt x="7442" y="65818"/>
                    <a:pt x="4680" y="65532"/>
                  </a:cubicBezTo>
                  <a:cubicBezTo>
                    <a:pt x="2965" y="64103"/>
                    <a:pt x="203" y="61246"/>
                    <a:pt x="13" y="57245"/>
                  </a:cubicBezTo>
                  <a:cubicBezTo>
                    <a:pt x="-178" y="54007"/>
                    <a:pt x="1822" y="52388"/>
                    <a:pt x="2775" y="48482"/>
                  </a:cubicBezTo>
                  <a:cubicBezTo>
                    <a:pt x="3346" y="46006"/>
                    <a:pt x="3632" y="42196"/>
                    <a:pt x="1727" y="37052"/>
                  </a:cubicBezTo>
                  <a:cubicBezTo>
                    <a:pt x="3442" y="24670"/>
                    <a:pt x="5251" y="12287"/>
                    <a:pt x="6966" y="0"/>
                  </a:cubicBezTo>
                  <a:cubicBezTo>
                    <a:pt x="10300" y="7715"/>
                    <a:pt x="12967" y="14097"/>
                    <a:pt x="14776" y="18478"/>
                  </a:cubicBezTo>
                  <a:cubicBezTo>
                    <a:pt x="20777" y="32861"/>
                    <a:pt x="20587" y="33242"/>
                    <a:pt x="22587" y="36766"/>
                  </a:cubicBezTo>
                  <a:cubicBezTo>
                    <a:pt x="27445" y="45053"/>
                    <a:pt x="30588" y="46672"/>
                    <a:pt x="30207" y="51054"/>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9" name="Google Shape;1209;p41"/>
            <p:cNvSpPr/>
            <p:nvPr/>
          </p:nvSpPr>
          <p:spPr>
            <a:xfrm>
              <a:off x="3193091" y="1518087"/>
              <a:ext cx="71770" cy="27181"/>
            </a:xfrm>
            <a:custGeom>
              <a:avLst/>
              <a:gdLst/>
              <a:ahLst/>
              <a:cxnLst/>
              <a:rect l="l" t="t" r="r" b="b"/>
              <a:pathLst>
                <a:path w="51726" h="19590" extrusionOk="0">
                  <a:moveTo>
                    <a:pt x="49481" y="19591"/>
                  </a:moveTo>
                  <a:cubicBezTo>
                    <a:pt x="48814" y="19591"/>
                    <a:pt x="48147" y="19305"/>
                    <a:pt x="47671" y="18638"/>
                  </a:cubicBezTo>
                  <a:cubicBezTo>
                    <a:pt x="46052" y="16448"/>
                    <a:pt x="37289" y="5494"/>
                    <a:pt x="22715" y="4541"/>
                  </a:cubicBezTo>
                  <a:cubicBezTo>
                    <a:pt x="14238" y="4065"/>
                    <a:pt x="7571" y="6923"/>
                    <a:pt x="3380" y="9494"/>
                  </a:cubicBezTo>
                  <a:cubicBezTo>
                    <a:pt x="2332" y="10161"/>
                    <a:pt x="998" y="9875"/>
                    <a:pt x="332" y="8732"/>
                  </a:cubicBezTo>
                  <a:cubicBezTo>
                    <a:pt x="-335" y="7685"/>
                    <a:pt x="46" y="6256"/>
                    <a:pt x="1094" y="5684"/>
                  </a:cubicBezTo>
                  <a:cubicBezTo>
                    <a:pt x="5761" y="2827"/>
                    <a:pt x="13381" y="-507"/>
                    <a:pt x="23001" y="65"/>
                  </a:cubicBezTo>
                  <a:cubicBezTo>
                    <a:pt x="39194" y="1112"/>
                    <a:pt x="48719" y="12447"/>
                    <a:pt x="51290" y="15971"/>
                  </a:cubicBezTo>
                  <a:cubicBezTo>
                    <a:pt x="52052" y="16924"/>
                    <a:pt x="51767" y="18353"/>
                    <a:pt x="50814" y="19115"/>
                  </a:cubicBezTo>
                  <a:cubicBezTo>
                    <a:pt x="50433" y="19400"/>
                    <a:pt x="49957" y="19591"/>
                    <a:pt x="49481" y="1959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0" name="Google Shape;1210;p41"/>
            <p:cNvSpPr/>
            <p:nvPr/>
          </p:nvSpPr>
          <p:spPr>
            <a:xfrm>
              <a:off x="3231122" y="1531035"/>
              <a:ext cx="27675" cy="32255"/>
            </a:xfrm>
            <a:custGeom>
              <a:avLst/>
              <a:gdLst/>
              <a:ahLst/>
              <a:cxnLst/>
              <a:rect l="l" t="t" r="r" b="b"/>
              <a:pathLst>
                <a:path w="19946" h="23247" extrusionOk="0">
                  <a:moveTo>
                    <a:pt x="17641" y="16148"/>
                  </a:moveTo>
                  <a:cubicBezTo>
                    <a:pt x="14117" y="22053"/>
                    <a:pt x="7925" y="24816"/>
                    <a:pt x="3639" y="22339"/>
                  </a:cubicBezTo>
                  <a:cubicBezTo>
                    <a:pt x="-647" y="19863"/>
                    <a:pt x="-1219" y="13005"/>
                    <a:pt x="2306" y="7099"/>
                  </a:cubicBezTo>
                  <a:cubicBezTo>
                    <a:pt x="5830" y="1194"/>
                    <a:pt x="12021" y="-1569"/>
                    <a:pt x="16307" y="908"/>
                  </a:cubicBezTo>
                  <a:cubicBezTo>
                    <a:pt x="20594" y="3384"/>
                    <a:pt x="21165" y="10242"/>
                    <a:pt x="17641" y="1614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1" name="Google Shape;1211;p41"/>
            <p:cNvSpPr/>
            <p:nvPr/>
          </p:nvSpPr>
          <p:spPr>
            <a:xfrm>
              <a:off x="3138798" y="1459658"/>
              <a:ext cx="115002" cy="42892"/>
            </a:xfrm>
            <a:custGeom>
              <a:avLst/>
              <a:gdLst/>
              <a:ahLst/>
              <a:cxnLst/>
              <a:rect l="l" t="t" r="r" b="b"/>
              <a:pathLst>
                <a:path w="82884" h="30913" extrusionOk="0">
                  <a:moveTo>
                    <a:pt x="13811" y="18722"/>
                  </a:moveTo>
                  <a:cubicBezTo>
                    <a:pt x="13811" y="18722"/>
                    <a:pt x="19717" y="17483"/>
                    <a:pt x="25241" y="17674"/>
                  </a:cubicBezTo>
                  <a:cubicBezTo>
                    <a:pt x="34290" y="18055"/>
                    <a:pt x="53150" y="22436"/>
                    <a:pt x="76867" y="30914"/>
                  </a:cubicBezTo>
                  <a:cubicBezTo>
                    <a:pt x="78296" y="29294"/>
                    <a:pt x="81725" y="25008"/>
                    <a:pt x="82677" y="18436"/>
                  </a:cubicBezTo>
                  <a:cubicBezTo>
                    <a:pt x="83439" y="12816"/>
                    <a:pt x="81915" y="8339"/>
                    <a:pt x="81058" y="6434"/>
                  </a:cubicBezTo>
                  <a:cubicBezTo>
                    <a:pt x="64675" y="5482"/>
                    <a:pt x="52769" y="3482"/>
                    <a:pt x="44482" y="1672"/>
                  </a:cubicBezTo>
                  <a:cubicBezTo>
                    <a:pt x="41339" y="1005"/>
                    <a:pt x="32099" y="-1090"/>
                    <a:pt x="20669" y="719"/>
                  </a:cubicBezTo>
                  <a:cubicBezTo>
                    <a:pt x="15145" y="1577"/>
                    <a:pt x="12668" y="2910"/>
                    <a:pt x="11525" y="3577"/>
                  </a:cubicBezTo>
                  <a:cubicBezTo>
                    <a:pt x="3048" y="8530"/>
                    <a:pt x="667" y="18245"/>
                    <a:pt x="0" y="21579"/>
                  </a:cubicBezTo>
                  <a:cubicBezTo>
                    <a:pt x="3524" y="20627"/>
                    <a:pt x="8287" y="19579"/>
                    <a:pt x="13907" y="188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2" name="Google Shape;1212;p41"/>
            <p:cNvSpPr/>
            <p:nvPr/>
          </p:nvSpPr>
          <p:spPr>
            <a:xfrm>
              <a:off x="3191902" y="1640412"/>
              <a:ext cx="52038" cy="26363"/>
            </a:xfrm>
            <a:custGeom>
              <a:avLst/>
              <a:gdLst/>
              <a:ahLst/>
              <a:cxnLst/>
              <a:rect l="l" t="t" r="r" b="b"/>
              <a:pathLst>
                <a:path w="37505" h="19000" extrusionOk="0">
                  <a:moveTo>
                    <a:pt x="30145" y="19001"/>
                  </a:moveTo>
                  <a:cubicBezTo>
                    <a:pt x="24049" y="19001"/>
                    <a:pt x="15286" y="17667"/>
                    <a:pt x="7666" y="11666"/>
                  </a:cubicBezTo>
                  <a:cubicBezTo>
                    <a:pt x="4808" y="9380"/>
                    <a:pt x="2332" y="6618"/>
                    <a:pt x="332" y="3380"/>
                  </a:cubicBezTo>
                  <a:cubicBezTo>
                    <a:pt x="-335" y="2332"/>
                    <a:pt x="46" y="998"/>
                    <a:pt x="1094" y="332"/>
                  </a:cubicBezTo>
                  <a:cubicBezTo>
                    <a:pt x="2141" y="-335"/>
                    <a:pt x="3475" y="46"/>
                    <a:pt x="4142" y="1094"/>
                  </a:cubicBezTo>
                  <a:cubicBezTo>
                    <a:pt x="5856" y="3856"/>
                    <a:pt x="7952" y="6237"/>
                    <a:pt x="10428" y="8237"/>
                  </a:cubicBezTo>
                  <a:cubicBezTo>
                    <a:pt x="19477" y="15476"/>
                    <a:pt x="30621" y="14905"/>
                    <a:pt x="35003" y="14238"/>
                  </a:cubicBezTo>
                  <a:cubicBezTo>
                    <a:pt x="36241" y="14143"/>
                    <a:pt x="37384" y="14905"/>
                    <a:pt x="37479" y="16143"/>
                  </a:cubicBezTo>
                  <a:cubicBezTo>
                    <a:pt x="37670" y="17381"/>
                    <a:pt x="36812" y="18524"/>
                    <a:pt x="35574" y="18620"/>
                  </a:cubicBezTo>
                  <a:cubicBezTo>
                    <a:pt x="34241" y="18810"/>
                    <a:pt x="32336" y="19001"/>
                    <a:pt x="30050" y="1900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3" name="Google Shape;1213;p41"/>
            <p:cNvSpPr/>
            <p:nvPr/>
          </p:nvSpPr>
          <p:spPr>
            <a:xfrm>
              <a:off x="2946323" y="2805876"/>
              <a:ext cx="471391" cy="1864768"/>
            </a:xfrm>
            <a:custGeom>
              <a:avLst/>
              <a:gdLst/>
              <a:ahLst/>
              <a:cxnLst/>
              <a:rect l="l" t="t" r="r" b="b"/>
              <a:pathLst>
                <a:path w="339741" h="1343977" extrusionOk="0">
                  <a:moveTo>
                    <a:pt x="103822" y="682181"/>
                  </a:moveTo>
                  <a:cubicBezTo>
                    <a:pt x="88678" y="742950"/>
                    <a:pt x="76105" y="813340"/>
                    <a:pt x="70580" y="892016"/>
                  </a:cubicBezTo>
                  <a:cubicBezTo>
                    <a:pt x="57626" y="1078230"/>
                    <a:pt x="90107" y="1233964"/>
                    <a:pt x="123158" y="1341596"/>
                  </a:cubicBezTo>
                  <a:cubicBezTo>
                    <a:pt x="169069" y="1342358"/>
                    <a:pt x="214979" y="1343216"/>
                    <a:pt x="260890" y="1343978"/>
                  </a:cubicBezTo>
                  <a:cubicBezTo>
                    <a:pt x="271367" y="1113663"/>
                    <a:pt x="281845" y="883444"/>
                    <a:pt x="292322" y="653129"/>
                  </a:cubicBezTo>
                  <a:cubicBezTo>
                    <a:pt x="320135" y="567119"/>
                    <a:pt x="354044" y="422624"/>
                    <a:pt x="333375" y="246126"/>
                  </a:cubicBezTo>
                  <a:cubicBezTo>
                    <a:pt x="321659" y="145923"/>
                    <a:pt x="295561" y="62579"/>
                    <a:pt x="270129" y="0"/>
                  </a:cubicBezTo>
                  <a:cubicBezTo>
                    <a:pt x="180118" y="20479"/>
                    <a:pt x="90011" y="40862"/>
                    <a:pt x="0" y="61341"/>
                  </a:cubicBezTo>
                  <a:cubicBezTo>
                    <a:pt x="34576" y="268319"/>
                    <a:pt x="69247" y="475202"/>
                    <a:pt x="103822" y="68218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214" name="Google Shape;1214;p41"/>
            <p:cNvSpPr/>
            <p:nvPr/>
          </p:nvSpPr>
          <p:spPr>
            <a:xfrm>
              <a:off x="2332716" y="2726453"/>
              <a:ext cx="989476" cy="1833975"/>
            </a:xfrm>
            <a:custGeom>
              <a:avLst/>
              <a:gdLst/>
              <a:ahLst/>
              <a:cxnLst/>
              <a:rect l="l" t="t" r="r" b="b"/>
              <a:pathLst>
                <a:path w="713136" h="1321784" extrusionOk="0">
                  <a:moveTo>
                    <a:pt x="249079" y="745617"/>
                  </a:moveTo>
                  <a:cubicBezTo>
                    <a:pt x="209455" y="769144"/>
                    <a:pt x="152876" y="810673"/>
                    <a:pt x="111347" y="879729"/>
                  </a:cubicBezTo>
                  <a:cubicBezTo>
                    <a:pt x="90011" y="915257"/>
                    <a:pt x="79534" y="946595"/>
                    <a:pt x="60198" y="1018603"/>
                  </a:cubicBezTo>
                  <a:cubicBezTo>
                    <a:pt x="42958" y="1082707"/>
                    <a:pt x="21431" y="1168622"/>
                    <a:pt x="0" y="1272350"/>
                  </a:cubicBezTo>
                  <a:cubicBezTo>
                    <a:pt x="39719" y="1288828"/>
                    <a:pt x="79438" y="1305306"/>
                    <a:pt x="119253" y="1321784"/>
                  </a:cubicBezTo>
                  <a:cubicBezTo>
                    <a:pt x="193834" y="1157764"/>
                    <a:pt x="287369" y="977551"/>
                    <a:pt x="404908" y="789146"/>
                  </a:cubicBezTo>
                  <a:cubicBezTo>
                    <a:pt x="491204" y="650748"/>
                    <a:pt x="578930" y="526447"/>
                    <a:pt x="663988" y="415957"/>
                  </a:cubicBezTo>
                  <a:cubicBezTo>
                    <a:pt x="680371" y="296513"/>
                    <a:pt x="696754" y="176974"/>
                    <a:pt x="713137" y="57531"/>
                  </a:cubicBezTo>
                  <a:cubicBezTo>
                    <a:pt x="625602" y="38386"/>
                    <a:pt x="538163" y="19145"/>
                    <a:pt x="450628" y="0"/>
                  </a:cubicBezTo>
                  <a:cubicBezTo>
                    <a:pt x="442246" y="9620"/>
                    <a:pt x="432911" y="21717"/>
                    <a:pt x="424148" y="36671"/>
                  </a:cubicBezTo>
                  <a:cubicBezTo>
                    <a:pt x="411766" y="57912"/>
                    <a:pt x="404622" y="77915"/>
                    <a:pt x="400431" y="93440"/>
                  </a:cubicBezTo>
                  <a:cubicBezTo>
                    <a:pt x="382143" y="156019"/>
                    <a:pt x="364522" y="220218"/>
                    <a:pt x="347663" y="286226"/>
                  </a:cubicBezTo>
                  <a:cubicBezTo>
                    <a:pt x="306800" y="445770"/>
                    <a:pt x="274606" y="599313"/>
                    <a:pt x="249174" y="74561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5" name="Google Shape;1215;p41"/>
            <p:cNvSpPr/>
            <p:nvPr/>
          </p:nvSpPr>
          <p:spPr>
            <a:xfrm>
              <a:off x="2973199" y="3061811"/>
              <a:ext cx="94435" cy="539485"/>
            </a:xfrm>
            <a:custGeom>
              <a:avLst/>
              <a:gdLst/>
              <a:ahLst/>
              <a:cxnLst/>
              <a:rect l="l" t="t" r="r" b="b"/>
              <a:pathLst>
                <a:path w="68061" h="388818" extrusionOk="0">
                  <a:moveTo>
                    <a:pt x="65844" y="388818"/>
                  </a:moveTo>
                  <a:cubicBezTo>
                    <a:pt x="64797" y="388818"/>
                    <a:pt x="63844" y="388056"/>
                    <a:pt x="63654" y="386914"/>
                  </a:cubicBezTo>
                  <a:lnTo>
                    <a:pt x="27" y="2580"/>
                  </a:lnTo>
                  <a:cubicBezTo>
                    <a:pt x="-164" y="1342"/>
                    <a:pt x="693" y="198"/>
                    <a:pt x="1836" y="8"/>
                  </a:cubicBezTo>
                  <a:cubicBezTo>
                    <a:pt x="3075" y="-87"/>
                    <a:pt x="4218" y="675"/>
                    <a:pt x="4408" y="1818"/>
                  </a:cubicBezTo>
                  <a:lnTo>
                    <a:pt x="68035" y="386151"/>
                  </a:lnTo>
                  <a:cubicBezTo>
                    <a:pt x="68226" y="387390"/>
                    <a:pt x="67368" y="388533"/>
                    <a:pt x="66225" y="388723"/>
                  </a:cubicBezTo>
                  <a:cubicBezTo>
                    <a:pt x="66130" y="388723"/>
                    <a:pt x="65940" y="388723"/>
                    <a:pt x="65844" y="38872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6" name="Google Shape;1216;p41"/>
            <p:cNvSpPr/>
            <p:nvPr/>
          </p:nvSpPr>
          <p:spPr>
            <a:xfrm>
              <a:off x="2787875" y="1794100"/>
              <a:ext cx="646948" cy="1314899"/>
            </a:xfrm>
            <a:custGeom>
              <a:avLst/>
              <a:gdLst/>
              <a:ahLst/>
              <a:cxnLst/>
              <a:rect l="l" t="t" r="r" b="b"/>
              <a:pathLst>
                <a:path w="466269" h="947675" extrusionOk="0">
                  <a:moveTo>
                    <a:pt x="95" y="899732"/>
                  </a:moveTo>
                  <a:cubicBezTo>
                    <a:pt x="60960" y="921449"/>
                    <a:pt x="151733" y="946118"/>
                    <a:pt x="262985" y="947547"/>
                  </a:cubicBezTo>
                  <a:cubicBezTo>
                    <a:pt x="342424" y="948976"/>
                    <a:pt x="410242" y="938308"/>
                    <a:pt x="462153" y="926116"/>
                  </a:cubicBezTo>
                  <a:cubicBezTo>
                    <a:pt x="464725" y="877443"/>
                    <a:pt x="479869" y="555117"/>
                    <a:pt x="429387" y="348139"/>
                  </a:cubicBezTo>
                  <a:cubicBezTo>
                    <a:pt x="424434" y="328136"/>
                    <a:pt x="417195" y="297371"/>
                    <a:pt x="403003" y="260033"/>
                  </a:cubicBezTo>
                  <a:cubicBezTo>
                    <a:pt x="403003" y="260033"/>
                    <a:pt x="393192" y="233458"/>
                    <a:pt x="380714" y="206692"/>
                  </a:cubicBezTo>
                  <a:cubicBezTo>
                    <a:pt x="345948" y="131921"/>
                    <a:pt x="291179" y="59531"/>
                    <a:pt x="272891" y="36004"/>
                  </a:cubicBezTo>
                  <a:cubicBezTo>
                    <a:pt x="273177" y="35433"/>
                    <a:pt x="273463" y="34480"/>
                    <a:pt x="273082" y="33719"/>
                  </a:cubicBezTo>
                  <a:cubicBezTo>
                    <a:pt x="271844" y="30861"/>
                    <a:pt x="263176" y="32195"/>
                    <a:pt x="261461" y="32385"/>
                  </a:cubicBezTo>
                  <a:cubicBezTo>
                    <a:pt x="242792" y="34862"/>
                    <a:pt x="186214" y="22289"/>
                    <a:pt x="176022" y="20002"/>
                  </a:cubicBezTo>
                  <a:cubicBezTo>
                    <a:pt x="147828" y="13716"/>
                    <a:pt x="121158" y="5715"/>
                    <a:pt x="110490" y="1429"/>
                  </a:cubicBezTo>
                  <a:cubicBezTo>
                    <a:pt x="109061" y="857"/>
                    <a:pt x="107632" y="572"/>
                    <a:pt x="106108" y="0"/>
                  </a:cubicBezTo>
                  <a:cubicBezTo>
                    <a:pt x="93631" y="16478"/>
                    <a:pt x="75914" y="41434"/>
                    <a:pt x="60007" y="74486"/>
                  </a:cubicBezTo>
                  <a:cubicBezTo>
                    <a:pt x="2572" y="190976"/>
                    <a:pt x="11906" y="302323"/>
                    <a:pt x="15049" y="353378"/>
                  </a:cubicBezTo>
                  <a:cubicBezTo>
                    <a:pt x="23146" y="480060"/>
                    <a:pt x="19431" y="652558"/>
                    <a:pt x="0" y="89982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7" name="Google Shape;1217;p41"/>
            <p:cNvSpPr/>
            <p:nvPr/>
          </p:nvSpPr>
          <p:spPr>
            <a:xfrm>
              <a:off x="3125282" y="4731564"/>
              <a:ext cx="433974" cy="106889"/>
            </a:xfrm>
            <a:custGeom>
              <a:avLst/>
              <a:gdLst/>
              <a:ahLst/>
              <a:cxnLst/>
              <a:rect l="l" t="t" r="r" b="b"/>
              <a:pathLst>
                <a:path w="312774" h="77037" extrusionOk="0">
                  <a:moveTo>
                    <a:pt x="1479" y="77037"/>
                  </a:moveTo>
                  <a:cubicBezTo>
                    <a:pt x="105206" y="76084"/>
                    <a:pt x="208933" y="75227"/>
                    <a:pt x="312756" y="74275"/>
                  </a:cubicBezTo>
                  <a:cubicBezTo>
                    <a:pt x="312851" y="70369"/>
                    <a:pt x="312661" y="64464"/>
                    <a:pt x="310375" y="57987"/>
                  </a:cubicBezTo>
                  <a:cubicBezTo>
                    <a:pt x="301040" y="30745"/>
                    <a:pt x="266750" y="20363"/>
                    <a:pt x="238175" y="11791"/>
                  </a:cubicBezTo>
                  <a:cubicBezTo>
                    <a:pt x="218649" y="5885"/>
                    <a:pt x="188359" y="-782"/>
                    <a:pt x="149783" y="75"/>
                  </a:cubicBezTo>
                  <a:cubicBezTo>
                    <a:pt x="131305" y="24745"/>
                    <a:pt x="113779" y="32269"/>
                    <a:pt x="101110" y="34460"/>
                  </a:cubicBezTo>
                  <a:cubicBezTo>
                    <a:pt x="64153" y="40842"/>
                    <a:pt x="31387" y="8647"/>
                    <a:pt x="12718" y="22935"/>
                  </a:cubicBezTo>
                  <a:cubicBezTo>
                    <a:pt x="8623" y="26078"/>
                    <a:pt x="7099" y="30745"/>
                    <a:pt x="4146" y="38937"/>
                  </a:cubicBezTo>
                  <a:cubicBezTo>
                    <a:pt x="-1760" y="55034"/>
                    <a:pt x="-45" y="69512"/>
                    <a:pt x="1384" y="769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8" name="Google Shape;1218;p41"/>
            <p:cNvSpPr/>
            <p:nvPr/>
          </p:nvSpPr>
          <p:spPr>
            <a:xfrm>
              <a:off x="2219125" y="4590955"/>
              <a:ext cx="391122" cy="266640"/>
            </a:xfrm>
            <a:custGeom>
              <a:avLst/>
              <a:gdLst/>
              <a:ahLst/>
              <a:cxnLst/>
              <a:rect l="l" t="t" r="r" b="b"/>
              <a:pathLst>
                <a:path w="281890" h="192173" extrusionOk="0">
                  <a:moveTo>
                    <a:pt x="95" y="42631"/>
                  </a:moveTo>
                  <a:cubicBezTo>
                    <a:pt x="91535" y="92447"/>
                    <a:pt x="182880" y="142262"/>
                    <a:pt x="274320" y="192174"/>
                  </a:cubicBezTo>
                  <a:cubicBezTo>
                    <a:pt x="277082" y="187506"/>
                    <a:pt x="280511" y="180362"/>
                    <a:pt x="281559" y="171314"/>
                  </a:cubicBezTo>
                  <a:cubicBezTo>
                    <a:pt x="284988" y="142167"/>
                    <a:pt x="261176" y="117974"/>
                    <a:pt x="239649" y="96543"/>
                  </a:cubicBezTo>
                  <a:cubicBezTo>
                    <a:pt x="225171" y="82160"/>
                    <a:pt x="201644" y="61967"/>
                    <a:pt x="167164" y="44536"/>
                  </a:cubicBezTo>
                  <a:cubicBezTo>
                    <a:pt x="139256" y="57585"/>
                    <a:pt x="120301" y="55966"/>
                    <a:pt x="108014" y="51966"/>
                  </a:cubicBezTo>
                  <a:cubicBezTo>
                    <a:pt x="72390" y="40250"/>
                    <a:pt x="58674" y="-3660"/>
                    <a:pt x="35433" y="245"/>
                  </a:cubicBezTo>
                  <a:cubicBezTo>
                    <a:pt x="30289" y="1102"/>
                    <a:pt x="26861" y="4531"/>
                    <a:pt x="20288" y="10341"/>
                  </a:cubicBezTo>
                  <a:cubicBezTo>
                    <a:pt x="7525" y="21771"/>
                    <a:pt x="2191" y="35392"/>
                    <a:pt x="0" y="4263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9" name="Google Shape;1219;p41"/>
            <p:cNvSpPr/>
            <p:nvPr/>
          </p:nvSpPr>
          <p:spPr>
            <a:xfrm>
              <a:off x="3170464" y="3881507"/>
              <a:ext cx="14025" cy="725554"/>
            </a:xfrm>
            <a:custGeom>
              <a:avLst/>
              <a:gdLst/>
              <a:ahLst/>
              <a:cxnLst/>
              <a:rect l="l" t="t" r="r" b="b"/>
              <a:pathLst>
                <a:path w="10108" h="522922" extrusionOk="0">
                  <a:moveTo>
                    <a:pt x="2197" y="522922"/>
                  </a:moveTo>
                  <a:cubicBezTo>
                    <a:pt x="959" y="522922"/>
                    <a:pt x="-89" y="521875"/>
                    <a:pt x="6" y="520637"/>
                  </a:cubicBezTo>
                  <a:lnTo>
                    <a:pt x="5721" y="2191"/>
                  </a:lnTo>
                  <a:cubicBezTo>
                    <a:pt x="5721" y="953"/>
                    <a:pt x="6769" y="0"/>
                    <a:pt x="7912" y="0"/>
                  </a:cubicBezTo>
                  <a:cubicBezTo>
                    <a:pt x="9150" y="0"/>
                    <a:pt x="10198" y="1048"/>
                    <a:pt x="10103" y="2286"/>
                  </a:cubicBezTo>
                  <a:lnTo>
                    <a:pt x="4388" y="520732"/>
                  </a:lnTo>
                  <a:cubicBezTo>
                    <a:pt x="4388" y="521970"/>
                    <a:pt x="3340" y="522922"/>
                    <a:pt x="2197" y="52292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0" name="Google Shape;1220;p41"/>
            <p:cNvSpPr/>
            <p:nvPr/>
          </p:nvSpPr>
          <p:spPr>
            <a:xfrm>
              <a:off x="3199487" y="3733712"/>
              <a:ext cx="11251" cy="73908"/>
            </a:xfrm>
            <a:custGeom>
              <a:avLst/>
              <a:gdLst/>
              <a:ahLst/>
              <a:cxnLst/>
              <a:rect l="l" t="t" r="r" b="b"/>
              <a:pathLst>
                <a:path w="8109" h="53267" extrusionOk="0">
                  <a:moveTo>
                    <a:pt x="2198" y="53267"/>
                  </a:moveTo>
                  <a:cubicBezTo>
                    <a:pt x="769" y="53172"/>
                    <a:pt x="-88" y="52124"/>
                    <a:pt x="7" y="50886"/>
                  </a:cubicBezTo>
                  <a:lnTo>
                    <a:pt x="3627" y="2118"/>
                  </a:lnTo>
                  <a:cubicBezTo>
                    <a:pt x="3722" y="880"/>
                    <a:pt x="4579" y="-168"/>
                    <a:pt x="6008" y="22"/>
                  </a:cubicBezTo>
                  <a:cubicBezTo>
                    <a:pt x="7246" y="22"/>
                    <a:pt x="8199" y="1166"/>
                    <a:pt x="8103" y="2404"/>
                  </a:cubicBezTo>
                  <a:lnTo>
                    <a:pt x="4484" y="51172"/>
                  </a:lnTo>
                  <a:cubicBezTo>
                    <a:pt x="4484" y="52315"/>
                    <a:pt x="3436" y="53267"/>
                    <a:pt x="2293" y="5326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1" name="Google Shape;1221;p41"/>
            <p:cNvSpPr/>
            <p:nvPr/>
          </p:nvSpPr>
          <p:spPr>
            <a:xfrm>
              <a:off x="3132436" y="3224020"/>
              <a:ext cx="75807" cy="421532"/>
            </a:xfrm>
            <a:custGeom>
              <a:avLst/>
              <a:gdLst/>
              <a:ahLst/>
              <a:cxnLst/>
              <a:rect l="l" t="t" r="r" b="b"/>
              <a:pathLst>
                <a:path w="54636" h="303807" extrusionOk="0">
                  <a:moveTo>
                    <a:pt x="52417" y="303807"/>
                  </a:moveTo>
                  <a:cubicBezTo>
                    <a:pt x="51369" y="303807"/>
                    <a:pt x="50416" y="303045"/>
                    <a:pt x="50226" y="301902"/>
                  </a:cubicBezTo>
                  <a:lnTo>
                    <a:pt x="29" y="2627"/>
                  </a:lnTo>
                  <a:cubicBezTo>
                    <a:pt x="-161" y="1389"/>
                    <a:pt x="601" y="246"/>
                    <a:pt x="1839" y="55"/>
                  </a:cubicBezTo>
                  <a:cubicBezTo>
                    <a:pt x="2982" y="-231"/>
                    <a:pt x="4220" y="627"/>
                    <a:pt x="4411" y="1865"/>
                  </a:cubicBezTo>
                  <a:lnTo>
                    <a:pt x="54607" y="301140"/>
                  </a:lnTo>
                  <a:cubicBezTo>
                    <a:pt x="54798" y="302379"/>
                    <a:pt x="54036" y="303522"/>
                    <a:pt x="52798" y="303712"/>
                  </a:cubicBezTo>
                  <a:cubicBezTo>
                    <a:pt x="52702" y="303712"/>
                    <a:pt x="52512" y="303712"/>
                    <a:pt x="52417" y="30371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2" name="Google Shape;1222;p41"/>
            <p:cNvSpPr/>
            <p:nvPr/>
          </p:nvSpPr>
          <p:spPr>
            <a:xfrm>
              <a:off x="2379844" y="3854754"/>
              <a:ext cx="351355" cy="629578"/>
            </a:xfrm>
            <a:custGeom>
              <a:avLst/>
              <a:gdLst/>
              <a:ahLst/>
              <a:cxnLst/>
              <a:rect l="l" t="t" r="r" b="b"/>
              <a:pathLst>
                <a:path w="253229" h="453750" extrusionOk="0">
                  <a:moveTo>
                    <a:pt x="2170" y="453751"/>
                  </a:moveTo>
                  <a:cubicBezTo>
                    <a:pt x="2170" y="453751"/>
                    <a:pt x="1408" y="453751"/>
                    <a:pt x="1123" y="453465"/>
                  </a:cubicBezTo>
                  <a:cubicBezTo>
                    <a:pt x="75" y="452893"/>
                    <a:pt x="-306" y="451560"/>
                    <a:pt x="265" y="450417"/>
                  </a:cubicBezTo>
                  <a:lnTo>
                    <a:pt x="249058" y="1123"/>
                  </a:lnTo>
                  <a:cubicBezTo>
                    <a:pt x="249630" y="75"/>
                    <a:pt x="251059" y="-306"/>
                    <a:pt x="252106" y="265"/>
                  </a:cubicBezTo>
                  <a:cubicBezTo>
                    <a:pt x="253154" y="837"/>
                    <a:pt x="253535" y="2171"/>
                    <a:pt x="252964" y="3313"/>
                  </a:cubicBezTo>
                  <a:lnTo>
                    <a:pt x="4171" y="452608"/>
                  </a:lnTo>
                  <a:cubicBezTo>
                    <a:pt x="3790" y="453370"/>
                    <a:pt x="3028" y="453751"/>
                    <a:pt x="2266" y="45375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3" name="Google Shape;1223;p41"/>
            <p:cNvSpPr/>
            <p:nvPr/>
          </p:nvSpPr>
          <p:spPr>
            <a:xfrm>
              <a:off x="2784961" y="3232581"/>
              <a:ext cx="176534" cy="565866"/>
            </a:xfrm>
            <a:custGeom>
              <a:avLst/>
              <a:gdLst/>
              <a:ahLst/>
              <a:cxnLst/>
              <a:rect l="l" t="t" r="r" b="b"/>
              <a:pathLst>
                <a:path w="127232" h="407831" extrusionOk="0">
                  <a:moveTo>
                    <a:pt x="2199" y="407831"/>
                  </a:moveTo>
                  <a:cubicBezTo>
                    <a:pt x="389" y="407355"/>
                    <a:pt x="-278" y="406117"/>
                    <a:pt x="103" y="404974"/>
                  </a:cubicBezTo>
                  <a:lnTo>
                    <a:pt x="122881" y="1590"/>
                  </a:lnTo>
                  <a:cubicBezTo>
                    <a:pt x="123262" y="447"/>
                    <a:pt x="124500" y="-220"/>
                    <a:pt x="125643" y="66"/>
                  </a:cubicBezTo>
                  <a:cubicBezTo>
                    <a:pt x="126786" y="447"/>
                    <a:pt x="127453" y="1685"/>
                    <a:pt x="127167" y="2828"/>
                  </a:cubicBezTo>
                  <a:lnTo>
                    <a:pt x="4390" y="406212"/>
                  </a:lnTo>
                  <a:cubicBezTo>
                    <a:pt x="4104" y="407165"/>
                    <a:pt x="3247" y="407831"/>
                    <a:pt x="2294" y="40783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4" name="Google Shape;1224;p41"/>
            <p:cNvSpPr/>
            <p:nvPr/>
          </p:nvSpPr>
          <p:spPr>
            <a:xfrm>
              <a:off x="2882297" y="1280825"/>
              <a:ext cx="412960" cy="354484"/>
            </a:xfrm>
            <a:custGeom>
              <a:avLst/>
              <a:gdLst/>
              <a:ahLst/>
              <a:cxnLst/>
              <a:rect l="l" t="t" r="r" b="b"/>
              <a:pathLst>
                <a:path w="297629" h="255484" extrusionOk="0">
                  <a:moveTo>
                    <a:pt x="2498" y="154024"/>
                  </a:moveTo>
                  <a:cubicBezTo>
                    <a:pt x="5927" y="164788"/>
                    <a:pt x="9356" y="163454"/>
                    <a:pt x="25168" y="185743"/>
                  </a:cubicBezTo>
                  <a:cubicBezTo>
                    <a:pt x="55457" y="228415"/>
                    <a:pt x="59077" y="256323"/>
                    <a:pt x="67554" y="255466"/>
                  </a:cubicBezTo>
                  <a:cubicBezTo>
                    <a:pt x="82984" y="253846"/>
                    <a:pt x="80222" y="160501"/>
                    <a:pt x="96700" y="158596"/>
                  </a:cubicBezTo>
                  <a:cubicBezTo>
                    <a:pt x="108892" y="157168"/>
                    <a:pt x="117751" y="207650"/>
                    <a:pt x="134705" y="207555"/>
                  </a:cubicBezTo>
                  <a:cubicBezTo>
                    <a:pt x="155184" y="207364"/>
                    <a:pt x="151755" y="133927"/>
                    <a:pt x="195379" y="113353"/>
                  </a:cubicBezTo>
                  <a:cubicBezTo>
                    <a:pt x="225574" y="99065"/>
                    <a:pt x="260816" y="118401"/>
                    <a:pt x="271484" y="100208"/>
                  </a:cubicBezTo>
                  <a:cubicBezTo>
                    <a:pt x="277866" y="89350"/>
                    <a:pt x="269770" y="74681"/>
                    <a:pt x="281104" y="62584"/>
                  </a:cubicBezTo>
                  <a:cubicBezTo>
                    <a:pt x="287200" y="56107"/>
                    <a:pt x="291868" y="57727"/>
                    <a:pt x="295297" y="52012"/>
                  </a:cubicBezTo>
                  <a:cubicBezTo>
                    <a:pt x="303583" y="38105"/>
                    <a:pt x="288343" y="6863"/>
                    <a:pt x="272341" y="5530"/>
                  </a:cubicBezTo>
                  <a:cubicBezTo>
                    <a:pt x="259292" y="4387"/>
                    <a:pt x="256435" y="24103"/>
                    <a:pt x="240147" y="25532"/>
                  </a:cubicBezTo>
                  <a:cubicBezTo>
                    <a:pt x="220811" y="27151"/>
                    <a:pt x="213001" y="386"/>
                    <a:pt x="190045" y="5"/>
                  </a:cubicBezTo>
                  <a:cubicBezTo>
                    <a:pt x="179949" y="-185"/>
                    <a:pt x="179568" y="4958"/>
                    <a:pt x="160327" y="13531"/>
                  </a:cubicBezTo>
                  <a:cubicBezTo>
                    <a:pt x="131848" y="26199"/>
                    <a:pt x="120132" y="20484"/>
                    <a:pt x="90414" y="30771"/>
                  </a:cubicBezTo>
                  <a:cubicBezTo>
                    <a:pt x="82222" y="33628"/>
                    <a:pt x="65839" y="39439"/>
                    <a:pt x="49647" y="51631"/>
                  </a:cubicBezTo>
                  <a:cubicBezTo>
                    <a:pt x="19357" y="74491"/>
                    <a:pt x="-8646" y="118687"/>
                    <a:pt x="2498" y="15402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5" name="Google Shape;1225;p41"/>
            <p:cNvSpPr/>
            <p:nvPr/>
          </p:nvSpPr>
          <p:spPr>
            <a:xfrm>
              <a:off x="2950413" y="1850565"/>
              <a:ext cx="220442" cy="728066"/>
            </a:xfrm>
            <a:custGeom>
              <a:avLst/>
              <a:gdLst/>
              <a:ahLst/>
              <a:cxnLst/>
              <a:rect l="l" t="t" r="r" b="b"/>
              <a:pathLst>
                <a:path w="158877" h="524732" extrusionOk="0">
                  <a:moveTo>
                    <a:pt x="0" y="318707"/>
                  </a:moveTo>
                  <a:cubicBezTo>
                    <a:pt x="0" y="331756"/>
                    <a:pt x="0" y="345948"/>
                    <a:pt x="286" y="360998"/>
                  </a:cubicBezTo>
                  <a:cubicBezTo>
                    <a:pt x="571" y="406813"/>
                    <a:pt x="2000" y="462153"/>
                    <a:pt x="6096" y="524732"/>
                  </a:cubicBezTo>
                  <a:lnTo>
                    <a:pt x="118872" y="524732"/>
                  </a:lnTo>
                  <a:cubicBezTo>
                    <a:pt x="126111" y="471964"/>
                    <a:pt x="133636" y="419481"/>
                    <a:pt x="140875" y="366998"/>
                  </a:cubicBezTo>
                  <a:cubicBezTo>
                    <a:pt x="141161" y="366141"/>
                    <a:pt x="141161" y="365284"/>
                    <a:pt x="141161" y="364712"/>
                  </a:cubicBezTo>
                  <a:cubicBezTo>
                    <a:pt x="147256" y="322707"/>
                    <a:pt x="153067" y="280607"/>
                    <a:pt x="158877" y="238887"/>
                  </a:cubicBezTo>
                  <a:cubicBezTo>
                    <a:pt x="134493" y="159163"/>
                    <a:pt x="110490" y="79724"/>
                    <a:pt x="86392" y="0"/>
                  </a:cubicBezTo>
                  <a:cubicBezTo>
                    <a:pt x="81725" y="1429"/>
                    <a:pt x="74486" y="4096"/>
                    <a:pt x="66675" y="8668"/>
                  </a:cubicBezTo>
                  <a:cubicBezTo>
                    <a:pt x="27813" y="32195"/>
                    <a:pt x="2000" y="88678"/>
                    <a:pt x="286" y="305753"/>
                  </a:cubicBezTo>
                  <a:cubicBezTo>
                    <a:pt x="0" y="309848"/>
                    <a:pt x="0" y="314135"/>
                    <a:pt x="0" y="318516"/>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6" name="Google Shape;1226;p41"/>
            <p:cNvSpPr/>
            <p:nvPr/>
          </p:nvSpPr>
          <p:spPr>
            <a:xfrm>
              <a:off x="2912342" y="1845411"/>
              <a:ext cx="293601" cy="521245"/>
            </a:xfrm>
            <a:custGeom>
              <a:avLst/>
              <a:gdLst/>
              <a:ahLst/>
              <a:cxnLst/>
              <a:rect l="l" t="t" r="r" b="b"/>
              <a:pathLst>
                <a:path w="211604" h="375672" extrusionOk="0">
                  <a:moveTo>
                    <a:pt x="2245" y="324523"/>
                  </a:moveTo>
                  <a:cubicBezTo>
                    <a:pt x="63586" y="341573"/>
                    <a:pt x="124927" y="358623"/>
                    <a:pt x="186268" y="375673"/>
                  </a:cubicBezTo>
                  <a:cubicBezTo>
                    <a:pt x="194745" y="289090"/>
                    <a:pt x="203127" y="202508"/>
                    <a:pt x="211605" y="116021"/>
                  </a:cubicBezTo>
                  <a:cubicBezTo>
                    <a:pt x="204747" y="50013"/>
                    <a:pt x="162360" y="2483"/>
                    <a:pt x="119784" y="102"/>
                  </a:cubicBezTo>
                  <a:cubicBezTo>
                    <a:pt x="60919" y="-3327"/>
                    <a:pt x="23295" y="80779"/>
                    <a:pt x="18342" y="91923"/>
                  </a:cubicBezTo>
                  <a:cubicBezTo>
                    <a:pt x="5102" y="121546"/>
                    <a:pt x="2721" y="149454"/>
                    <a:pt x="816" y="204032"/>
                  </a:cubicBezTo>
                  <a:cubicBezTo>
                    <a:pt x="-994" y="254515"/>
                    <a:pt x="530" y="296139"/>
                    <a:pt x="2245" y="32461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7" name="Google Shape;1227;p41"/>
            <p:cNvSpPr/>
            <p:nvPr/>
          </p:nvSpPr>
          <p:spPr>
            <a:xfrm>
              <a:off x="2958856" y="2528425"/>
              <a:ext cx="492160" cy="515685"/>
            </a:xfrm>
            <a:custGeom>
              <a:avLst/>
              <a:gdLst/>
              <a:ahLst/>
              <a:cxnLst/>
              <a:rect l="l" t="t" r="r" b="b"/>
              <a:pathLst>
                <a:path w="354710" h="371665" extrusionOk="0">
                  <a:moveTo>
                    <a:pt x="354711" y="327660"/>
                  </a:moveTo>
                  <a:cubicBezTo>
                    <a:pt x="332899" y="342329"/>
                    <a:pt x="311182" y="356997"/>
                    <a:pt x="289369" y="371666"/>
                  </a:cubicBezTo>
                  <a:cubicBezTo>
                    <a:pt x="252698" y="335471"/>
                    <a:pt x="220790" y="307753"/>
                    <a:pt x="198120" y="288988"/>
                  </a:cubicBezTo>
                  <a:cubicBezTo>
                    <a:pt x="104108" y="211169"/>
                    <a:pt x="70675" y="187166"/>
                    <a:pt x="38386" y="133445"/>
                  </a:cubicBezTo>
                  <a:cubicBezTo>
                    <a:pt x="15716" y="95726"/>
                    <a:pt x="5334" y="60008"/>
                    <a:pt x="0" y="35338"/>
                  </a:cubicBezTo>
                  <a:cubicBezTo>
                    <a:pt x="37052" y="23527"/>
                    <a:pt x="74104" y="11811"/>
                    <a:pt x="111157" y="0"/>
                  </a:cubicBezTo>
                  <a:cubicBezTo>
                    <a:pt x="139637" y="27051"/>
                    <a:pt x="159353" y="51340"/>
                    <a:pt x="171450" y="67247"/>
                  </a:cubicBezTo>
                  <a:cubicBezTo>
                    <a:pt x="237839" y="155067"/>
                    <a:pt x="242506" y="216884"/>
                    <a:pt x="313468" y="290417"/>
                  </a:cubicBezTo>
                  <a:cubicBezTo>
                    <a:pt x="330422" y="307943"/>
                    <a:pt x="345662" y="320516"/>
                    <a:pt x="354711" y="327565"/>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8" name="Google Shape;1228;p41"/>
            <p:cNvSpPr/>
            <p:nvPr/>
          </p:nvSpPr>
          <p:spPr>
            <a:xfrm>
              <a:off x="3167296" y="2111648"/>
              <a:ext cx="23145" cy="257587"/>
            </a:xfrm>
            <a:custGeom>
              <a:avLst/>
              <a:gdLst/>
              <a:ahLst/>
              <a:cxnLst/>
              <a:rect l="l" t="t" r="r" b="b"/>
              <a:pathLst>
                <a:path w="16681" h="185648" extrusionOk="0">
                  <a:moveTo>
                    <a:pt x="2197" y="185649"/>
                  </a:moveTo>
                  <a:cubicBezTo>
                    <a:pt x="864" y="185649"/>
                    <a:pt x="-89" y="184506"/>
                    <a:pt x="7" y="183268"/>
                  </a:cubicBezTo>
                  <a:lnTo>
                    <a:pt x="12199" y="2102"/>
                  </a:lnTo>
                  <a:cubicBezTo>
                    <a:pt x="12199" y="864"/>
                    <a:pt x="13342" y="-89"/>
                    <a:pt x="14580" y="7"/>
                  </a:cubicBezTo>
                  <a:cubicBezTo>
                    <a:pt x="15818" y="7"/>
                    <a:pt x="16771" y="1150"/>
                    <a:pt x="16675" y="2388"/>
                  </a:cubicBezTo>
                  <a:lnTo>
                    <a:pt x="4483" y="183553"/>
                  </a:lnTo>
                  <a:cubicBezTo>
                    <a:pt x="4483" y="184696"/>
                    <a:pt x="3436" y="185649"/>
                    <a:pt x="2293" y="18564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9" name="Google Shape;1229;p41"/>
            <p:cNvSpPr/>
            <p:nvPr/>
          </p:nvSpPr>
          <p:spPr>
            <a:xfrm>
              <a:off x="2894965" y="1969530"/>
              <a:ext cx="45932" cy="316161"/>
            </a:xfrm>
            <a:custGeom>
              <a:avLst/>
              <a:gdLst/>
              <a:ahLst/>
              <a:cxnLst/>
              <a:rect l="l" t="t" r="r" b="b"/>
              <a:pathLst>
                <a:path w="33104" h="227864" extrusionOk="0">
                  <a:moveTo>
                    <a:pt x="2217" y="227865"/>
                  </a:moveTo>
                  <a:cubicBezTo>
                    <a:pt x="693" y="227674"/>
                    <a:pt x="-164" y="226531"/>
                    <a:pt x="26" y="225388"/>
                  </a:cubicBezTo>
                  <a:lnTo>
                    <a:pt x="28697" y="1932"/>
                  </a:lnTo>
                  <a:cubicBezTo>
                    <a:pt x="28887" y="693"/>
                    <a:pt x="29935" y="-164"/>
                    <a:pt x="31173" y="27"/>
                  </a:cubicBezTo>
                  <a:cubicBezTo>
                    <a:pt x="32411" y="217"/>
                    <a:pt x="33269" y="1265"/>
                    <a:pt x="33078" y="2503"/>
                  </a:cubicBezTo>
                  <a:lnTo>
                    <a:pt x="4408" y="225959"/>
                  </a:lnTo>
                  <a:cubicBezTo>
                    <a:pt x="4217" y="227103"/>
                    <a:pt x="3265" y="227865"/>
                    <a:pt x="2217" y="22786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0" name="Google Shape;1230;p41"/>
            <p:cNvSpPr/>
            <p:nvPr/>
          </p:nvSpPr>
          <p:spPr>
            <a:xfrm>
              <a:off x="4359863" y="4192995"/>
              <a:ext cx="324936" cy="587844"/>
            </a:xfrm>
            <a:custGeom>
              <a:avLst/>
              <a:gdLst/>
              <a:ahLst/>
              <a:cxnLst/>
              <a:rect l="l" t="t" r="r" b="b"/>
              <a:pathLst>
                <a:path w="234188" h="423671" extrusionOk="0">
                  <a:moveTo>
                    <a:pt x="234189" y="32004"/>
                  </a:moveTo>
                  <a:cubicBezTo>
                    <a:pt x="204947" y="102775"/>
                    <a:pt x="187516" y="160877"/>
                    <a:pt x="177039" y="201359"/>
                  </a:cubicBezTo>
                  <a:cubicBezTo>
                    <a:pt x="163608" y="253079"/>
                    <a:pt x="165037" y="297466"/>
                    <a:pt x="133414" y="316040"/>
                  </a:cubicBezTo>
                  <a:cubicBezTo>
                    <a:pt x="120365" y="323659"/>
                    <a:pt x="94266" y="331660"/>
                    <a:pt x="80932" y="357568"/>
                  </a:cubicBezTo>
                  <a:cubicBezTo>
                    <a:pt x="77788" y="363760"/>
                    <a:pt x="76169" y="369284"/>
                    <a:pt x="75312" y="373094"/>
                  </a:cubicBezTo>
                  <a:cubicBezTo>
                    <a:pt x="94457" y="381381"/>
                    <a:pt x="101696" y="400050"/>
                    <a:pt x="96171" y="411385"/>
                  </a:cubicBezTo>
                  <a:cubicBezTo>
                    <a:pt x="91219" y="421672"/>
                    <a:pt x="76741" y="423482"/>
                    <a:pt x="75121" y="423672"/>
                  </a:cubicBezTo>
                  <a:cubicBezTo>
                    <a:pt x="60643" y="419005"/>
                    <a:pt x="39974" y="409766"/>
                    <a:pt x="22353" y="390811"/>
                  </a:cubicBezTo>
                  <a:cubicBezTo>
                    <a:pt x="14066" y="381952"/>
                    <a:pt x="2827" y="369856"/>
                    <a:pt x="445" y="352330"/>
                  </a:cubicBezTo>
                  <a:cubicBezTo>
                    <a:pt x="-2222" y="332613"/>
                    <a:pt x="7779" y="316421"/>
                    <a:pt x="12161" y="308705"/>
                  </a:cubicBezTo>
                  <a:cubicBezTo>
                    <a:pt x="31306" y="275368"/>
                    <a:pt x="33878" y="234982"/>
                    <a:pt x="46070" y="198501"/>
                  </a:cubicBezTo>
                  <a:cubicBezTo>
                    <a:pt x="58643" y="160782"/>
                    <a:pt x="77883" y="100298"/>
                    <a:pt x="107125" y="0"/>
                  </a:cubicBezTo>
                  <a:lnTo>
                    <a:pt x="234094" y="32099"/>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1" name="Google Shape;1231;p41"/>
            <p:cNvSpPr/>
            <p:nvPr/>
          </p:nvSpPr>
          <p:spPr>
            <a:xfrm>
              <a:off x="4921915" y="3537711"/>
              <a:ext cx="56417" cy="161863"/>
            </a:xfrm>
            <a:custGeom>
              <a:avLst/>
              <a:gdLst/>
              <a:ahLst/>
              <a:cxnLst/>
              <a:rect l="l" t="t" r="r" b="b"/>
              <a:pathLst>
                <a:path w="40661" h="116658" extrusionOk="0">
                  <a:moveTo>
                    <a:pt x="2614" y="55329"/>
                  </a:moveTo>
                  <a:cubicBezTo>
                    <a:pt x="-2910" y="87523"/>
                    <a:pt x="614" y="114955"/>
                    <a:pt x="10425" y="116575"/>
                  </a:cubicBezTo>
                  <a:cubicBezTo>
                    <a:pt x="20235" y="118289"/>
                    <a:pt x="32618" y="93524"/>
                    <a:pt x="38047" y="61330"/>
                  </a:cubicBezTo>
                  <a:cubicBezTo>
                    <a:pt x="43572" y="29135"/>
                    <a:pt x="40047" y="1703"/>
                    <a:pt x="30237" y="84"/>
                  </a:cubicBezTo>
                  <a:cubicBezTo>
                    <a:pt x="20426" y="-1631"/>
                    <a:pt x="8043" y="23134"/>
                    <a:pt x="2614" y="5532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2" name="Google Shape;1232;p41"/>
            <p:cNvSpPr/>
            <p:nvPr/>
          </p:nvSpPr>
          <p:spPr>
            <a:xfrm>
              <a:off x="3853231" y="3531190"/>
              <a:ext cx="1300049" cy="879037"/>
            </a:xfrm>
            <a:custGeom>
              <a:avLst/>
              <a:gdLst/>
              <a:ahLst/>
              <a:cxnLst/>
              <a:rect l="l" t="t" r="r" b="b"/>
              <a:pathLst>
                <a:path w="936972" h="633540" extrusionOk="0">
                  <a:moveTo>
                    <a:pt x="13415" y="508378"/>
                  </a:moveTo>
                  <a:cubicBezTo>
                    <a:pt x="39704" y="545335"/>
                    <a:pt x="94759" y="530762"/>
                    <a:pt x="181341" y="534667"/>
                  </a:cubicBezTo>
                  <a:cubicBezTo>
                    <a:pt x="312310" y="540477"/>
                    <a:pt x="403654" y="583626"/>
                    <a:pt x="475282" y="611153"/>
                  </a:cubicBezTo>
                  <a:cubicBezTo>
                    <a:pt x="520336" y="628298"/>
                    <a:pt x="557578" y="639061"/>
                    <a:pt x="592249" y="630584"/>
                  </a:cubicBezTo>
                  <a:cubicBezTo>
                    <a:pt x="603584" y="627631"/>
                    <a:pt x="614633" y="623154"/>
                    <a:pt x="625587" y="615630"/>
                  </a:cubicBezTo>
                  <a:cubicBezTo>
                    <a:pt x="645399" y="602295"/>
                    <a:pt x="654733" y="587721"/>
                    <a:pt x="672926" y="558956"/>
                  </a:cubicBezTo>
                  <a:cubicBezTo>
                    <a:pt x="738744" y="455610"/>
                    <a:pt x="725409" y="343119"/>
                    <a:pt x="717694" y="298352"/>
                  </a:cubicBezTo>
                  <a:cubicBezTo>
                    <a:pt x="729695" y="283112"/>
                    <a:pt x="741982" y="267586"/>
                    <a:pt x="753984" y="252346"/>
                  </a:cubicBezTo>
                  <a:cubicBezTo>
                    <a:pt x="772177" y="275016"/>
                    <a:pt x="791227" y="286065"/>
                    <a:pt x="802561" y="291589"/>
                  </a:cubicBezTo>
                  <a:cubicBezTo>
                    <a:pt x="816182" y="298066"/>
                    <a:pt x="830470" y="304257"/>
                    <a:pt x="844376" y="298352"/>
                  </a:cubicBezTo>
                  <a:cubicBezTo>
                    <a:pt x="853806" y="294447"/>
                    <a:pt x="863521" y="284731"/>
                    <a:pt x="861902" y="276635"/>
                  </a:cubicBezTo>
                  <a:cubicBezTo>
                    <a:pt x="858949" y="261395"/>
                    <a:pt x="816849" y="259109"/>
                    <a:pt x="816849" y="255870"/>
                  </a:cubicBezTo>
                  <a:cubicBezTo>
                    <a:pt x="817516" y="251013"/>
                    <a:pt x="904384" y="275301"/>
                    <a:pt x="927720" y="238725"/>
                  </a:cubicBezTo>
                  <a:cubicBezTo>
                    <a:pt x="943246" y="214437"/>
                    <a:pt x="937435" y="179385"/>
                    <a:pt x="923529" y="157668"/>
                  </a:cubicBezTo>
                  <a:cubicBezTo>
                    <a:pt x="917719" y="148905"/>
                    <a:pt x="911242" y="143380"/>
                    <a:pt x="905336" y="138237"/>
                  </a:cubicBezTo>
                  <a:cubicBezTo>
                    <a:pt x="889144" y="124330"/>
                    <a:pt x="877428" y="121377"/>
                    <a:pt x="855425" y="112329"/>
                  </a:cubicBezTo>
                  <a:cubicBezTo>
                    <a:pt x="851234" y="110709"/>
                    <a:pt x="846662" y="108804"/>
                    <a:pt x="841804" y="106518"/>
                  </a:cubicBezTo>
                  <a:cubicBezTo>
                    <a:pt x="805228" y="90326"/>
                    <a:pt x="784750" y="80610"/>
                    <a:pt x="778940" y="61465"/>
                  </a:cubicBezTo>
                  <a:cubicBezTo>
                    <a:pt x="777034" y="54702"/>
                    <a:pt x="778654" y="52702"/>
                    <a:pt x="775034" y="34890"/>
                  </a:cubicBezTo>
                  <a:cubicBezTo>
                    <a:pt x="770843" y="14793"/>
                    <a:pt x="768271" y="3172"/>
                    <a:pt x="761413" y="505"/>
                  </a:cubicBezTo>
                  <a:cubicBezTo>
                    <a:pt x="758175" y="-828"/>
                    <a:pt x="749698" y="-1114"/>
                    <a:pt x="730933" y="20889"/>
                  </a:cubicBezTo>
                  <a:cubicBezTo>
                    <a:pt x="701120" y="56226"/>
                    <a:pt x="692357" y="93850"/>
                    <a:pt x="687214" y="110709"/>
                  </a:cubicBezTo>
                  <a:cubicBezTo>
                    <a:pt x="677498" y="141189"/>
                    <a:pt x="654448" y="181004"/>
                    <a:pt x="593869" y="220628"/>
                  </a:cubicBezTo>
                  <a:cubicBezTo>
                    <a:pt x="417847" y="252727"/>
                    <a:pt x="322882" y="281207"/>
                    <a:pt x="268495" y="301686"/>
                  </a:cubicBezTo>
                  <a:cubicBezTo>
                    <a:pt x="250683" y="308448"/>
                    <a:pt x="232871" y="315973"/>
                    <a:pt x="202677" y="325022"/>
                  </a:cubicBezTo>
                  <a:cubicBezTo>
                    <a:pt x="195914" y="326927"/>
                    <a:pt x="189056" y="328927"/>
                    <a:pt x="182865" y="330546"/>
                  </a:cubicBezTo>
                  <a:cubicBezTo>
                    <a:pt x="149527" y="339595"/>
                    <a:pt x="125143" y="342834"/>
                    <a:pt x="105712" y="345501"/>
                  </a:cubicBezTo>
                  <a:cubicBezTo>
                    <a:pt x="82090" y="348739"/>
                    <a:pt x="66184" y="350644"/>
                    <a:pt x="51610" y="359121"/>
                  </a:cubicBezTo>
                  <a:cubicBezTo>
                    <a:pt x="47705" y="361026"/>
                    <a:pt x="44181" y="363693"/>
                    <a:pt x="40561" y="366551"/>
                  </a:cubicBezTo>
                  <a:cubicBezTo>
                    <a:pt x="1318" y="399603"/>
                    <a:pt x="-12874" y="471516"/>
                    <a:pt x="13320" y="50847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3" name="Google Shape;1233;p41"/>
            <p:cNvSpPr/>
            <p:nvPr/>
          </p:nvSpPr>
          <p:spPr>
            <a:xfrm>
              <a:off x="4566554" y="4262391"/>
              <a:ext cx="277876" cy="584557"/>
            </a:xfrm>
            <a:custGeom>
              <a:avLst/>
              <a:gdLst/>
              <a:ahLst/>
              <a:cxnLst/>
              <a:rect l="l" t="t" r="r" b="b"/>
              <a:pathLst>
                <a:path w="200271" h="421302" extrusionOk="0">
                  <a:moveTo>
                    <a:pt x="125635" y="0"/>
                  </a:moveTo>
                  <a:cubicBezTo>
                    <a:pt x="136493" y="75819"/>
                    <a:pt x="151162" y="134588"/>
                    <a:pt x="162782" y="174879"/>
                  </a:cubicBezTo>
                  <a:cubicBezTo>
                    <a:pt x="177546" y="226219"/>
                    <a:pt x="201454" y="263747"/>
                    <a:pt x="183737" y="295751"/>
                  </a:cubicBezTo>
                  <a:cubicBezTo>
                    <a:pt x="176403" y="308991"/>
                    <a:pt x="158020" y="329184"/>
                    <a:pt x="159734" y="358235"/>
                  </a:cubicBezTo>
                  <a:cubicBezTo>
                    <a:pt x="160115" y="365093"/>
                    <a:pt x="161639" y="370713"/>
                    <a:pt x="162782" y="374428"/>
                  </a:cubicBezTo>
                  <a:cubicBezTo>
                    <a:pt x="183451" y="371856"/>
                    <a:pt x="199263" y="384238"/>
                    <a:pt x="200216" y="396716"/>
                  </a:cubicBezTo>
                  <a:cubicBezTo>
                    <a:pt x="201168" y="408146"/>
                    <a:pt x="189643" y="417100"/>
                    <a:pt x="188404" y="417957"/>
                  </a:cubicBezTo>
                  <a:cubicBezTo>
                    <a:pt x="173546" y="421386"/>
                    <a:pt x="151067" y="423862"/>
                    <a:pt x="126301" y="416624"/>
                  </a:cubicBezTo>
                  <a:cubicBezTo>
                    <a:pt x="114681" y="413194"/>
                    <a:pt x="98774" y="408527"/>
                    <a:pt x="87821" y="394716"/>
                  </a:cubicBezTo>
                  <a:cubicBezTo>
                    <a:pt x="75438" y="379095"/>
                    <a:pt x="75819" y="360140"/>
                    <a:pt x="75629" y="351187"/>
                  </a:cubicBezTo>
                  <a:cubicBezTo>
                    <a:pt x="75152" y="312801"/>
                    <a:pt x="56674" y="276701"/>
                    <a:pt x="48578" y="239077"/>
                  </a:cubicBezTo>
                  <a:cubicBezTo>
                    <a:pt x="40196" y="200215"/>
                    <a:pt x="25908" y="138398"/>
                    <a:pt x="0" y="37147"/>
                  </a:cubicBezTo>
                  <a:lnTo>
                    <a:pt x="125635"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4" name="Google Shape;1234;p41"/>
            <p:cNvSpPr/>
            <p:nvPr/>
          </p:nvSpPr>
          <p:spPr>
            <a:xfrm>
              <a:off x="3684691" y="4051037"/>
              <a:ext cx="469473" cy="745774"/>
            </a:xfrm>
            <a:custGeom>
              <a:avLst/>
              <a:gdLst/>
              <a:ahLst/>
              <a:cxnLst/>
              <a:rect l="l" t="t" r="r" b="b"/>
              <a:pathLst>
                <a:path w="338359" h="537495" extrusionOk="0">
                  <a:moveTo>
                    <a:pt x="338264" y="91821"/>
                  </a:moveTo>
                  <a:cubicBezTo>
                    <a:pt x="336264" y="169736"/>
                    <a:pt x="313023" y="219075"/>
                    <a:pt x="282924" y="251174"/>
                  </a:cubicBezTo>
                  <a:cubicBezTo>
                    <a:pt x="222250" y="315754"/>
                    <a:pt x="139287" y="304229"/>
                    <a:pt x="110045" y="364617"/>
                  </a:cubicBezTo>
                  <a:cubicBezTo>
                    <a:pt x="91091" y="403670"/>
                    <a:pt x="105283" y="450723"/>
                    <a:pt x="122904" y="487680"/>
                  </a:cubicBezTo>
                  <a:cubicBezTo>
                    <a:pt x="124047" y="488156"/>
                    <a:pt x="144145" y="497300"/>
                    <a:pt x="146526" y="517207"/>
                  </a:cubicBezTo>
                  <a:cubicBezTo>
                    <a:pt x="147574" y="526542"/>
                    <a:pt x="144335" y="533972"/>
                    <a:pt x="142431" y="537496"/>
                  </a:cubicBezTo>
                  <a:lnTo>
                    <a:pt x="41085" y="537496"/>
                  </a:lnTo>
                  <a:cubicBezTo>
                    <a:pt x="30512" y="447199"/>
                    <a:pt x="17558" y="386524"/>
                    <a:pt x="6033" y="344424"/>
                  </a:cubicBezTo>
                  <a:cubicBezTo>
                    <a:pt x="1841" y="328993"/>
                    <a:pt x="-5778" y="302895"/>
                    <a:pt x="7366" y="283655"/>
                  </a:cubicBezTo>
                  <a:cubicBezTo>
                    <a:pt x="23749" y="259747"/>
                    <a:pt x="55086" y="273367"/>
                    <a:pt x="80327" y="252603"/>
                  </a:cubicBezTo>
                  <a:cubicBezTo>
                    <a:pt x="110617" y="227647"/>
                    <a:pt x="94424" y="184213"/>
                    <a:pt x="107379" y="125635"/>
                  </a:cubicBezTo>
                  <a:cubicBezTo>
                    <a:pt x="114618" y="92678"/>
                    <a:pt x="132620" y="48196"/>
                    <a:pt x="180340" y="0"/>
                  </a:cubicBezTo>
                  <a:lnTo>
                    <a:pt x="338360" y="9182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5" name="Google Shape;1235;p41"/>
            <p:cNvSpPr/>
            <p:nvPr/>
          </p:nvSpPr>
          <p:spPr>
            <a:xfrm>
              <a:off x="3903431" y="4021089"/>
              <a:ext cx="469473" cy="745774"/>
            </a:xfrm>
            <a:custGeom>
              <a:avLst/>
              <a:gdLst/>
              <a:ahLst/>
              <a:cxnLst/>
              <a:rect l="l" t="t" r="r" b="b"/>
              <a:pathLst>
                <a:path w="338359" h="537495" extrusionOk="0">
                  <a:moveTo>
                    <a:pt x="338265" y="91821"/>
                  </a:moveTo>
                  <a:cubicBezTo>
                    <a:pt x="336264" y="169736"/>
                    <a:pt x="313023" y="219075"/>
                    <a:pt x="282924" y="251174"/>
                  </a:cubicBezTo>
                  <a:cubicBezTo>
                    <a:pt x="222250" y="315754"/>
                    <a:pt x="139287" y="304229"/>
                    <a:pt x="110045" y="364617"/>
                  </a:cubicBezTo>
                  <a:cubicBezTo>
                    <a:pt x="91091" y="403670"/>
                    <a:pt x="105283" y="450723"/>
                    <a:pt x="122904" y="487680"/>
                  </a:cubicBezTo>
                  <a:cubicBezTo>
                    <a:pt x="124047" y="488156"/>
                    <a:pt x="144145" y="497300"/>
                    <a:pt x="146526" y="517208"/>
                  </a:cubicBezTo>
                  <a:cubicBezTo>
                    <a:pt x="147574" y="526542"/>
                    <a:pt x="144336" y="533972"/>
                    <a:pt x="142431" y="537496"/>
                  </a:cubicBezTo>
                  <a:lnTo>
                    <a:pt x="41085" y="537496"/>
                  </a:lnTo>
                  <a:cubicBezTo>
                    <a:pt x="30512" y="447199"/>
                    <a:pt x="17558" y="386620"/>
                    <a:pt x="6033" y="344424"/>
                  </a:cubicBezTo>
                  <a:cubicBezTo>
                    <a:pt x="1841" y="328994"/>
                    <a:pt x="-5778" y="302895"/>
                    <a:pt x="7366" y="283655"/>
                  </a:cubicBezTo>
                  <a:cubicBezTo>
                    <a:pt x="23749" y="259747"/>
                    <a:pt x="55086" y="273367"/>
                    <a:pt x="80328" y="252603"/>
                  </a:cubicBezTo>
                  <a:cubicBezTo>
                    <a:pt x="110617" y="227648"/>
                    <a:pt x="94424" y="184214"/>
                    <a:pt x="107379" y="125635"/>
                  </a:cubicBezTo>
                  <a:cubicBezTo>
                    <a:pt x="114618" y="92678"/>
                    <a:pt x="132620" y="48196"/>
                    <a:pt x="180340" y="0"/>
                  </a:cubicBezTo>
                  <a:lnTo>
                    <a:pt x="338360" y="9182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6" name="Google Shape;1236;p41"/>
            <p:cNvSpPr/>
            <p:nvPr/>
          </p:nvSpPr>
          <p:spPr>
            <a:xfrm>
              <a:off x="3789105" y="3689517"/>
              <a:ext cx="355494" cy="359636"/>
            </a:xfrm>
            <a:custGeom>
              <a:avLst/>
              <a:gdLst/>
              <a:ahLst/>
              <a:cxnLst/>
              <a:rect l="l" t="t" r="r" b="b"/>
              <a:pathLst>
                <a:path w="256212" h="259197" extrusionOk="0">
                  <a:moveTo>
                    <a:pt x="12086" y="162996"/>
                  </a:moveTo>
                  <a:cubicBezTo>
                    <a:pt x="29898" y="207096"/>
                    <a:pt x="67141" y="231385"/>
                    <a:pt x="98002" y="244625"/>
                  </a:cubicBezTo>
                  <a:cubicBezTo>
                    <a:pt x="123624" y="255293"/>
                    <a:pt x="144960" y="258531"/>
                    <a:pt x="147913" y="259198"/>
                  </a:cubicBezTo>
                  <a:lnTo>
                    <a:pt x="169344" y="250816"/>
                  </a:lnTo>
                  <a:lnTo>
                    <a:pt x="256212" y="215859"/>
                  </a:lnTo>
                  <a:cubicBezTo>
                    <a:pt x="247164" y="216526"/>
                    <a:pt x="238019" y="216526"/>
                    <a:pt x="229352" y="216145"/>
                  </a:cubicBezTo>
                  <a:cubicBezTo>
                    <a:pt x="170011" y="214526"/>
                    <a:pt x="120481" y="192809"/>
                    <a:pt x="100383" y="153947"/>
                  </a:cubicBezTo>
                  <a:cubicBezTo>
                    <a:pt x="85143" y="124419"/>
                    <a:pt x="80952" y="74222"/>
                    <a:pt x="102288" y="59649"/>
                  </a:cubicBezTo>
                  <a:cubicBezTo>
                    <a:pt x="111051" y="54125"/>
                    <a:pt x="124958" y="53172"/>
                    <a:pt x="132768" y="59649"/>
                  </a:cubicBezTo>
                  <a:cubicBezTo>
                    <a:pt x="148294" y="72889"/>
                    <a:pt x="128863" y="109275"/>
                    <a:pt x="139912" y="115371"/>
                  </a:cubicBezTo>
                  <a:cubicBezTo>
                    <a:pt x="144484" y="118323"/>
                    <a:pt x="152866" y="114418"/>
                    <a:pt x="161343" y="107560"/>
                  </a:cubicBezTo>
                  <a:cubicBezTo>
                    <a:pt x="167153" y="102702"/>
                    <a:pt x="172678" y="96225"/>
                    <a:pt x="176583" y="89367"/>
                  </a:cubicBezTo>
                  <a:cubicBezTo>
                    <a:pt x="186585" y="71841"/>
                    <a:pt x="188299" y="47838"/>
                    <a:pt x="177250" y="29455"/>
                  </a:cubicBezTo>
                  <a:cubicBezTo>
                    <a:pt x="158486" y="-2644"/>
                    <a:pt x="113052" y="-358"/>
                    <a:pt x="101050" y="309"/>
                  </a:cubicBezTo>
                  <a:cubicBezTo>
                    <a:pt x="95240" y="594"/>
                    <a:pt x="47615" y="3833"/>
                    <a:pt x="18754" y="43457"/>
                  </a:cubicBezTo>
                  <a:cubicBezTo>
                    <a:pt x="-16584" y="92415"/>
                    <a:pt x="8086" y="152994"/>
                    <a:pt x="12277" y="16309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7" name="Google Shape;1237;p41"/>
            <p:cNvSpPr/>
            <p:nvPr/>
          </p:nvSpPr>
          <p:spPr>
            <a:xfrm>
              <a:off x="3870206" y="3531323"/>
              <a:ext cx="1171014" cy="722104"/>
            </a:xfrm>
            <a:custGeom>
              <a:avLst/>
              <a:gdLst/>
              <a:ahLst/>
              <a:cxnLst/>
              <a:rect l="l" t="t" r="r" b="b"/>
              <a:pathLst>
                <a:path w="843974" h="520435" extrusionOk="0">
                  <a:moveTo>
                    <a:pt x="21257" y="299590"/>
                  </a:moveTo>
                  <a:cubicBezTo>
                    <a:pt x="41640" y="328451"/>
                    <a:pt x="63357" y="318354"/>
                    <a:pt x="93551" y="345310"/>
                  </a:cubicBezTo>
                  <a:cubicBezTo>
                    <a:pt x="95171" y="346929"/>
                    <a:pt x="96790" y="348548"/>
                    <a:pt x="98409" y="350168"/>
                  </a:cubicBezTo>
                  <a:cubicBezTo>
                    <a:pt x="103934" y="355692"/>
                    <a:pt x="107839" y="360550"/>
                    <a:pt x="110696" y="365122"/>
                  </a:cubicBezTo>
                  <a:cubicBezTo>
                    <a:pt x="122984" y="383886"/>
                    <a:pt x="121364" y="397507"/>
                    <a:pt x="143462" y="422463"/>
                  </a:cubicBezTo>
                  <a:cubicBezTo>
                    <a:pt x="149654" y="429225"/>
                    <a:pt x="156131" y="435417"/>
                    <a:pt x="223853" y="475898"/>
                  </a:cubicBezTo>
                  <a:cubicBezTo>
                    <a:pt x="293862" y="517427"/>
                    <a:pt x="310436" y="524856"/>
                    <a:pt x="327200" y="518379"/>
                  </a:cubicBezTo>
                  <a:cubicBezTo>
                    <a:pt x="341487" y="512855"/>
                    <a:pt x="343392" y="502187"/>
                    <a:pt x="362156" y="496662"/>
                  </a:cubicBezTo>
                  <a:cubicBezTo>
                    <a:pt x="382921" y="491138"/>
                    <a:pt x="401018" y="497996"/>
                    <a:pt x="409496" y="500853"/>
                  </a:cubicBezTo>
                  <a:cubicBezTo>
                    <a:pt x="430546" y="507997"/>
                    <a:pt x="468170" y="516760"/>
                    <a:pt x="501507" y="516379"/>
                  </a:cubicBezTo>
                  <a:cubicBezTo>
                    <a:pt x="517414" y="516379"/>
                    <a:pt x="531987" y="514093"/>
                    <a:pt x="543322" y="508949"/>
                  </a:cubicBezTo>
                  <a:cubicBezTo>
                    <a:pt x="546560" y="507616"/>
                    <a:pt x="549513" y="505997"/>
                    <a:pt x="552085" y="504092"/>
                  </a:cubicBezTo>
                  <a:cubicBezTo>
                    <a:pt x="584851" y="480470"/>
                    <a:pt x="543989" y="436369"/>
                    <a:pt x="576374" y="366360"/>
                  </a:cubicBezTo>
                  <a:cubicBezTo>
                    <a:pt x="605901" y="302828"/>
                    <a:pt x="666766" y="280159"/>
                    <a:pt x="661908" y="225390"/>
                  </a:cubicBezTo>
                  <a:cubicBezTo>
                    <a:pt x="660956" y="212722"/>
                    <a:pt x="656384" y="200720"/>
                    <a:pt x="663527" y="194244"/>
                  </a:cubicBezTo>
                  <a:cubicBezTo>
                    <a:pt x="679434" y="179670"/>
                    <a:pt x="724773" y="224057"/>
                    <a:pt x="749729" y="209198"/>
                  </a:cubicBezTo>
                  <a:cubicBezTo>
                    <a:pt x="775637" y="193672"/>
                    <a:pt x="751824" y="131664"/>
                    <a:pt x="776970" y="117472"/>
                  </a:cubicBezTo>
                  <a:cubicBezTo>
                    <a:pt x="801545" y="103565"/>
                    <a:pt x="851265" y="123187"/>
                    <a:pt x="843074" y="112328"/>
                  </a:cubicBezTo>
                  <a:cubicBezTo>
                    <a:pt x="840311" y="111185"/>
                    <a:pt x="835454" y="109185"/>
                    <a:pt x="829453" y="106518"/>
                  </a:cubicBezTo>
                  <a:cubicBezTo>
                    <a:pt x="792877" y="90326"/>
                    <a:pt x="772398" y="80610"/>
                    <a:pt x="766588" y="61465"/>
                  </a:cubicBezTo>
                  <a:cubicBezTo>
                    <a:pt x="764683" y="54702"/>
                    <a:pt x="766302" y="52702"/>
                    <a:pt x="762683" y="34890"/>
                  </a:cubicBezTo>
                  <a:cubicBezTo>
                    <a:pt x="758492" y="14793"/>
                    <a:pt x="755920" y="3172"/>
                    <a:pt x="749062" y="505"/>
                  </a:cubicBezTo>
                  <a:cubicBezTo>
                    <a:pt x="745823" y="-828"/>
                    <a:pt x="737346" y="-1114"/>
                    <a:pt x="718582" y="20889"/>
                  </a:cubicBezTo>
                  <a:cubicBezTo>
                    <a:pt x="688769" y="56226"/>
                    <a:pt x="680006" y="93850"/>
                    <a:pt x="674862" y="110709"/>
                  </a:cubicBezTo>
                  <a:cubicBezTo>
                    <a:pt x="665147" y="141189"/>
                    <a:pt x="642096" y="181004"/>
                    <a:pt x="581517" y="220628"/>
                  </a:cubicBezTo>
                  <a:cubicBezTo>
                    <a:pt x="405495" y="252727"/>
                    <a:pt x="310531" y="281207"/>
                    <a:pt x="256143" y="301685"/>
                  </a:cubicBezTo>
                  <a:cubicBezTo>
                    <a:pt x="238331" y="308448"/>
                    <a:pt x="220520" y="315973"/>
                    <a:pt x="190325" y="325022"/>
                  </a:cubicBezTo>
                  <a:cubicBezTo>
                    <a:pt x="183563" y="326927"/>
                    <a:pt x="176705" y="328927"/>
                    <a:pt x="170513" y="330546"/>
                  </a:cubicBezTo>
                  <a:cubicBezTo>
                    <a:pt x="111173" y="328927"/>
                    <a:pt x="61643" y="307210"/>
                    <a:pt x="41545" y="268348"/>
                  </a:cubicBezTo>
                  <a:cubicBezTo>
                    <a:pt x="26305" y="238820"/>
                    <a:pt x="22114" y="188624"/>
                    <a:pt x="43450" y="174051"/>
                  </a:cubicBezTo>
                  <a:cubicBezTo>
                    <a:pt x="52213" y="168526"/>
                    <a:pt x="66119" y="167573"/>
                    <a:pt x="73930" y="174051"/>
                  </a:cubicBezTo>
                  <a:cubicBezTo>
                    <a:pt x="89456" y="187290"/>
                    <a:pt x="70025" y="223676"/>
                    <a:pt x="81074" y="229772"/>
                  </a:cubicBezTo>
                  <a:cubicBezTo>
                    <a:pt x="85646" y="232724"/>
                    <a:pt x="94028" y="228819"/>
                    <a:pt x="102505" y="221961"/>
                  </a:cubicBezTo>
                  <a:cubicBezTo>
                    <a:pt x="102791" y="217389"/>
                    <a:pt x="102791" y="212531"/>
                    <a:pt x="102219" y="206435"/>
                  </a:cubicBezTo>
                  <a:cubicBezTo>
                    <a:pt x="101267" y="195386"/>
                    <a:pt x="97647" y="160430"/>
                    <a:pt x="77930" y="151952"/>
                  </a:cubicBezTo>
                  <a:cubicBezTo>
                    <a:pt x="57547" y="142904"/>
                    <a:pt x="25733" y="165573"/>
                    <a:pt x="11160" y="190243"/>
                  </a:cubicBezTo>
                  <a:cubicBezTo>
                    <a:pt x="-9604" y="225581"/>
                    <a:pt x="1445" y="271301"/>
                    <a:pt x="21161" y="29978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8" name="Google Shape;1238;p41"/>
            <p:cNvSpPr/>
            <p:nvPr/>
          </p:nvSpPr>
          <p:spPr>
            <a:xfrm>
              <a:off x="5098856" y="3747167"/>
              <a:ext cx="56733" cy="81460"/>
            </a:xfrm>
            <a:custGeom>
              <a:avLst/>
              <a:gdLst/>
              <a:ahLst/>
              <a:cxnLst/>
              <a:rect l="l" t="t" r="r" b="b"/>
              <a:pathLst>
                <a:path w="40889" h="58710" extrusionOk="0">
                  <a:moveTo>
                    <a:pt x="216" y="8026"/>
                  </a:moveTo>
                  <a:cubicBezTo>
                    <a:pt x="-1594" y="13931"/>
                    <a:pt x="8217" y="17646"/>
                    <a:pt x="20314" y="35744"/>
                  </a:cubicBezTo>
                  <a:cubicBezTo>
                    <a:pt x="30029" y="50317"/>
                    <a:pt x="31172" y="59080"/>
                    <a:pt x="34601" y="58699"/>
                  </a:cubicBezTo>
                  <a:cubicBezTo>
                    <a:pt x="39269" y="58127"/>
                    <a:pt x="42412" y="41554"/>
                    <a:pt x="40126" y="27266"/>
                  </a:cubicBezTo>
                  <a:cubicBezTo>
                    <a:pt x="38792" y="18694"/>
                    <a:pt x="36983" y="7359"/>
                    <a:pt x="27458" y="2406"/>
                  </a:cubicBezTo>
                  <a:cubicBezTo>
                    <a:pt x="17171" y="-2928"/>
                    <a:pt x="2121" y="1358"/>
                    <a:pt x="121" y="793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9" name="Google Shape;1239;p41"/>
            <p:cNvSpPr/>
            <p:nvPr/>
          </p:nvSpPr>
          <p:spPr>
            <a:xfrm>
              <a:off x="4988995" y="3698650"/>
              <a:ext cx="22466" cy="54713"/>
            </a:xfrm>
            <a:custGeom>
              <a:avLst/>
              <a:gdLst/>
              <a:ahLst/>
              <a:cxnLst/>
              <a:rect l="l" t="t" r="r" b="b"/>
              <a:pathLst>
                <a:path w="16192" h="39433" extrusionOk="0">
                  <a:moveTo>
                    <a:pt x="0" y="19717"/>
                  </a:moveTo>
                  <a:cubicBezTo>
                    <a:pt x="0" y="30671"/>
                    <a:pt x="3619" y="39433"/>
                    <a:pt x="8096" y="39433"/>
                  </a:cubicBezTo>
                  <a:cubicBezTo>
                    <a:pt x="12573" y="39433"/>
                    <a:pt x="16192" y="30575"/>
                    <a:pt x="16192" y="19717"/>
                  </a:cubicBezTo>
                  <a:cubicBezTo>
                    <a:pt x="16192" y="8858"/>
                    <a:pt x="12573" y="0"/>
                    <a:pt x="8096" y="0"/>
                  </a:cubicBezTo>
                  <a:cubicBezTo>
                    <a:pt x="3619" y="0"/>
                    <a:pt x="0" y="8858"/>
                    <a:pt x="0"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0" name="Google Shape;1240;p41"/>
            <p:cNvSpPr/>
            <p:nvPr/>
          </p:nvSpPr>
          <p:spPr>
            <a:xfrm>
              <a:off x="4515810" y="4373432"/>
              <a:ext cx="110202" cy="128899"/>
            </a:xfrm>
            <a:custGeom>
              <a:avLst/>
              <a:gdLst/>
              <a:ahLst/>
              <a:cxnLst/>
              <a:rect l="l" t="t" r="r" b="b"/>
              <a:pathLst>
                <a:path w="79425" h="92900" extrusionOk="0">
                  <a:moveTo>
                    <a:pt x="77117" y="92901"/>
                  </a:moveTo>
                  <a:cubicBezTo>
                    <a:pt x="76165" y="92901"/>
                    <a:pt x="75307" y="92329"/>
                    <a:pt x="75022" y="91472"/>
                  </a:cubicBezTo>
                  <a:lnTo>
                    <a:pt x="47114" y="13653"/>
                  </a:lnTo>
                  <a:lnTo>
                    <a:pt x="1774" y="4414"/>
                  </a:lnTo>
                  <a:cubicBezTo>
                    <a:pt x="536" y="4128"/>
                    <a:pt x="-226" y="2985"/>
                    <a:pt x="60" y="1747"/>
                  </a:cubicBezTo>
                  <a:cubicBezTo>
                    <a:pt x="346" y="508"/>
                    <a:pt x="1489" y="-158"/>
                    <a:pt x="2727" y="32"/>
                  </a:cubicBezTo>
                  <a:lnTo>
                    <a:pt x="49304" y="9462"/>
                  </a:lnTo>
                  <a:cubicBezTo>
                    <a:pt x="50066" y="9652"/>
                    <a:pt x="50733" y="10129"/>
                    <a:pt x="50923" y="10891"/>
                  </a:cubicBezTo>
                  <a:lnTo>
                    <a:pt x="79308" y="89853"/>
                  </a:lnTo>
                  <a:cubicBezTo>
                    <a:pt x="79689" y="90996"/>
                    <a:pt x="79118" y="92329"/>
                    <a:pt x="77974" y="92710"/>
                  </a:cubicBezTo>
                  <a:cubicBezTo>
                    <a:pt x="77689" y="92710"/>
                    <a:pt x="77498" y="92806"/>
                    <a:pt x="77212" y="9280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1" name="Google Shape;1241;p41"/>
            <p:cNvSpPr/>
            <p:nvPr/>
          </p:nvSpPr>
          <p:spPr>
            <a:xfrm>
              <a:off x="4731832" y="4304130"/>
              <a:ext cx="23982" cy="54928"/>
            </a:xfrm>
            <a:custGeom>
              <a:avLst/>
              <a:gdLst/>
              <a:ahLst/>
              <a:cxnLst/>
              <a:rect l="l" t="t" r="r" b="b"/>
              <a:pathLst>
                <a:path w="17284" h="39588" extrusionOk="0">
                  <a:moveTo>
                    <a:pt x="15072" y="39589"/>
                  </a:moveTo>
                  <a:cubicBezTo>
                    <a:pt x="14119" y="39589"/>
                    <a:pt x="13262" y="39018"/>
                    <a:pt x="12976" y="38160"/>
                  </a:cubicBezTo>
                  <a:lnTo>
                    <a:pt x="118" y="3013"/>
                  </a:lnTo>
                  <a:cubicBezTo>
                    <a:pt x="-263" y="1870"/>
                    <a:pt x="308" y="537"/>
                    <a:pt x="1451" y="155"/>
                  </a:cubicBezTo>
                  <a:cubicBezTo>
                    <a:pt x="2594" y="-321"/>
                    <a:pt x="3928" y="346"/>
                    <a:pt x="4309" y="1489"/>
                  </a:cubicBezTo>
                  <a:lnTo>
                    <a:pt x="17167" y="36636"/>
                  </a:lnTo>
                  <a:cubicBezTo>
                    <a:pt x="17548" y="37779"/>
                    <a:pt x="16977" y="39113"/>
                    <a:pt x="15834" y="39494"/>
                  </a:cubicBezTo>
                  <a:cubicBezTo>
                    <a:pt x="15548" y="39589"/>
                    <a:pt x="15358" y="39589"/>
                    <a:pt x="15072" y="3958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2" name="Google Shape;1242;p41"/>
            <p:cNvSpPr/>
            <p:nvPr/>
          </p:nvSpPr>
          <p:spPr>
            <a:xfrm>
              <a:off x="3914869" y="4064054"/>
              <a:ext cx="310900" cy="416478"/>
            </a:xfrm>
            <a:custGeom>
              <a:avLst/>
              <a:gdLst/>
              <a:ahLst/>
              <a:cxnLst/>
              <a:rect l="l" t="t" r="r" b="b"/>
              <a:pathLst>
                <a:path w="224072" h="300164" extrusionOk="0">
                  <a:moveTo>
                    <a:pt x="2251" y="300070"/>
                  </a:moveTo>
                  <a:cubicBezTo>
                    <a:pt x="1203" y="300070"/>
                    <a:pt x="346" y="299403"/>
                    <a:pt x="60" y="298355"/>
                  </a:cubicBezTo>
                  <a:cubicBezTo>
                    <a:pt x="-225" y="297117"/>
                    <a:pt x="537" y="295974"/>
                    <a:pt x="1679" y="295688"/>
                  </a:cubicBezTo>
                  <a:cubicBezTo>
                    <a:pt x="41494" y="286258"/>
                    <a:pt x="78356" y="269685"/>
                    <a:pt x="111312" y="246444"/>
                  </a:cubicBezTo>
                  <a:cubicBezTo>
                    <a:pt x="134839" y="229870"/>
                    <a:pt x="174177" y="202057"/>
                    <a:pt x="198657" y="151099"/>
                  </a:cubicBezTo>
                  <a:cubicBezTo>
                    <a:pt x="227232" y="91567"/>
                    <a:pt x="220374" y="32512"/>
                    <a:pt x="213706" y="2699"/>
                  </a:cubicBezTo>
                  <a:cubicBezTo>
                    <a:pt x="213420" y="1461"/>
                    <a:pt x="214182" y="318"/>
                    <a:pt x="215421" y="32"/>
                  </a:cubicBezTo>
                  <a:cubicBezTo>
                    <a:pt x="216659" y="-158"/>
                    <a:pt x="217802" y="508"/>
                    <a:pt x="218088" y="1747"/>
                  </a:cubicBezTo>
                  <a:cubicBezTo>
                    <a:pt x="224850" y="32227"/>
                    <a:pt x="231899" y="92329"/>
                    <a:pt x="202752" y="153099"/>
                  </a:cubicBezTo>
                  <a:cubicBezTo>
                    <a:pt x="177701" y="205201"/>
                    <a:pt x="137792" y="233299"/>
                    <a:pt x="113884" y="250159"/>
                  </a:cubicBezTo>
                  <a:cubicBezTo>
                    <a:pt x="80451" y="273781"/>
                    <a:pt x="43018" y="290545"/>
                    <a:pt x="2727" y="300165"/>
                  </a:cubicBezTo>
                  <a:cubicBezTo>
                    <a:pt x="2537" y="300165"/>
                    <a:pt x="2346" y="300165"/>
                    <a:pt x="2251" y="30016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3" name="Google Shape;1243;p41"/>
            <p:cNvSpPr/>
            <p:nvPr/>
          </p:nvSpPr>
          <p:spPr>
            <a:xfrm>
              <a:off x="4194111" y="4271402"/>
              <a:ext cx="144328" cy="43967"/>
            </a:xfrm>
            <a:custGeom>
              <a:avLst/>
              <a:gdLst/>
              <a:ahLst/>
              <a:cxnLst/>
              <a:rect l="l" t="t" r="r" b="b"/>
              <a:pathLst>
                <a:path w="104020" h="31688" extrusionOk="0">
                  <a:moveTo>
                    <a:pt x="101731" y="31689"/>
                  </a:moveTo>
                  <a:cubicBezTo>
                    <a:pt x="101159" y="31689"/>
                    <a:pt x="1623" y="4352"/>
                    <a:pt x="1623" y="4352"/>
                  </a:cubicBezTo>
                  <a:cubicBezTo>
                    <a:pt x="480" y="4067"/>
                    <a:pt x="-282" y="2828"/>
                    <a:pt x="99" y="1590"/>
                  </a:cubicBezTo>
                  <a:cubicBezTo>
                    <a:pt x="385" y="447"/>
                    <a:pt x="1623" y="-220"/>
                    <a:pt x="2861" y="66"/>
                  </a:cubicBezTo>
                  <a:lnTo>
                    <a:pt x="102398" y="27308"/>
                  </a:lnTo>
                  <a:cubicBezTo>
                    <a:pt x="103541" y="27593"/>
                    <a:pt x="104303" y="28831"/>
                    <a:pt x="103922" y="30070"/>
                  </a:cubicBezTo>
                  <a:cubicBezTo>
                    <a:pt x="103636" y="31022"/>
                    <a:pt x="102779" y="31689"/>
                    <a:pt x="101731" y="3168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4" name="Google Shape;1244;p41"/>
            <p:cNvSpPr/>
            <p:nvPr/>
          </p:nvSpPr>
          <p:spPr>
            <a:xfrm>
              <a:off x="3795712" y="4529707"/>
              <a:ext cx="25721" cy="35526"/>
            </a:xfrm>
            <a:custGeom>
              <a:avLst/>
              <a:gdLst/>
              <a:ahLst/>
              <a:cxnLst/>
              <a:rect l="l" t="t" r="r" b="b"/>
              <a:pathLst>
                <a:path w="18538" h="25604" extrusionOk="0">
                  <a:moveTo>
                    <a:pt x="16365" y="25605"/>
                  </a:moveTo>
                  <a:cubicBezTo>
                    <a:pt x="15699" y="25605"/>
                    <a:pt x="14937" y="25224"/>
                    <a:pt x="14556" y="24652"/>
                  </a:cubicBezTo>
                  <a:lnTo>
                    <a:pt x="363" y="3411"/>
                  </a:lnTo>
                  <a:cubicBezTo>
                    <a:pt x="-303" y="2364"/>
                    <a:pt x="-18" y="1030"/>
                    <a:pt x="935" y="363"/>
                  </a:cubicBezTo>
                  <a:cubicBezTo>
                    <a:pt x="1983" y="-303"/>
                    <a:pt x="3316" y="-18"/>
                    <a:pt x="3983" y="935"/>
                  </a:cubicBezTo>
                  <a:lnTo>
                    <a:pt x="18175" y="22176"/>
                  </a:lnTo>
                  <a:cubicBezTo>
                    <a:pt x="18842" y="23223"/>
                    <a:pt x="18556" y="24557"/>
                    <a:pt x="17604" y="25224"/>
                  </a:cubicBezTo>
                  <a:cubicBezTo>
                    <a:pt x="17223" y="25509"/>
                    <a:pt x="16746" y="25605"/>
                    <a:pt x="16365" y="2560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5" name="Google Shape;1245;p41"/>
            <p:cNvSpPr/>
            <p:nvPr/>
          </p:nvSpPr>
          <p:spPr>
            <a:xfrm>
              <a:off x="3733844" y="4420080"/>
              <a:ext cx="58217" cy="33007"/>
            </a:xfrm>
            <a:custGeom>
              <a:avLst/>
              <a:gdLst/>
              <a:ahLst/>
              <a:cxnLst/>
              <a:rect l="l" t="t" r="r" b="b"/>
              <a:pathLst>
                <a:path w="41958" h="23789" extrusionOk="0">
                  <a:moveTo>
                    <a:pt x="39696" y="23789"/>
                  </a:moveTo>
                  <a:cubicBezTo>
                    <a:pt x="39696" y="23789"/>
                    <a:pt x="39029" y="23789"/>
                    <a:pt x="38648" y="23504"/>
                  </a:cubicBezTo>
                  <a:lnTo>
                    <a:pt x="1215" y="4263"/>
                  </a:lnTo>
                  <a:cubicBezTo>
                    <a:pt x="72" y="3692"/>
                    <a:pt x="-309" y="2358"/>
                    <a:pt x="263" y="1215"/>
                  </a:cubicBezTo>
                  <a:cubicBezTo>
                    <a:pt x="834" y="72"/>
                    <a:pt x="2168" y="-309"/>
                    <a:pt x="3311" y="263"/>
                  </a:cubicBezTo>
                  <a:lnTo>
                    <a:pt x="40744" y="19503"/>
                  </a:lnTo>
                  <a:cubicBezTo>
                    <a:pt x="41887" y="20075"/>
                    <a:pt x="42268" y="21408"/>
                    <a:pt x="41696" y="22551"/>
                  </a:cubicBezTo>
                  <a:cubicBezTo>
                    <a:pt x="41315" y="23313"/>
                    <a:pt x="40553" y="23789"/>
                    <a:pt x="39696" y="2378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6" name="Google Shape;1246;p41"/>
            <p:cNvSpPr/>
            <p:nvPr/>
          </p:nvSpPr>
          <p:spPr>
            <a:xfrm>
              <a:off x="4007556" y="4558960"/>
              <a:ext cx="21695" cy="28689"/>
            </a:xfrm>
            <a:custGeom>
              <a:avLst/>
              <a:gdLst/>
              <a:ahLst/>
              <a:cxnLst/>
              <a:rect l="l" t="t" r="r" b="b"/>
              <a:pathLst>
                <a:path w="15636" h="20677" extrusionOk="0">
                  <a:moveTo>
                    <a:pt x="13343" y="20677"/>
                  </a:moveTo>
                  <a:cubicBezTo>
                    <a:pt x="12676" y="20677"/>
                    <a:pt x="11914" y="20296"/>
                    <a:pt x="11533" y="19725"/>
                  </a:cubicBezTo>
                  <a:lnTo>
                    <a:pt x="389" y="3532"/>
                  </a:lnTo>
                  <a:cubicBezTo>
                    <a:pt x="-278" y="2484"/>
                    <a:pt x="-87" y="1151"/>
                    <a:pt x="960" y="389"/>
                  </a:cubicBezTo>
                  <a:cubicBezTo>
                    <a:pt x="2008" y="-278"/>
                    <a:pt x="3342" y="-87"/>
                    <a:pt x="4104" y="960"/>
                  </a:cubicBezTo>
                  <a:lnTo>
                    <a:pt x="15248" y="17153"/>
                  </a:lnTo>
                  <a:cubicBezTo>
                    <a:pt x="15915" y="18201"/>
                    <a:pt x="15724" y="19534"/>
                    <a:pt x="14676" y="20296"/>
                  </a:cubicBezTo>
                  <a:cubicBezTo>
                    <a:pt x="14295" y="20582"/>
                    <a:pt x="13819" y="20677"/>
                    <a:pt x="13438" y="2067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7" name="Google Shape;1247;p41"/>
            <p:cNvSpPr/>
            <p:nvPr/>
          </p:nvSpPr>
          <p:spPr>
            <a:xfrm>
              <a:off x="4936086" y="3833743"/>
              <a:ext cx="60492" cy="58419"/>
            </a:xfrm>
            <a:custGeom>
              <a:avLst/>
              <a:gdLst/>
              <a:ahLst/>
              <a:cxnLst/>
              <a:rect l="l" t="t" r="r" b="b"/>
              <a:pathLst>
                <a:path w="43598" h="42104" extrusionOk="0">
                  <a:moveTo>
                    <a:pt x="41342" y="42104"/>
                  </a:moveTo>
                  <a:cubicBezTo>
                    <a:pt x="34008" y="40390"/>
                    <a:pt x="24007" y="36485"/>
                    <a:pt x="14863" y="27626"/>
                  </a:cubicBezTo>
                  <a:cubicBezTo>
                    <a:pt x="6100" y="19054"/>
                    <a:pt x="2004" y="9434"/>
                    <a:pt x="99" y="2861"/>
                  </a:cubicBezTo>
                  <a:cubicBezTo>
                    <a:pt x="-282" y="1718"/>
                    <a:pt x="480" y="480"/>
                    <a:pt x="1623" y="99"/>
                  </a:cubicBezTo>
                  <a:cubicBezTo>
                    <a:pt x="2861" y="-282"/>
                    <a:pt x="4004" y="480"/>
                    <a:pt x="4385" y="1623"/>
                  </a:cubicBezTo>
                  <a:cubicBezTo>
                    <a:pt x="6100" y="7624"/>
                    <a:pt x="9910" y="16577"/>
                    <a:pt x="18006" y="24483"/>
                  </a:cubicBezTo>
                  <a:cubicBezTo>
                    <a:pt x="26388" y="32675"/>
                    <a:pt x="35627" y="36199"/>
                    <a:pt x="41914" y="37723"/>
                  </a:cubicBezTo>
                  <a:cubicBezTo>
                    <a:pt x="43152" y="38009"/>
                    <a:pt x="43819" y="39247"/>
                    <a:pt x="43533" y="40390"/>
                  </a:cubicBezTo>
                  <a:cubicBezTo>
                    <a:pt x="43247" y="41438"/>
                    <a:pt x="42390" y="42104"/>
                    <a:pt x="41342" y="4210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8" name="Google Shape;1248;p41"/>
            <p:cNvSpPr/>
            <p:nvPr/>
          </p:nvSpPr>
          <p:spPr>
            <a:xfrm>
              <a:off x="4975942" y="3695252"/>
              <a:ext cx="44560" cy="34328"/>
            </a:xfrm>
            <a:custGeom>
              <a:avLst/>
              <a:gdLst/>
              <a:ahLst/>
              <a:cxnLst/>
              <a:rect l="l" t="t" r="r" b="b"/>
              <a:pathLst>
                <a:path w="32115" h="24741" extrusionOk="0">
                  <a:moveTo>
                    <a:pt x="2185" y="24742"/>
                  </a:moveTo>
                  <a:cubicBezTo>
                    <a:pt x="1708" y="24742"/>
                    <a:pt x="1232" y="24551"/>
                    <a:pt x="851" y="24265"/>
                  </a:cubicBezTo>
                  <a:cubicBezTo>
                    <a:pt x="-101" y="23503"/>
                    <a:pt x="-292" y="22075"/>
                    <a:pt x="470" y="21122"/>
                  </a:cubicBezTo>
                  <a:cubicBezTo>
                    <a:pt x="2947" y="17979"/>
                    <a:pt x="5709" y="15026"/>
                    <a:pt x="8757" y="12359"/>
                  </a:cubicBezTo>
                  <a:cubicBezTo>
                    <a:pt x="14662" y="7120"/>
                    <a:pt x="21520" y="3025"/>
                    <a:pt x="29140" y="167"/>
                  </a:cubicBezTo>
                  <a:cubicBezTo>
                    <a:pt x="30283" y="-309"/>
                    <a:pt x="31617" y="262"/>
                    <a:pt x="31998" y="1501"/>
                  </a:cubicBezTo>
                  <a:cubicBezTo>
                    <a:pt x="32379" y="2644"/>
                    <a:pt x="31807" y="3977"/>
                    <a:pt x="30664" y="4358"/>
                  </a:cubicBezTo>
                  <a:cubicBezTo>
                    <a:pt x="23616" y="7025"/>
                    <a:pt x="17234" y="10835"/>
                    <a:pt x="11710" y="15693"/>
                  </a:cubicBezTo>
                  <a:cubicBezTo>
                    <a:pt x="8947" y="18169"/>
                    <a:pt x="6280" y="20932"/>
                    <a:pt x="3994" y="23884"/>
                  </a:cubicBezTo>
                  <a:cubicBezTo>
                    <a:pt x="3518" y="24456"/>
                    <a:pt x="2851" y="24742"/>
                    <a:pt x="2280" y="2474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9" name="Google Shape;1249;p41"/>
            <p:cNvSpPr/>
            <p:nvPr/>
          </p:nvSpPr>
          <p:spPr>
            <a:xfrm>
              <a:off x="4965117" y="3870556"/>
              <a:ext cx="70042" cy="117363"/>
            </a:xfrm>
            <a:custGeom>
              <a:avLst/>
              <a:gdLst/>
              <a:ahLst/>
              <a:cxnLst/>
              <a:rect l="l" t="t" r="r" b="b"/>
              <a:pathLst>
                <a:path w="50481" h="84586" extrusionOk="0">
                  <a:moveTo>
                    <a:pt x="856" y="42291"/>
                  </a:moveTo>
                  <a:cubicBezTo>
                    <a:pt x="3332" y="60769"/>
                    <a:pt x="12857" y="84963"/>
                    <a:pt x="22192" y="84582"/>
                  </a:cubicBezTo>
                  <a:cubicBezTo>
                    <a:pt x="30669" y="84296"/>
                    <a:pt x="36861" y="64198"/>
                    <a:pt x="43528" y="42291"/>
                  </a:cubicBezTo>
                  <a:cubicBezTo>
                    <a:pt x="47243" y="30289"/>
                    <a:pt x="49338" y="20288"/>
                    <a:pt x="50481" y="13621"/>
                  </a:cubicBezTo>
                  <a:cubicBezTo>
                    <a:pt x="35527" y="9049"/>
                    <a:pt x="20478" y="4477"/>
                    <a:pt x="5523" y="0"/>
                  </a:cubicBezTo>
                  <a:cubicBezTo>
                    <a:pt x="2380" y="8858"/>
                    <a:pt x="-1716" y="24003"/>
                    <a:pt x="761" y="4229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0" name="Google Shape;1250;p41"/>
            <p:cNvSpPr/>
            <p:nvPr/>
          </p:nvSpPr>
          <p:spPr>
            <a:xfrm>
              <a:off x="4668669" y="3807890"/>
              <a:ext cx="206167" cy="190044"/>
            </a:xfrm>
            <a:custGeom>
              <a:avLst/>
              <a:gdLst/>
              <a:ahLst/>
              <a:cxnLst/>
              <a:rect l="l" t="t" r="r" b="b"/>
              <a:pathLst>
                <a:path w="148589" h="136969" extrusionOk="0">
                  <a:moveTo>
                    <a:pt x="140875" y="136874"/>
                  </a:moveTo>
                  <a:lnTo>
                    <a:pt x="148590" y="105442"/>
                  </a:lnTo>
                  <a:cubicBezTo>
                    <a:pt x="126206" y="100013"/>
                    <a:pt x="105727" y="90297"/>
                    <a:pt x="87630" y="76771"/>
                  </a:cubicBezTo>
                  <a:cubicBezTo>
                    <a:pt x="54959" y="52388"/>
                    <a:pt x="38481" y="21526"/>
                    <a:pt x="30289" y="0"/>
                  </a:cubicBezTo>
                  <a:lnTo>
                    <a:pt x="0" y="11430"/>
                  </a:lnTo>
                  <a:cubicBezTo>
                    <a:pt x="9715" y="37052"/>
                    <a:pt x="29337" y="73723"/>
                    <a:pt x="68294" y="102775"/>
                  </a:cubicBezTo>
                  <a:cubicBezTo>
                    <a:pt x="89916" y="118872"/>
                    <a:pt x="114300" y="130397"/>
                    <a:pt x="140970" y="136969"/>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1" name="Google Shape;1251;p41"/>
            <p:cNvSpPr/>
            <p:nvPr/>
          </p:nvSpPr>
          <p:spPr>
            <a:xfrm>
              <a:off x="4927037" y="3599356"/>
              <a:ext cx="15364" cy="46999"/>
            </a:xfrm>
            <a:custGeom>
              <a:avLst/>
              <a:gdLst/>
              <a:ahLst/>
              <a:cxnLst/>
              <a:rect l="l" t="t" r="r" b="b"/>
              <a:pathLst>
                <a:path w="11073" h="33873" extrusionOk="0">
                  <a:moveTo>
                    <a:pt x="8823" y="33874"/>
                  </a:moveTo>
                  <a:cubicBezTo>
                    <a:pt x="7775" y="33874"/>
                    <a:pt x="6918" y="33207"/>
                    <a:pt x="6632" y="32159"/>
                  </a:cubicBezTo>
                  <a:lnTo>
                    <a:pt x="60" y="2727"/>
                  </a:lnTo>
                  <a:cubicBezTo>
                    <a:pt x="-226" y="1489"/>
                    <a:pt x="536" y="346"/>
                    <a:pt x="1774" y="60"/>
                  </a:cubicBezTo>
                  <a:cubicBezTo>
                    <a:pt x="3013" y="-226"/>
                    <a:pt x="4156" y="536"/>
                    <a:pt x="4441" y="1774"/>
                  </a:cubicBezTo>
                  <a:lnTo>
                    <a:pt x="11014" y="31207"/>
                  </a:lnTo>
                  <a:cubicBezTo>
                    <a:pt x="11299" y="32445"/>
                    <a:pt x="10537" y="33588"/>
                    <a:pt x="9299" y="33874"/>
                  </a:cubicBezTo>
                  <a:cubicBezTo>
                    <a:pt x="9109" y="33874"/>
                    <a:pt x="9014" y="33874"/>
                    <a:pt x="8823" y="338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2" name="Google Shape;1252;p41"/>
            <p:cNvSpPr/>
            <p:nvPr/>
          </p:nvSpPr>
          <p:spPr>
            <a:xfrm>
              <a:off x="3320608" y="3004828"/>
              <a:ext cx="1395348" cy="807493"/>
            </a:xfrm>
            <a:custGeom>
              <a:avLst/>
              <a:gdLst/>
              <a:ahLst/>
              <a:cxnLst/>
              <a:rect l="l" t="t" r="r" b="b"/>
              <a:pathLst>
                <a:path w="1005656" h="581977" extrusionOk="0">
                  <a:moveTo>
                    <a:pt x="1003459" y="581978"/>
                  </a:moveTo>
                  <a:cubicBezTo>
                    <a:pt x="645509" y="560451"/>
                    <a:pt x="414147" y="465773"/>
                    <a:pt x="315563" y="300514"/>
                  </a:cubicBezTo>
                  <a:cubicBezTo>
                    <a:pt x="306991" y="286131"/>
                    <a:pt x="298609" y="267271"/>
                    <a:pt x="288893" y="245459"/>
                  </a:cubicBezTo>
                  <a:cubicBezTo>
                    <a:pt x="256985" y="173641"/>
                    <a:pt x="213265" y="75343"/>
                    <a:pt x="113633" y="29623"/>
                  </a:cubicBezTo>
                  <a:cubicBezTo>
                    <a:pt x="79724" y="14097"/>
                    <a:pt x="42196" y="5620"/>
                    <a:pt x="2191" y="4477"/>
                  </a:cubicBezTo>
                  <a:cubicBezTo>
                    <a:pt x="952" y="4477"/>
                    <a:pt x="0" y="3429"/>
                    <a:pt x="0" y="2191"/>
                  </a:cubicBezTo>
                  <a:cubicBezTo>
                    <a:pt x="0" y="953"/>
                    <a:pt x="1048" y="0"/>
                    <a:pt x="2191" y="0"/>
                  </a:cubicBezTo>
                  <a:cubicBezTo>
                    <a:pt x="42958" y="1143"/>
                    <a:pt x="80963" y="9716"/>
                    <a:pt x="115443" y="25527"/>
                  </a:cubicBezTo>
                  <a:cubicBezTo>
                    <a:pt x="216599" y="72009"/>
                    <a:pt x="260699" y="171164"/>
                    <a:pt x="292989" y="243650"/>
                  </a:cubicBezTo>
                  <a:cubicBezTo>
                    <a:pt x="302609" y="265367"/>
                    <a:pt x="310896" y="284036"/>
                    <a:pt x="319373" y="298228"/>
                  </a:cubicBezTo>
                  <a:cubicBezTo>
                    <a:pt x="417100" y="462153"/>
                    <a:pt x="647319" y="556070"/>
                    <a:pt x="1003554" y="577501"/>
                  </a:cubicBezTo>
                  <a:cubicBezTo>
                    <a:pt x="1004792" y="577501"/>
                    <a:pt x="1005745" y="578644"/>
                    <a:pt x="1005650" y="579882"/>
                  </a:cubicBezTo>
                  <a:cubicBezTo>
                    <a:pt x="1005650" y="581025"/>
                    <a:pt x="1004602" y="581978"/>
                    <a:pt x="1003459" y="58197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3" name="Google Shape;1253;p41"/>
            <p:cNvSpPr/>
            <p:nvPr/>
          </p:nvSpPr>
          <p:spPr>
            <a:xfrm>
              <a:off x="3303852" y="2943281"/>
              <a:ext cx="221274" cy="144404"/>
            </a:xfrm>
            <a:custGeom>
              <a:avLst/>
              <a:gdLst/>
              <a:ahLst/>
              <a:cxnLst/>
              <a:rect l="l" t="t" r="r" b="b"/>
              <a:pathLst>
                <a:path w="159477" h="104075" extrusionOk="0">
                  <a:moveTo>
                    <a:pt x="20480" y="88916"/>
                  </a:moveTo>
                  <a:cubicBezTo>
                    <a:pt x="34577" y="82534"/>
                    <a:pt x="46388" y="81772"/>
                    <a:pt x="53436" y="81963"/>
                  </a:cubicBezTo>
                  <a:cubicBezTo>
                    <a:pt x="67343" y="82344"/>
                    <a:pt x="91250" y="87011"/>
                    <a:pt x="103252" y="99203"/>
                  </a:cubicBezTo>
                  <a:cubicBezTo>
                    <a:pt x="104395" y="100346"/>
                    <a:pt x="106681" y="102918"/>
                    <a:pt x="110491" y="103775"/>
                  </a:cubicBezTo>
                  <a:cubicBezTo>
                    <a:pt x="117539" y="105395"/>
                    <a:pt x="124683" y="100156"/>
                    <a:pt x="129541" y="95584"/>
                  </a:cubicBezTo>
                  <a:cubicBezTo>
                    <a:pt x="132398" y="93774"/>
                    <a:pt x="160497" y="75105"/>
                    <a:pt x="159449" y="50816"/>
                  </a:cubicBezTo>
                  <a:cubicBezTo>
                    <a:pt x="158402" y="24337"/>
                    <a:pt x="123254" y="-4619"/>
                    <a:pt x="74105" y="620"/>
                  </a:cubicBezTo>
                  <a:cubicBezTo>
                    <a:pt x="56294" y="7954"/>
                    <a:pt x="38387" y="15193"/>
                    <a:pt x="20575" y="22527"/>
                  </a:cubicBezTo>
                  <a:cubicBezTo>
                    <a:pt x="7907" y="28813"/>
                    <a:pt x="-94" y="41767"/>
                    <a:pt x="1" y="55769"/>
                  </a:cubicBezTo>
                  <a:cubicBezTo>
                    <a:pt x="1" y="69771"/>
                    <a:pt x="8002" y="82630"/>
                    <a:pt x="20575" y="88916"/>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7"/>
        <p:cNvGrpSpPr/>
        <p:nvPr/>
      </p:nvGrpSpPr>
      <p:grpSpPr>
        <a:xfrm>
          <a:off x="0" y="0"/>
          <a:ext cx="0" cy="0"/>
          <a:chOff x="0" y="0"/>
          <a:chExt cx="0" cy="0"/>
        </a:xfrm>
      </p:grpSpPr>
      <p:sp>
        <p:nvSpPr>
          <p:cNvPr id="1438" name="Google Shape;1438;p45"/>
          <p:cNvSpPr/>
          <p:nvPr/>
        </p:nvSpPr>
        <p:spPr>
          <a:xfrm>
            <a:off x="6718275" y="1883788"/>
            <a:ext cx="487200" cy="48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icksand Medium"/>
              <a:ea typeface="Quicksand Medium"/>
              <a:cs typeface="Quicksand Medium"/>
              <a:sym typeface="Quicksand Medium"/>
            </a:endParaRPr>
          </a:p>
        </p:txBody>
      </p:sp>
      <p:sp>
        <p:nvSpPr>
          <p:cNvPr id="1439" name="Google Shape;1439;p45"/>
          <p:cNvSpPr/>
          <p:nvPr/>
        </p:nvSpPr>
        <p:spPr>
          <a:xfrm>
            <a:off x="4328525" y="1883788"/>
            <a:ext cx="487200" cy="48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icksand Medium"/>
              <a:ea typeface="Quicksand Medium"/>
              <a:cs typeface="Quicksand Medium"/>
              <a:sym typeface="Quicksand Medium"/>
            </a:endParaRPr>
          </a:p>
        </p:txBody>
      </p:sp>
      <p:sp>
        <p:nvSpPr>
          <p:cNvPr id="1440" name="Google Shape;1440;p45"/>
          <p:cNvSpPr/>
          <p:nvPr/>
        </p:nvSpPr>
        <p:spPr>
          <a:xfrm>
            <a:off x="1938775" y="1883788"/>
            <a:ext cx="487200" cy="48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icksand Medium"/>
              <a:ea typeface="Quicksand Medium"/>
              <a:cs typeface="Quicksand Medium"/>
              <a:sym typeface="Quicksand Medium"/>
            </a:endParaRPr>
          </a:p>
        </p:txBody>
      </p:sp>
      <p:sp>
        <p:nvSpPr>
          <p:cNvPr id="1441" name="Google Shape;1441;p4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THE STAKES – WHY THIS MATTERS?</a:t>
            </a:r>
            <a:endParaRPr dirty="0"/>
          </a:p>
        </p:txBody>
      </p:sp>
      <p:sp>
        <p:nvSpPr>
          <p:cNvPr id="1442" name="Google Shape;1442;p45"/>
          <p:cNvSpPr txBox="1">
            <a:spLocks noGrp="1"/>
          </p:cNvSpPr>
          <p:nvPr>
            <p:ph type="subTitle" idx="1"/>
          </p:nvPr>
        </p:nvSpPr>
        <p:spPr>
          <a:xfrm>
            <a:off x="1161500" y="2866650"/>
            <a:ext cx="2041500" cy="1073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$21 Billion Market</a:t>
            </a:r>
            <a:endParaRPr dirty="0"/>
          </a:p>
        </p:txBody>
      </p:sp>
      <p:sp>
        <p:nvSpPr>
          <p:cNvPr id="1443" name="Google Shape;1443;p45"/>
          <p:cNvSpPr txBox="1">
            <a:spLocks noGrp="1"/>
          </p:cNvSpPr>
          <p:nvPr>
            <p:ph type="subTitle" idx="2"/>
          </p:nvPr>
        </p:nvSpPr>
        <p:spPr>
          <a:xfrm>
            <a:off x="3551308" y="2866650"/>
            <a:ext cx="2041500" cy="1073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12% Annually</a:t>
            </a:r>
            <a:endParaRPr dirty="0"/>
          </a:p>
        </p:txBody>
      </p:sp>
      <p:sp>
        <p:nvSpPr>
          <p:cNvPr id="1444" name="Google Shape;1444;p45"/>
          <p:cNvSpPr txBox="1">
            <a:spLocks noGrp="1"/>
          </p:cNvSpPr>
          <p:nvPr>
            <p:ph type="subTitle" idx="3"/>
          </p:nvPr>
        </p:nvSpPr>
        <p:spPr>
          <a:xfrm>
            <a:off x="5941116" y="2866650"/>
            <a:ext cx="2041500" cy="1073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60+ Carriers, No common structure </a:t>
            </a:r>
            <a:endParaRPr dirty="0"/>
          </a:p>
        </p:txBody>
      </p:sp>
      <p:sp>
        <p:nvSpPr>
          <p:cNvPr id="1445" name="Google Shape;1445;p45"/>
          <p:cNvSpPr txBox="1">
            <a:spLocks noGrp="1"/>
          </p:cNvSpPr>
          <p:nvPr>
            <p:ph type="subTitle" idx="4"/>
          </p:nvPr>
        </p:nvSpPr>
        <p:spPr>
          <a:xfrm>
            <a:off x="1161500" y="2412075"/>
            <a:ext cx="20415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Pet Insurance </a:t>
            </a:r>
            <a:endParaRPr dirty="0"/>
          </a:p>
        </p:txBody>
      </p:sp>
      <p:sp>
        <p:nvSpPr>
          <p:cNvPr id="1446" name="Google Shape;1446;p45"/>
          <p:cNvSpPr txBox="1">
            <a:spLocks noGrp="1"/>
          </p:cNvSpPr>
          <p:nvPr>
            <p:ph type="subTitle" idx="5"/>
          </p:nvPr>
        </p:nvSpPr>
        <p:spPr>
          <a:xfrm>
            <a:off x="3551311" y="2412075"/>
            <a:ext cx="20415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Growing  </a:t>
            </a:r>
            <a:endParaRPr dirty="0"/>
          </a:p>
        </p:txBody>
      </p:sp>
      <p:sp>
        <p:nvSpPr>
          <p:cNvPr id="1447" name="Google Shape;1447;p45"/>
          <p:cNvSpPr txBox="1">
            <a:spLocks noGrp="1"/>
          </p:cNvSpPr>
          <p:nvPr>
            <p:ph type="subTitle" idx="6"/>
          </p:nvPr>
        </p:nvSpPr>
        <p:spPr>
          <a:xfrm>
            <a:off x="5941122" y="2412075"/>
            <a:ext cx="20415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Carriers </a:t>
            </a:r>
            <a:endParaRPr dirty="0"/>
          </a:p>
        </p:txBody>
      </p:sp>
      <p:grpSp>
        <p:nvGrpSpPr>
          <p:cNvPr id="1448" name="Google Shape;1448;p45"/>
          <p:cNvGrpSpPr/>
          <p:nvPr/>
        </p:nvGrpSpPr>
        <p:grpSpPr>
          <a:xfrm>
            <a:off x="4432819" y="2006927"/>
            <a:ext cx="278623" cy="240633"/>
            <a:chOff x="5903879" y="3402221"/>
            <a:chExt cx="360584" cy="311419"/>
          </a:xfrm>
        </p:grpSpPr>
        <p:sp>
          <p:nvSpPr>
            <p:cNvPr id="1449" name="Google Shape;1449;p45"/>
            <p:cNvSpPr/>
            <p:nvPr/>
          </p:nvSpPr>
          <p:spPr>
            <a:xfrm>
              <a:off x="6051597" y="3402221"/>
              <a:ext cx="107406" cy="66103"/>
            </a:xfrm>
            <a:custGeom>
              <a:avLst/>
              <a:gdLst/>
              <a:ahLst/>
              <a:cxnLst/>
              <a:rect l="l" t="t" r="r" b="b"/>
              <a:pathLst>
                <a:path w="107406" h="66103" extrusionOk="0">
                  <a:moveTo>
                    <a:pt x="16854" y="60319"/>
                  </a:moveTo>
                  <a:cubicBezTo>
                    <a:pt x="37120" y="50706"/>
                    <a:pt x="57511" y="45837"/>
                    <a:pt x="77527" y="45837"/>
                  </a:cubicBezTo>
                  <a:cubicBezTo>
                    <a:pt x="87390" y="45837"/>
                    <a:pt x="97419" y="47044"/>
                    <a:pt x="107406" y="49374"/>
                  </a:cubicBezTo>
                  <a:cubicBezTo>
                    <a:pt x="104285" y="39096"/>
                    <a:pt x="99208" y="29025"/>
                    <a:pt x="91052" y="20869"/>
                  </a:cubicBezTo>
                  <a:cubicBezTo>
                    <a:pt x="63129" y="-7054"/>
                    <a:pt x="12152" y="977"/>
                    <a:pt x="10029" y="1352"/>
                  </a:cubicBezTo>
                  <a:cubicBezTo>
                    <a:pt x="5576" y="2101"/>
                    <a:pt x="2039" y="5596"/>
                    <a:pt x="1332" y="10049"/>
                  </a:cubicBezTo>
                  <a:cubicBezTo>
                    <a:pt x="1082" y="11630"/>
                    <a:pt x="-3412" y="40095"/>
                    <a:pt x="5660" y="66103"/>
                  </a:cubicBezTo>
                  <a:cubicBezTo>
                    <a:pt x="9405" y="64023"/>
                    <a:pt x="13109" y="62067"/>
                    <a:pt x="16854" y="6031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0" name="Google Shape;1450;p45"/>
            <p:cNvSpPr/>
            <p:nvPr/>
          </p:nvSpPr>
          <p:spPr>
            <a:xfrm>
              <a:off x="6051566" y="3647557"/>
              <a:ext cx="107479" cy="66083"/>
            </a:xfrm>
            <a:custGeom>
              <a:avLst/>
              <a:gdLst/>
              <a:ahLst/>
              <a:cxnLst/>
              <a:rect l="l" t="t" r="r" b="b"/>
              <a:pathLst>
                <a:path w="107479" h="66083" extrusionOk="0">
                  <a:moveTo>
                    <a:pt x="16885" y="5784"/>
                  </a:moveTo>
                  <a:cubicBezTo>
                    <a:pt x="13140" y="3995"/>
                    <a:pt x="9395" y="2081"/>
                    <a:pt x="5691" y="0"/>
                  </a:cubicBezTo>
                  <a:cubicBezTo>
                    <a:pt x="-3423" y="26009"/>
                    <a:pt x="1072" y="54431"/>
                    <a:pt x="1363" y="56054"/>
                  </a:cubicBezTo>
                  <a:cubicBezTo>
                    <a:pt x="2112" y="60507"/>
                    <a:pt x="5608" y="64044"/>
                    <a:pt x="10060" y="64751"/>
                  </a:cubicBezTo>
                  <a:cubicBezTo>
                    <a:pt x="10851" y="64876"/>
                    <a:pt x="18508" y="66083"/>
                    <a:pt x="29203" y="66083"/>
                  </a:cubicBezTo>
                  <a:cubicBezTo>
                    <a:pt x="47097" y="66083"/>
                    <a:pt x="73605" y="62712"/>
                    <a:pt x="91125" y="45193"/>
                  </a:cubicBezTo>
                  <a:cubicBezTo>
                    <a:pt x="99281" y="37036"/>
                    <a:pt x="104358" y="26966"/>
                    <a:pt x="107479" y="16687"/>
                  </a:cubicBezTo>
                  <a:cubicBezTo>
                    <a:pt x="97450" y="19059"/>
                    <a:pt x="87463" y="20266"/>
                    <a:pt x="77600" y="20266"/>
                  </a:cubicBezTo>
                  <a:cubicBezTo>
                    <a:pt x="57625" y="20266"/>
                    <a:pt x="37193" y="15397"/>
                    <a:pt x="16927" y="578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1" name="Google Shape;1451;p45"/>
            <p:cNvSpPr/>
            <p:nvPr/>
          </p:nvSpPr>
          <p:spPr>
            <a:xfrm>
              <a:off x="5993285" y="3469781"/>
              <a:ext cx="271178" cy="176901"/>
            </a:xfrm>
            <a:custGeom>
              <a:avLst/>
              <a:gdLst/>
              <a:ahLst/>
              <a:cxnLst/>
              <a:rect l="l" t="t" r="r" b="b"/>
              <a:pathLst>
                <a:path w="271178" h="176901" extrusionOk="0">
                  <a:moveTo>
                    <a:pt x="269212" y="82021"/>
                  </a:moveTo>
                  <a:cubicBezTo>
                    <a:pt x="266923" y="78817"/>
                    <a:pt x="214656" y="6949"/>
                    <a:pt x="146159" y="0"/>
                  </a:cubicBezTo>
                  <a:lnTo>
                    <a:pt x="146159" y="87889"/>
                  </a:lnTo>
                  <a:cubicBezTo>
                    <a:pt x="146159" y="93299"/>
                    <a:pt x="142206" y="98084"/>
                    <a:pt x="136796" y="98667"/>
                  </a:cubicBezTo>
                  <a:cubicBezTo>
                    <a:pt x="130429" y="99374"/>
                    <a:pt x="125019" y="94381"/>
                    <a:pt x="125019" y="88180"/>
                  </a:cubicBezTo>
                  <a:lnTo>
                    <a:pt x="125019" y="0"/>
                  </a:lnTo>
                  <a:cubicBezTo>
                    <a:pt x="56523" y="6949"/>
                    <a:pt x="4255" y="78817"/>
                    <a:pt x="1966" y="82021"/>
                  </a:cubicBezTo>
                  <a:cubicBezTo>
                    <a:pt x="-655" y="85684"/>
                    <a:pt x="-655" y="90636"/>
                    <a:pt x="1966" y="94339"/>
                  </a:cubicBezTo>
                  <a:cubicBezTo>
                    <a:pt x="4380" y="97710"/>
                    <a:pt x="61974" y="176901"/>
                    <a:pt x="135589" y="176901"/>
                  </a:cubicBezTo>
                  <a:cubicBezTo>
                    <a:pt x="209205" y="176901"/>
                    <a:pt x="266798" y="97710"/>
                    <a:pt x="269212" y="94339"/>
                  </a:cubicBezTo>
                  <a:cubicBezTo>
                    <a:pt x="271834" y="90636"/>
                    <a:pt x="271834" y="85725"/>
                    <a:pt x="269212" y="82021"/>
                  </a:cubicBezTo>
                  <a:close/>
                  <a:moveTo>
                    <a:pt x="200382" y="84352"/>
                  </a:moveTo>
                  <a:cubicBezTo>
                    <a:pt x="198426" y="86308"/>
                    <a:pt x="195680" y="87431"/>
                    <a:pt x="192892" y="87431"/>
                  </a:cubicBezTo>
                  <a:cubicBezTo>
                    <a:pt x="190104" y="87431"/>
                    <a:pt x="187399" y="86308"/>
                    <a:pt x="185401" y="84352"/>
                  </a:cubicBezTo>
                  <a:cubicBezTo>
                    <a:pt x="183445" y="82396"/>
                    <a:pt x="182322" y="79649"/>
                    <a:pt x="182322" y="76861"/>
                  </a:cubicBezTo>
                  <a:cubicBezTo>
                    <a:pt x="182322" y="74073"/>
                    <a:pt x="183445" y="71368"/>
                    <a:pt x="185401" y="69371"/>
                  </a:cubicBezTo>
                  <a:cubicBezTo>
                    <a:pt x="187357" y="67415"/>
                    <a:pt x="190104" y="66291"/>
                    <a:pt x="192892" y="66291"/>
                  </a:cubicBezTo>
                  <a:cubicBezTo>
                    <a:pt x="195680" y="66291"/>
                    <a:pt x="198385" y="67415"/>
                    <a:pt x="200382" y="69371"/>
                  </a:cubicBezTo>
                  <a:cubicBezTo>
                    <a:pt x="202338" y="71327"/>
                    <a:pt x="203462" y="74073"/>
                    <a:pt x="203462" y="76861"/>
                  </a:cubicBezTo>
                  <a:cubicBezTo>
                    <a:pt x="203462" y="79649"/>
                    <a:pt x="202338" y="82354"/>
                    <a:pt x="200382" y="8435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2" name="Google Shape;1452;p45"/>
            <p:cNvSpPr/>
            <p:nvPr/>
          </p:nvSpPr>
          <p:spPr>
            <a:xfrm>
              <a:off x="5903909" y="3457796"/>
              <a:ext cx="106241" cy="89636"/>
            </a:xfrm>
            <a:custGeom>
              <a:avLst/>
              <a:gdLst/>
              <a:ahLst/>
              <a:cxnLst/>
              <a:rect l="l" t="t" r="r" b="b"/>
              <a:pathLst>
                <a:path w="106241" h="89636" extrusionOk="0">
                  <a:moveTo>
                    <a:pt x="70245" y="89637"/>
                  </a:moveTo>
                  <a:cubicBezTo>
                    <a:pt x="71244" y="86890"/>
                    <a:pt x="72575" y="84227"/>
                    <a:pt x="74365" y="81730"/>
                  </a:cubicBezTo>
                  <a:cubicBezTo>
                    <a:pt x="75821" y="79691"/>
                    <a:pt x="87431" y="63794"/>
                    <a:pt x="106241" y="45900"/>
                  </a:cubicBezTo>
                  <a:cubicBezTo>
                    <a:pt x="103078" y="36829"/>
                    <a:pt x="98251" y="28090"/>
                    <a:pt x="91052" y="20890"/>
                  </a:cubicBezTo>
                  <a:cubicBezTo>
                    <a:pt x="73782" y="3620"/>
                    <a:pt x="47940" y="0"/>
                    <a:pt x="29297" y="0"/>
                  </a:cubicBezTo>
                  <a:cubicBezTo>
                    <a:pt x="18269" y="0"/>
                    <a:pt x="10362" y="1290"/>
                    <a:pt x="10029" y="1332"/>
                  </a:cubicBezTo>
                  <a:cubicBezTo>
                    <a:pt x="5577" y="2081"/>
                    <a:pt x="2081" y="5576"/>
                    <a:pt x="1332" y="10029"/>
                  </a:cubicBezTo>
                  <a:cubicBezTo>
                    <a:pt x="999" y="12151"/>
                    <a:pt x="-6783" y="61381"/>
                    <a:pt x="19434" y="89595"/>
                  </a:cubicBezTo>
                  <a:lnTo>
                    <a:pt x="70245" y="895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3" name="Google Shape;1453;p45"/>
            <p:cNvSpPr/>
            <p:nvPr/>
          </p:nvSpPr>
          <p:spPr>
            <a:xfrm>
              <a:off x="5903879" y="3568573"/>
              <a:ext cx="106312" cy="89595"/>
            </a:xfrm>
            <a:custGeom>
              <a:avLst/>
              <a:gdLst/>
              <a:ahLst/>
              <a:cxnLst/>
              <a:rect l="l" t="t" r="r" b="b"/>
              <a:pathLst>
                <a:path w="106312" h="89595" extrusionOk="0">
                  <a:moveTo>
                    <a:pt x="74394" y="7907"/>
                  </a:moveTo>
                  <a:cubicBezTo>
                    <a:pt x="72605" y="5451"/>
                    <a:pt x="71273" y="2788"/>
                    <a:pt x="70274" y="0"/>
                  </a:cubicBezTo>
                  <a:lnTo>
                    <a:pt x="19464" y="0"/>
                  </a:lnTo>
                  <a:cubicBezTo>
                    <a:pt x="-6795" y="28214"/>
                    <a:pt x="987" y="77444"/>
                    <a:pt x="1361" y="79566"/>
                  </a:cubicBezTo>
                  <a:cubicBezTo>
                    <a:pt x="2111" y="84019"/>
                    <a:pt x="5606" y="87515"/>
                    <a:pt x="10059" y="88264"/>
                  </a:cubicBezTo>
                  <a:cubicBezTo>
                    <a:pt x="10392" y="88305"/>
                    <a:pt x="18298" y="89595"/>
                    <a:pt x="29326" y="89595"/>
                  </a:cubicBezTo>
                  <a:cubicBezTo>
                    <a:pt x="47969" y="89595"/>
                    <a:pt x="73853" y="85975"/>
                    <a:pt x="91081" y="68705"/>
                  </a:cubicBezTo>
                  <a:cubicBezTo>
                    <a:pt x="97740" y="62047"/>
                    <a:pt x="102817" y="53682"/>
                    <a:pt x="106312" y="43736"/>
                  </a:cubicBezTo>
                  <a:cubicBezTo>
                    <a:pt x="87461" y="25842"/>
                    <a:pt x="75851" y="9946"/>
                    <a:pt x="74394" y="786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454" name="Google Shape;1454;p45"/>
          <p:cNvGrpSpPr/>
          <p:nvPr/>
        </p:nvGrpSpPr>
        <p:grpSpPr>
          <a:xfrm>
            <a:off x="6822709" y="1987841"/>
            <a:ext cx="278333" cy="278805"/>
            <a:chOff x="6475688" y="3377523"/>
            <a:chExt cx="360209" cy="360819"/>
          </a:xfrm>
        </p:grpSpPr>
        <p:sp>
          <p:nvSpPr>
            <p:cNvPr id="1455" name="Google Shape;1455;p45"/>
            <p:cNvSpPr/>
            <p:nvPr/>
          </p:nvSpPr>
          <p:spPr>
            <a:xfrm>
              <a:off x="6527038" y="3459461"/>
              <a:ext cx="122137" cy="142528"/>
            </a:xfrm>
            <a:custGeom>
              <a:avLst/>
              <a:gdLst/>
              <a:ahLst/>
              <a:cxnLst/>
              <a:rect l="l" t="t" r="r" b="b"/>
              <a:pathLst>
                <a:path w="122137" h="142528" extrusionOk="0">
                  <a:moveTo>
                    <a:pt x="122137" y="68206"/>
                  </a:moveTo>
                  <a:cubicBezTo>
                    <a:pt x="122137" y="37744"/>
                    <a:pt x="103702" y="11486"/>
                    <a:pt x="77402" y="0"/>
                  </a:cubicBezTo>
                  <a:lnTo>
                    <a:pt x="0" y="125092"/>
                  </a:lnTo>
                  <a:cubicBezTo>
                    <a:pt x="12942" y="135953"/>
                    <a:pt x="29588" y="142528"/>
                    <a:pt x="47773" y="142528"/>
                  </a:cubicBezTo>
                  <a:cubicBezTo>
                    <a:pt x="88763" y="142528"/>
                    <a:pt x="122137" y="109195"/>
                    <a:pt x="122137" y="6816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6" name="Google Shape;1456;p45"/>
            <p:cNvSpPr/>
            <p:nvPr/>
          </p:nvSpPr>
          <p:spPr>
            <a:xfrm>
              <a:off x="6475688" y="3377523"/>
              <a:ext cx="360209" cy="360819"/>
            </a:xfrm>
            <a:custGeom>
              <a:avLst/>
              <a:gdLst/>
              <a:ahLst/>
              <a:cxnLst/>
              <a:rect l="l" t="t" r="r" b="b"/>
              <a:pathLst>
                <a:path w="360209" h="360819" extrusionOk="0">
                  <a:moveTo>
                    <a:pt x="339195" y="85642"/>
                  </a:moveTo>
                  <a:lnTo>
                    <a:pt x="303365" y="72409"/>
                  </a:lnTo>
                  <a:cubicBezTo>
                    <a:pt x="299578" y="31835"/>
                    <a:pt x="265413" y="0"/>
                    <a:pt x="223924" y="0"/>
                  </a:cubicBezTo>
                  <a:cubicBezTo>
                    <a:pt x="202034" y="0"/>
                    <a:pt x="181602" y="8739"/>
                    <a:pt x="166413" y="24552"/>
                  </a:cubicBezTo>
                  <a:cubicBezTo>
                    <a:pt x="162709" y="28422"/>
                    <a:pt x="159339" y="32709"/>
                    <a:pt x="156467" y="37245"/>
                  </a:cubicBezTo>
                  <a:cubicBezTo>
                    <a:pt x="156467" y="37245"/>
                    <a:pt x="156467" y="37328"/>
                    <a:pt x="156426" y="37328"/>
                  </a:cubicBezTo>
                  <a:lnTo>
                    <a:pt x="140030" y="63878"/>
                  </a:lnTo>
                  <a:cubicBezTo>
                    <a:pt x="173071" y="79608"/>
                    <a:pt x="195709" y="113773"/>
                    <a:pt x="194544" y="153015"/>
                  </a:cubicBezTo>
                  <a:cubicBezTo>
                    <a:pt x="193046" y="205116"/>
                    <a:pt x="149476" y="246688"/>
                    <a:pt x="97375" y="245648"/>
                  </a:cubicBezTo>
                  <a:cubicBezTo>
                    <a:pt x="75902" y="245232"/>
                    <a:pt x="56136" y="237658"/>
                    <a:pt x="40364" y="225215"/>
                  </a:cubicBezTo>
                  <a:lnTo>
                    <a:pt x="1580" y="288053"/>
                  </a:lnTo>
                  <a:cubicBezTo>
                    <a:pt x="-418" y="291299"/>
                    <a:pt x="-543" y="295418"/>
                    <a:pt x="1330" y="298747"/>
                  </a:cubicBezTo>
                  <a:cubicBezTo>
                    <a:pt x="3203" y="302118"/>
                    <a:pt x="6698" y="304157"/>
                    <a:pt x="10527" y="304157"/>
                  </a:cubicBezTo>
                  <a:lnTo>
                    <a:pt x="122510" y="304157"/>
                  </a:lnTo>
                  <a:lnTo>
                    <a:pt x="122510" y="349933"/>
                  </a:lnTo>
                  <a:cubicBezTo>
                    <a:pt x="122510" y="355343"/>
                    <a:pt x="126463" y="360128"/>
                    <a:pt x="131873" y="360711"/>
                  </a:cubicBezTo>
                  <a:cubicBezTo>
                    <a:pt x="138240" y="361418"/>
                    <a:pt x="143650" y="356425"/>
                    <a:pt x="143650" y="350224"/>
                  </a:cubicBezTo>
                  <a:lnTo>
                    <a:pt x="143650" y="304199"/>
                  </a:lnTo>
                  <a:lnTo>
                    <a:pt x="178897" y="304199"/>
                  </a:lnTo>
                  <a:lnTo>
                    <a:pt x="178897" y="349974"/>
                  </a:lnTo>
                  <a:cubicBezTo>
                    <a:pt x="178897" y="355384"/>
                    <a:pt x="182892" y="360170"/>
                    <a:pt x="188260" y="360752"/>
                  </a:cubicBezTo>
                  <a:cubicBezTo>
                    <a:pt x="194627" y="361460"/>
                    <a:pt x="200037" y="356466"/>
                    <a:pt x="200037" y="350266"/>
                  </a:cubicBezTo>
                  <a:lnTo>
                    <a:pt x="200037" y="304199"/>
                  </a:lnTo>
                  <a:cubicBezTo>
                    <a:pt x="257256" y="303575"/>
                    <a:pt x="303656" y="256759"/>
                    <a:pt x="303656" y="199290"/>
                  </a:cubicBezTo>
                  <a:lnTo>
                    <a:pt x="303656" y="143902"/>
                  </a:lnTo>
                  <a:lnTo>
                    <a:pt x="339153" y="130793"/>
                  </a:lnTo>
                  <a:cubicBezTo>
                    <a:pt x="357463" y="124010"/>
                    <a:pt x="360210" y="113731"/>
                    <a:pt x="360210" y="108197"/>
                  </a:cubicBezTo>
                  <a:cubicBezTo>
                    <a:pt x="360210" y="102662"/>
                    <a:pt x="357463" y="92383"/>
                    <a:pt x="339153" y="85600"/>
                  </a:cubicBezTo>
                  <a:close/>
                  <a:moveTo>
                    <a:pt x="244231" y="87306"/>
                  </a:moveTo>
                  <a:cubicBezTo>
                    <a:pt x="242275" y="89262"/>
                    <a:pt x="239529" y="90386"/>
                    <a:pt x="236741" y="90386"/>
                  </a:cubicBezTo>
                  <a:cubicBezTo>
                    <a:pt x="233953" y="90386"/>
                    <a:pt x="231248" y="89262"/>
                    <a:pt x="229250" y="87306"/>
                  </a:cubicBezTo>
                  <a:cubicBezTo>
                    <a:pt x="227294" y="85351"/>
                    <a:pt x="226171" y="82604"/>
                    <a:pt x="226171" y="79816"/>
                  </a:cubicBezTo>
                  <a:cubicBezTo>
                    <a:pt x="226171" y="77028"/>
                    <a:pt x="227294" y="74323"/>
                    <a:pt x="229250" y="72325"/>
                  </a:cubicBezTo>
                  <a:cubicBezTo>
                    <a:pt x="231206" y="70369"/>
                    <a:pt x="233953" y="69246"/>
                    <a:pt x="236741" y="69246"/>
                  </a:cubicBezTo>
                  <a:cubicBezTo>
                    <a:pt x="239529" y="69246"/>
                    <a:pt x="242234" y="70369"/>
                    <a:pt x="244231" y="72325"/>
                  </a:cubicBezTo>
                  <a:cubicBezTo>
                    <a:pt x="246187" y="74281"/>
                    <a:pt x="247311" y="77028"/>
                    <a:pt x="247311" y="79816"/>
                  </a:cubicBezTo>
                  <a:cubicBezTo>
                    <a:pt x="247311" y="82604"/>
                    <a:pt x="246187" y="85309"/>
                    <a:pt x="244231" y="873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457" name="Google Shape;1457;p45"/>
          <p:cNvGrpSpPr/>
          <p:nvPr/>
        </p:nvGrpSpPr>
        <p:grpSpPr>
          <a:xfrm>
            <a:off x="2042691" y="1987779"/>
            <a:ext cx="278854" cy="278946"/>
            <a:chOff x="5332090" y="4381587"/>
            <a:chExt cx="360882" cy="361002"/>
          </a:xfrm>
        </p:grpSpPr>
        <p:sp>
          <p:nvSpPr>
            <p:cNvPr id="1458" name="Google Shape;1458;p45"/>
            <p:cNvSpPr/>
            <p:nvPr/>
          </p:nvSpPr>
          <p:spPr>
            <a:xfrm>
              <a:off x="5332090" y="4381587"/>
              <a:ext cx="360882" cy="360918"/>
            </a:xfrm>
            <a:custGeom>
              <a:avLst/>
              <a:gdLst/>
              <a:ahLst/>
              <a:cxnLst/>
              <a:rect l="l" t="t" r="r" b="b"/>
              <a:pathLst>
                <a:path w="360882" h="360918" extrusionOk="0">
                  <a:moveTo>
                    <a:pt x="354094" y="295834"/>
                  </a:moveTo>
                  <a:lnTo>
                    <a:pt x="325048" y="282060"/>
                  </a:lnTo>
                  <a:lnTo>
                    <a:pt x="350266" y="282060"/>
                  </a:lnTo>
                  <a:cubicBezTo>
                    <a:pt x="350266" y="282060"/>
                    <a:pt x="360836" y="276900"/>
                    <a:pt x="360836" y="271074"/>
                  </a:cubicBezTo>
                  <a:cubicBezTo>
                    <a:pt x="360836" y="265248"/>
                    <a:pt x="356092" y="260504"/>
                    <a:pt x="350266" y="260212"/>
                  </a:cubicBezTo>
                  <a:lnTo>
                    <a:pt x="326754" y="260212"/>
                  </a:lnTo>
                  <a:cubicBezTo>
                    <a:pt x="326754" y="260212"/>
                    <a:pt x="326754" y="260130"/>
                    <a:pt x="326754" y="259963"/>
                  </a:cubicBezTo>
                  <a:lnTo>
                    <a:pt x="354843" y="246605"/>
                  </a:lnTo>
                  <a:cubicBezTo>
                    <a:pt x="360128" y="244108"/>
                    <a:pt x="362375" y="237783"/>
                    <a:pt x="359837" y="232539"/>
                  </a:cubicBezTo>
                  <a:cubicBezTo>
                    <a:pt x="357340" y="227254"/>
                    <a:pt x="351015" y="225007"/>
                    <a:pt x="345772" y="227546"/>
                  </a:cubicBezTo>
                  <a:lnTo>
                    <a:pt x="322967" y="238365"/>
                  </a:lnTo>
                  <a:cubicBezTo>
                    <a:pt x="317058" y="218432"/>
                    <a:pt x="304781" y="200788"/>
                    <a:pt x="287761" y="188345"/>
                  </a:cubicBezTo>
                  <a:cubicBezTo>
                    <a:pt x="297957" y="173739"/>
                    <a:pt x="307237" y="156552"/>
                    <a:pt x="314935" y="138034"/>
                  </a:cubicBezTo>
                  <a:cubicBezTo>
                    <a:pt x="327004" y="108862"/>
                    <a:pt x="333828" y="79399"/>
                    <a:pt x="334119" y="55055"/>
                  </a:cubicBezTo>
                  <a:cubicBezTo>
                    <a:pt x="334452" y="27424"/>
                    <a:pt x="326130" y="8656"/>
                    <a:pt x="310691" y="2247"/>
                  </a:cubicBezTo>
                  <a:cubicBezTo>
                    <a:pt x="307070" y="749"/>
                    <a:pt x="303200" y="0"/>
                    <a:pt x="299164" y="0"/>
                  </a:cubicBezTo>
                  <a:cubicBezTo>
                    <a:pt x="284557" y="0"/>
                    <a:pt x="268161" y="9863"/>
                    <a:pt x="251724" y="28464"/>
                  </a:cubicBezTo>
                  <a:cubicBezTo>
                    <a:pt x="236659" y="45526"/>
                    <a:pt x="222469" y="69246"/>
                    <a:pt x="211691" y="95255"/>
                  </a:cubicBezTo>
                  <a:cubicBezTo>
                    <a:pt x="208819" y="102204"/>
                    <a:pt x="206239" y="109195"/>
                    <a:pt x="203951" y="116186"/>
                  </a:cubicBezTo>
                  <a:cubicBezTo>
                    <a:pt x="196294" y="114230"/>
                    <a:pt x="188429" y="113273"/>
                    <a:pt x="180439" y="113273"/>
                  </a:cubicBezTo>
                  <a:cubicBezTo>
                    <a:pt x="172449" y="113273"/>
                    <a:pt x="164584" y="114272"/>
                    <a:pt x="156927" y="116186"/>
                  </a:cubicBezTo>
                  <a:cubicBezTo>
                    <a:pt x="154638" y="109195"/>
                    <a:pt x="152058" y="102204"/>
                    <a:pt x="149187" y="95255"/>
                  </a:cubicBezTo>
                  <a:cubicBezTo>
                    <a:pt x="138408" y="69288"/>
                    <a:pt x="124218" y="45567"/>
                    <a:pt x="109154" y="28464"/>
                  </a:cubicBezTo>
                  <a:cubicBezTo>
                    <a:pt x="92716" y="9821"/>
                    <a:pt x="76320" y="0"/>
                    <a:pt x="61714" y="0"/>
                  </a:cubicBezTo>
                  <a:cubicBezTo>
                    <a:pt x="57677" y="0"/>
                    <a:pt x="53807" y="749"/>
                    <a:pt x="50187" y="2247"/>
                  </a:cubicBezTo>
                  <a:cubicBezTo>
                    <a:pt x="34748" y="8656"/>
                    <a:pt x="26425" y="27382"/>
                    <a:pt x="26758" y="55055"/>
                  </a:cubicBezTo>
                  <a:cubicBezTo>
                    <a:pt x="27049" y="79399"/>
                    <a:pt x="33874" y="108862"/>
                    <a:pt x="45942" y="138034"/>
                  </a:cubicBezTo>
                  <a:cubicBezTo>
                    <a:pt x="53599" y="156552"/>
                    <a:pt x="62920" y="173739"/>
                    <a:pt x="73116" y="188345"/>
                  </a:cubicBezTo>
                  <a:cubicBezTo>
                    <a:pt x="56137" y="200788"/>
                    <a:pt x="43820" y="218432"/>
                    <a:pt x="37910" y="238365"/>
                  </a:cubicBezTo>
                  <a:lnTo>
                    <a:pt x="15106" y="227546"/>
                  </a:lnTo>
                  <a:cubicBezTo>
                    <a:pt x="9821" y="225049"/>
                    <a:pt x="3537" y="227296"/>
                    <a:pt x="1040" y="232539"/>
                  </a:cubicBezTo>
                  <a:cubicBezTo>
                    <a:pt x="-1456" y="237825"/>
                    <a:pt x="791" y="244108"/>
                    <a:pt x="6034" y="246605"/>
                  </a:cubicBezTo>
                  <a:lnTo>
                    <a:pt x="34124" y="259963"/>
                  </a:lnTo>
                  <a:cubicBezTo>
                    <a:pt x="34124" y="259963"/>
                    <a:pt x="34124" y="260296"/>
                    <a:pt x="34124" y="260212"/>
                  </a:cubicBezTo>
                  <a:lnTo>
                    <a:pt x="10570" y="260212"/>
                  </a:lnTo>
                  <a:cubicBezTo>
                    <a:pt x="4744" y="260504"/>
                    <a:pt x="0" y="265206"/>
                    <a:pt x="0" y="271074"/>
                  </a:cubicBezTo>
                  <a:cubicBezTo>
                    <a:pt x="0" y="276941"/>
                    <a:pt x="10570" y="282060"/>
                    <a:pt x="10570" y="282060"/>
                  </a:cubicBezTo>
                  <a:lnTo>
                    <a:pt x="35788" y="282060"/>
                  </a:lnTo>
                  <a:lnTo>
                    <a:pt x="6741" y="295834"/>
                  </a:lnTo>
                  <a:cubicBezTo>
                    <a:pt x="1498" y="298331"/>
                    <a:pt x="-749" y="304615"/>
                    <a:pt x="1748" y="309858"/>
                  </a:cubicBezTo>
                  <a:cubicBezTo>
                    <a:pt x="3537" y="313645"/>
                    <a:pt x="7324" y="315851"/>
                    <a:pt x="11278" y="315851"/>
                  </a:cubicBezTo>
                  <a:cubicBezTo>
                    <a:pt x="12776" y="315851"/>
                    <a:pt x="14315" y="315518"/>
                    <a:pt x="15772" y="314811"/>
                  </a:cubicBezTo>
                  <a:lnTo>
                    <a:pt x="41864" y="302409"/>
                  </a:lnTo>
                  <a:cubicBezTo>
                    <a:pt x="56221" y="336741"/>
                    <a:pt x="90178" y="360919"/>
                    <a:pt x="129628" y="360919"/>
                  </a:cubicBezTo>
                  <a:lnTo>
                    <a:pt x="152183" y="360919"/>
                  </a:lnTo>
                  <a:cubicBezTo>
                    <a:pt x="130960" y="360919"/>
                    <a:pt x="113690" y="343732"/>
                    <a:pt x="113482" y="322592"/>
                  </a:cubicBezTo>
                  <a:cubicBezTo>
                    <a:pt x="113440" y="316808"/>
                    <a:pt x="117976" y="311814"/>
                    <a:pt x="123760" y="311690"/>
                  </a:cubicBezTo>
                  <a:cubicBezTo>
                    <a:pt x="129545" y="311565"/>
                    <a:pt x="134538" y="316309"/>
                    <a:pt x="134538" y="322218"/>
                  </a:cubicBezTo>
                  <a:cubicBezTo>
                    <a:pt x="134538" y="331956"/>
                    <a:pt x="142445" y="339862"/>
                    <a:pt x="152183" y="339862"/>
                  </a:cubicBezTo>
                  <a:cubicBezTo>
                    <a:pt x="161921" y="339862"/>
                    <a:pt x="169661" y="332122"/>
                    <a:pt x="169827" y="322551"/>
                  </a:cubicBezTo>
                  <a:cubicBezTo>
                    <a:pt x="169910" y="317266"/>
                    <a:pt x="173531" y="312563"/>
                    <a:pt x="178774" y="311814"/>
                  </a:cubicBezTo>
                  <a:cubicBezTo>
                    <a:pt x="185266" y="310857"/>
                    <a:pt x="190884" y="315892"/>
                    <a:pt x="190884" y="322218"/>
                  </a:cubicBezTo>
                  <a:cubicBezTo>
                    <a:pt x="190884" y="331956"/>
                    <a:pt x="198791" y="339862"/>
                    <a:pt x="208528" y="339862"/>
                  </a:cubicBezTo>
                  <a:cubicBezTo>
                    <a:pt x="218266" y="339862"/>
                    <a:pt x="226006" y="332122"/>
                    <a:pt x="226173" y="322551"/>
                  </a:cubicBezTo>
                  <a:cubicBezTo>
                    <a:pt x="226256" y="317266"/>
                    <a:pt x="229876" y="312563"/>
                    <a:pt x="235120" y="311814"/>
                  </a:cubicBezTo>
                  <a:cubicBezTo>
                    <a:pt x="241611" y="310857"/>
                    <a:pt x="247229" y="315892"/>
                    <a:pt x="247229" y="322218"/>
                  </a:cubicBezTo>
                  <a:cubicBezTo>
                    <a:pt x="247229" y="343566"/>
                    <a:pt x="229876" y="360919"/>
                    <a:pt x="208528" y="360919"/>
                  </a:cubicBezTo>
                  <a:lnTo>
                    <a:pt x="231083" y="360919"/>
                  </a:lnTo>
                  <a:cubicBezTo>
                    <a:pt x="270575" y="360919"/>
                    <a:pt x="304490" y="336741"/>
                    <a:pt x="318847" y="302409"/>
                  </a:cubicBezTo>
                  <a:lnTo>
                    <a:pt x="344939" y="314811"/>
                  </a:lnTo>
                  <a:cubicBezTo>
                    <a:pt x="346396" y="315518"/>
                    <a:pt x="347935" y="315851"/>
                    <a:pt x="349434" y="315851"/>
                  </a:cubicBezTo>
                  <a:cubicBezTo>
                    <a:pt x="353387" y="315851"/>
                    <a:pt x="357132" y="313645"/>
                    <a:pt x="358963" y="309858"/>
                  </a:cubicBezTo>
                  <a:cubicBezTo>
                    <a:pt x="361460" y="304615"/>
                    <a:pt x="359213" y="298331"/>
                    <a:pt x="353969" y="295834"/>
                  </a:cubicBezTo>
                  <a:close/>
                  <a:moveTo>
                    <a:pt x="142612" y="227546"/>
                  </a:moveTo>
                  <a:cubicBezTo>
                    <a:pt x="140656" y="229502"/>
                    <a:pt x="137909" y="230625"/>
                    <a:pt x="135121" y="230625"/>
                  </a:cubicBezTo>
                  <a:cubicBezTo>
                    <a:pt x="132333" y="230625"/>
                    <a:pt x="129628" y="229502"/>
                    <a:pt x="127630" y="227546"/>
                  </a:cubicBezTo>
                  <a:cubicBezTo>
                    <a:pt x="125675" y="225590"/>
                    <a:pt x="124551" y="222843"/>
                    <a:pt x="124551" y="220055"/>
                  </a:cubicBezTo>
                  <a:cubicBezTo>
                    <a:pt x="124551" y="217267"/>
                    <a:pt x="125675" y="214562"/>
                    <a:pt x="127630" y="212565"/>
                  </a:cubicBezTo>
                  <a:cubicBezTo>
                    <a:pt x="129586" y="210609"/>
                    <a:pt x="132333" y="209485"/>
                    <a:pt x="135121" y="209485"/>
                  </a:cubicBezTo>
                  <a:cubicBezTo>
                    <a:pt x="137909" y="209485"/>
                    <a:pt x="140614" y="210609"/>
                    <a:pt x="142612" y="212565"/>
                  </a:cubicBezTo>
                  <a:cubicBezTo>
                    <a:pt x="144609" y="214520"/>
                    <a:pt x="145691" y="217267"/>
                    <a:pt x="145691" y="220055"/>
                  </a:cubicBezTo>
                  <a:cubicBezTo>
                    <a:pt x="145691" y="222843"/>
                    <a:pt x="144567" y="225548"/>
                    <a:pt x="142612" y="227546"/>
                  </a:cubicBezTo>
                  <a:close/>
                  <a:moveTo>
                    <a:pt x="201204" y="279480"/>
                  </a:moveTo>
                  <a:lnTo>
                    <a:pt x="195545" y="289301"/>
                  </a:lnTo>
                  <a:cubicBezTo>
                    <a:pt x="192215" y="295044"/>
                    <a:pt x="186972" y="298331"/>
                    <a:pt x="181146" y="298331"/>
                  </a:cubicBezTo>
                  <a:cubicBezTo>
                    <a:pt x="175320" y="298331"/>
                    <a:pt x="170077" y="295044"/>
                    <a:pt x="166748" y="289301"/>
                  </a:cubicBezTo>
                  <a:lnTo>
                    <a:pt x="161088" y="279480"/>
                  </a:lnTo>
                  <a:cubicBezTo>
                    <a:pt x="157759" y="273737"/>
                    <a:pt x="157551" y="267537"/>
                    <a:pt x="160464" y="262501"/>
                  </a:cubicBezTo>
                  <a:cubicBezTo>
                    <a:pt x="163377" y="257466"/>
                    <a:pt x="168870" y="254553"/>
                    <a:pt x="175487" y="254553"/>
                  </a:cubicBezTo>
                  <a:lnTo>
                    <a:pt x="186806" y="254553"/>
                  </a:lnTo>
                  <a:cubicBezTo>
                    <a:pt x="193422" y="254553"/>
                    <a:pt x="198915" y="257466"/>
                    <a:pt x="201828" y="262501"/>
                  </a:cubicBezTo>
                  <a:cubicBezTo>
                    <a:pt x="204741" y="267537"/>
                    <a:pt x="204533" y="273737"/>
                    <a:pt x="201204" y="279480"/>
                  </a:cubicBezTo>
                  <a:close/>
                  <a:moveTo>
                    <a:pt x="233205" y="227546"/>
                  </a:moveTo>
                  <a:cubicBezTo>
                    <a:pt x="231249" y="229502"/>
                    <a:pt x="228503" y="230625"/>
                    <a:pt x="225715" y="230625"/>
                  </a:cubicBezTo>
                  <a:cubicBezTo>
                    <a:pt x="222927" y="230625"/>
                    <a:pt x="220222" y="229502"/>
                    <a:pt x="218224" y="227546"/>
                  </a:cubicBezTo>
                  <a:cubicBezTo>
                    <a:pt x="216269" y="225590"/>
                    <a:pt x="215145" y="222843"/>
                    <a:pt x="215145" y="220055"/>
                  </a:cubicBezTo>
                  <a:cubicBezTo>
                    <a:pt x="215145" y="217267"/>
                    <a:pt x="216269" y="214562"/>
                    <a:pt x="218224" y="212565"/>
                  </a:cubicBezTo>
                  <a:cubicBezTo>
                    <a:pt x="220180" y="210567"/>
                    <a:pt x="222927" y="209485"/>
                    <a:pt x="225715" y="209485"/>
                  </a:cubicBezTo>
                  <a:cubicBezTo>
                    <a:pt x="228503" y="209485"/>
                    <a:pt x="231208" y="210609"/>
                    <a:pt x="233205" y="212565"/>
                  </a:cubicBezTo>
                  <a:cubicBezTo>
                    <a:pt x="235203" y="214520"/>
                    <a:pt x="236285" y="217267"/>
                    <a:pt x="236285" y="220055"/>
                  </a:cubicBezTo>
                  <a:cubicBezTo>
                    <a:pt x="236285" y="222843"/>
                    <a:pt x="235161" y="225548"/>
                    <a:pt x="233205" y="22754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9" name="Google Shape;1459;p45"/>
            <p:cNvSpPr/>
            <p:nvPr/>
          </p:nvSpPr>
          <p:spPr>
            <a:xfrm>
              <a:off x="5484231" y="4730313"/>
              <a:ext cx="56595" cy="12276"/>
            </a:xfrm>
            <a:custGeom>
              <a:avLst/>
              <a:gdLst/>
              <a:ahLst/>
              <a:cxnLst/>
              <a:rect l="l" t="t" r="r" b="b"/>
              <a:pathLst>
                <a:path w="56595" h="12276" extrusionOk="0">
                  <a:moveTo>
                    <a:pt x="28298" y="0"/>
                  </a:moveTo>
                  <a:cubicBezTo>
                    <a:pt x="21223" y="7532"/>
                    <a:pt x="11153" y="12276"/>
                    <a:pt x="0" y="12276"/>
                  </a:cubicBezTo>
                  <a:lnTo>
                    <a:pt x="56595" y="12276"/>
                  </a:lnTo>
                  <a:cubicBezTo>
                    <a:pt x="45443" y="12276"/>
                    <a:pt x="35372" y="7574"/>
                    <a:pt x="28298"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DB4C5876-A556-CCE4-9C5F-8F28059472E4}"/>
              </a:ext>
            </a:extLst>
          </p:cNvPr>
          <p:cNvSpPr txBox="1"/>
          <p:nvPr/>
        </p:nvSpPr>
        <p:spPr>
          <a:xfrm>
            <a:off x="7072411" y="4534163"/>
            <a:ext cx="1958077" cy="215444"/>
          </a:xfrm>
          <a:prstGeom prst="rect">
            <a:avLst/>
          </a:prstGeom>
          <a:noFill/>
        </p:spPr>
        <p:txBody>
          <a:bodyPr wrap="square" rtlCol="0">
            <a:spAutoFit/>
          </a:bodyPr>
          <a:lstStyle/>
          <a:p>
            <a:r>
              <a:rPr lang="en-US" sz="800" dirty="0">
                <a:hlinkClick r:id="rId3"/>
              </a:rPr>
              <a:t>ACORD Student Challenge</a:t>
            </a:r>
            <a:endParaRPr lang="en-US" sz="800" dirty="0"/>
          </a:p>
        </p:txBody>
      </p:sp>
      <p:sp>
        <p:nvSpPr>
          <p:cNvPr id="3" name="TextBox 2">
            <a:extLst>
              <a:ext uri="{FF2B5EF4-FFF2-40B4-BE49-F238E27FC236}">
                <a16:creationId xmlns:a16="http://schemas.microsoft.com/office/drawing/2014/main" id="{5873680B-7239-A56F-6F11-9646FDBC58AB}"/>
              </a:ext>
            </a:extLst>
          </p:cNvPr>
          <p:cNvSpPr txBox="1"/>
          <p:nvPr/>
        </p:nvSpPr>
        <p:spPr>
          <a:xfrm>
            <a:off x="8873332" y="4441830"/>
            <a:ext cx="314311" cy="307777"/>
          </a:xfrm>
          <a:prstGeom prst="rect">
            <a:avLst/>
          </a:prstGeom>
          <a:noFill/>
        </p:spPr>
        <p:txBody>
          <a:bodyPr wrap="square" rtlCol="0">
            <a:spAutoFit/>
          </a:bodyPr>
          <a:lstStyle/>
          <a:p>
            <a:r>
              <a:rPr lang="en-US" dirty="0"/>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4"/>
        <p:cNvGrpSpPr/>
        <p:nvPr/>
      </p:nvGrpSpPr>
      <p:grpSpPr>
        <a:xfrm>
          <a:off x="0" y="0"/>
          <a:ext cx="0" cy="0"/>
          <a:chOff x="0" y="0"/>
          <a:chExt cx="0" cy="0"/>
        </a:xfrm>
      </p:grpSpPr>
      <p:sp>
        <p:nvSpPr>
          <p:cNvPr id="1265" name="Google Shape;1265;p43"/>
          <p:cNvSpPr txBox="1">
            <a:spLocks noGrp="1"/>
          </p:cNvSpPr>
          <p:nvPr>
            <p:ph type="title"/>
          </p:nvPr>
        </p:nvSpPr>
        <p:spPr>
          <a:xfrm>
            <a:off x="779060" y="136202"/>
            <a:ext cx="7911397" cy="983023"/>
          </a:xfrm>
          <a:prstGeom prst="rect">
            <a:avLst/>
          </a:prstGeom>
        </p:spPr>
        <p:txBody>
          <a:bodyPr spcFirstLastPara="1" wrap="square" lIns="91425" tIns="91425" rIns="91425" bIns="91425" anchor="b" anchorCtr="0">
            <a:noAutofit/>
          </a:bodyPr>
          <a:lstStyle/>
          <a:p>
            <a:pPr lvl="0"/>
            <a:r>
              <a:rPr lang="en-US" dirty="0"/>
              <a:t>The Problem – “The Industry is Broken”</a:t>
            </a:r>
            <a:endParaRPr dirty="0"/>
          </a:p>
        </p:txBody>
      </p:sp>
      <p:sp>
        <p:nvSpPr>
          <p:cNvPr id="1266" name="Google Shape;1266;p43"/>
          <p:cNvSpPr txBox="1">
            <a:spLocks noGrp="1"/>
          </p:cNvSpPr>
          <p:nvPr>
            <p:ph type="subTitle" idx="1"/>
          </p:nvPr>
        </p:nvSpPr>
        <p:spPr>
          <a:xfrm>
            <a:off x="541404" y="1389887"/>
            <a:ext cx="4915736" cy="2787092"/>
          </a:xfrm>
          <a:prstGeom prst="rect">
            <a:avLst/>
          </a:prstGeom>
        </p:spPr>
        <p:txBody>
          <a:bodyPr spcFirstLastPara="1" wrap="square" lIns="91425" tIns="91425" rIns="91425" bIns="91425" anchor="t" anchorCtr="0">
            <a:noAutofit/>
          </a:bodyPr>
          <a:lstStyle/>
          <a:p>
            <a:pPr marL="0" indent="0">
              <a:buSzPts val="1100"/>
              <a:buNone/>
            </a:pPr>
            <a:r>
              <a:rPr lang="en-US" b="1" dirty="0"/>
              <a:t>NO STANDARDIZED DATA ELEMENTS</a:t>
            </a:r>
          </a:p>
          <a:p>
            <a:pPr marL="0" indent="0">
              <a:buSzPts val="1100"/>
              <a:buNone/>
            </a:pPr>
            <a:endParaRPr lang="en-US" dirty="0"/>
          </a:p>
          <a:p>
            <a:pPr marL="0" indent="0">
              <a:buSzPts val="1100"/>
              <a:buNone/>
            </a:pPr>
            <a:r>
              <a:rPr lang="en-US" dirty="0"/>
              <a:t>What this means:</a:t>
            </a:r>
          </a:p>
          <a:p>
            <a:pPr marL="0" indent="0">
              <a:buSzPts val="1100"/>
              <a:buNone/>
            </a:pPr>
            <a:endParaRPr lang="en-US" dirty="0"/>
          </a:p>
          <a:p>
            <a:pPr marL="285750" indent="-285750">
              <a:buSzPts val="1100"/>
            </a:pPr>
            <a:r>
              <a:rPr lang="en-US" dirty="0"/>
              <a:t>Every carrier reinvents the wheel</a:t>
            </a:r>
          </a:p>
          <a:p>
            <a:pPr marL="285750" indent="-285750">
              <a:buSzPts val="1100"/>
            </a:pPr>
            <a:r>
              <a:rPr lang="en-US" dirty="0"/>
              <a:t>Inconsistent requirements across companies</a:t>
            </a:r>
          </a:p>
          <a:p>
            <a:pPr marL="285750" indent="-285750">
              <a:buSzPts val="1100"/>
            </a:pPr>
            <a:r>
              <a:rPr lang="en-US" dirty="0"/>
              <a:t>Duplicate efforts waste millions</a:t>
            </a:r>
          </a:p>
          <a:p>
            <a:pPr marL="285750" indent="-285750">
              <a:buSzPts val="1100"/>
            </a:pPr>
            <a:r>
              <a:rPr lang="en-US" dirty="0"/>
              <a:t>Digital innovation is STALLED</a:t>
            </a:r>
          </a:p>
          <a:p>
            <a:pPr marL="285750" indent="-285750">
              <a:buSzPts val="1100"/>
            </a:pPr>
            <a:r>
              <a:rPr lang="en-US" dirty="0"/>
              <a:t>Customers suffer from inefficiency</a:t>
            </a:r>
          </a:p>
          <a:p>
            <a:pPr marL="285750" indent="-285750">
              <a:buSzPts val="1100"/>
            </a:pPr>
            <a:endParaRPr lang="en-US" dirty="0"/>
          </a:p>
          <a:p>
            <a:pPr marL="0" indent="0">
              <a:buSzPts val="1100"/>
              <a:buNone/>
            </a:pPr>
            <a:r>
              <a:rPr lang="en-US" dirty="0"/>
              <a:t>The pet insurance industry is operating in chaos.</a:t>
            </a:r>
            <a:endParaRPr dirty="0"/>
          </a:p>
        </p:txBody>
      </p:sp>
      <p:grpSp>
        <p:nvGrpSpPr>
          <p:cNvPr id="1267" name="Google Shape;1267;p43"/>
          <p:cNvGrpSpPr/>
          <p:nvPr/>
        </p:nvGrpSpPr>
        <p:grpSpPr>
          <a:xfrm>
            <a:off x="5355713" y="1335475"/>
            <a:ext cx="2904973" cy="3472554"/>
            <a:chOff x="5355713" y="1335475"/>
            <a:chExt cx="2904973" cy="3472554"/>
          </a:xfrm>
        </p:grpSpPr>
        <p:sp>
          <p:nvSpPr>
            <p:cNvPr id="1268" name="Google Shape;1268;p43"/>
            <p:cNvSpPr/>
            <p:nvPr/>
          </p:nvSpPr>
          <p:spPr>
            <a:xfrm>
              <a:off x="5355713" y="1484605"/>
              <a:ext cx="862124" cy="802681"/>
            </a:xfrm>
            <a:custGeom>
              <a:avLst/>
              <a:gdLst/>
              <a:ahLst/>
              <a:cxnLst/>
              <a:rect l="l" t="t" r="r" b="b"/>
              <a:pathLst>
                <a:path w="572840" h="533343" extrusionOk="0">
                  <a:moveTo>
                    <a:pt x="473869" y="382935"/>
                  </a:moveTo>
                  <a:cubicBezTo>
                    <a:pt x="300228" y="425036"/>
                    <a:pt x="269367" y="556766"/>
                    <a:pt x="166211" y="529715"/>
                  </a:cubicBezTo>
                  <a:cubicBezTo>
                    <a:pt x="98870" y="512094"/>
                    <a:pt x="190" y="452753"/>
                    <a:pt x="0" y="363504"/>
                  </a:cubicBezTo>
                  <a:cubicBezTo>
                    <a:pt x="0" y="321689"/>
                    <a:pt x="30861" y="298258"/>
                    <a:pt x="166211" y="197293"/>
                  </a:cubicBezTo>
                  <a:cubicBezTo>
                    <a:pt x="412909" y="13175"/>
                    <a:pt x="455771" y="-13876"/>
                    <a:pt x="498348" y="5174"/>
                  </a:cubicBezTo>
                  <a:cubicBezTo>
                    <a:pt x="542544" y="24890"/>
                    <a:pt x="573405" y="88232"/>
                    <a:pt x="572833" y="138238"/>
                  </a:cubicBezTo>
                  <a:cubicBezTo>
                    <a:pt x="572452" y="167099"/>
                    <a:pt x="561975" y="167289"/>
                    <a:pt x="555784" y="212152"/>
                  </a:cubicBezTo>
                  <a:cubicBezTo>
                    <a:pt x="545973" y="283304"/>
                    <a:pt x="568737" y="310069"/>
                    <a:pt x="550069" y="341692"/>
                  </a:cubicBezTo>
                  <a:cubicBezTo>
                    <a:pt x="533114" y="370553"/>
                    <a:pt x="497300" y="377220"/>
                    <a:pt x="473773" y="3828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9" name="Google Shape;1269;p43"/>
            <p:cNvSpPr/>
            <p:nvPr/>
          </p:nvSpPr>
          <p:spPr>
            <a:xfrm>
              <a:off x="7771840" y="3287413"/>
              <a:ext cx="441377" cy="299746"/>
            </a:xfrm>
            <a:custGeom>
              <a:avLst/>
              <a:gdLst/>
              <a:ahLst/>
              <a:cxnLst/>
              <a:rect l="l" t="t" r="r" b="b"/>
              <a:pathLst>
                <a:path w="293274" h="199167" extrusionOk="0">
                  <a:moveTo>
                    <a:pt x="0" y="0"/>
                  </a:moveTo>
                  <a:lnTo>
                    <a:pt x="293275" y="0"/>
                  </a:lnTo>
                  <a:lnTo>
                    <a:pt x="293275" y="199168"/>
                  </a:lnTo>
                  <a:lnTo>
                    <a:pt x="62389" y="199168"/>
                  </a:lnTo>
                  <a:cubicBezTo>
                    <a:pt x="27908" y="199168"/>
                    <a:pt x="0" y="171164"/>
                    <a:pt x="0" y="136779"/>
                  </a:cubicBezTo>
                  <a:lnTo>
                    <a:pt x="0" y="0"/>
                  </a:ln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0" name="Google Shape;1270;p43"/>
            <p:cNvSpPr/>
            <p:nvPr/>
          </p:nvSpPr>
          <p:spPr>
            <a:xfrm>
              <a:off x="6522243" y="3741696"/>
              <a:ext cx="1207018" cy="92747"/>
            </a:xfrm>
            <a:custGeom>
              <a:avLst/>
              <a:gdLst/>
              <a:ahLst/>
              <a:cxnLst/>
              <a:rect l="l" t="t" r="r" b="b"/>
              <a:pathLst>
                <a:path w="802005" h="61626" extrusionOk="0">
                  <a:moveTo>
                    <a:pt x="0" y="0"/>
                  </a:moveTo>
                  <a:lnTo>
                    <a:pt x="802005" y="0"/>
                  </a:lnTo>
                  <a:lnTo>
                    <a:pt x="802005" y="61627"/>
                  </a:lnTo>
                  <a:lnTo>
                    <a:pt x="0" y="61627"/>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1" name="Google Shape;1271;p43"/>
            <p:cNvSpPr/>
            <p:nvPr/>
          </p:nvSpPr>
          <p:spPr>
            <a:xfrm>
              <a:off x="7013028" y="3010905"/>
              <a:ext cx="1198272" cy="92747"/>
            </a:xfrm>
            <a:custGeom>
              <a:avLst/>
              <a:gdLst/>
              <a:ahLst/>
              <a:cxnLst/>
              <a:rect l="l" t="t" r="r" b="b"/>
              <a:pathLst>
                <a:path w="796194" h="61626" extrusionOk="0">
                  <a:moveTo>
                    <a:pt x="0" y="0"/>
                  </a:moveTo>
                  <a:lnTo>
                    <a:pt x="796195" y="0"/>
                  </a:lnTo>
                  <a:lnTo>
                    <a:pt x="796195" y="61627"/>
                  </a:lnTo>
                  <a:lnTo>
                    <a:pt x="0" y="61627"/>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2" name="Google Shape;1272;p43"/>
            <p:cNvSpPr/>
            <p:nvPr/>
          </p:nvSpPr>
          <p:spPr>
            <a:xfrm>
              <a:off x="6474386" y="4277034"/>
              <a:ext cx="1786300" cy="497285"/>
            </a:xfrm>
            <a:custGeom>
              <a:avLst/>
              <a:gdLst/>
              <a:ahLst/>
              <a:cxnLst/>
              <a:rect l="l" t="t" r="r" b="b"/>
              <a:pathLst>
                <a:path w="1186910" h="330422" extrusionOk="0">
                  <a:moveTo>
                    <a:pt x="0" y="0"/>
                  </a:moveTo>
                  <a:lnTo>
                    <a:pt x="1186910" y="0"/>
                  </a:lnTo>
                  <a:lnTo>
                    <a:pt x="1186910" y="330422"/>
                  </a:lnTo>
                  <a:lnTo>
                    <a:pt x="0" y="33042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3" name="Google Shape;1273;p43"/>
            <p:cNvSpPr/>
            <p:nvPr/>
          </p:nvSpPr>
          <p:spPr>
            <a:xfrm>
              <a:off x="7110897" y="2294342"/>
              <a:ext cx="316948" cy="407546"/>
            </a:xfrm>
            <a:custGeom>
              <a:avLst/>
              <a:gdLst/>
              <a:ahLst/>
              <a:cxnLst/>
              <a:rect l="l" t="t" r="r" b="b"/>
              <a:pathLst>
                <a:path w="210597" h="270795" extrusionOk="0">
                  <a:moveTo>
                    <a:pt x="208407" y="270796"/>
                  </a:moveTo>
                  <a:lnTo>
                    <a:pt x="2191" y="270796"/>
                  </a:lnTo>
                  <a:cubicBezTo>
                    <a:pt x="952" y="270796"/>
                    <a:pt x="0" y="269748"/>
                    <a:pt x="0" y="268605"/>
                  </a:cubicBezTo>
                  <a:lnTo>
                    <a:pt x="0" y="2191"/>
                  </a:lnTo>
                  <a:cubicBezTo>
                    <a:pt x="0" y="952"/>
                    <a:pt x="952" y="0"/>
                    <a:pt x="2191" y="0"/>
                  </a:cubicBezTo>
                  <a:lnTo>
                    <a:pt x="208407" y="0"/>
                  </a:lnTo>
                  <a:cubicBezTo>
                    <a:pt x="209645" y="0"/>
                    <a:pt x="210598" y="1048"/>
                    <a:pt x="210598" y="2191"/>
                  </a:cubicBezTo>
                  <a:lnTo>
                    <a:pt x="210598" y="268605"/>
                  </a:lnTo>
                  <a:cubicBezTo>
                    <a:pt x="210598" y="269843"/>
                    <a:pt x="209645" y="270796"/>
                    <a:pt x="208407" y="270796"/>
                  </a:cubicBezTo>
                  <a:close/>
                  <a:moveTo>
                    <a:pt x="4476" y="266319"/>
                  </a:moveTo>
                  <a:lnTo>
                    <a:pt x="206216" y="266319"/>
                  </a:lnTo>
                  <a:lnTo>
                    <a:pt x="206216" y="4381"/>
                  </a:lnTo>
                  <a:lnTo>
                    <a:pt x="4476" y="4381"/>
                  </a:lnTo>
                  <a:lnTo>
                    <a:pt x="4476" y="26631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4" name="Google Shape;1274;p43"/>
            <p:cNvSpPr/>
            <p:nvPr/>
          </p:nvSpPr>
          <p:spPr>
            <a:xfrm>
              <a:off x="6526267" y="2294342"/>
              <a:ext cx="1684807" cy="2000896"/>
            </a:xfrm>
            <a:custGeom>
              <a:avLst/>
              <a:gdLst/>
              <a:ahLst/>
              <a:cxnLst/>
              <a:rect l="l" t="t" r="r" b="b"/>
              <a:pathLst>
                <a:path w="1119473" h="1329499" extrusionOk="0">
                  <a:moveTo>
                    <a:pt x="1117283" y="1329500"/>
                  </a:moveTo>
                  <a:lnTo>
                    <a:pt x="2191" y="1329500"/>
                  </a:lnTo>
                  <a:cubicBezTo>
                    <a:pt x="953" y="1329500"/>
                    <a:pt x="0" y="1328452"/>
                    <a:pt x="0" y="1327309"/>
                  </a:cubicBezTo>
                  <a:lnTo>
                    <a:pt x="0" y="2191"/>
                  </a:lnTo>
                  <a:cubicBezTo>
                    <a:pt x="0" y="952"/>
                    <a:pt x="953" y="0"/>
                    <a:pt x="2191" y="0"/>
                  </a:cubicBezTo>
                  <a:lnTo>
                    <a:pt x="1117283" y="0"/>
                  </a:lnTo>
                  <a:cubicBezTo>
                    <a:pt x="1118521" y="0"/>
                    <a:pt x="1119474" y="1048"/>
                    <a:pt x="1119474" y="2191"/>
                  </a:cubicBezTo>
                  <a:lnTo>
                    <a:pt x="1119474" y="1327309"/>
                  </a:lnTo>
                  <a:cubicBezTo>
                    <a:pt x="1119474" y="1328547"/>
                    <a:pt x="1118521" y="1329500"/>
                    <a:pt x="1117283" y="1329500"/>
                  </a:cubicBezTo>
                  <a:close/>
                  <a:moveTo>
                    <a:pt x="4477" y="1325023"/>
                  </a:moveTo>
                  <a:lnTo>
                    <a:pt x="1115092" y="1325023"/>
                  </a:lnTo>
                  <a:lnTo>
                    <a:pt x="1115092" y="4381"/>
                  </a:lnTo>
                  <a:lnTo>
                    <a:pt x="4477" y="4381"/>
                  </a:lnTo>
                  <a:lnTo>
                    <a:pt x="4477" y="1325118"/>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5" name="Google Shape;1275;p43"/>
            <p:cNvSpPr/>
            <p:nvPr/>
          </p:nvSpPr>
          <p:spPr>
            <a:xfrm>
              <a:off x="6919756" y="2696312"/>
              <a:ext cx="903543" cy="851076"/>
            </a:xfrm>
            <a:custGeom>
              <a:avLst/>
              <a:gdLst/>
              <a:ahLst/>
              <a:cxnLst/>
              <a:rect l="l" t="t" r="r" b="b"/>
              <a:pathLst>
                <a:path w="600361" h="565499" extrusionOk="0">
                  <a:moveTo>
                    <a:pt x="598170" y="565499"/>
                  </a:moveTo>
                  <a:lnTo>
                    <a:pt x="2191" y="565499"/>
                  </a:lnTo>
                  <a:cubicBezTo>
                    <a:pt x="953" y="565499"/>
                    <a:pt x="0" y="564451"/>
                    <a:pt x="0" y="563309"/>
                  </a:cubicBezTo>
                  <a:lnTo>
                    <a:pt x="0" y="2191"/>
                  </a:lnTo>
                  <a:cubicBezTo>
                    <a:pt x="0" y="952"/>
                    <a:pt x="953" y="0"/>
                    <a:pt x="2191" y="0"/>
                  </a:cubicBezTo>
                  <a:lnTo>
                    <a:pt x="598170" y="0"/>
                  </a:lnTo>
                  <a:cubicBezTo>
                    <a:pt x="599409" y="0"/>
                    <a:pt x="600361" y="1048"/>
                    <a:pt x="600361" y="2191"/>
                  </a:cubicBezTo>
                  <a:lnTo>
                    <a:pt x="600361" y="563309"/>
                  </a:lnTo>
                  <a:cubicBezTo>
                    <a:pt x="600361" y="564547"/>
                    <a:pt x="599409" y="565499"/>
                    <a:pt x="598170" y="565499"/>
                  </a:cubicBezTo>
                  <a:close/>
                  <a:moveTo>
                    <a:pt x="4477" y="561022"/>
                  </a:moveTo>
                  <a:lnTo>
                    <a:pt x="595979" y="561022"/>
                  </a:lnTo>
                  <a:lnTo>
                    <a:pt x="595979" y="4381"/>
                  </a:lnTo>
                  <a:lnTo>
                    <a:pt x="4477" y="4381"/>
                  </a:lnTo>
                  <a:lnTo>
                    <a:pt x="4477" y="561022"/>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6" name="Google Shape;1276;p43"/>
            <p:cNvSpPr/>
            <p:nvPr/>
          </p:nvSpPr>
          <p:spPr>
            <a:xfrm>
              <a:off x="6524091" y="1635712"/>
              <a:ext cx="1687087" cy="663412"/>
            </a:xfrm>
            <a:custGeom>
              <a:avLst/>
              <a:gdLst/>
              <a:ahLst/>
              <a:cxnLst/>
              <a:rect l="l" t="t" r="r" b="b"/>
              <a:pathLst>
                <a:path w="1120988" h="440805" extrusionOk="0">
                  <a:moveTo>
                    <a:pt x="1118725" y="440806"/>
                  </a:moveTo>
                  <a:lnTo>
                    <a:pt x="2204" y="440806"/>
                  </a:lnTo>
                  <a:cubicBezTo>
                    <a:pt x="1252" y="440806"/>
                    <a:pt x="394" y="440234"/>
                    <a:pt x="109" y="439282"/>
                  </a:cubicBezTo>
                  <a:cubicBezTo>
                    <a:pt x="-177" y="438329"/>
                    <a:pt x="109" y="437377"/>
                    <a:pt x="870" y="436805"/>
                  </a:cubicBezTo>
                  <a:lnTo>
                    <a:pt x="578943" y="465"/>
                  </a:lnTo>
                  <a:cubicBezTo>
                    <a:pt x="579800" y="-202"/>
                    <a:pt x="580848" y="-106"/>
                    <a:pt x="581705" y="465"/>
                  </a:cubicBezTo>
                  <a:lnTo>
                    <a:pt x="1120153" y="436805"/>
                  </a:lnTo>
                  <a:cubicBezTo>
                    <a:pt x="1120915" y="437377"/>
                    <a:pt x="1121201" y="438425"/>
                    <a:pt x="1120820" y="439282"/>
                  </a:cubicBezTo>
                  <a:cubicBezTo>
                    <a:pt x="1120535" y="440139"/>
                    <a:pt x="1119677" y="440806"/>
                    <a:pt x="1118725" y="440806"/>
                  </a:cubicBezTo>
                  <a:close/>
                  <a:moveTo>
                    <a:pt x="8872" y="436329"/>
                  </a:moveTo>
                  <a:lnTo>
                    <a:pt x="1112438" y="436329"/>
                  </a:lnTo>
                  <a:lnTo>
                    <a:pt x="580181" y="5037"/>
                  </a:lnTo>
                  <a:lnTo>
                    <a:pt x="8872" y="436329"/>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7" name="Google Shape;1277;p43"/>
            <p:cNvSpPr/>
            <p:nvPr/>
          </p:nvSpPr>
          <p:spPr>
            <a:xfrm>
              <a:off x="6612639" y="2294198"/>
              <a:ext cx="6593" cy="1981114"/>
            </a:xfrm>
            <a:custGeom>
              <a:avLst/>
              <a:gdLst/>
              <a:ahLst/>
              <a:cxnLst/>
              <a:rect l="l" t="t" r="r" b="b"/>
              <a:pathLst>
                <a:path w="4381" h="1316355" extrusionOk="0">
                  <a:moveTo>
                    <a:pt x="2191" y="1316355"/>
                  </a:moveTo>
                  <a:cubicBezTo>
                    <a:pt x="953" y="1316355"/>
                    <a:pt x="0" y="1315307"/>
                    <a:pt x="0" y="1314164"/>
                  </a:cubicBezTo>
                  <a:lnTo>
                    <a:pt x="0" y="2191"/>
                  </a:lnTo>
                  <a:cubicBezTo>
                    <a:pt x="0" y="952"/>
                    <a:pt x="953" y="0"/>
                    <a:pt x="2191" y="0"/>
                  </a:cubicBezTo>
                  <a:cubicBezTo>
                    <a:pt x="3429" y="0"/>
                    <a:pt x="4382" y="1048"/>
                    <a:pt x="4382" y="2191"/>
                  </a:cubicBezTo>
                  <a:lnTo>
                    <a:pt x="4382" y="1314164"/>
                  </a:lnTo>
                  <a:cubicBezTo>
                    <a:pt x="4382" y="1315403"/>
                    <a:pt x="3429" y="1316355"/>
                    <a:pt x="2191" y="131635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8" name="Google Shape;1278;p43"/>
            <p:cNvSpPr/>
            <p:nvPr/>
          </p:nvSpPr>
          <p:spPr>
            <a:xfrm>
              <a:off x="6713958" y="2294198"/>
              <a:ext cx="6593" cy="1981114"/>
            </a:xfrm>
            <a:custGeom>
              <a:avLst/>
              <a:gdLst/>
              <a:ahLst/>
              <a:cxnLst/>
              <a:rect l="l" t="t" r="r" b="b"/>
              <a:pathLst>
                <a:path w="4381" h="1316355" extrusionOk="0">
                  <a:moveTo>
                    <a:pt x="2191" y="1316355"/>
                  </a:moveTo>
                  <a:cubicBezTo>
                    <a:pt x="952" y="1316355"/>
                    <a:pt x="0" y="1315307"/>
                    <a:pt x="0" y="1314164"/>
                  </a:cubicBezTo>
                  <a:lnTo>
                    <a:pt x="0" y="2191"/>
                  </a:lnTo>
                  <a:cubicBezTo>
                    <a:pt x="0" y="952"/>
                    <a:pt x="952" y="0"/>
                    <a:pt x="2191" y="0"/>
                  </a:cubicBezTo>
                  <a:cubicBezTo>
                    <a:pt x="3429" y="0"/>
                    <a:pt x="4381" y="1048"/>
                    <a:pt x="4381" y="2191"/>
                  </a:cubicBezTo>
                  <a:lnTo>
                    <a:pt x="4381" y="1314164"/>
                  </a:lnTo>
                  <a:cubicBezTo>
                    <a:pt x="4381" y="1315403"/>
                    <a:pt x="3429" y="1316355"/>
                    <a:pt x="2191" y="131635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9" name="Google Shape;1279;p43"/>
            <p:cNvSpPr/>
            <p:nvPr/>
          </p:nvSpPr>
          <p:spPr>
            <a:xfrm>
              <a:off x="6818726" y="2294198"/>
              <a:ext cx="6593" cy="1981114"/>
            </a:xfrm>
            <a:custGeom>
              <a:avLst/>
              <a:gdLst/>
              <a:ahLst/>
              <a:cxnLst/>
              <a:rect l="l" t="t" r="r" b="b"/>
              <a:pathLst>
                <a:path w="4381" h="1316355" extrusionOk="0">
                  <a:moveTo>
                    <a:pt x="2191" y="1316355"/>
                  </a:moveTo>
                  <a:cubicBezTo>
                    <a:pt x="952" y="1316355"/>
                    <a:pt x="0" y="1315307"/>
                    <a:pt x="0" y="1314164"/>
                  </a:cubicBezTo>
                  <a:lnTo>
                    <a:pt x="0" y="2191"/>
                  </a:lnTo>
                  <a:cubicBezTo>
                    <a:pt x="0" y="952"/>
                    <a:pt x="952" y="0"/>
                    <a:pt x="2191" y="0"/>
                  </a:cubicBezTo>
                  <a:cubicBezTo>
                    <a:pt x="3429" y="0"/>
                    <a:pt x="4382" y="1048"/>
                    <a:pt x="4382" y="2191"/>
                  </a:cubicBezTo>
                  <a:lnTo>
                    <a:pt x="4382" y="1314164"/>
                  </a:lnTo>
                  <a:cubicBezTo>
                    <a:pt x="4382" y="1315403"/>
                    <a:pt x="3429" y="1316355"/>
                    <a:pt x="2191" y="131635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0" name="Google Shape;1280;p43"/>
            <p:cNvSpPr/>
            <p:nvPr/>
          </p:nvSpPr>
          <p:spPr>
            <a:xfrm>
              <a:off x="6919756" y="2294342"/>
              <a:ext cx="6593" cy="1981257"/>
            </a:xfrm>
            <a:custGeom>
              <a:avLst/>
              <a:gdLst/>
              <a:ahLst/>
              <a:cxnLst/>
              <a:rect l="l" t="t" r="r" b="b"/>
              <a:pathLst>
                <a:path w="4381" h="1316450" extrusionOk="0">
                  <a:moveTo>
                    <a:pt x="2191" y="1316450"/>
                  </a:moveTo>
                  <a:cubicBezTo>
                    <a:pt x="953" y="1316450"/>
                    <a:pt x="0" y="1315403"/>
                    <a:pt x="0" y="1314260"/>
                  </a:cubicBezTo>
                  <a:lnTo>
                    <a:pt x="0" y="2191"/>
                  </a:lnTo>
                  <a:cubicBezTo>
                    <a:pt x="0" y="952"/>
                    <a:pt x="953" y="0"/>
                    <a:pt x="2191" y="0"/>
                  </a:cubicBezTo>
                  <a:cubicBezTo>
                    <a:pt x="3429" y="0"/>
                    <a:pt x="4382" y="1048"/>
                    <a:pt x="4382" y="2191"/>
                  </a:cubicBezTo>
                  <a:lnTo>
                    <a:pt x="4382" y="1314164"/>
                  </a:lnTo>
                  <a:cubicBezTo>
                    <a:pt x="4382" y="1315403"/>
                    <a:pt x="3429" y="1316355"/>
                    <a:pt x="2191" y="131635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1" name="Google Shape;1281;p43"/>
            <p:cNvSpPr/>
            <p:nvPr/>
          </p:nvSpPr>
          <p:spPr>
            <a:xfrm>
              <a:off x="7009722" y="3542938"/>
              <a:ext cx="6593" cy="735822"/>
            </a:xfrm>
            <a:custGeom>
              <a:avLst/>
              <a:gdLst/>
              <a:ahLst/>
              <a:cxnLst/>
              <a:rect l="l" t="t" r="r" b="b"/>
              <a:pathLst>
                <a:path w="4381" h="488918" extrusionOk="0">
                  <a:moveTo>
                    <a:pt x="2191" y="488918"/>
                  </a:moveTo>
                  <a:cubicBezTo>
                    <a:pt x="953" y="488918"/>
                    <a:pt x="0" y="487871"/>
                    <a:pt x="0" y="486727"/>
                  </a:cubicBezTo>
                  <a:lnTo>
                    <a:pt x="0" y="2191"/>
                  </a:lnTo>
                  <a:cubicBezTo>
                    <a:pt x="0" y="952"/>
                    <a:pt x="953" y="0"/>
                    <a:pt x="2191" y="0"/>
                  </a:cubicBezTo>
                  <a:cubicBezTo>
                    <a:pt x="3429" y="0"/>
                    <a:pt x="4382" y="1048"/>
                    <a:pt x="4382" y="2191"/>
                  </a:cubicBezTo>
                  <a:lnTo>
                    <a:pt x="4382" y="486727"/>
                  </a:lnTo>
                  <a:cubicBezTo>
                    <a:pt x="4382" y="487966"/>
                    <a:pt x="3429" y="488918"/>
                    <a:pt x="2191" y="48891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2" name="Google Shape;1282;p43"/>
            <p:cNvSpPr/>
            <p:nvPr/>
          </p:nvSpPr>
          <p:spPr>
            <a:xfrm>
              <a:off x="7009722" y="2294342"/>
              <a:ext cx="6593" cy="407546"/>
            </a:xfrm>
            <a:custGeom>
              <a:avLst/>
              <a:gdLst/>
              <a:ahLst/>
              <a:cxnLst/>
              <a:rect l="l" t="t" r="r" b="b"/>
              <a:pathLst>
                <a:path w="4381" h="270795" extrusionOk="0">
                  <a:moveTo>
                    <a:pt x="2191" y="270796"/>
                  </a:moveTo>
                  <a:cubicBezTo>
                    <a:pt x="953" y="270796"/>
                    <a:pt x="0" y="269748"/>
                    <a:pt x="0" y="268605"/>
                  </a:cubicBezTo>
                  <a:lnTo>
                    <a:pt x="0" y="2191"/>
                  </a:lnTo>
                  <a:cubicBezTo>
                    <a:pt x="0" y="952"/>
                    <a:pt x="953" y="0"/>
                    <a:pt x="2191" y="0"/>
                  </a:cubicBezTo>
                  <a:cubicBezTo>
                    <a:pt x="3429" y="0"/>
                    <a:pt x="4382" y="1048"/>
                    <a:pt x="4382" y="2191"/>
                  </a:cubicBezTo>
                  <a:lnTo>
                    <a:pt x="4382" y="268605"/>
                  </a:lnTo>
                  <a:cubicBezTo>
                    <a:pt x="4382" y="269843"/>
                    <a:pt x="3429" y="270796"/>
                    <a:pt x="2191" y="27079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3" name="Google Shape;1283;p43"/>
            <p:cNvSpPr/>
            <p:nvPr/>
          </p:nvSpPr>
          <p:spPr>
            <a:xfrm>
              <a:off x="7110897" y="3542938"/>
              <a:ext cx="6593" cy="735822"/>
            </a:xfrm>
            <a:custGeom>
              <a:avLst/>
              <a:gdLst/>
              <a:ahLst/>
              <a:cxnLst/>
              <a:rect l="l" t="t" r="r" b="b"/>
              <a:pathLst>
                <a:path w="4381" h="488918" extrusionOk="0">
                  <a:moveTo>
                    <a:pt x="2191" y="488918"/>
                  </a:moveTo>
                  <a:cubicBezTo>
                    <a:pt x="952" y="488918"/>
                    <a:pt x="0" y="487871"/>
                    <a:pt x="0" y="486727"/>
                  </a:cubicBezTo>
                  <a:lnTo>
                    <a:pt x="0" y="2191"/>
                  </a:lnTo>
                  <a:cubicBezTo>
                    <a:pt x="0" y="952"/>
                    <a:pt x="952" y="0"/>
                    <a:pt x="2191" y="0"/>
                  </a:cubicBezTo>
                  <a:cubicBezTo>
                    <a:pt x="3429" y="0"/>
                    <a:pt x="4381" y="1048"/>
                    <a:pt x="4381" y="2191"/>
                  </a:cubicBezTo>
                  <a:lnTo>
                    <a:pt x="4381" y="486727"/>
                  </a:lnTo>
                  <a:cubicBezTo>
                    <a:pt x="4381" y="487966"/>
                    <a:pt x="3429" y="488918"/>
                    <a:pt x="2191" y="48891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4" name="Google Shape;1284;p43"/>
            <p:cNvSpPr/>
            <p:nvPr/>
          </p:nvSpPr>
          <p:spPr>
            <a:xfrm>
              <a:off x="7110897" y="2294342"/>
              <a:ext cx="6593" cy="407546"/>
            </a:xfrm>
            <a:custGeom>
              <a:avLst/>
              <a:gdLst/>
              <a:ahLst/>
              <a:cxnLst/>
              <a:rect l="l" t="t" r="r" b="b"/>
              <a:pathLst>
                <a:path w="4381" h="270795" extrusionOk="0">
                  <a:moveTo>
                    <a:pt x="2191" y="270796"/>
                  </a:moveTo>
                  <a:cubicBezTo>
                    <a:pt x="952" y="270796"/>
                    <a:pt x="0" y="269748"/>
                    <a:pt x="0" y="268605"/>
                  </a:cubicBezTo>
                  <a:lnTo>
                    <a:pt x="0" y="2191"/>
                  </a:lnTo>
                  <a:cubicBezTo>
                    <a:pt x="0" y="952"/>
                    <a:pt x="952" y="0"/>
                    <a:pt x="2191" y="0"/>
                  </a:cubicBezTo>
                  <a:cubicBezTo>
                    <a:pt x="3429" y="0"/>
                    <a:pt x="4381" y="1048"/>
                    <a:pt x="4381" y="2191"/>
                  </a:cubicBezTo>
                  <a:lnTo>
                    <a:pt x="4381" y="268605"/>
                  </a:lnTo>
                  <a:cubicBezTo>
                    <a:pt x="4381" y="269843"/>
                    <a:pt x="3429" y="270796"/>
                    <a:pt x="2191" y="27079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5" name="Google Shape;1285;p43"/>
            <p:cNvSpPr/>
            <p:nvPr/>
          </p:nvSpPr>
          <p:spPr>
            <a:xfrm>
              <a:off x="7216096" y="3542938"/>
              <a:ext cx="6593" cy="735822"/>
            </a:xfrm>
            <a:custGeom>
              <a:avLst/>
              <a:gdLst/>
              <a:ahLst/>
              <a:cxnLst/>
              <a:rect l="l" t="t" r="r" b="b"/>
              <a:pathLst>
                <a:path w="4381" h="488918" extrusionOk="0">
                  <a:moveTo>
                    <a:pt x="2191" y="488918"/>
                  </a:moveTo>
                  <a:cubicBezTo>
                    <a:pt x="953" y="488918"/>
                    <a:pt x="0" y="487871"/>
                    <a:pt x="0" y="486727"/>
                  </a:cubicBezTo>
                  <a:lnTo>
                    <a:pt x="0" y="2191"/>
                  </a:lnTo>
                  <a:cubicBezTo>
                    <a:pt x="0" y="952"/>
                    <a:pt x="953" y="0"/>
                    <a:pt x="2191" y="0"/>
                  </a:cubicBezTo>
                  <a:cubicBezTo>
                    <a:pt x="3429" y="0"/>
                    <a:pt x="4382" y="1048"/>
                    <a:pt x="4382" y="2191"/>
                  </a:cubicBezTo>
                  <a:lnTo>
                    <a:pt x="4382" y="486727"/>
                  </a:lnTo>
                  <a:cubicBezTo>
                    <a:pt x="4382" y="487966"/>
                    <a:pt x="3429" y="488918"/>
                    <a:pt x="2191" y="48891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6" name="Google Shape;1286;p43"/>
            <p:cNvSpPr/>
            <p:nvPr/>
          </p:nvSpPr>
          <p:spPr>
            <a:xfrm>
              <a:off x="7216096" y="2294342"/>
              <a:ext cx="6593" cy="407546"/>
            </a:xfrm>
            <a:custGeom>
              <a:avLst/>
              <a:gdLst/>
              <a:ahLst/>
              <a:cxnLst/>
              <a:rect l="l" t="t" r="r" b="b"/>
              <a:pathLst>
                <a:path w="4381" h="270795" extrusionOk="0">
                  <a:moveTo>
                    <a:pt x="2191" y="270796"/>
                  </a:moveTo>
                  <a:cubicBezTo>
                    <a:pt x="953" y="270796"/>
                    <a:pt x="0" y="269748"/>
                    <a:pt x="0" y="268605"/>
                  </a:cubicBezTo>
                  <a:lnTo>
                    <a:pt x="0" y="2191"/>
                  </a:lnTo>
                  <a:cubicBezTo>
                    <a:pt x="0" y="952"/>
                    <a:pt x="953" y="0"/>
                    <a:pt x="2191" y="0"/>
                  </a:cubicBezTo>
                  <a:cubicBezTo>
                    <a:pt x="3429" y="0"/>
                    <a:pt x="4382" y="1048"/>
                    <a:pt x="4382" y="2191"/>
                  </a:cubicBezTo>
                  <a:lnTo>
                    <a:pt x="4382" y="268605"/>
                  </a:lnTo>
                  <a:cubicBezTo>
                    <a:pt x="4382" y="269843"/>
                    <a:pt x="3429" y="270796"/>
                    <a:pt x="2191" y="27079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7" name="Google Shape;1287;p43"/>
            <p:cNvSpPr/>
            <p:nvPr/>
          </p:nvSpPr>
          <p:spPr>
            <a:xfrm>
              <a:off x="7317271" y="3542938"/>
              <a:ext cx="6593" cy="735822"/>
            </a:xfrm>
            <a:custGeom>
              <a:avLst/>
              <a:gdLst/>
              <a:ahLst/>
              <a:cxnLst/>
              <a:rect l="l" t="t" r="r" b="b"/>
              <a:pathLst>
                <a:path w="4381" h="488918" extrusionOk="0">
                  <a:moveTo>
                    <a:pt x="2191" y="488918"/>
                  </a:moveTo>
                  <a:cubicBezTo>
                    <a:pt x="952" y="488918"/>
                    <a:pt x="0" y="487871"/>
                    <a:pt x="0" y="486727"/>
                  </a:cubicBezTo>
                  <a:lnTo>
                    <a:pt x="0" y="2191"/>
                  </a:lnTo>
                  <a:cubicBezTo>
                    <a:pt x="0" y="952"/>
                    <a:pt x="952" y="0"/>
                    <a:pt x="2191" y="0"/>
                  </a:cubicBezTo>
                  <a:cubicBezTo>
                    <a:pt x="3429" y="0"/>
                    <a:pt x="4381" y="1048"/>
                    <a:pt x="4381" y="2191"/>
                  </a:cubicBezTo>
                  <a:lnTo>
                    <a:pt x="4381" y="486727"/>
                  </a:lnTo>
                  <a:cubicBezTo>
                    <a:pt x="4381" y="487966"/>
                    <a:pt x="3429" y="488918"/>
                    <a:pt x="2191" y="48891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8" name="Google Shape;1288;p43"/>
            <p:cNvSpPr/>
            <p:nvPr/>
          </p:nvSpPr>
          <p:spPr>
            <a:xfrm>
              <a:off x="7317271" y="2294342"/>
              <a:ext cx="6593" cy="407546"/>
            </a:xfrm>
            <a:custGeom>
              <a:avLst/>
              <a:gdLst/>
              <a:ahLst/>
              <a:cxnLst/>
              <a:rect l="l" t="t" r="r" b="b"/>
              <a:pathLst>
                <a:path w="4381" h="270795" extrusionOk="0">
                  <a:moveTo>
                    <a:pt x="2191" y="270796"/>
                  </a:moveTo>
                  <a:cubicBezTo>
                    <a:pt x="952" y="270796"/>
                    <a:pt x="0" y="269748"/>
                    <a:pt x="0" y="268605"/>
                  </a:cubicBezTo>
                  <a:lnTo>
                    <a:pt x="0" y="2191"/>
                  </a:lnTo>
                  <a:cubicBezTo>
                    <a:pt x="0" y="952"/>
                    <a:pt x="952" y="0"/>
                    <a:pt x="2191" y="0"/>
                  </a:cubicBezTo>
                  <a:cubicBezTo>
                    <a:pt x="3429" y="0"/>
                    <a:pt x="4381" y="1048"/>
                    <a:pt x="4381" y="2191"/>
                  </a:cubicBezTo>
                  <a:lnTo>
                    <a:pt x="4381" y="268605"/>
                  </a:lnTo>
                  <a:cubicBezTo>
                    <a:pt x="4381" y="269843"/>
                    <a:pt x="3429" y="270796"/>
                    <a:pt x="2191" y="27079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9" name="Google Shape;1289;p43"/>
            <p:cNvSpPr/>
            <p:nvPr/>
          </p:nvSpPr>
          <p:spPr>
            <a:xfrm>
              <a:off x="7422038" y="2294342"/>
              <a:ext cx="6593" cy="407546"/>
            </a:xfrm>
            <a:custGeom>
              <a:avLst/>
              <a:gdLst/>
              <a:ahLst/>
              <a:cxnLst/>
              <a:rect l="l" t="t" r="r" b="b"/>
              <a:pathLst>
                <a:path w="4381" h="270795" extrusionOk="0">
                  <a:moveTo>
                    <a:pt x="2191" y="270796"/>
                  </a:moveTo>
                  <a:cubicBezTo>
                    <a:pt x="953" y="270796"/>
                    <a:pt x="0" y="269748"/>
                    <a:pt x="0" y="268605"/>
                  </a:cubicBezTo>
                  <a:lnTo>
                    <a:pt x="0" y="2191"/>
                  </a:lnTo>
                  <a:cubicBezTo>
                    <a:pt x="0" y="952"/>
                    <a:pt x="953" y="0"/>
                    <a:pt x="2191" y="0"/>
                  </a:cubicBezTo>
                  <a:cubicBezTo>
                    <a:pt x="3429" y="0"/>
                    <a:pt x="4382" y="1048"/>
                    <a:pt x="4382" y="2191"/>
                  </a:cubicBezTo>
                  <a:lnTo>
                    <a:pt x="4382" y="268605"/>
                  </a:lnTo>
                  <a:cubicBezTo>
                    <a:pt x="4382" y="269843"/>
                    <a:pt x="3429" y="270796"/>
                    <a:pt x="2191" y="27079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0" name="Google Shape;1290;p43"/>
            <p:cNvSpPr/>
            <p:nvPr/>
          </p:nvSpPr>
          <p:spPr>
            <a:xfrm>
              <a:off x="7422038" y="3542938"/>
              <a:ext cx="6593" cy="735822"/>
            </a:xfrm>
            <a:custGeom>
              <a:avLst/>
              <a:gdLst/>
              <a:ahLst/>
              <a:cxnLst/>
              <a:rect l="l" t="t" r="r" b="b"/>
              <a:pathLst>
                <a:path w="4381" h="488918" extrusionOk="0">
                  <a:moveTo>
                    <a:pt x="2191" y="488918"/>
                  </a:moveTo>
                  <a:cubicBezTo>
                    <a:pt x="953" y="488918"/>
                    <a:pt x="0" y="487871"/>
                    <a:pt x="0" y="486727"/>
                  </a:cubicBezTo>
                  <a:lnTo>
                    <a:pt x="0" y="2191"/>
                  </a:lnTo>
                  <a:cubicBezTo>
                    <a:pt x="0" y="952"/>
                    <a:pt x="953" y="0"/>
                    <a:pt x="2191" y="0"/>
                  </a:cubicBezTo>
                  <a:cubicBezTo>
                    <a:pt x="3429" y="0"/>
                    <a:pt x="4382" y="1048"/>
                    <a:pt x="4382" y="2191"/>
                  </a:cubicBezTo>
                  <a:lnTo>
                    <a:pt x="4382" y="486727"/>
                  </a:lnTo>
                  <a:cubicBezTo>
                    <a:pt x="4382" y="487966"/>
                    <a:pt x="3429" y="488918"/>
                    <a:pt x="2191" y="48891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1" name="Google Shape;1291;p43"/>
            <p:cNvSpPr/>
            <p:nvPr/>
          </p:nvSpPr>
          <p:spPr>
            <a:xfrm>
              <a:off x="7523215" y="3542938"/>
              <a:ext cx="6593" cy="735822"/>
            </a:xfrm>
            <a:custGeom>
              <a:avLst/>
              <a:gdLst/>
              <a:ahLst/>
              <a:cxnLst/>
              <a:rect l="l" t="t" r="r" b="b"/>
              <a:pathLst>
                <a:path w="4381" h="488918" extrusionOk="0">
                  <a:moveTo>
                    <a:pt x="2191" y="488918"/>
                  </a:moveTo>
                  <a:cubicBezTo>
                    <a:pt x="952" y="488918"/>
                    <a:pt x="0" y="487871"/>
                    <a:pt x="0" y="486727"/>
                  </a:cubicBezTo>
                  <a:lnTo>
                    <a:pt x="0" y="2191"/>
                  </a:lnTo>
                  <a:cubicBezTo>
                    <a:pt x="0" y="952"/>
                    <a:pt x="952" y="0"/>
                    <a:pt x="2191" y="0"/>
                  </a:cubicBezTo>
                  <a:cubicBezTo>
                    <a:pt x="3429" y="0"/>
                    <a:pt x="4381" y="1048"/>
                    <a:pt x="4381" y="2191"/>
                  </a:cubicBezTo>
                  <a:lnTo>
                    <a:pt x="4381" y="486727"/>
                  </a:lnTo>
                  <a:cubicBezTo>
                    <a:pt x="4381" y="487966"/>
                    <a:pt x="3429" y="488918"/>
                    <a:pt x="2191" y="48891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2" name="Google Shape;1292;p43"/>
            <p:cNvSpPr/>
            <p:nvPr/>
          </p:nvSpPr>
          <p:spPr>
            <a:xfrm>
              <a:off x="7523215" y="2294342"/>
              <a:ext cx="6593" cy="407546"/>
            </a:xfrm>
            <a:custGeom>
              <a:avLst/>
              <a:gdLst/>
              <a:ahLst/>
              <a:cxnLst/>
              <a:rect l="l" t="t" r="r" b="b"/>
              <a:pathLst>
                <a:path w="4381" h="270795" extrusionOk="0">
                  <a:moveTo>
                    <a:pt x="2191" y="270796"/>
                  </a:moveTo>
                  <a:cubicBezTo>
                    <a:pt x="952" y="270796"/>
                    <a:pt x="0" y="269748"/>
                    <a:pt x="0" y="268605"/>
                  </a:cubicBezTo>
                  <a:lnTo>
                    <a:pt x="0" y="2191"/>
                  </a:lnTo>
                  <a:cubicBezTo>
                    <a:pt x="0" y="952"/>
                    <a:pt x="952" y="0"/>
                    <a:pt x="2191" y="0"/>
                  </a:cubicBezTo>
                  <a:cubicBezTo>
                    <a:pt x="3429" y="0"/>
                    <a:pt x="4381" y="1048"/>
                    <a:pt x="4381" y="2191"/>
                  </a:cubicBezTo>
                  <a:lnTo>
                    <a:pt x="4381" y="268605"/>
                  </a:lnTo>
                  <a:cubicBezTo>
                    <a:pt x="4381" y="269843"/>
                    <a:pt x="3429" y="270796"/>
                    <a:pt x="2191" y="27079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3" name="Google Shape;1293;p43"/>
            <p:cNvSpPr/>
            <p:nvPr/>
          </p:nvSpPr>
          <p:spPr>
            <a:xfrm>
              <a:off x="7627982" y="3542938"/>
              <a:ext cx="6593" cy="735822"/>
            </a:xfrm>
            <a:custGeom>
              <a:avLst/>
              <a:gdLst/>
              <a:ahLst/>
              <a:cxnLst/>
              <a:rect l="l" t="t" r="r" b="b"/>
              <a:pathLst>
                <a:path w="4381" h="488918" extrusionOk="0">
                  <a:moveTo>
                    <a:pt x="2191" y="488918"/>
                  </a:moveTo>
                  <a:cubicBezTo>
                    <a:pt x="952" y="488918"/>
                    <a:pt x="0" y="487871"/>
                    <a:pt x="0" y="486727"/>
                  </a:cubicBezTo>
                  <a:lnTo>
                    <a:pt x="0" y="2191"/>
                  </a:lnTo>
                  <a:cubicBezTo>
                    <a:pt x="0" y="952"/>
                    <a:pt x="952" y="0"/>
                    <a:pt x="2191" y="0"/>
                  </a:cubicBezTo>
                  <a:cubicBezTo>
                    <a:pt x="3429" y="0"/>
                    <a:pt x="4382" y="1048"/>
                    <a:pt x="4382" y="2191"/>
                  </a:cubicBezTo>
                  <a:lnTo>
                    <a:pt x="4382" y="486727"/>
                  </a:lnTo>
                  <a:cubicBezTo>
                    <a:pt x="4382" y="487966"/>
                    <a:pt x="3429" y="488918"/>
                    <a:pt x="2191" y="48891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4" name="Google Shape;1294;p43"/>
            <p:cNvSpPr/>
            <p:nvPr/>
          </p:nvSpPr>
          <p:spPr>
            <a:xfrm>
              <a:off x="7627982" y="2294342"/>
              <a:ext cx="6593" cy="407546"/>
            </a:xfrm>
            <a:custGeom>
              <a:avLst/>
              <a:gdLst/>
              <a:ahLst/>
              <a:cxnLst/>
              <a:rect l="l" t="t" r="r" b="b"/>
              <a:pathLst>
                <a:path w="4381" h="270795" extrusionOk="0">
                  <a:moveTo>
                    <a:pt x="2191" y="270796"/>
                  </a:moveTo>
                  <a:cubicBezTo>
                    <a:pt x="952" y="270796"/>
                    <a:pt x="0" y="269748"/>
                    <a:pt x="0" y="268605"/>
                  </a:cubicBezTo>
                  <a:lnTo>
                    <a:pt x="0" y="2191"/>
                  </a:lnTo>
                  <a:cubicBezTo>
                    <a:pt x="0" y="952"/>
                    <a:pt x="952" y="0"/>
                    <a:pt x="2191" y="0"/>
                  </a:cubicBezTo>
                  <a:cubicBezTo>
                    <a:pt x="3429" y="0"/>
                    <a:pt x="4382" y="1048"/>
                    <a:pt x="4382" y="2191"/>
                  </a:cubicBezTo>
                  <a:lnTo>
                    <a:pt x="4382" y="268605"/>
                  </a:lnTo>
                  <a:cubicBezTo>
                    <a:pt x="4382" y="269843"/>
                    <a:pt x="3429" y="270796"/>
                    <a:pt x="2191" y="27079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5" name="Google Shape;1295;p43"/>
            <p:cNvSpPr/>
            <p:nvPr/>
          </p:nvSpPr>
          <p:spPr>
            <a:xfrm>
              <a:off x="7729156" y="3542938"/>
              <a:ext cx="6593" cy="735822"/>
            </a:xfrm>
            <a:custGeom>
              <a:avLst/>
              <a:gdLst/>
              <a:ahLst/>
              <a:cxnLst/>
              <a:rect l="l" t="t" r="r" b="b"/>
              <a:pathLst>
                <a:path w="4381" h="488918" extrusionOk="0">
                  <a:moveTo>
                    <a:pt x="2191" y="488918"/>
                  </a:moveTo>
                  <a:cubicBezTo>
                    <a:pt x="953" y="488918"/>
                    <a:pt x="0" y="487871"/>
                    <a:pt x="0" y="486727"/>
                  </a:cubicBezTo>
                  <a:lnTo>
                    <a:pt x="0" y="2191"/>
                  </a:lnTo>
                  <a:cubicBezTo>
                    <a:pt x="0" y="952"/>
                    <a:pt x="953" y="0"/>
                    <a:pt x="2191" y="0"/>
                  </a:cubicBezTo>
                  <a:cubicBezTo>
                    <a:pt x="3429" y="0"/>
                    <a:pt x="4382" y="1048"/>
                    <a:pt x="4382" y="2191"/>
                  </a:cubicBezTo>
                  <a:lnTo>
                    <a:pt x="4382" y="486727"/>
                  </a:lnTo>
                  <a:cubicBezTo>
                    <a:pt x="4382" y="487966"/>
                    <a:pt x="3429" y="488918"/>
                    <a:pt x="2191" y="48891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6" name="Google Shape;1296;p43"/>
            <p:cNvSpPr/>
            <p:nvPr/>
          </p:nvSpPr>
          <p:spPr>
            <a:xfrm>
              <a:off x="7729156" y="2294342"/>
              <a:ext cx="6593" cy="407546"/>
            </a:xfrm>
            <a:custGeom>
              <a:avLst/>
              <a:gdLst/>
              <a:ahLst/>
              <a:cxnLst/>
              <a:rect l="l" t="t" r="r" b="b"/>
              <a:pathLst>
                <a:path w="4381" h="270795" extrusionOk="0">
                  <a:moveTo>
                    <a:pt x="2191" y="270796"/>
                  </a:moveTo>
                  <a:cubicBezTo>
                    <a:pt x="953" y="270796"/>
                    <a:pt x="0" y="269748"/>
                    <a:pt x="0" y="268605"/>
                  </a:cubicBezTo>
                  <a:lnTo>
                    <a:pt x="0" y="2191"/>
                  </a:lnTo>
                  <a:cubicBezTo>
                    <a:pt x="0" y="952"/>
                    <a:pt x="953" y="0"/>
                    <a:pt x="2191" y="0"/>
                  </a:cubicBezTo>
                  <a:cubicBezTo>
                    <a:pt x="3429" y="0"/>
                    <a:pt x="4382" y="1048"/>
                    <a:pt x="4382" y="2191"/>
                  </a:cubicBezTo>
                  <a:lnTo>
                    <a:pt x="4382" y="268605"/>
                  </a:lnTo>
                  <a:cubicBezTo>
                    <a:pt x="4382" y="269843"/>
                    <a:pt x="3429" y="270796"/>
                    <a:pt x="2191" y="27079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7" name="Google Shape;1297;p43"/>
            <p:cNvSpPr/>
            <p:nvPr/>
          </p:nvSpPr>
          <p:spPr>
            <a:xfrm>
              <a:off x="7818979" y="2294342"/>
              <a:ext cx="6593" cy="1981257"/>
            </a:xfrm>
            <a:custGeom>
              <a:avLst/>
              <a:gdLst/>
              <a:ahLst/>
              <a:cxnLst/>
              <a:rect l="l" t="t" r="r" b="b"/>
              <a:pathLst>
                <a:path w="4381" h="1316450" extrusionOk="0">
                  <a:moveTo>
                    <a:pt x="2191" y="1316450"/>
                  </a:moveTo>
                  <a:cubicBezTo>
                    <a:pt x="953" y="1316450"/>
                    <a:pt x="0" y="1315403"/>
                    <a:pt x="0" y="1314260"/>
                  </a:cubicBezTo>
                  <a:lnTo>
                    <a:pt x="0" y="2191"/>
                  </a:lnTo>
                  <a:cubicBezTo>
                    <a:pt x="0" y="952"/>
                    <a:pt x="953" y="0"/>
                    <a:pt x="2191" y="0"/>
                  </a:cubicBezTo>
                  <a:cubicBezTo>
                    <a:pt x="3429" y="0"/>
                    <a:pt x="4382" y="1048"/>
                    <a:pt x="4382" y="2191"/>
                  </a:cubicBezTo>
                  <a:lnTo>
                    <a:pt x="4382" y="1314164"/>
                  </a:lnTo>
                  <a:cubicBezTo>
                    <a:pt x="4382" y="1315403"/>
                    <a:pt x="3429" y="1316355"/>
                    <a:pt x="2191" y="131635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8" name="Google Shape;1298;p43"/>
            <p:cNvSpPr/>
            <p:nvPr/>
          </p:nvSpPr>
          <p:spPr>
            <a:xfrm>
              <a:off x="7920297" y="2294198"/>
              <a:ext cx="6593" cy="1981114"/>
            </a:xfrm>
            <a:custGeom>
              <a:avLst/>
              <a:gdLst/>
              <a:ahLst/>
              <a:cxnLst/>
              <a:rect l="l" t="t" r="r" b="b"/>
              <a:pathLst>
                <a:path w="4381" h="1316355" extrusionOk="0">
                  <a:moveTo>
                    <a:pt x="2191" y="1316355"/>
                  </a:moveTo>
                  <a:cubicBezTo>
                    <a:pt x="953" y="1316355"/>
                    <a:pt x="0" y="1315307"/>
                    <a:pt x="0" y="1314164"/>
                  </a:cubicBezTo>
                  <a:lnTo>
                    <a:pt x="0" y="2191"/>
                  </a:lnTo>
                  <a:cubicBezTo>
                    <a:pt x="0" y="952"/>
                    <a:pt x="953" y="0"/>
                    <a:pt x="2191" y="0"/>
                  </a:cubicBezTo>
                  <a:cubicBezTo>
                    <a:pt x="3429" y="0"/>
                    <a:pt x="4382" y="1048"/>
                    <a:pt x="4382" y="2191"/>
                  </a:cubicBezTo>
                  <a:lnTo>
                    <a:pt x="4382" y="1314164"/>
                  </a:lnTo>
                  <a:cubicBezTo>
                    <a:pt x="4382" y="1315403"/>
                    <a:pt x="3429" y="1316355"/>
                    <a:pt x="2191" y="131635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9" name="Google Shape;1299;p43"/>
            <p:cNvSpPr/>
            <p:nvPr/>
          </p:nvSpPr>
          <p:spPr>
            <a:xfrm>
              <a:off x="8025209" y="2294198"/>
              <a:ext cx="6593" cy="1981114"/>
            </a:xfrm>
            <a:custGeom>
              <a:avLst/>
              <a:gdLst/>
              <a:ahLst/>
              <a:cxnLst/>
              <a:rect l="l" t="t" r="r" b="b"/>
              <a:pathLst>
                <a:path w="4381" h="1316355" extrusionOk="0">
                  <a:moveTo>
                    <a:pt x="2191" y="1316355"/>
                  </a:moveTo>
                  <a:cubicBezTo>
                    <a:pt x="952" y="1316355"/>
                    <a:pt x="0" y="1315307"/>
                    <a:pt x="0" y="1314164"/>
                  </a:cubicBezTo>
                  <a:lnTo>
                    <a:pt x="0" y="2191"/>
                  </a:lnTo>
                  <a:cubicBezTo>
                    <a:pt x="0" y="952"/>
                    <a:pt x="952" y="0"/>
                    <a:pt x="2191" y="0"/>
                  </a:cubicBezTo>
                  <a:cubicBezTo>
                    <a:pt x="3429" y="0"/>
                    <a:pt x="4381" y="1048"/>
                    <a:pt x="4381" y="2191"/>
                  </a:cubicBezTo>
                  <a:lnTo>
                    <a:pt x="4381" y="1314164"/>
                  </a:lnTo>
                  <a:cubicBezTo>
                    <a:pt x="4381" y="1315403"/>
                    <a:pt x="3429" y="1316355"/>
                    <a:pt x="2191" y="131635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0" name="Google Shape;1300;p43"/>
            <p:cNvSpPr/>
            <p:nvPr/>
          </p:nvSpPr>
          <p:spPr>
            <a:xfrm>
              <a:off x="8126383" y="2294198"/>
              <a:ext cx="6593" cy="1981114"/>
            </a:xfrm>
            <a:custGeom>
              <a:avLst/>
              <a:gdLst/>
              <a:ahLst/>
              <a:cxnLst/>
              <a:rect l="l" t="t" r="r" b="b"/>
              <a:pathLst>
                <a:path w="4381" h="1316355" extrusionOk="0">
                  <a:moveTo>
                    <a:pt x="2191" y="1316355"/>
                  </a:moveTo>
                  <a:cubicBezTo>
                    <a:pt x="952" y="1316355"/>
                    <a:pt x="0" y="1315307"/>
                    <a:pt x="0" y="1314164"/>
                  </a:cubicBezTo>
                  <a:lnTo>
                    <a:pt x="0" y="2191"/>
                  </a:lnTo>
                  <a:cubicBezTo>
                    <a:pt x="0" y="952"/>
                    <a:pt x="952" y="0"/>
                    <a:pt x="2191" y="0"/>
                  </a:cubicBezTo>
                  <a:cubicBezTo>
                    <a:pt x="3429" y="0"/>
                    <a:pt x="4382" y="1048"/>
                    <a:pt x="4382" y="2191"/>
                  </a:cubicBezTo>
                  <a:lnTo>
                    <a:pt x="4382" y="1314164"/>
                  </a:lnTo>
                  <a:cubicBezTo>
                    <a:pt x="4382" y="1315403"/>
                    <a:pt x="3429" y="1316355"/>
                    <a:pt x="2191" y="131635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1" name="Google Shape;1301;p43"/>
            <p:cNvSpPr/>
            <p:nvPr/>
          </p:nvSpPr>
          <p:spPr>
            <a:xfrm>
              <a:off x="6630602" y="2213861"/>
              <a:ext cx="1481679" cy="6593"/>
            </a:xfrm>
            <a:custGeom>
              <a:avLst/>
              <a:gdLst/>
              <a:ahLst/>
              <a:cxnLst/>
              <a:rect l="l" t="t" r="r" b="b"/>
              <a:pathLst>
                <a:path w="984504" h="4381" extrusionOk="0">
                  <a:moveTo>
                    <a:pt x="982313" y="4381"/>
                  </a:moveTo>
                  <a:lnTo>
                    <a:pt x="2191" y="4381"/>
                  </a:lnTo>
                  <a:cubicBezTo>
                    <a:pt x="953" y="4381"/>
                    <a:pt x="0" y="3334"/>
                    <a:pt x="0" y="2191"/>
                  </a:cubicBezTo>
                  <a:cubicBezTo>
                    <a:pt x="0" y="1048"/>
                    <a:pt x="953" y="0"/>
                    <a:pt x="2191" y="0"/>
                  </a:cubicBezTo>
                  <a:lnTo>
                    <a:pt x="982313" y="0"/>
                  </a:lnTo>
                  <a:cubicBezTo>
                    <a:pt x="983552" y="0"/>
                    <a:pt x="984504" y="1048"/>
                    <a:pt x="984504" y="2191"/>
                  </a:cubicBezTo>
                  <a:cubicBezTo>
                    <a:pt x="984504" y="3334"/>
                    <a:pt x="983552" y="4381"/>
                    <a:pt x="982313" y="438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2" name="Google Shape;1302;p43"/>
            <p:cNvSpPr/>
            <p:nvPr/>
          </p:nvSpPr>
          <p:spPr>
            <a:xfrm>
              <a:off x="6743131" y="2128925"/>
              <a:ext cx="1264930" cy="6593"/>
            </a:xfrm>
            <a:custGeom>
              <a:avLst/>
              <a:gdLst/>
              <a:ahLst/>
              <a:cxnLst/>
              <a:rect l="l" t="t" r="r" b="b"/>
              <a:pathLst>
                <a:path w="840485" h="4381" extrusionOk="0">
                  <a:moveTo>
                    <a:pt x="838295" y="4381"/>
                  </a:moveTo>
                  <a:lnTo>
                    <a:pt x="2191" y="4381"/>
                  </a:lnTo>
                  <a:cubicBezTo>
                    <a:pt x="952" y="4381"/>
                    <a:pt x="0" y="3334"/>
                    <a:pt x="0" y="2191"/>
                  </a:cubicBezTo>
                  <a:cubicBezTo>
                    <a:pt x="0" y="1048"/>
                    <a:pt x="952" y="0"/>
                    <a:pt x="2191" y="0"/>
                  </a:cubicBezTo>
                  <a:lnTo>
                    <a:pt x="838295" y="0"/>
                  </a:lnTo>
                  <a:cubicBezTo>
                    <a:pt x="839534" y="0"/>
                    <a:pt x="840486" y="1048"/>
                    <a:pt x="840486" y="2191"/>
                  </a:cubicBezTo>
                  <a:cubicBezTo>
                    <a:pt x="840486" y="3334"/>
                    <a:pt x="839534" y="4381"/>
                    <a:pt x="838295" y="438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3" name="Google Shape;1303;p43"/>
            <p:cNvSpPr/>
            <p:nvPr/>
          </p:nvSpPr>
          <p:spPr>
            <a:xfrm>
              <a:off x="6846031" y="2051176"/>
              <a:ext cx="1066819" cy="6593"/>
            </a:xfrm>
            <a:custGeom>
              <a:avLst/>
              <a:gdLst/>
              <a:ahLst/>
              <a:cxnLst/>
              <a:rect l="l" t="t" r="r" b="b"/>
              <a:pathLst>
                <a:path w="708850" h="4381" extrusionOk="0">
                  <a:moveTo>
                    <a:pt x="706660" y="4381"/>
                  </a:moveTo>
                  <a:lnTo>
                    <a:pt x="2191" y="4381"/>
                  </a:lnTo>
                  <a:cubicBezTo>
                    <a:pt x="953" y="4381"/>
                    <a:pt x="0" y="3334"/>
                    <a:pt x="0" y="2191"/>
                  </a:cubicBezTo>
                  <a:cubicBezTo>
                    <a:pt x="0" y="1048"/>
                    <a:pt x="953" y="0"/>
                    <a:pt x="2191" y="0"/>
                  </a:cubicBezTo>
                  <a:lnTo>
                    <a:pt x="706660" y="0"/>
                  </a:lnTo>
                  <a:cubicBezTo>
                    <a:pt x="707898" y="0"/>
                    <a:pt x="708851" y="1048"/>
                    <a:pt x="708851" y="2191"/>
                  </a:cubicBezTo>
                  <a:cubicBezTo>
                    <a:pt x="708851" y="3334"/>
                    <a:pt x="707898" y="4381"/>
                    <a:pt x="706660" y="438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4" name="Google Shape;1304;p43"/>
            <p:cNvSpPr/>
            <p:nvPr/>
          </p:nvSpPr>
          <p:spPr>
            <a:xfrm>
              <a:off x="6958991" y="1966096"/>
              <a:ext cx="849642" cy="6593"/>
            </a:xfrm>
            <a:custGeom>
              <a:avLst/>
              <a:gdLst/>
              <a:ahLst/>
              <a:cxnLst/>
              <a:rect l="l" t="t" r="r" b="b"/>
              <a:pathLst>
                <a:path w="564546" h="4381" extrusionOk="0">
                  <a:moveTo>
                    <a:pt x="562356" y="4381"/>
                  </a:moveTo>
                  <a:lnTo>
                    <a:pt x="2191" y="4381"/>
                  </a:lnTo>
                  <a:cubicBezTo>
                    <a:pt x="952" y="4381"/>
                    <a:pt x="0" y="3334"/>
                    <a:pt x="0" y="2191"/>
                  </a:cubicBezTo>
                  <a:cubicBezTo>
                    <a:pt x="0" y="1048"/>
                    <a:pt x="952" y="0"/>
                    <a:pt x="2191" y="0"/>
                  </a:cubicBezTo>
                  <a:lnTo>
                    <a:pt x="562356" y="0"/>
                  </a:lnTo>
                  <a:cubicBezTo>
                    <a:pt x="563594" y="0"/>
                    <a:pt x="564546" y="1048"/>
                    <a:pt x="564546" y="2191"/>
                  </a:cubicBezTo>
                  <a:cubicBezTo>
                    <a:pt x="564546" y="3334"/>
                    <a:pt x="563594" y="4381"/>
                    <a:pt x="562356" y="438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5" name="Google Shape;1305;p43"/>
            <p:cNvSpPr/>
            <p:nvPr/>
          </p:nvSpPr>
          <p:spPr>
            <a:xfrm>
              <a:off x="7047951" y="1898695"/>
              <a:ext cx="677908" cy="6593"/>
            </a:xfrm>
            <a:custGeom>
              <a:avLst/>
              <a:gdLst/>
              <a:ahLst/>
              <a:cxnLst/>
              <a:rect l="l" t="t" r="r" b="b"/>
              <a:pathLst>
                <a:path w="450437" h="4381" extrusionOk="0">
                  <a:moveTo>
                    <a:pt x="448246" y="4381"/>
                  </a:moveTo>
                  <a:lnTo>
                    <a:pt x="2191" y="4381"/>
                  </a:lnTo>
                  <a:cubicBezTo>
                    <a:pt x="952" y="4381"/>
                    <a:pt x="0" y="3334"/>
                    <a:pt x="0" y="2191"/>
                  </a:cubicBezTo>
                  <a:cubicBezTo>
                    <a:pt x="0" y="1048"/>
                    <a:pt x="952" y="0"/>
                    <a:pt x="2191" y="0"/>
                  </a:cubicBezTo>
                  <a:lnTo>
                    <a:pt x="448246" y="0"/>
                  </a:lnTo>
                  <a:cubicBezTo>
                    <a:pt x="449485" y="0"/>
                    <a:pt x="450437" y="1048"/>
                    <a:pt x="450437" y="2191"/>
                  </a:cubicBezTo>
                  <a:cubicBezTo>
                    <a:pt x="450437" y="3334"/>
                    <a:pt x="449485" y="4381"/>
                    <a:pt x="448246" y="438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6" name="Google Shape;1306;p43"/>
            <p:cNvSpPr/>
            <p:nvPr/>
          </p:nvSpPr>
          <p:spPr>
            <a:xfrm>
              <a:off x="7150849" y="1820945"/>
              <a:ext cx="479367" cy="6593"/>
            </a:xfrm>
            <a:custGeom>
              <a:avLst/>
              <a:gdLst/>
              <a:ahLst/>
              <a:cxnLst/>
              <a:rect l="l" t="t" r="r" b="b"/>
              <a:pathLst>
                <a:path w="318516" h="4381" extrusionOk="0">
                  <a:moveTo>
                    <a:pt x="316325" y="4381"/>
                  </a:moveTo>
                  <a:lnTo>
                    <a:pt x="2191" y="4381"/>
                  </a:lnTo>
                  <a:cubicBezTo>
                    <a:pt x="953" y="4381"/>
                    <a:pt x="0" y="3334"/>
                    <a:pt x="0" y="2191"/>
                  </a:cubicBezTo>
                  <a:cubicBezTo>
                    <a:pt x="0" y="1048"/>
                    <a:pt x="953" y="0"/>
                    <a:pt x="2191" y="0"/>
                  </a:cubicBezTo>
                  <a:lnTo>
                    <a:pt x="316325" y="0"/>
                  </a:lnTo>
                  <a:cubicBezTo>
                    <a:pt x="317564" y="0"/>
                    <a:pt x="318516" y="1048"/>
                    <a:pt x="318516" y="2191"/>
                  </a:cubicBezTo>
                  <a:cubicBezTo>
                    <a:pt x="318516" y="3334"/>
                    <a:pt x="317564" y="4381"/>
                    <a:pt x="316325" y="438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7" name="Google Shape;1307;p43"/>
            <p:cNvSpPr/>
            <p:nvPr/>
          </p:nvSpPr>
          <p:spPr>
            <a:xfrm>
              <a:off x="7263809" y="1736009"/>
              <a:ext cx="262189" cy="6593"/>
            </a:xfrm>
            <a:custGeom>
              <a:avLst/>
              <a:gdLst/>
              <a:ahLst/>
              <a:cxnLst/>
              <a:rect l="l" t="t" r="r" b="b"/>
              <a:pathLst>
                <a:path w="174212" h="4381" extrusionOk="0">
                  <a:moveTo>
                    <a:pt x="172021" y="4381"/>
                  </a:moveTo>
                  <a:lnTo>
                    <a:pt x="2191" y="4381"/>
                  </a:lnTo>
                  <a:cubicBezTo>
                    <a:pt x="953" y="4381"/>
                    <a:pt x="0" y="3334"/>
                    <a:pt x="0" y="2191"/>
                  </a:cubicBezTo>
                  <a:cubicBezTo>
                    <a:pt x="0" y="1048"/>
                    <a:pt x="953" y="0"/>
                    <a:pt x="2191" y="0"/>
                  </a:cubicBezTo>
                  <a:lnTo>
                    <a:pt x="172021" y="0"/>
                  </a:lnTo>
                  <a:cubicBezTo>
                    <a:pt x="173260" y="0"/>
                    <a:pt x="174213" y="1048"/>
                    <a:pt x="174213" y="2191"/>
                  </a:cubicBezTo>
                  <a:cubicBezTo>
                    <a:pt x="174213" y="3334"/>
                    <a:pt x="173260" y="4381"/>
                    <a:pt x="172021" y="438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8" name="Google Shape;1308;p43"/>
            <p:cNvSpPr/>
            <p:nvPr/>
          </p:nvSpPr>
          <p:spPr>
            <a:xfrm>
              <a:off x="7334660" y="1585251"/>
              <a:ext cx="130736" cy="82283"/>
            </a:xfrm>
            <a:custGeom>
              <a:avLst/>
              <a:gdLst/>
              <a:ahLst/>
              <a:cxnLst/>
              <a:rect l="l" t="t" r="r" b="b"/>
              <a:pathLst>
                <a:path w="86868" h="54673" extrusionOk="0">
                  <a:moveTo>
                    <a:pt x="86869" y="27337"/>
                  </a:moveTo>
                  <a:cubicBezTo>
                    <a:pt x="86869" y="42386"/>
                    <a:pt x="67437" y="54673"/>
                    <a:pt x="43435" y="54673"/>
                  </a:cubicBezTo>
                  <a:cubicBezTo>
                    <a:pt x="19431" y="54673"/>
                    <a:pt x="0" y="42482"/>
                    <a:pt x="0" y="27337"/>
                  </a:cubicBezTo>
                  <a:cubicBezTo>
                    <a:pt x="0" y="12192"/>
                    <a:pt x="19431" y="0"/>
                    <a:pt x="43435" y="0"/>
                  </a:cubicBezTo>
                  <a:cubicBezTo>
                    <a:pt x="67437" y="0"/>
                    <a:pt x="86869" y="12192"/>
                    <a:pt x="86869" y="273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9" name="Google Shape;1309;p43"/>
            <p:cNvSpPr/>
            <p:nvPr/>
          </p:nvSpPr>
          <p:spPr>
            <a:xfrm>
              <a:off x="7351762" y="1529778"/>
              <a:ext cx="96618" cy="82283"/>
            </a:xfrm>
            <a:custGeom>
              <a:avLst/>
              <a:gdLst/>
              <a:ahLst/>
              <a:cxnLst/>
              <a:rect l="l" t="t" r="r" b="b"/>
              <a:pathLst>
                <a:path w="64198" h="54673" extrusionOk="0">
                  <a:moveTo>
                    <a:pt x="64199" y="27337"/>
                  </a:moveTo>
                  <a:cubicBezTo>
                    <a:pt x="64199" y="42386"/>
                    <a:pt x="49816" y="54674"/>
                    <a:pt x="32100" y="54674"/>
                  </a:cubicBezTo>
                  <a:cubicBezTo>
                    <a:pt x="14383" y="54674"/>
                    <a:pt x="0" y="42482"/>
                    <a:pt x="0" y="27337"/>
                  </a:cubicBezTo>
                  <a:cubicBezTo>
                    <a:pt x="0" y="12192"/>
                    <a:pt x="14383" y="0"/>
                    <a:pt x="32100" y="0"/>
                  </a:cubicBezTo>
                  <a:cubicBezTo>
                    <a:pt x="49816" y="0"/>
                    <a:pt x="64199" y="12192"/>
                    <a:pt x="64199" y="273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0" name="Google Shape;1310;p43"/>
            <p:cNvSpPr/>
            <p:nvPr/>
          </p:nvSpPr>
          <p:spPr>
            <a:xfrm>
              <a:off x="7386542" y="1335475"/>
              <a:ext cx="27236" cy="222767"/>
            </a:xfrm>
            <a:custGeom>
              <a:avLst/>
              <a:gdLst/>
              <a:ahLst/>
              <a:cxnLst/>
              <a:rect l="l" t="t" r="r" b="b"/>
              <a:pathLst>
                <a:path w="18097" h="148018" extrusionOk="0">
                  <a:moveTo>
                    <a:pt x="18097" y="74009"/>
                  </a:moveTo>
                  <a:cubicBezTo>
                    <a:pt x="18097" y="114872"/>
                    <a:pt x="14001" y="148019"/>
                    <a:pt x="9049" y="148019"/>
                  </a:cubicBezTo>
                  <a:cubicBezTo>
                    <a:pt x="4096" y="148019"/>
                    <a:pt x="0" y="114872"/>
                    <a:pt x="0" y="74009"/>
                  </a:cubicBezTo>
                  <a:cubicBezTo>
                    <a:pt x="0" y="33147"/>
                    <a:pt x="4096" y="0"/>
                    <a:pt x="9049" y="0"/>
                  </a:cubicBezTo>
                  <a:cubicBezTo>
                    <a:pt x="14001" y="0"/>
                    <a:pt x="18097" y="33147"/>
                    <a:pt x="18097" y="740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1" name="Google Shape;1311;p43"/>
            <p:cNvSpPr/>
            <p:nvPr/>
          </p:nvSpPr>
          <p:spPr>
            <a:xfrm>
              <a:off x="5921291" y="1616130"/>
              <a:ext cx="259402" cy="198911"/>
            </a:xfrm>
            <a:custGeom>
              <a:avLst/>
              <a:gdLst/>
              <a:ahLst/>
              <a:cxnLst/>
              <a:rect l="l" t="t" r="r" b="b"/>
              <a:pathLst>
                <a:path w="172360" h="132167" extrusionOk="0">
                  <a:moveTo>
                    <a:pt x="172360" y="65164"/>
                  </a:moveTo>
                  <a:cubicBezTo>
                    <a:pt x="172360" y="97549"/>
                    <a:pt x="141309" y="119266"/>
                    <a:pt x="120354" y="126982"/>
                  </a:cubicBezTo>
                  <a:cubicBezTo>
                    <a:pt x="70348" y="145365"/>
                    <a:pt x="3578" y="111646"/>
                    <a:pt x="149" y="76404"/>
                  </a:cubicBezTo>
                  <a:cubicBezTo>
                    <a:pt x="-3662" y="38018"/>
                    <a:pt x="66538" y="-13703"/>
                    <a:pt x="120354" y="3347"/>
                  </a:cubicBezTo>
                  <a:cubicBezTo>
                    <a:pt x="143881" y="10777"/>
                    <a:pt x="172456" y="34018"/>
                    <a:pt x="172360" y="6516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2" name="Google Shape;1312;p43"/>
            <p:cNvSpPr/>
            <p:nvPr/>
          </p:nvSpPr>
          <p:spPr>
            <a:xfrm>
              <a:off x="5632163" y="2818142"/>
              <a:ext cx="357359" cy="997765"/>
            </a:xfrm>
            <a:custGeom>
              <a:avLst/>
              <a:gdLst/>
              <a:ahLst/>
              <a:cxnLst/>
              <a:rect l="l" t="t" r="r" b="b"/>
              <a:pathLst>
                <a:path w="237448" h="662967" extrusionOk="0">
                  <a:moveTo>
                    <a:pt x="192632" y="662872"/>
                  </a:moveTo>
                  <a:cubicBezTo>
                    <a:pt x="154723" y="655633"/>
                    <a:pt x="116718" y="648490"/>
                    <a:pt x="78809" y="641251"/>
                  </a:cubicBezTo>
                  <a:cubicBezTo>
                    <a:pt x="56616" y="583339"/>
                    <a:pt x="34327" y="510853"/>
                    <a:pt x="19563" y="425891"/>
                  </a:cubicBezTo>
                  <a:cubicBezTo>
                    <a:pt x="6228" y="349214"/>
                    <a:pt x="2323" y="280349"/>
                    <a:pt x="2609" y="222722"/>
                  </a:cubicBezTo>
                  <a:cubicBezTo>
                    <a:pt x="-10441" y="106422"/>
                    <a:pt x="27183" y="14506"/>
                    <a:pt x="77094" y="1647"/>
                  </a:cubicBezTo>
                  <a:cubicBezTo>
                    <a:pt x="140626" y="-14641"/>
                    <a:pt x="241782" y="92801"/>
                    <a:pt x="237305" y="194719"/>
                  </a:cubicBezTo>
                  <a:cubicBezTo>
                    <a:pt x="235972" y="224341"/>
                    <a:pt x="225970" y="249202"/>
                    <a:pt x="215302" y="267871"/>
                  </a:cubicBezTo>
                  <a:cubicBezTo>
                    <a:pt x="217112" y="299970"/>
                    <a:pt x="218159" y="333212"/>
                    <a:pt x="218159" y="367597"/>
                  </a:cubicBezTo>
                  <a:cubicBezTo>
                    <a:pt x="218159" y="476182"/>
                    <a:pt x="207873" y="575242"/>
                    <a:pt x="192728" y="662968"/>
                  </a:cubicBezTo>
                  <a:close/>
                </a:path>
              </a:pathLst>
            </a:custGeom>
            <a:solidFill>
              <a:srgbClr val="FF5A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3" name="Google Shape;1313;p43"/>
            <p:cNvSpPr/>
            <p:nvPr/>
          </p:nvSpPr>
          <p:spPr>
            <a:xfrm>
              <a:off x="5744028" y="3741687"/>
              <a:ext cx="179906" cy="185505"/>
            </a:xfrm>
            <a:custGeom>
              <a:avLst/>
              <a:gdLst/>
              <a:ahLst/>
              <a:cxnLst/>
              <a:rect l="l" t="t" r="r" b="b"/>
              <a:pathLst>
                <a:path w="119539" h="123259" extrusionOk="0">
                  <a:moveTo>
                    <a:pt x="119444" y="61633"/>
                  </a:moveTo>
                  <a:cubicBezTo>
                    <a:pt x="119444" y="96590"/>
                    <a:pt x="89535" y="123164"/>
                    <a:pt x="57817" y="123260"/>
                  </a:cubicBezTo>
                  <a:cubicBezTo>
                    <a:pt x="33528" y="123260"/>
                    <a:pt x="10573" y="107829"/>
                    <a:pt x="0" y="83731"/>
                  </a:cubicBezTo>
                  <a:cubicBezTo>
                    <a:pt x="1048" y="74587"/>
                    <a:pt x="2000" y="65157"/>
                    <a:pt x="2858" y="55537"/>
                  </a:cubicBezTo>
                  <a:cubicBezTo>
                    <a:pt x="3620" y="46583"/>
                    <a:pt x="4286" y="37820"/>
                    <a:pt x="4763" y="29153"/>
                  </a:cubicBezTo>
                  <a:cubicBezTo>
                    <a:pt x="6572" y="26581"/>
                    <a:pt x="26004" y="-470"/>
                    <a:pt x="57912" y="6"/>
                  </a:cubicBezTo>
                  <a:cubicBezTo>
                    <a:pt x="88583" y="387"/>
                    <a:pt x="119539" y="26105"/>
                    <a:pt x="119539" y="61633"/>
                  </a:cubicBezTo>
                  <a:close/>
                </a:path>
              </a:pathLst>
            </a:custGeom>
            <a:solidFill>
              <a:srgbClr val="FF5A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4" name="Google Shape;1314;p43"/>
            <p:cNvSpPr/>
            <p:nvPr/>
          </p:nvSpPr>
          <p:spPr>
            <a:xfrm>
              <a:off x="5718164" y="3841002"/>
              <a:ext cx="206540" cy="826850"/>
            </a:xfrm>
            <a:custGeom>
              <a:avLst/>
              <a:gdLst/>
              <a:ahLst/>
              <a:cxnLst/>
              <a:rect l="l" t="t" r="r" b="b"/>
              <a:pathLst>
                <a:path w="137236" h="549402" extrusionOk="0">
                  <a:moveTo>
                    <a:pt x="130014" y="549307"/>
                  </a:moveTo>
                  <a:cubicBezTo>
                    <a:pt x="113726" y="545211"/>
                    <a:pt x="97438" y="541115"/>
                    <a:pt x="81055" y="537115"/>
                  </a:cubicBezTo>
                  <a:cubicBezTo>
                    <a:pt x="81246" y="526447"/>
                    <a:pt x="81341" y="509588"/>
                    <a:pt x="80103" y="489109"/>
                  </a:cubicBezTo>
                  <a:cubicBezTo>
                    <a:pt x="70672" y="331184"/>
                    <a:pt x="4188" y="268891"/>
                    <a:pt x="188" y="144875"/>
                  </a:cubicBezTo>
                  <a:cubicBezTo>
                    <a:pt x="-765" y="115443"/>
                    <a:pt x="1426" y="72104"/>
                    <a:pt x="18095" y="18860"/>
                  </a:cubicBezTo>
                  <a:cubicBezTo>
                    <a:pt x="57623" y="12573"/>
                    <a:pt x="97152" y="6287"/>
                    <a:pt x="136586" y="0"/>
                  </a:cubicBezTo>
                  <a:cubicBezTo>
                    <a:pt x="138776" y="115253"/>
                    <a:pt x="135062" y="204788"/>
                    <a:pt x="130966" y="267176"/>
                  </a:cubicBezTo>
                  <a:cubicBezTo>
                    <a:pt x="128680" y="301657"/>
                    <a:pt x="124204" y="359950"/>
                    <a:pt x="125346" y="440246"/>
                  </a:cubicBezTo>
                  <a:cubicBezTo>
                    <a:pt x="125918" y="486061"/>
                    <a:pt x="128204" y="523780"/>
                    <a:pt x="130014" y="549402"/>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5" name="Google Shape;1315;p43"/>
            <p:cNvSpPr/>
            <p:nvPr/>
          </p:nvSpPr>
          <p:spPr>
            <a:xfrm>
              <a:off x="5742105" y="4651268"/>
              <a:ext cx="196604" cy="154389"/>
            </a:xfrm>
            <a:custGeom>
              <a:avLst/>
              <a:gdLst/>
              <a:ahLst/>
              <a:cxnLst/>
              <a:rect l="l" t="t" r="r" b="b"/>
              <a:pathLst>
                <a:path w="130634" h="102584" extrusionOk="0">
                  <a:moveTo>
                    <a:pt x="128243" y="102584"/>
                  </a:moveTo>
                  <a:cubicBezTo>
                    <a:pt x="87190" y="102299"/>
                    <a:pt x="46138" y="101917"/>
                    <a:pt x="4990" y="101632"/>
                  </a:cubicBezTo>
                  <a:cubicBezTo>
                    <a:pt x="2037" y="97250"/>
                    <a:pt x="-1011" y="91154"/>
                    <a:pt x="322" y="84677"/>
                  </a:cubicBezTo>
                  <a:cubicBezTo>
                    <a:pt x="2704" y="73342"/>
                    <a:pt x="17467" y="68389"/>
                    <a:pt x="25754" y="64008"/>
                  </a:cubicBezTo>
                  <a:cubicBezTo>
                    <a:pt x="39565" y="56674"/>
                    <a:pt x="55663" y="40196"/>
                    <a:pt x="65283" y="0"/>
                  </a:cubicBezTo>
                  <a:cubicBezTo>
                    <a:pt x="81285" y="1524"/>
                    <a:pt x="97287" y="3143"/>
                    <a:pt x="113289" y="4667"/>
                  </a:cubicBezTo>
                  <a:cubicBezTo>
                    <a:pt x="118051" y="22479"/>
                    <a:pt x="122242" y="38957"/>
                    <a:pt x="126433" y="55436"/>
                  </a:cubicBezTo>
                  <a:cubicBezTo>
                    <a:pt x="128910" y="65056"/>
                    <a:pt x="131672" y="76391"/>
                    <a:pt x="130244" y="91154"/>
                  </a:cubicBezTo>
                  <a:cubicBezTo>
                    <a:pt x="129767" y="95917"/>
                    <a:pt x="129005" y="99822"/>
                    <a:pt x="128338" y="102394"/>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6" name="Google Shape;1316;p43"/>
            <p:cNvSpPr/>
            <p:nvPr/>
          </p:nvSpPr>
          <p:spPr>
            <a:xfrm>
              <a:off x="5514085" y="1972894"/>
              <a:ext cx="269719" cy="548706"/>
            </a:xfrm>
            <a:custGeom>
              <a:avLst/>
              <a:gdLst/>
              <a:ahLst/>
              <a:cxnLst/>
              <a:rect l="l" t="t" r="r" b="b"/>
              <a:pathLst>
                <a:path w="179215" h="364589" extrusionOk="0">
                  <a:moveTo>
                    <a:pt x="168116" y="83602"/>
                  </a:moveTo>
                  <a:cubicBezTo>
                    <a:pt x="152591" y="127131"/>
                    <a:pt x="137160" y="170279"/>
                    <a:pt x="121920" y="213523"/>
                  </a:cubicBezTo>
                  <a:cubicBezTo>
                    <a:pt x="117443" y="225429"/>
                    <a:pt x="113252" y="237335"/>
                    <a:pt x="109061" y="249242"/>
                  </a:cubicBezTo>
                  <a:cubicBezTo>
                    <a:pt x="95345" y="287722"/>
                    <a:pt x="81629" y="326108"/>
                    <a:pt x="67913" y="364589"/>
                  </a:cubicBezTo>
                  <a:cubicBezTo>
                    <a:pt x="45244" y="349730"/>
                    <a:pt x="22574" y="334776"/>
                    <a:pt x="0" y="319631"/>
                  </a:cubicBezTo>
                  <a:cubicBezTo>
                    <a:pt x="4477" y="288675"/>
                    <a:pt x="11049" y="254957"/>
                    <a:pt x="20003" y="219238"/>
                  </a:cubicBezTo>
                  <a:cubicBezTo>
                    <a:pt x="27432" y="189710"/>
                    <a:pt x="36957" y="159040"/>
                    <a:pt x="48578" y="127131"/>
                  </a:cubicBezTo>
                  <a:cubicBezTo>
                    <a:pt x="59341" y="98556"/>
                    <a:pt x="70676" y="71981"/>
                    <a:pt x="82296" y="47597"/>
                  </a:cubicBezTo>
                  <a:cubicBezTo>
                    <a:pt x="106395" y="4354"/>
                    <a:pt x="148495" y="-7553"/>
                    <a:pt x="165735" y="4354"/>
                  </a:cubicBezTo>
                  <a:cubicBezTo>
                    <a:pt x="181261" y="14831"/>
                    <a:pt x="185071" y="49312"/>
                    <a:pt x="168116" y="83602"/>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7" name="Google Shape;1317;p43"/>
            <p:cNvSpPr/>
            <p:nvPr/>
          </p:nvSpPr>
          <p:spPr>
            <a:xfrm>
              <a:off x="6024458" y="1928533"/>
              <a:ext cx="526199" cy="284748"/>
            </a:xfrm>
            <a:custGeom>
              <a:avLst/>
              <a:gdLst/>
              <a:ahLst/>
              <a:cxnLst/>
              <a:rect l="l" t="t" r="r" b="b"/>
              <a:pathLst>
                <a:path w="349634" h="189201" extrusionOk="0">
                  <a:moveTo>
                    <a:pt x="349540" y="107858"/>
                  </a:moveTo>
                  <a:cubicBezTo>
                    <a:pt x="347158" y="135005"/>
                    <a:pt x="344491" y="162056"/>
                    <a:pt x="342110" y="189202"/>
                  </a:cubicBezTo>
                  <a:cubicBezTo>
                    <a:pt x="294771" y="172819"/>
                    <a:pt x="247622" y="156150"/>
                    <a:pt x="200283" y="139767"/>
                  </a:cubicBezTo>
                  <a:cubicBezTo>
                    <a:pt x="188948" y="135576"/>
                    <a:pt x="177327" y="131766"/>
                    <a:pt x="165993" y="127575"/>
                  </a:cubicBezTo>
                  <a:cubicBezTo>
                    <a:pt x="130845" y="115383"/>
                    <a:pt x="95698" y="103096"/>
                    <a:pt x="60551" y="90904"/>
                  </a:cubicBezTo>
                  <a:cubicBezTo>
                    <a:pt x="23022" y="82903"/>
                    <a:pt x="-1456" y="58138"/>
                    <a:pt x="67" y="39374"/>
                  </a:cubicBezTo>
                  <a:cubicBezTo>
                    <a:pt x="1877" y="18514"/>
                    <a:pt x="37310" y="-6537"/>
                    <a:pt x="86173" y="1559"/>
                  </a:cubicBezTo>
                  <a:cubicBezTo>
                    <a:pt x="112367" y="7846"/>
                    <a:pt x="140370" y="15561"/>
                    <a:pt x="169327" y="25372"/>
                  </a:cubicBezTo>
                  <a:cubicBezTo>
                    <a:pt x="187519" y="31373"/>
                    <a:pt x="205045" y="37850"/>
                    <a:pt x="221810" y="44708"/>
                  </a:cubicBezTo>
                  <a:cubicBezTo>
                    <a:pt x="270387" y="64329"/>
                    <a:pt x="312963" y="86427"/>
                    <a:pt x="349635" y="107858"/>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8" name="Google Shape;1318;p43"/>
            <p:cNvSpPr/>
            <p:nvPr/>
          </p:nvSpPr>
          <p:spPr>
            <a:xfrm>
              <a:off x="6221160" y="3735190"/>
              <a:ext cx="185586" cy="184879"/>
            </a:xfrm>
            <a:custGeom>
              <a:avLst/>
              <a:gdLst/>
              <a:ahLst/>
              <a:cxnLst/>
              <a:rect l="l" t="t" r="r" b="b"/>
              <a:pathLst>
                <a:path w="123313" h="122843" extrusionOk="0">
                  <a:moveTo>
                    <a:pt x="122015" y="47841"/>
                  </a:moveTo>
                  <a:cubicBezTo>
                    <a:pt x="128778" y="78988"/>
                    <a:pt x="108299" y="110135"/>
                    <a:pt x="79629" y="119755"/>
                  </a:cubicBezTo>
                  <a:cubicBezTo>
                    <a:pt x="57912" y="126994"/>
                    <a:pt x="33147" y="121279"/>
                    <a:pt x="14954" y="104991"/>
                  </a:cubicBezTo>
                  <a:cubicBezTo>
                    <a:pt x="12573" y="93847"/>
                    <a:pt x="10096" y="82512"/>
                    <a:pt x="7239" y="70892"/>
                  </a:cubicBezTo>
                  <a:cubicBezTo>
                    <a:pt x="4858" y="61176"/>
                    <a:pt x="2477" y="51556"/>
                    <a:pt x="0" y="42317"/>
                  </a:cubicBezTo>
                  <a:cubicBezTo>
                    <a:pt x="1524" y="38602"/>
                    <a:pt x="14002" y="9456"/>
                    <a:pt x="43815" y="1835"/>
                  </a:cubicBezTo>
                  <a:cubicBezTo>
                    <a:pt x="75152" y="-6165"/>
                    <a:pt x="114205" y="12504"/>
                    <a:pt x="121920" y="47841"/>
                  </a:cubicBezTo>
                  <a:close/>
                </a:path>
              </a:pathLst>
            </a:custGeom>
            <a:solidFill>
              <a:srgbClr val="FF5A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9" name="Google Shape;1319;p43"/>
            <p:cNvSpPr/>
            <p:nvPr/>
          </p:nvSpPr>
          <p:spPr>
            <a:xfrm>
              <a:off x="5894641" y="2991790"/>
              <a:ext cx="499291" cy="818392"/>
            </a:xfrm>
            <a:custGeom>
              <a:avLst/>
              <a:gdLst/>
              <a:ahLst/>
              <a:cxnLst/>
              <a:rect l="l" t="t" r="r" b="b"/>
              <a:pathLst>
                <a:path w="331755" h="543782" extrusionOk="0">
                  <a:moveTo>
                    <a:pt x="331755" y="523589"/>
                  </a:moveTo>
                  <a:cubicBezTo>
                    <a:pt x="295846" y="530352"/>
                    <a:pt x="259937" y="537115"/>
                    <a:pt x="224028" y="543782"/>
                  </a:cubicBezTo>
                  <a:cubicBezTo>
                    <a:pt x="177832" y="490442"/>
                    <a:pt x="116300" y="407099"/>
                    <a:pt x="68485" y="292894"/>
                  </a:cubicBezTo>
                  <a:cubicBezTo>
                    <a:pt x="22764" y="183642"/>
                    <a:pt x="6191" y="85630"/>
                    <a:pt x="0" y="16859"/>
                  </a:cubicBezTo>
                  <a:cubicBezTo>
                    <a:pt x="82391" y="11240"/>
                    <a:pt x="164687" y="5620"/>
                    <a:pt x="247079" y="0"/>
                  </a:cubicBezTo>
                  <a:cubicBezTo>
                    <a:pt x="262318" y="125444"/>
                    <a:pt x="281749" y="255175"/>
                    <a:pt x="305943" y="388715"/>
                  </a:cubicBezTo>
                  <a:cubicBezTo>
                    <a:pt x="314230" y="434245"/>
                    <a:pt x="322802" y="479203"/>
                    <a:pt x="331755" y="523494"/>
                  </a:cubicBezTo>
                  <a:close/>
                </a:path>
              </a:pathLst>
            </a:custGeom>
            <a:solidFill>
              <a:srgbClr val="FF5A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0" name="Google Shape;1320;p43"/>
            <p:cNvSpPr/>
            <p:nvPr/>
          </p:nvSpPr>
          <p:spPr>
            <a:xfrm>
              <a:off x="6216571" y="3823038"/>
              <a:ext cx="295723" cy="809360"/>
            </a:xfrm>
            <a:custGeom>
              <a:avLst/>
              <a:gdLst/>
              <a:ahLst/>
              <a:cxnLst/>
              <a:rect l="l" t="t" r="r" b="b"/>
              <a:pathLst>
                <a:path w="196494" h="537781" extrusionOk="0">
                  <a:moveTo>
                    <a:pt x="196495" y="536639"/>
                  </a:moveTo>
                  <a:cubicBezTo>
                    <a:pt x="181731" y="537020"/>
                    <a:pt x="166968" y="537401"/>
                    <a:pt x="152204" y="537782"/>
                  </a:cubicBezTo>
                  <a:cubicBezTo>
                    <a:pt x="144584" y="514350"/>
                    <a:pt x="130963" y="474726"/>
                    <a:pt x="110008" y="427196"/>
                  </a:cubicBezTo>
                  <a:cubicBezTo>
                    <a:pt x="54954" y="301847"/>
                    <a:pt x="11996" y="263271"/>
                    <a:pt x="1995" y="181642"/>
                  </a:cubicBezTo>
                  <a:cubicBezTo>
                    <a:pt x="-1816" y="150590"/>
                    <a:pt x="-2101" y="103442"/>
                    <a:pt x="19044" y="43053"/>
                  </a:cubicBezTo>
                  <a:cubicBezTo>
                    <a:pt x="54763" y="28670"/>
                    <a:pt x="90577" y="14383"/>
                    <a:pt x="126296" y="0"/>
                  </a:cubicBezTo>
                  <a:cubicBezTo>
                    <a:pt x="132392" y="93250"/>
                    <a:pt x="141917" y="192215"/>
                    <a:pt x="156204" y="296323"/>
                  </a:cubicBezTo>
                  <a:cubicBezTo>
                    <a:pt x="167825" y="380619"/>
                    <a:pt x="181445" y="460820"/>
                    <a:pt x="196400" y="536639"/>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1" name="Google Shape;1321;p43"/>
            <p:cNvSpPr/>
            <p:nvPr/>
          </p:nvSpPr>
          <p:spPr>
            <a:xfrm>
              <a:off x="6407301" y="4626261"/>
              <a:ext cx="329247" cy="179331"/>
            </a:xfrm>
            <a:custGeom>
              <a:avLst/>
              <a:gdLst/>
              <a:ahLst/>
              <a:cxnLst/>
              <a:rect l="l" t="t" r="r" b="b"/>
              <a:pathLst>
                <a:path w="218769" h="119157" extrusionOk="0">
                  <a:moveTo>
                    <a:pt x="218769" y="119158"/>
                  </a:moveTo>
                  <a:lnTo>
                    <a:pt x="2171" y="119158"/>
                  </a:lnTo>
                  <a:cubicBezTo>
                    <a:pt x="-20" y="109442"/>
                    <a:pt x="-1829" y="94869"/>
                    <a:pt x="3409" y="79343"/>
                  </a:cubicBezTo>
                  <a:cubicBezTo>
                    <a:pt x="5410" y="73438"/>
                    <a:pt x="7696" y="69533"/>
                    <a:pt x="8838" y="67437"/>
                  </a:cubicBezTo>
                  <a:cubicBezTo>
                    <a:pt x="14839" y="56483"/>
                    <a:pt x="21983" y="38005"/>
                    <a:pt x="25888" y="5429"/>
                  </a:cubicBezTo>
                  <a:cubicBezTo>
                    <a:pt x="39699" y="3620"/>
                    <a:pt x="53511" y="1810"/>
                    <a:pt x="67322" y="0"/>
                  </a:cubicBezTo>
                  <a:cubicBezTo>
                    <a:pt x="119710" y="79915"/>
                    <a:pt x="149332" y="95917"/>
                    <a:pt x="166859" y="94679"/>
                  </a:cubicBezTo>
                  <a:cubicBezTo>
                    <a:pt x="171621" y="94393"/>
                    <a:pt x="188766" y="91916"/>
                    <a:pt x="203530" y="101727"/>
                  </a:cubicBezTo>
                  <a:cubicBezTo>
                    <a:pt x="211340" y="106966"/>
                    <a:pt x="216007" y="113919"/>
                    <a:pt x="218675" y="11906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2" name="Google Shape;1322;p43"/>
            <p:cNvSpPr/>
            <p:nvPr/>
          </p:nvSpPr>
          <p:spPr>
            <a:xfrm>
              <a:off x="5649465" y="1943695"/>
              <a:ext cx="616410" cy="1110925"/>
            </a:xfrm>
            <a:custGeom>
              <a:avLst/>
              <a:gdLst/>
              <a:ahLst/>
              <a:cxnLst/>
              <a:rect l="l" t="t" r="r" b="b"/>
              <a:pathLst>
                <a:path w="409575" h="738156" extrusionOk="0">
                  <a:moveTo>
                    <a:pt x="409575" y="694742"/>
                  </a:moveTo>
                  <a:cubicBezTo>
                    <a:pt x="376047" y="711506"/>
                    <a:pt x="306324" y="740652"/>
                    <a:pt x="214313" y="737985"/>
                  </a:cubicBezTo>
                  <a:cubicBezTo>
                    <a:pt x="107632" y="734842"/>
                    <a:pt x="31337" y="690551"/>
                    <a:pt x="0" y="669786"/>
                  </a:cubicBezTo>
                  <a:cubicBezTo>
                    <a:pt x="4667" y="640449"/>
                    <a:pt x="14764" y="598730"/>
                    <a:pt x="38576" y="553391"/>
                  </a:cubicBezTo>
                  <a:cubicBezTo>
                    <a:pt x="69913" y="493859"/>
                    <a:pt x="110394" y="455759"/>
                    <a:pt x="136398" y="434900"/>
                  </a:cubicBezTo>
                  <a:cubicBezTo>
                    <a:pt x="107061" y="367558"/>
                    <a:pt x="78200" y="295739"/>
                    <a:pt x="50768" y="219539"/>
                  </a:cubicBezTo>
                  <a:cubicBezTo>
                    <a:pt x="34385" y="174010"/>
                    <a:pt x="19431" y="129433"/>
                    <a:pt x="5715" y="85999"/>
                  </a:cubicBezTo>
                  <a:cubicBezTo>
                    <a:pt x="5715" y="85618"/>
                    <a:pt x="5905" y="85142"/>
                    <a:pt x="6001" y="84761"/>
                  </a:cubicBezTo>
                  <a:cubicBezTo>
                    <a:pt x="14668" y="43041"/>
                    <a:pt x="34290" y="32373"/>
                    <a:pt x="40481" y="28754"/>
                  </a:cubicBezTo>
                  <a:cubicBezTo>
                    <a:pt x="59341" y="17705"/>
                    <a:pt x="76390" y="20276"/>
                    <a:pt x="105251" y="23896"/>
                  </a:cubicBezTo>
                  <a:cubicBezTo>
                    <a:pt x="154686" y="30087"/>
                    <a:pt x="154305" y="6751"/>
                    <a:pt x="225647" y="1322"/>
                  </a:cubicBezTo>
                  <a:cubicBezTo>
                    <a:pt x="240030" y="274"/>
                    <a:pt x="261366" y="-1250"/>
                    <a:pt x="286702" y="1798"/>
                  </a:cubicBezTo>
                  <a:cubicBezTo>
                    <a:pt x="287178" y="2179"/>
                    <a:pt x="287560" y="2560"/>
                    <a:pt x="288036" y="2846"/>
                  </a:cubicBezTo>
                  <a:cubicBezTo>
                    <a:pt x="313848" y="23229"/>
                    <a:pt x="347948" y="15323"/>
                    <a:pt x="374046" y="32754"/>
                  </a:cubicBezTo>
                  <a:cubicBezTo>
                    <a:pt x="387001" y="50852"/>
                    <a:pt x="388429" y="74759"/>
                    <a:pt x="386048" y="96000"/>
                  </a:cubicBezTo>
                  <a:cubicBezTo>
                    <a:pt x="385381" y="102001"/>
                    <a:pt x="384429" y="107811"/>
                    <a:pt x="383381" y="113145"/>
                  </a:cubicBezTo>
                  <a:cubicBezTo>
                    <a:pt x="369761" y="167438"/>
                    <a:pt x="367760" y="261926"/>
                    <a:pt x="357854" y="339173"/>
                  </a:cubicBezTo>
                  <a:cubicBezTo>
                    <a:pt x="350044" y="399467"/>
                    <a:pt x="338232" y="442615"/>
                    <a:pt x="357854" y="487192"/>
                  </a:cubicBezTo>
                  <a:cubicBezTo>
                    <a:pt x="359569" y="491097"/>
                    <a:pt x="360521" y="492621"/>
                    <a:pt x="364045" y="500717"/>
                  </a:cubicBezTo>
                  <a:cubicBezTo>
                    <a:pt x="372618" y="520053"/>
                    <a:pt x="387382" y="556725"/>
                    <a:pt x="397764" y="604254"/>
                  </a:cubicBezTo>
                  <a:cubicBezTo>
                    <a:pt x="405955" y="641973"/>
                    <a:pt x="408527" y="673787"/>
                    <a:pt x="409480" y="69483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3" name="Google Shape;1323;p43"/>
            <p:cNvSpPr/>
            <p:nvPr/>
          </p:nvSpPr>
          <p:spPr>
            <a:xfrm>
              <a:off x="5658663" y="1673061"/>
              <a:ext cx="598490" cy="413998"/>
            </a:xfrm>
            <a:custGeom>
              <a:avLst/>
              <a:gdLst/>
              <a:ahLst/>
              <a:cxnLst/>
              <a:rect l="l" t="t" r="r" b="b"/>
              <a:pathLst>
                <a:path w="397668" h="275082" extrusionOk="0">
                  <a:moveTo>
                    <a:pt x="397669" y="275082"/>
                  </a:moveTo>
                  <a:cubicBezTo>
                    <a:pt x="391859" y="274892"/>
                    <a:pt x="385953" y="274701"/>
                    <a:pt x="380143" y="274511"/>
                  </a:cubicBezTo>
                  <a:cubicBezTo>
                    <a:pt x="253461" y="270700"/>
                    <a:pt x="126683" y="266986"/>
                    <a:pt x="0" y="263176"/>
                  </a:cubicBezTo>
                  <a:cubicBezTo>
                    <a:pt x="2763" y="246888"/>
                    <a:pt x="9620" y="224695"/>
                    <a:pt x="27718" y="208312"/>
                  </a:cubicBezTo>
                  <a:cubicBezTo>
                    <a:pt x="58388" y="180689"/>
                    <a:pt x="94107" y="195263"/>
                    <a:pt x="123825" y="174689"/>
                  </a:cubicBezTo>
                  <a:cubicBezTo>
                    <a:pt x="142590" y="161735"/>
                    <a:pt x="161068" y="133445"/>
                    <a:pt x="160401" y="66484"/>
                  </a:cubicBezTo>
                  <a:cubicBezTo>
                    <a:pt x="160782" y="44291"/>
                    <a:pt x="161259" y="22193"/>
                    <a:pt x="161640" y="0"/>
                  </a:cubicBezTo>
                  <a:cubicBezTo>
                    <a:pt x="173546" y="14954"/>
                    <a:pt x="192500" y="34671"/>
                    <a:pt x="220313" y="50673"/>
                  </a:cubicBezTo>
                  <a:cubicBezTo>
                    <a:pt x="232315" y="57531"/>
                    <a:pt x="243650" y="62484"/>
                    <a:pt x="253746" y="66008"/>
                  </a:cubicBezTo>
                  <a:cubicBezTo>
                    <a:pt x="251841" y="86582"/>
                    <a:pt x="251936" y="103727"/>
                    <a:pt x="253461" y="118015"/>
                  </a:cubicBezTo>
                  <a:cubicBezTo>
                    <a:pt x="257080" y="152591"/>
                    <a:pt x="268987" y="170402"/>
                    <a:pt x="280702" y="180213"/>
                  </a:cubicBezTo>
                  <a:cubicBezTo>
                    <a:pt x="281178" y="180594"/>
                    <a:pt x="281559" y="180975"/>
                    <a:pt x="282036" y="181261"/>
                  </a:cubicBezTo>
                  <a:cubicBezTo>
                    <a:pt x="307848" y="201644"/>
                    <a:pt x="341948" y="193739"/>
                    <a:pt x="368046" y="211169"/>
                  </a:cubicBezTo>
                  <a:cubicBezTo>
                    <a:pt x="372046" y="213836"/>
                    <a:pt x="375952" y="217170"/>
                    <a:pt x="379572" y="221266"/>
                  </a:cubicBezTo>
                  <a:cubicBezTo>
                    <a:pt x="394811" y="238506"/>
                    <a:pt x="397383" y="260795"/>
                    <a:pt x="397669" y="274987"/>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4" name="Google Shape;1324;p43"/>
            <p:cNvSpPr/>
            <p:nvPr/>
          </p:nvSpPr>
          <p:spPr>
            <a:xfrm>
              <a:off x="5980008" y="1966240"/>
              <a:ext cx="36410" cy="17917"/>
            </a:xfrm>
            <a:custGeom>
              <a:avLst/>
              <a:gdLst/>
              <a:ahLst/>
              <a:cxnLst/>
              <a:rect l="l" t="t" r="r" b="b"/>
              <a:pathLst>
                <a:path w="24193" h="11905" extrusionOk="0">
                  <a:moveTo>
                    <a:pt x="0" y="4763"/>
                  </a:moveTo>
                  <a:cubicBezTo>
                    <a:pt x="3334" y="10287"/>
                    <a:pt x="8763" y="12954"/>
                    <a:pt x="13906" y="11525"/>
                  </a:cubicBezTo>
                  <a:cubicBezTo>
                    <a:pt x="21241" y="9525"/>
                    <a:pt x="24003" y="667"/>
                    <a:pt x="24193" y="0"/>
                  </a:cubicBezTo>
                  <a:lnTo>
                    <a:pt x="0" y="476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5" name="Google Shape;1325;p43"/>
            <p:cNvSpPr/>
            <p:nvPr/>
          </p:nvSpPr>
          <p:spPr>
            <a:xfrm>
              <a:off x="6024272" y="1995989"/>
              <a:ext cx="118264" cy="14133"/>
            </a:xfrm>
            <a:custGeom>
              <a:avLst/>
              <a:gdLst/>
              <a:ahLst/>
              <a:cxnLst/>
              <a:rect l="l" t="t" r="r" b="b"/>
              <a:pathLst>
                <a:path w="78581" h="9391" extrusionOk="0">
                  <a:moveTo>
                    <a:pt x="0" y="1619"/>
                  </a:moveTo>
                  <a:cubicBezTo>
                    <a:pt x="1524" y="2667"/>
                    <a:pt x="3906" y="4286"/>
                    <a:pt x="6858" y="5715"/>
                  </a:cubicBezTo>
                  <a:cubicBezTo>
                    <a:pt x="16859" y="10477"/>
                    <a:pt x="25241" y="9525"/>
                    <a:pt x="31147" y="8763"/>
                  </a:cubicBezTo>
                  <a:cubicBezTo>
                    <a:pt x="52388" y="6001"/>
                    <a:pt x="71914" y="1524"/>
                    <a:pt x="78581" y="0"/>
                  </a:cubicBezTo>
                  <a:cubicBezTo>
                    <a:pt x="63341" y="762"/>
                    <a:pt x="48196" y="1619"/>
                    <a:pt x="32957" y="2381"/>
                  </a:cubicBezTo>
                  <a:lnTo>
                    <a:pt x="0" y="171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6" name="Google Shape;1326;p43"/>
            <p:cNvSpPr/>
            <p:nvPr/>
          </p:nvSpPr>
          <p:spPr>
            <a:xfrm>
              <a:off x="5799933" y="1995989"/>
              <a:ext cx="179619" cy="14133"/>
            </a:xfrm>
            <a:custGeom>
              <a:avLst/>
              <a:gdLst/>
              <a:ahLst/>
              <a:cxnLst/>
              <a:rect l="l" t="t" r="r" b="b"/>
              <a:pathLst>
                <a:path w="119348" h="9391" extrusionOk="0">
                  <a:moveTo>
                    <a:pt x="119349" y="1619"/>
                  </a:moveTo>
                  <a:cubicBezTo>
                    <a:pt x="116967" y="2667"/>
                    <a:pt x="113443" y="4286"/>
                    <a:pt x="108871" y="5715"/>
                  </a:cubicBezTo>
                  <a:cubicBezTo>
                    <a:pt x="93631" y="10477"/>
                    <a:pt x="80867" y="9525"/>
                    <a:pt x="72009" y="8763"/>
                  </a:cubicBezTo>
                  <a:cubicBezTo>
                    <a:pt x="39814" y="6001"/>
                    <a:pt x="10001" y="1524"/>
                    <a:pt x="0" y="0"/>
                  </a:cubicBezTo>
                  <a:cubicBezTo>
                    <a:pt x="23146" y="762"/>
                    <a:pt x="46197" y="1619"/>
                    <a:pt x="69342" y="2381"/>
                  </a:cubicBezTo>
                  <a:lnTo>
                    <a:pt x="119349" y="171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7" name="Google Shape;1327;p43"/>
            <p:cNvSpPr/>
            <p:nvPr/>
          </p:nvSpPr>
          <p:spPr>
            <a:xfrm>
              <a:off x="5699908" y="1908322"/>
              <a:ext cx="558782" cy="726933"/>
            </a:xfrm>
            <a:custGeom>
              <a:avLst/>
              <a:gdLst/>
              <a:ahLst/>
              <a:cxnLst/>
              <a:rect l="l" t="t" r="r" b="b"/>
              <a:pathLst>
                <a:path w="371284" h="483012" extrusionOk="0">
                  <a:moveTo>
                    <a:pt x="323565" y="482917"/>
                  </a:moveTo>
                  <a:cubicBezTo>
                    <a:pt x="242031" y="481679"/>
                    <a:pt x="160497" y="480536"/>
                    <a:pt x="78963" y="479298"/>
                  </a:cubicBezTo>
                  <a:cubicBezTo>
                    <a:pt x="52674" y="397288"/>
                    <a:pt x="26289" y="315278"/>
                    <a:pt x="0" y="233267"/>
                  </a:cubicBezTo>
                  <a:cubicBezTo>
                    <a:pt x="34195" y="155543"/>
                    <a:pt x="68390" y="77724"/>
                    <a:pt x="102584" y="0"/>
                  </a:cubicBezTo>
                  <a:cubicBezTo>
                    <a:pt x="110966" y="14097"/>
                    <a:pt x="192405" y="150686"/>
                    <a:pt x="229077" y="136589"/>
                  </a:cubicBezTo>
                  <a:cubicBezTo>
                    <a:pt x="257080" y="125825"/>
                    <a:pt x="245841" y="31718"/>
                    <a:pt x="241650" y="1238"/>
                  </a:cubicBezTo>
                  <a:cubicBezTo>
                    <a:pt x="284798" y="47625"/>
                    <a:pt x="328041" y="93917"/>
                    <a:pt x="371285" y="140303"/>
                  </a:cubicBezTo>
                  <a:cubicBezTo>
                    <a:pt x="355378" y="254508"/>
                    <a:pt x="339566" y="368713"/>
                    <a:pt x="323660" y="483013"/>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8" name="Google Shape;1328;p43"/>
            <p:cNvSpPr/>
            <p:nvPr/>
          </p:nvSpPr>
          <p:spPr>
            <a:xfrm>
              <a:off x="6057614" y="2091559"/>
              <a:ext cx="542906" cy="222624"/>
            </a:xfrm>
            <a:custGeom>
              <a:avLst/>
              <a:gdLst/>
              <a:ahLst/>
              <a:cxnLst/>
              <a:rect l="l" t="t" r="r" b="b"/>
              <a:pathLst>
                <a:path w="360735" h="147923" extrusionOk="0">
                  <a:moveTo>
                    <a:pt x="8382" y="147923"/>
                  </a:moveTo>
                  <a:cubicBezTo>
                    <a:pt x="5620" y="137922"/>
                    <a:pt x="2857" y="128016"/>
                    <a:pt x="0" y="118015"/>
                  </a:cubicBezTo>
                  <a:cubicBezTo>
                    <a:pt x="68485" y="79724"/>
                    <a:pt x="152971" y="42196"/>
                    <a:pt x="252794" y="16383"/>
                  </a:cubicBezTo>
                  <a:cubicBezTo>
                    <a:pt x="278511" y="9716"/>
                    <a:pt x="303466" y="4381"/>
                    <a:pt x="327565" y="0"/>
                  </a:cubicBezTo>
                  <a:cubicBezTo>
                    <a:pt x="330804" y="1143"/>
                    <a:pt x="350139" y="8573"/>
                    <a:pt x="357759" y="28766"/>
                  </a:cubicBezTo>
                  <a:cubicBezTo>
                    <a:pt x="365093" y="48101"/>
                    <a:pt x="358616" y="71247"/>
                    <a:pt x="341186" y="86201"/>
                  </a:cubicBezTo>
                  <a:cubicBezTo>
                    <a:pt x="317468" y="95821"/>
                    <a:pt x="298038" y="101346"/>
                    <a:pt x="286512" y="104299"/>
                  </a:cubicBezTo>
                  <a:cubicBezTo>
                    <a:pt x="191738" y="128588"/>
                    <a:pt x="140304" y="106299"/>
                    <a:pt x="49625" y="133064"/>
                  </a:cubicBezTo>
                  <a:cubicBezTo>
                    <a:pt x="30575" y="138684"/>
                    <a:pt x="15812" y="144685"/>
                    <a:pt x="8287" y="14792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9" name="Google Shape;1329;p43"/>
            <p:cNvSpPr/>
            <p:nvPr/>
          </p:nvSpPr>
          <p:spPr>
            <a:xfrm>
              <a:off x="5502725" y="2413090"/>
              <a:ext cx="555492" cy="151457"/>
            </a:xfrm>
            <a:custGeom>
              <a:avLst/>
              <a:gdLst/>
              <a:ahLst/>
              <a:cxnLst/>
              <a:rect l="l" t="t" r="r" b="b"/>
              <a:pathLst>
                <a:path w="369098" h="100636" extrusionOk="0">
                  <a:moveTo>
                    <a:pt x="369098" y="45407"/>
                  </a:moveTo>
                  <a:cubicBezTo>
                    <a:pt x="368336" y="35120"/>
                    <a:pt x="367574" y="24738"/>
                    <a:pt x="366812" y="14451"/>
                  </a:cubicBezTo>
                  <a:cubicBezTo>
                    <a:pt x="289374" y="1688"/>
                    <a:pt x="197172" y="-5075"/>
                    <a:pt x="94588" y="4545"/>
                  </a:cubicBezTo>
                  <a:cubicBezTo>
                    <a:pt x="68203" y="7022"/>
                    <a:pt x="42867" y="10355"/>
                    <a:pt x="18674" y="14451"/>
                  </a:cubicBezTo>
                  <a:cubicBezTo>
                    <a:pt x="16102" y="16642"/>
                    <a:pt x="385" y="30167"/>
                    <a:pt x="4" y="51789"/>
                  </a:cubicBezTo>
                  <a:cubicBezTo>
                    <a:pt x="-282" y="72458"/>
                    <a:pt x="13625" y="91985"/>
                    <a:pt x="35056" y="100271"/>
                  </a:cubicBezTo>
                  <a:cubicBezTo>
                    <a:pt x="60679" y="101319"/>
                    <a:pt x="80776" y="99890"/>
                    <a:pt x="92587" y="98747"/>
                  </a:cubicBezTo>
                  <a:cubicBezTo>
                    <a:pt x="190028" y="89413"/>
                    <a:pt x="230795" y="51027"/>
                    <a:pt x="325188" y="45503"/>
                  </a:cubicBezTo>
                  <a:cubicBezTo>
                    <a:pt x="345000" y="44360"/>
                    <a:pt x="360907" y="45026"/>
                    <a:pt x="369098" y="4550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0" name="Google Shape;1330;p43"/>
            <p:cNvSpPr/>
            <p:nvPr/>
          </p:nvSpPr>
          <p:spPr>
            <a:xfrm>
              <a:off x="5971672" y="2443662"/>
              <a:ext cx="175891" cy="161274"/>
            </a:xfrm>
            <a:custGeom>
              <a:avLst/>
              <a:gdLst/>
              <a:ahLst/>
              <a:cxnLst/>
              <a:rect l="l" t="t" r="r" b="b"/>
              <a:pathLst>
                <a:path w="116871" h="107159" extrusionOk="0">
                  <a:moveTo>
                    <a:pt x="97441" y="39052"/>
                  </a:moveTo>
                  <a:cubicBezTo>
                    <a:pt x="103917" y="47816"/>
                    <a:pt x="110394" y="56674"/>
                    <a:pt x="116872" y="65437"/>
                  </a:cubicBezTo>
                  <a:cubicBezTo>
                    <a:pt x="116014" y="98965"/>
                    <a:pt x="113729" y="106966"/>
                    <a:pt x="111633" y="107156"/>
                  </a:cubicBezTo>
                  <a:cubicBezTo>
                    <a:pt x="109347" y="107347"/>
                    <a:pt x="106299" y="98203"/>
                    <a:pt x="105537" y="91726"/>
                  </a:cubicBezTo>
                  <a:cubicBezTo>
                    <a:pt x="104775" y="85154"/>
                    <a:pt x="106109" y="79819"/>
                    <a:pt x="107061" y="76962"/>
                  </a:cubicBezTo>
                  <a:cubicBezTo>
                    <a:pt x="99632" y="70675"/>
                    <a:pt x="92202" y="64484"/>
                    <a:pt x="84773" y="58198"/>
                  </a:cubicBezTo>
                  <a:cubicBezTo>
                    <a:pt x="56483" y="49816"/>
                    <a:pt x="28194" y="41529"/>
                    <a:pt x="0" y="33147"/>
                  </a:cubicBezTo>
                  <a:lnTo>
                    <a:pt x="18383" y="0"/>
                  </a:lnTo>
                  <a:cubicBezTo>
                    <a:pt x="44768" y="12954"/>
                    <a:pt x="71151" y="26003"/>
                    <a:pt x="97631" y="38957"/>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1" name="Google Shape;1331;p43"/>
            <p:cNvSpPr/>
            <p:nvPr/>
          </p:nvSpPr>
          <p:spPr>
            <a:xfrm>
              <a:off x="6055745" y="2447111"/>
              <a:ext cx="119958" cy="146628"/>
            </a:xfrm>
            <a:custGeom>
              <a:avLst/>
              <a:gdLst/>
              <a:ahLst/>
              <a:cxnLst/>
              <a:rect l="l" t="t" r="r" b="b"/>
              <a:pathLst>
                <a:path w="79706" h="97427" extrusionOk="0">
                  <a:moveTo>
                    <a:pt x="75438" y="56960"/>
                  </a:moveTo>
                  <a:cubicBezTo>
                    <a:pt x="75724" y="59436"/>
                    <a:pt x="76295" y="63341"/>
                    <a:pt x="76962" y="68199"/>
                  </a:cubicBezTo>
                  <a:cubicBezTo>
                    <a:pt x="79629" y="87249"/>
                    <a:pt x="81153" y="94298"/>
                    <a:pt x="77724" y="96679"/>
                  </a:cubicBezTo>
                  <a:cubicBezTo>
                    <a:pt x="76867" y="97250"/>
                    <a:pt x="75438" y="97822"/>
                    <a:pt x="72676" y="97060"/>
                  </a:cubicBezTo>
                  <a:cubicBezTo>
                    <a:pt x="68389" y="86201"/>
                    <a:pt x="64198" y="75438"/>
                    <a:pt x="59913" y="64580"/>
                  </a:cubicBezTo>
                  <a:lnTo>
                    <a:pt x="40577" y="38672"/>
                  </a:lnTo>
                  <a:cubicBezTo>
                    <a:pt x="27051" y="25813"/>
                    <a:pt x="13526" y="12859"/>
                    <a:pt x="0" y="0"/>
                  </a:cubicBezTo>
                  <a:cubicBezTo>
                    <a:pt x="18383" y="9716"/>
                    <a:pt x="36767" y="19431"/>
                    <a:pt x="55150" y="29147"/>
                  </a:cubicBezTo>
                  <a:cubicBezTo>
                    <a:pt x="61913" y="38386"/>
                    <a:pt x="68580" y="47625"/>
                    <a:pt x="75343" y="56864"/>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2" name="Google Shape;1332;p43"/>
            <p:cNvSpPr/>
            <p:nvPr/>
          </p:nvSpPr>
          <p:spPr>
            <a:xfrm>
              <a:off x="6123866" y="2466513"/>
              <a:ext cx="67088" cy="115915"/>
            </a:xfrm>
            <a:custGeom>
              <a:avLst/>
              <a:gdLst/>
              <a:ahLst/>
              <a:cxnLst/>
              <a:rect l="l" t="t" r="r" b="b"/>
              <a:pathLst>
                <a:path w="44577" h="77020" extrusionOk="0">
                  <a:moveTo>
                    <a:pt x="44482" y="38386"/>
                  </a:moveTo>
                  <a:cubicBezTo>
                    <a:pt x="44387" y="47339"/>
                    <a:pt x="44196" y="56197"/>
                    <a:pt x="44101" y="65151"/>
                  </a:cubicBezTo>
                  <a:cubicBezTo>
                    <a:pt x="45054" y="69342"/>
                    <a:pt x="43625" y="73438"/>
                    <a:pt x="40672" y="75533"/>
                  </a:cubicBezTo>
                  <a:cubicBezTo>
                    <a:pt x="38291" y="77248"/>
                    <a:pt x="35529" y="77057"/>
                    <a:pt x="34576" y="76962"/>
                  </a:cubicBezTo>
                  <a:cubicBezTo>
                    <a:pt x="33147" y="66008"/>
                    <a:pt x="31718" y="55150"/>
                    <a:pt x="30385" y="44196"/>
                  </a:cubicBezTo>
                  <a:cubicBezTo>
                    <a:pt x="20288" y="33718"/>
                    <a:pt x="10192" y="23146"/>
                    <a:pt x="0" y="12668"/>
                  </a:cubicBezTo>
                  <a:cubicBezTo>
                    <a:pt x="3334" y="8477"/>
                    <a:pt x="6668" y="4191"/>
                    <a:pt x="10002" y="0"/>
                  </a:cubicBezTo>
                  <a:cubicBezTo>
                    <a:pt x="21527" y="12763"/>
                    <a:pt x="33052" y="25622"/>
                    <a:pt x="44578" y="38386"/>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3" name="Google Shape;1333;p43"/>
            <p:cNvSpPr/>
            <p:nvPr/>
          </p:nvSpPr>
          <p:spPr>
            <a:xfrm>
              <a:off x="5933873" y="2413912"/>
              <a:ext cx="287706" cy="87158"/>
            </a:xfrm>
            <a:custGeom>
              <a:avLst/>
              <a:gdLst/>
              <a:ahLst/>
              <a:cxnLst/>
              <a:rect l="l" t="t" r="r" b="b"/>
              <a:pathLst>
                <a:path w="191167" h="57912" extrusionOk="0">
                  <a:moveTo>
                    <a:pt x="162784" y="23813"/>
                  </a:moveTo>
                  <a:cubicBezTo>
                    <a:pt x="170785" y="28004"/>
                    <a:pt x="176881" y="32194"/>
                    <a:pt x="181167" y="35528"/>
                  </a:cubicBezTo>
                  <a:cubicBezTo>
                    <a:pt x="185835" y="39052"/>
                    <a:pt x="188597" y="41815"/>
                    <a:pt x="190121" y="45910"/>
                  </a:cubicBezTo>
                  <a:cubicBezTo>
                    <a:pt x="191264" y="49054"/>
                    <a:pt x="191264" y="52006"/>
                    <a:pt x="191073" y="53912"/>
                  </a:cubicBezTo>
                  <a:cubicBezTo>
                    <a:pt x="190216" y="54102"/>
                    <a:pt x="188978" y="54388"/>
                    <a:pt x="187454" y="54197"/>
                  </a:cubicBezTo>
                  <a:cubicBezTo>
                    <a:pt x="182787" y="53626"/>
                    <a:pt x="180119" y="49340"/>
                    <a:pt x="177548" y="46482"/>
                  </a:cubicBezTo>
                  <a:cubicBezTo>
                    <a:pt x="174881" y="43529"/>
                    <a:pt x="170594" y="40005"/>
                    <a:pt x="162974" y="37624"/>
                  </a:cubicBezTo>
                  <a:cubicBezTo>
                    <a:pt x="152973" y="39052"/>
                    <a:pt x="143067" y="40481"/>
                    <a:pt x="133066" y="41910"/>
                  </a:cubicBezTo>
                  <a:cubicBezTo>
                    <a:pt x="130494" y="44196"/>
                    <a:pt x="127827" y="46482"/>
                    <a:pt x="125256" y="48768"/>
                  </a:cubicBezTo>
                  <a:cubicBezTo>
                    <a:pt x="122874" y="51816"/>
                    <a:pt x="120493" y="54864"/>
                    <a:pt x="118112" y="57912"/>
                  </a:cubicBezTo>
                  <a:cubicBezTo>
                    <a:pt x="87060" y="56293"/>
                    <a:pt x="56009" y="54673"/>
                    <a:pt x="24957" y="53054"/>
                  </a:cubicBezTo>
                  <a:cubicBezTo>
                    <a:pt x="10289" y="50483"/>
                    <a:pt x="192" y="39529"/>
                    <a:pt x="2" y="29337"/>
                  </a:cubicBezTo>
                  <a:cubicBezTo>
                    <a:pt x="-189" y="16478"/>
                    <a:pt x="15432" y="2096"/>
                    <a:pt x="35720" y="5429"/>
                  </a:cubicBezTo>
                  <a:lnTo>
                    <a:pt x="95252" y="0"/>
                  </a:lnTo>
                  <a:cubicBezTo>
                    <a:pt x="117731" y="8001"/>
                    <a:pt x="140305" y="16002"/>
                    <a:pt x="162784" y="2400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4" name="Google Shape;1334;p43"/>
            <p:cNvSpPr/>
            <p:nvPr/>
          </p:nvSpPr>
          <p:spPr>
            <a:xfrm>
              <a:off x="5971672" y="2372590"/>
              <a:ext cx="156553" cy="76338"/>
            </a:xfrm>
            <a:custGeom>
              <a:avLst/>
              <a:gdLst/>
              <a:ahLst/>
              <a:cxnLst/>
              <a:rect l="l" t="t" r="r" b="b"/>
              <a:pathLst>
                <a:path w="104022" h="50723" extrusionOk="0">
                  <a:moveTo>
                    <a:pt x="92488" y="20815"/>
                  </a:moveTo>
                  <a:cubicBezTo>
                    <a:pt x="78772" y="30816"/>
                    <a:pt x="65056" y="40722"/>
                    <a:pt x="51340" y="50724"/>
                  </a:cubicBezTo>
                  <a:lnTo>
                    <a:pt x="0" y="32626"/>
                  </a:lnTo>
                  <a:cubicBezTo>
                    <a:pt x="23432" y="23482"/>
                    <a:pt x="46767" y="14433"/>
                    <a:pt x="70199" y="5289"/>
                  </a:cubicBezTo>
                  <a:cubicBezTo>
                    <a:pt x="73819" y="4146"/>
                    <a:pt x="100108" y="-4045"/>
                    <a:pt x="103632" y="2527"/>
                  </a:cubicBezTo>
                  <a:cubicBezTo>
                    <a:pt x="105918" y="6813"/>
                    <a:pt x="97631" y="15767"/>
                    <a:pt x="92393" y="20815"/>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5" name="Google Shape;1335;p43"/>
            <p:cNvSpPr/>
            <p:nvPr/>
          </p:nvSpPr>
          <p:spPr>
            <a:xfrm>
              <a:off x="5970954" y="1734716"/>
              <a:ext cx="69668" cy="94898"/>
            </a:xfrm>
            <a:custGeom>
              <a:avLst/>
              <a:gdLst/>
              <a:ahLst/>
              <a:cxnLst/>
              <a:rect l="l" t="t" r="r" b="b"/>
              <a:pathLst>
                <a:path w="46291" h="63055" extrusionOk="0">
                  <a:moveTo>
                    <a:pt x="46101" y="62579"/>
                  </a:moveTo>
                  <a:cubicBezTo>
                    <a:pt x="44005" y="62865"/>
                    <a:pt x="41814" y="63055"/>
                    <a:pt x="39624" y="63055"/>
                  </a:cubicBezTo>
                  <a:cubicBezTo>
                    <a:pt x="17716" y="63055"/>
                    <a:pt x="0" y="47244"/>
                    <a:pt x="0" y="27813"/>
                  </a:cubicBezTo>
                  <a:cubicBezTo>
                    <a:pt x="0" y="16478"/>
                    <a:pt x="6001" y="6477"/>
                    <a:pt x="15240" y="0"/>
                  </a:cubicBezTo>
                  <a:cubicBezTo>
                    <a:pt x="26384" y="6382"/>
                    <a:pt x="36862" y="10954"/>
                    <a:pt x="46291" y="14288"/>
                  </a:cubicBezTo>
                  <a:cubicBezTo>
                    <a:pt x="44577" y="33433"/>
                    <a:pt x="44672" y="49340"/>
                    <a:pt x="46005" y="6257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6" name="Google Shape;1336;p43"/>
            <p:cNvSpPr/>
            <p:nvPr/>
          </p:nvSpPr>
          <p:spPr>
            <a:xfrm>
              <a:off x="5839405" y="1421992"/>
              <a:ext cx="294988" cy="384673"/>
            </a:xfrm>
            <a:custGeom>
              <a:avLst/>
              <a:gdLst/>
              <a:ahLst/>
              <a:cxnLst/>
              <a:rect l="l" t="t" r="r" b="b"/>
              <a:pathLst>
                <a:path w="196005" h="255597" extrusionOk="0">
                  <a:moveTo>
                    <a:pt x="195962" y="168688"/>
                  </a:moveTo>
                  <a:cubicBezTo>
                    <a:pt x="195486" y="185357"/>
                    <a:pt x="189009" y="197263"/>
                    <a:pt x="180817" y="212407"/>
                  </a:cubicBezTo>
                  <a:cubicBezTo>
                    <a:pt x="179389" y="215075"/>
                    <a:pt x="161673" y="247174"/>
                    <a:pt x="142813" y="253175"/>
                  </a:cubicBezTo>
                  <a:cubicBezTo>
                    <a:pt x="136145" y="255270"/>
                    <a:pt x="129383" y="255556"/>
                    <a:pt x="129383" y="255556"/>
                  </a:cubicBezTo>
                  <a:cubicBezTo>
                    <a:pt x="124811" y="255746"/>
                    <a:pt x="120429" y="255270"/>
                    <a:pt x="116048" y="254318"/>
                  </a:cubicBezTo>
                  <a:cubicBezTo>
                    <a:pt x="110809" y="253175"/>
                    <a:pt x="70232" y="241840"/>
                    <a:pt x="41657" y="209169"/>
                  </a:cubicBezTo>
                  <a:cubicBezTo>
                    <a:pt x="6320" y="168688"/>
                    <a:pt x="-21493" y="83058"/>
                    <a:pt x="22893" y="33433"/>
                  </a:cubicBezTo>
                  <a:cubicBezTo>
                    <a:pt x="50230" y="2858"/>
                    <a:pt x="92521" y="95"/>
                    <a:pt x="109285" y="0"/>
                  </a:cubicBezTo>
                  <a:cubicBezTo>
                    <a:pt x="111095" y="0"/>
                    <a:pt x="113190" y="190"/>
                    <a:pt x="115476" y="381"/>
                  </a:cubicBezTo>
                  <a:cubicBezTo>
                    <a:pt x="115476" y="381"/>
                    <a:pt x="124334" y="1143"/>
                    <a:pt x="132431" y="3048"/>
                  </a:cubicBezTo>
                  <a:cubicBezTo>
                    <a:pt x="161863" y="9906"/>
                    <a:pt x="177293" y="27051"/>
                    <a:pt x="177293" y="27051"/>
                  </a:cubicBezTo>
                  <a:cubicBezTo>
                    <a:pt x="192152" y="43625"/>
                    <a:pt x="195200" y="66199"/>
                    <a:pt x="195296" y="84296"/>
                  </a:cubicBezTo>
                  <a:cubicBezTo>
                    <a:pt x="195296" y="87821"/>
                    <a:pt x="195296" y="91059"/>
                    <a:pt x="195105" y="94202"/>
                  </a:cubicBezTo>
                  <a:cubicBezTo>
                    <a:pt x="194915" y="97726"/>
                    <a:pt x="194724" y="100870"/>
                    <a:pt x="194533" y="103537"/>
                  </a:cubicBezTo>
                  <a:cubicBezTo>
                    <a:pt x="193962" y="111728"/>
                    <a:pt x="192819" y="116967"/>
                    <a:pt x="192819" y="128873"/>
                  </a:cubicBezTo>
                  <a:cubicBezTo>
                    <a:pt x="192819" y="150114"/>
                    <a:pt x="196439" y="155353"/>
                    <a:pt x="195962" y="16859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7" name="Google Shape;1337;p43"/>
            <p:cNvSpPr/>
            <p:nvPr/>
          </p:nvSpPr>
          <p:spPr>
            <a:xfrm>
              <a:off x="5822640" y="1583815"/>
              <a:ext cx="64507" cy="87156"/>
            </a:xfrm>
            <a:custGeom>
              <a:avLst/>
              <a:gdLst/>
              <a:ahLst/>
              <a:cxnLst/>
              <a:rect l="l" t="t" r="r" b="b"/>
              <a:pathLst>
                <a:path w="42862" h="57911" extrusionOk="0">
                  <a:moveTo>
                    <a:pt x="0" y="28956"/>
                  </a:moveTo>
                  <a:cubicBezTo>
                    <a:pt x="0" y="44958"/>
                    <a:pt x="9620" y="57912"/>
                    <a:pt x="21431" y="57912"/>
                  </a:cubicBezTo>
                  <a:cubicBezTo>
                    <a:pt x="33242" y="57912"/>
                    <a:pt x="42863" y="44958"/>
                    <a:pt x="42863" y="28956"/>
                  </a:cubicBezTo>
                  <a:cubicBezTo>
                    <a:pt x="42863" y="12954"/>
                    <a:pt x="33242" y="0"/>
                    <a:pt x="21431" y="0"/>
                  </a:cubicBezTo>
                  <a:cubicBezTo>
                    <a:pt x="9620" y="0"/>
                    <a:pt x="0" y="12954"/>
                    <a:pt x="0" y="28956"/>
                  </a:cubicBezTo>
                  <a:close/>
                </a:path>
              </a:pathLst>
            </a:custGeom>
            <a:solidFill>
              <a:srgbClr val="FF5A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8" name="Google Shape;1338;p43"/>
            <p:cNvSpPr/>
            <p:nvPr/>
          </p:nvSpPr>
          <p:spPr>
            <a:xfrm>
              <a:off x="5824742" y="1648695"/>
              <a:ext cx="47763" cy="25880"/>
            </a:xfrm>
            <a:custGeom>
              <a:avLst/>
              <a:gdLst/>
              <a:ahLst/>
              <a:cxnLst/>
              <a:rect l="l" t="t" r="r" b="b"/>
              <a:pathLst>
                <a:path w="31736" h="17196" extrusionOk="0">
                  <a:moveTo>
                    <a:pt x="19943" y="17197"/>
                  </a:moveTo>
                  <a:cubicBezTo>
                    <a:pt x="11942" y="17197"/>
                    <a:pt x="4608" y="11958"/>
                    <a:pt x="226" y="3195"/>
                  </a:cubicBezTo>
                  <a:cubicBezTo>
                    <a:pt x="-345" y="2052"/>
                    <a:pt x="226" y="718"/>
                    <a:pt x="1274" y="242"/>
                  </a:cubicBezTo>
                  <a:cubicBezTo>
                    <a:pt x="2417" y="-329"/>
                    <a:pt x="3750" y="147"/>
                    <a:pt x="4226" y="1290"/>
                  </a:cubicBezTo>
                  <a:cubicBezTo>
                    <a:pt x="7846" y="8529"/>
                    <a:pt x="13657" y="12815"/>
                    <a:pt x="19943" y="12815"/>
                  </a:cubicBezTo>
                  <a:cubicBezTo>
                    <a:pt x="22800" y="12815"/>
                    <a:pt x="25658" y="11958"/>
                    <a:pt x="28230" y="10148"/>
                  </a:cubicBezTo>
                  <a:cubicBezTo>
                    <a:pt x="29277" y="9481"/>
                    <a:pt x="30611" y="9672"/>
                    <a:pt x="31373" y="10720"/>
                  </a:cubicBezTo>
                  <a:cubicBezTo>
                    <a:pt x="32040" y="11767"/>
                    <a:pt x="31754" y="13101"/>
                    <a:pt x="30802" y="13768"/>
                  </a:cubicBezTo>
                  <a:cubicBezTo>
                    <a:pt x="27467" y="16054"/>
                    <a:pt x="23753" y="17197"/>
                    <a:pt x="20038" y="17197"/>
                  </a:cubicBezTo>
                  <a:close/>
                </a:path>
              </a:pathLst>
            </a:custGeom>
            <a:solidFill>
              <a:srgbClr val="210B0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9" name="Google Shape;1339;p43"/>
            <p:cNvSpPr/>
            <p:nvPr/>
          </p:nvSpPr>
          <p:spPr>
            <a:xfrm>
              <a:off x="5819336" y="1627504"/>
              <a:ext cx="9781" cy="22218"/>
            </a:xfrm>
            <a:custGeom>
              <a:avLst/>
              <a:gdLst/>
              <a:ahLst/>
              <a:cxnLst/>
              <a:rect l="l" t="t" r="r" b="b"/>
              <a:pathLst>
                <a:path w="6499" h="14763" extrusionOk="0">
                  <a:moveTo>
                    <a:pt x="4286" y="14764"/>
                  </a:moveTo>
                  <a:cubicBezTo>
                    <a:pt x="3334" y="14764"/>
                    <a:pt x="2476" y="14192"/>
                    <a:pt x="2191" y="13240"/>
                  </a:cubicBezTo>
                  <a:cubicBezTo>
                    <a:pt x="1048" y="9906"/>
                    <a:pt x="285" y="6191"/>
                    <a:pt x="0" y="2381"/>
                  </a:cubicBezTo>
                  <a:cubicBezTo>
                    <a:pt x="0" y="1143"/>
                    <a:pt x="857" y="95"/>
                    <a:pt x="2095" y="0"/>
                  </a:cubicBezTo>
                  <a:cubicBezTo>
                    <a:pt x="3334" y="191"/>
                    <a:pt x="4381" y="857"/>
                    <a:pt x="4476" y="2095"/>
                  </a:cubicBezTo>
                  <a:cubicBezTo>
                    <a:pt x="4667" y="5524"/>
                    <a:pt x="5334" y="8763"/>
                    <a:pt x="6382" y="11716"/>
                  </a:cubicBezTo>
                  <a:cubicBezTo>
                    <a:pt x="6762" y="12859"/>
                    <a:pt x="6191" y="14192"/>
                    <a:pt x="5048" y="14573"/>
                  </a:cubicBezTo>
                  <a:cubicBezTo>
                    <a:pt x="4763" y="14573"/>
                    <a:pt x="4572" y="14668"/>
                    <a:pt x="4286" y="14668"/>
                  </a:cubicBezTo>
                  <a:close/>
                </a:path>
              </a:pathLst>
            </a:custGeom>
            <a:solidFill>
              <a:srgbClr val="210B0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0" name="Google Shape;1340;p43"/>
            <p:cNvSpPr/>
            <p:nvPr/>
          </p:nvSpPr>
          <p:spPr>
            <a:xfrm>
              <a:off x="5819467" y="1580509"/>
              <a:ext cx="49624" cy="45728"/>
            </a:xfrm>
            <a:custGeom>
              <a:avLst/>
              <a:gdLst/>
              <a:ahLst/>
              <a:cxnLst/>
              <a:rect l="l" t="t" r="r" b="b"/>
              <a:pathLst>
                <a:path w="32973" h="30384" extrusionOk="0">
                  <a:moveTo>
                    <a:pt x="2198" y="30290"/>
                  </a:moveTo>
                  <a:cubicBezTo>
                    <a:pt x="769" y="30194"/>
                    <a:pt x="-88" y="29146"/>
                    <a:pt x="7" y="27908"/>
                  </a:cubicBezTo>
                  <a:cubicBezTo>
                    <a:pt x="1341" y="12002"/>
                    <a:pt x="11437" y="0"/>
                    <a:pt x="23534" y="0"/>
                  </a:cubicBezTo>
                  <a:cubicBezTo>
                    <a:pt x="26296" y="0"/>
                    <a:pt x="29059" y="667"/>
                    <a:pt x="31726" y="1905"/>
                  </a:cubicBezTo>
                  <a:cubicBezTo>
                    <a:pt x="32868" y="2477"/>
                    <a:pt x="33250" y="3810"/>
                    <a:pt x="32773" y="4858"/>
                  </a:cubicBezTo>
                  <a:cubicBezTo>
                    <a:pt x="32202" y="6001"/>
                    <a:pt x="30869" y="6477"/>
                    <a:pt x="29820" y="5906"/>
                  </a:cubicBezTo>
                  <a:cubicBezTo>
                    <a:pt x="27821" y="4953"/>
                    <a:pt x="25725" y="4477"/>
                    <a:pt x="23630" y="4477"/>
                  </a:cubicBezTo>
                  <a:cubicBezTo>
                    <a:pt x="13818" y="4477"/>
                    <a:pt x="5627" y="14669"/>
                    <a:pt x="4580" y="28289"/>
                  </a:cubicBezTo>
                  <a:cubicBezTo>
                    <a:pt x="4484" y="29432"/>
                    <a:pt x="3531" y="30385"/>
                    <a:pt x="2388" y="30385"/>
                  </a:cubicBezTo>
                  <a:close/>
                </a:path>
              </a:pathLst>
            </a:custGeom>
            <a:solidFill>
              <a:srgbClr val="210B0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1" name="Google Shape;1341;p43"/>
            <p:cNvSpPr/>
            <p:nvPr/>
          </p:nvSpPr>
          <p:spPr>
            <a:xfrm>
              <a:off x="5842075" y="1604955"/>
              <a:ext cx="22868" cy="46718"/>
            </a:xfrm>
            <a:custGeom>
              <a:avLst/>
              <a:gdLst/>
              <a:ahLst/>
              <a:cxnLst/>
              <a:rect l="l" t="t" r="r" b="b"/>
              <a:pathLst>
                <a:path w="15195" h="31042" extrusionOk="0">
                  <a:moveTo>
                    <a:pt x="12932" y="31043"/>
                  </a:moveTo>
                  <a:cubicBezTo>
                    <a:pt x="12075" y="31043"/>
                    <a:pt x="11217" y="30566"/>
                    <a:pt x="10836" y="29614"/>
                  </a:cubicBezTo>
                  <a:lnTo>
                    <a:pt x="168" y="3039"/>
                  </a:lnTo>
                  <a:cubicBezTo>
                    <a:pt x="-308" y="1896"/>
                    <a:pt x="264" y="563"/>
                    <a:pt x="1407" y="182"/>
                  </a:cubicBezTo>
                  <a:cubicBezTo>
                    <a:pt x="2550" y="-295"/>
                    <a:pt x="3883" y="182"/>
                    <a:pt x="4359" y="1420"/>
                  </a:cubicBezTo>
                  <a:lnTo>
                    <a:pt x="15027" y="27995"/>
                  </a:lnTo>
                  <a:cubicBezTo>
                    <a:pt x="15503" y="29138"/>
                    <a:pt x="14932" y="30471"/>
                    <a:pt x="13789" y="30852"/>
                  </a:cubicBezTo>
                  <a:cubicBezTo>
                    <a:pt x="13504" y="30947"/>
                    <a:pt x="13218" y="31043"/>
                    <a:pt x="12932" y="31043"/>
                  </a:cubicBezTo>
                  <a:close/>
                </a:path>
              </a:pathLst>
            </a:custGeom>
            <a:solidFill>
              <a:srgbClr val="210B0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2" name="Google Shape;1342;p43"/>
            <p:cNvSpPr/>
            <p:nvPr/>
          </p:nvSpPr>
          <p:spPr>
            <a:xfrm>
              <a:off x="5850229" y="1609039"/>
              <a:ext cx="14346" cy="19278"/>
            </a:xfrm>
            <a:custGeom>
              <a:avLst/>
              <a:gdLst/>
              <a:ahLst/>
              <a:cxnLst/>
              <a:rect l="l" t="t" r="r" b="b"/>
              <a:pathLst>
                <a:path w="9532" h="12809" extrusionOk="0">
                  <a:moveTo>
                    <a:pt x="2194" y="12809"/>
                  </a:moveTo>
                  <a:cubicBezTo>
                    <a:pt x="2194" y="12809"/>
                    <a:pt x="1432" y="12714"/>
                    <a:pt x="1051" y="12524"/>
                  </a:cubicBezTo>
                  <a:cubicBezTo>
                    <a:pt x="3" y="11857"/>
                    <a:pt x="-282" y="10523"/>
                    <a:pt x="289" y="9476"/>
                  </a:cubicBezTo>
                  <a:lnTo>
                    <a:pt x="5433" y="1094"/>
                  </a:lnTo>
                  <a:cubicBezTo>
                    <a:pt x="6100" y="46"/>
                    <a:pt x="7433" y="-335"/>
                    <a:pt x="8481" y="332"/>
                  </a:cubicBezTo>
                  <a:cubicBezTo>
                    <a:pt x="9528" y="998"/>
                    <a:pt x="9814" y="2332"/>
                    <a:pt x="9243" y="3380"/>
                  </a:cubicBezTo>
                  <a:lnTo>
                    <a:pt x="4099" y="11762"/>
                  </a:lnTo>
                  <a:cubicBezTo>
                    <a:pt x="3718" y="12428"/>
                    <a:pt x="2956" y="12809"/>
                    <a:pt x="2194" y="12809"/>
                  </a:cubicBezTo>
                  <a:close/>
                </a:path>
              </a:pathLst>
            </a:custGeom>
            <a:solidFill>
              <a:srgbClr val="210B0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3" name="Google Shape;1343;p43"/>
            <p:cNvSpPr/>
            <p:nvPr/>
          </p:nvSpPr>
          <p:spPr>
            <a:xfrm>
              <a:off x="5983584" y="1595159"/>
              <a:ext cx="36731" cy="31123"/>
            </a:xfrm>
            <a:custGeom>
              <a:avLst/>
              <a:gdLst/>
              <a:ahLst/>
              <a:cxnLst/>
              <a:rect l="l" t="t" r="r" b="b"/>
              <a:pathLst>
                <a:path w="24406" h="20680" extrusionOk="0">
                  <a:moveTo>
                    <a:pt x="24395" y="10674"/>
                  </a:moveTo>
                  <a:cubicBezTo>
                    <a:pt x="24109" y="16389"/>
                    <a:pt x="18395" y="20866"/>
                    <a:pt x="11632" y="20675"/>
                  </a:cubicBezTo>
                  <a:cubicBezTo>
                    <a:pt x="4869" y="20484"/>
                    <a:pt x="-275" y="15627"/>
                    <a:pt x="11" y="10007"/>
                  </a:cubicBezTo>
                  <a:cubicBezTo>
                    <a:pt x="297" y="4387"/>
                    <a:pt x="6012" y="-185"/>
                    <a:pt x="12775" y="6"/>
                  </a:cubicBezTo>
                  <a:cubicBezTo>
                    <a:pt x="19538" y="196"/>
                    <a:pt x="24681" y="5054"/>
                    <a:pt x="24395" y="106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4" name="Google Shape;1344;p43"/>
            <p:cNvSpPr/>
            <p:nvPr/>
          </p:nvSpPr>
          <p:spPr>
            <a:xfrm>
              <a:off x="5958369" y="1593587"/>
              <a:ext cx="82758" cy="22792"/>
            </a:xfrm>
            <a:custGeom>
              <a:avLst/>
              <a:gdLst/>
              <a:ahLst/>
              <a:cxnLst/>
              <a:rect l="l" t="t" r="r" b="b"/>
              <a:pathLst>
                <a:path w="54989" h="15144" extrusionOk="0">
                  <a:moveTo>
                    <a:pt x="45298" y="15145"/>
                  </a:moveTo>
                  <a:cubicBezTo>
                    <a:pt x="44060" y="14859"/>
                    <a:pt x="43393" y="14383"/>
                    <a:pt x="43202" y="13621"/>
                  </a:cubicBezTo>
                  <a:cubicBezTo>
                    <a:pt x="42536" y="11716"/>
                    <a:pt x="41679" y="10096"/>
                    <a:pt x="40345" y="8763"/>
                  </a:cubicBezTo>
                  <a:cubicBezTo>
                    <a:pt x="33963" y="2191"/>
                    <a:pt x="19104" y="3334"/>
                    <a:pt x="3293" y="11525"/>
                  </a:cubicBezTo>
                  <a:cubicBezTo>
                    <a:pt x="2245" y="12097"/>
                    <a:pt x="911" y="11716"/>
                    <a:pt x="244" y="10573"/>
                  </a:cubicBezTo>
                  <a:cubicBezTo>
                    <a:pt x="-327" y="9525"/>
                    <a:pt x="149" y="8096"/>
                    <a:pt x="1197" y="7525"/>
                  </a:cubicBezTo>
                  <a:cubicBezTo>
                    <a:pt x="19104" y="-1810"/>
                    <a:pt x="35678" y="-2477"/>
                    <a:pt x="43584" y="5620"/>
                  </a:cubicBezTo>
                  <a:cubicBezTo>
                    <a:pt x="44536" y="6667"/>
                    <a:pt x="45393" y="7715"/>
                    <a:pt x="46060" y="9049"/>
                  </a:cubicBezTo>
                  <a:lnTo>
                    <a:pt x="51204" y="4096"/>
                  </a:lnTo>
                  <a:cubicBezTo>
                    <a:pt x="52156" y="3238"/>
                    <a:pt x="53489" y="3238"/>
                    <a:pt x="54346" y="4096"/>
                  </a:cubicBezTo>
                  <a:cubicBezTo>
                    <a:pt x="55204" y="4953"/>
                    <a:pt x="55204" y="6382"/>
                    <a:pt x="54346" y="7239"/>
                  </a:cubicBezTo>
                  <a:lnTo>
                    <a:pt x="46917" y="14383"/>
                  </a:lnTo>
                  <a:cubicBezTo>
                    <a:pt x="46917" y="14383"/>
                    <a:pt x="45965" y="14954"/>
                    <a:pt x="45393" y="1495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5" name="Google Shape;1345;p43"/>
            <p:cNvSpPr/>
            <p:nvPr/>
          </p:nvSpPr>
          <p:spPr>
            <a:xfrm>
              <a:off x="6106299" y="1594251"/>
              <a:ext cx="36335" cy="31647"/>
            </a:xfrm>
            <a:custGeom>
              <a:avLst/>
              <a:gdLst/>
              <a:ahLst/>
              <a:cxnLst/>
              <a:rect l="l" t="t" r="r" b="b"/>
              <a:pathLst>
                <a:path w="24143" h="21028" extrusionOk="0">
                  <a:moveTo>
                    <a:pt x="23930" y="7561"/>
                  </a:moveTo>
                  <a:cubicBezTo>
                    <a:pt x="25168" y="13181"/>
                    <a:pt x="20882" y="18991"/>
                    <a:pt x="14310" y="20611"/>
                  </a:cubicBezTo>
                  <a:cubicBezTo>
                    <a:pt x="7738" y="22230"/>
                    <a:pt x="1451" y="18991"/>
                    <a:pt x="213" y="13467"/>
                  </a:cubicBezTo>
                  <a:cubicBezTo>
                    <a:pt x="-1025" y="7942"/>
                    <a:pt x="3261" y="2037"/>
                    <a:pt x="9833" y="418"/>
                  </a:cubicBezTo>
                  <a:cubicBezTo>
                    <a:pt x="16405" y="-1202"/>
                    <a:pt x="22692" y="2037"/>
                    <a:pt x="23930" y="756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6" name="Google Shape;1346;p43"/>
            <p:cNvSpPr/>
            <p:nvPr/>
          </p:nvSpPr>
          <p:spPr>
            <a:xfrm>
              <a:off x="6081847" y="1588919"/>
              <a:ext cx="78106" cy="32752"/>
            </a:xfrm>
            <a:custGeom>
              <a:avLst/>
              <a:gdLst/>
              <a:ahLst/>
              <a:cxnLst/>
              <a:rect l="l" t="t" r="r" b="b"/>
              <a:pathLst>
                <a:path w="51898" h="21762" extrusionOk="0">
                  <a:moveTo>
                    <a:pt x="2227" y="21763"/>
                  </a:moveTo>
                  <a:cubicBezTo>
                    <a:pt x="1655" y="21763"/>
                    <a:pt x="1084" y="21572"/>
                    <a:pt x="607" y="21096"/>
                  </a:cubicBezTo>
                  <a:cubicBezTo>
                    <a:pt x="-249" y="20239"/>
                    <a:pt x="-154" y="18810"/>
                    <a:pt x="607" y="17953"/>
                  </a:cubicBezTo>
                  <a:cubicBezTo>
                    <a:pt x="15276" y="4237"/>
                    <a:pt x="31088" y="-1097"/>
                    <a:pt x="40803" y="4618"/>
                  </a:cubicBezTo>
                  <a:cubicBezTo>
                    <a:pt x="42042" y="5285"/>
                    <a:pt x="43185" y="6237"/>
                    <a:pt x="44137" y="7190"/>
                  </a:cubicBezTo>
                  <a:lnTo>
                    <a:pt x="47756" y="1094"/>
                  </a:lnTo>
                  <a:cubicBezTo>
                    <a:pt x="48328" y="46"/>
                    <a:pt x="49757" y="-335"/>
                    <a:pt x="50804" y="332"/>
                  </a:cubicBezTo>
                  <a:cubicBezTo>
                    <a:pt x="51852" y="998"/>
                    <a:pt x="52233" y="2332"/>
                    <a:pt x="51567" y="3380"/>
                  </a:cubicBezTo>
                  <a:lnTo>
                    <a:pt x="46327" y="12238"/>
                  </a:lnTo>
                  <a:cubicBezTo>
                    <a:pt x="45947" y="12905"/>
                    <a:pt x="45280" y="13286"/>
                    <a:pt x="44518" y="13286"/>
                  </a:cubicBezTo>
                  <a:cubicBezTo>
                    <a:pt x="43756" y="13286"/>
                    <a:pt x="42994" y="12905"/>
                    <a:pt x="42613" y="12333"/>
                  </a:cubicBezTo>
                  <a:cubicBezTo>
                    <a:pt x="41470" y="10619"/>
                    <a:pt x="40136" y="9380"/>
                    <a:pt x="38612" y="8428"/>
                  </a:cubicBezTo>
                  <a:cubicBezTo>
                    <a:pt x="30707" y="3856"/>
                    <a:pt x="16705" y="8904"/>
                    <a:pt x="3656" y="21191"/>
                  </a:cubicBezTo>
                  <a:cubicBezTo>
                    <a:pt x="3179" y="21572"/>
                    <a:pt x="2703" y="21763"/>
                    <a:pt x="2132" y="2176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7" name="Google Shape;1347;p43"/>
            <p:cNvSpPr/>
            <p:nvPr/>
          </p:nvSpPr>
          <p:spPr>
            <a:xfrm>
              <a:off x="5912750" y="1548566"/>
              <a:ext cx="91600" cy="23547"/>
            </a:xfrm>
            <a:custGeom>
              <a:avLst/>
              <a:gdLst/>
              <a:ahLst/>
              <a:cxnLst/>
              <a:rect l="l" t="t" r="r" b="b"/>
              <a:pathLst>
                <a:path w="60864" h="15646" extrusionOk="0">
                  <a:moveTo>
                    <a:pt x="95" y="13932"/>
                  </a:moveTo>
                  <a:cubicBezTo>
                    <a:pt x="8096" y="12218"/>
                    <a:pt x="19335" y="10694"/>
                    <a:pt x="32671" y="11265"/>
                  </a:cubicBezTo>
                  <a:cubicBezTo>
                    <a:pt x="44100" y="11741"/>
                    <a:pt x="53721" y="13742"/>
                    <a:pt x="60864" y="15647"/>
                  </a:cubicBezTo>
                  <a:cubicBezTo>
                    <a:pt x="60864" y="14123"/>
                    <a:pt x="60769" y="12313"/>
                    <a:pt x="60293" y="10408"/>
                  </a:cubicBezTo>
                  <a:cubicBezTo>
                    <a:pt x="59245" y="5741"/>
                    <a:pt x="56959" y="2312"/>
                    <a:pt x="55150" y="121"/>
                  </a:cubicBezTo>
                  <a:cubicBezTo>
                    <a:pt x="46005" y="-165"/>
                    <a:pt x="38481" y="121"/>
                    <a:pt x="32861" y="311"/>
                  </a:cubicBezTo>
                  <a:cubicBezTo>
                    <a:pt x="19335" y="978"/>
                    <a:pt x="15621" y="2312"/>
                    <a:pt x="13239" y="3264"/>
                  </a:cubicBezTo>
                  <a:cubicBezTo>
                    <a:pt x="6477" y="6217"/>
                    <a:pt x="2286" y="10789"/>
                    <a:pt x="0" y="138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8" name="Google Shape;1348;p43"/>
            <p:cNvSpPr/>
            <p:nvPr/>
          </p:nvSpPr>
          <p:spPr>
            <a:xfrm>
              <a:off x="5999983" y="1547742"/>
              <a:ext cx="9007" cy="24369"/>
            </a:xfrm>
            <a:custGeom>
              <a:avLst/>
              <a:gdLst/>
              <a:ahLst/>
              <a:cxnLst/>
              <a:rect l="l" t="t" r="r" b="b"/>
              <a:pathLst>
                <a:path w="5985" h="16192" extrusionOk="0">
                  <a:moveTo>
                    <a:pt x="2477" y="667"/>
                  </a:moveTo>
                  <a:cubicBezTo>
                    <a:pt x="3239" y="2096"/>
                    <a:pt x="4286" y="4191"/>
                    <a:pt x="5049" y="6858"/>
                  </a:cubicBezTo>
                  <a:cubicBezTo>
                    <a:pt x="6287" y="11525"/>
                    <a:pt x="6096" y="16097"/>
                    <a:pt x="5620" y="16193"/>
                  </a:cubicBezTo>
                  <a:cubicBezTo>
                    <a:pt x="5049" y="16193"/>
                    <a:pt x="3620" y="10668"/>
                    <a:pt x="3239" y="9049"/>
                  </a:cubicBezTo>
                  <a:cubicBezTo>
                    <a:pt x="2667" y="6572"/>
                    <a:pt x="2286" y="4477"/>
                    <a:pt x="858" y="1619"/>
                  </a:cubicBezTo>
                  <a:cubicBezTo>
                    <a:pt x="477" y="953"/>
                    <a:pt x="191" y="381"/>
                    <a:pt x="0" y="0"/>
                  </a:cubicBezTo>
                  <a:lnTo>
                    <a:pt x="2572" y="57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9" name="Google Shape;1349;p43"/>
            <p:cNvSpPr/>
            <p:nvPr/>
          </p:nvSpPr>
          <p:spPr>
            <a:xfrm>
              <a:off x="6076009" y="1549251"/>
              <a:ext cx="58057" cy="26878"/>
            </a:xfrm>
            <a:custGeom>
              <a:avLst/>
              <a:gdLst/>
              <a:ahLst/>
              <a:cxnLst/>
              <a:rect l="l" t="t" r="r" b="b"/>
              <a:pathLst>
                <a:path w="38576" h="17859" extrusionOk="0">
                  <a:moveTo>
                    <a:pt x="38576" y="48"/>
                  </a:moveTo>
                  <a:cubicBezTo>
                    <a:pt x="38576" y="3572"/>
                    <a:pt x="38576" y="6810"/>
                    <a:pt x="38386" y="9954"/>
                  </a:cubicBezTo>
                  <a:cubicBezTo>
                    <a:pt x="35052" y="10144"/>
                    <a:pt x="31528" y="10430"/>
                    <a:pt x="27813" y="10906"/>
                  </a:cubicBezTo>
                  <a:cubicBezTo>
                    <a:pt x="16478" y="12430"/>
                    <a:pt x="7048" y="15192"/>
                    <a:pt x="95" y="17859"/>
                  </a:cubicBezTo>
                  <a:cubicBezTo>
                    <a:pt x="0" y="16335"/>
                    <a:pt x="-95" y="14621"/>
                    <a:pt x="190" y="12621"/>
                  </a:cubicBezTo>
                  <a:cubicBezTo>
                    <a:pt x="857" y="7858"/>
                    <a:pt x="2857" y="4239"/>
                    <a:pt x="4381" y="1953"/>
                  </a:cubicBezTo>
                  <a:cubicBezTo>
                    <a:pt x="13430" y="810"/>
                    <a:pt x="21050" y="333"/>
                    <a:pt x="26575" y="143"/>
                  </a:cubicBezTo>
                  <a:cubicBezTo>
                    <a:pt x="31909" y="-48"/>
                    <a:pt x="35814" y="-48"/>
                    <a:pt x="38576" y="14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0" name="Google Shape;1350;p43"/>
            <p:cNvSpPr/>
            <p:nvPr/>
          </p:nvSpPr>
          <p:spPr>
            <a:xfrm>
              <a:off x="6071181" y="1551191"/>
              <a:ext cx="7394" cy="25085"/>
            </a:xfrm>
            <a:custGeom>
              <a:avLst/>
              <a:gdLst/>
              <a:ahLst/>
              <a:cxnLst/>
              <a:rect l="l" t="t" r="r" b="b"/>
              <a:pathLst>
                <a:path w="4913" h="16668" extrusionOk="0">
                  <a:moveTo>
                    <a:pt x="2437" y="952"/>
                  </a:moveTo>
                  <a:cubicBezTo>
                    <a:pt x="1771" y="2476"/>
                    <a:pt x="914" y="4667"/>
                    <a:pt x="437" y="7334"/>
                  </a:cubicBezTo>
                  <a:cubicBezTo>
                    <a:pt x="-420" y="12097"/>
                    <a:pt x="151" y="16669"/>
                    <a:pt x="723" y="16669"/>
                  </a:cubicBezTo>
                  <a:cubicBezTo>
                    <a:pt x="1294" y="16669"/>
                    <a:pt x="2152" y="11049"/>
                    <a:pt x="2437" y="9334"/>
                  </a:cubicBezTo>
                  <a:cubicBezTo>
                    <a:pt x="2818" y="6858"/>
                    <a:pt x="3009" y="4667"/>
                    <a:pt x="4152" y="1714"/>
                  </a:cubicBezTo>
                  <a:cubicBezTo>
                    <a:pt x="4438" y="952"/>
                    <a:pt x="4723" y="381"/>
                    <a:pt x="4914" y="0"/>
                  </a:cubicBezTo>
                  <a:lnTo>
                    <a:pt x="2437" y="85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1" name="Google Shape;1351;p43"/>
            <p:cNvSpPr/>
            <p:nvPr/>
          </p:nvSpPr>
          <p:spPr>
            <a:xfrm>
              <a:off x="6048848" y="1668894"/>
              <a:ext cx="28097" cy="6593"/>
            </a:xfrm>
            <a:custGeom>
              <a:avLst/>
              <a:gdLst/>
              <a:ahLst/>
              <a:cxnLst/>
              <a:rect l="l" t="t" r="r" b="b"/>
              <a:pathLst>
                <a:path w="18669" h="4381" extrusionOk="0">
                  <a:moveTo>
                    <a:pt x="0" y="2191"/>
                  </a:moveTo>
                  <a:cubicBezTo>
                    <a:pt x="3143" y="476"/>
                    <a:pt x="6191" y="0"/>
                    <a:pt x="9334" y="0"/>
                  </a:cubicBezTo>
                  <a:cubicBezTo>
                    <a:pt x="12478" y="0"/>
                    <a:pt x="15526" y="476"/>
                    <a:pt x="18669" y="2191"/>
                  </a:cubicBezTo>
                  <a:cubicBezTo>
                    <a:pt x="15526" y="4001"/>
                    <a:pt x="12478" y="4382"/>
                    <a:pt x="9334" y="4382"/>
                  </a:cubicBezTo>
                  <a:cubicBezTo>
                    <a:pt x="6191" y="4382"/>
                    <a:pt x="3143" y="3905"/>
                    <a:pt x="0" y="21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2" name="Google Shape;1352;p43"/>
            <p:cNvSpPr/>
            <p:nvPr/>
          </p:nvSpPr>
          <p:spPr>
            <a:xfrm>
              <a:off x="6020675" y="1695675"/>
              <a:ext cx="67385" cy="28624"/>
            </a:xfrm>
            <a:custGeom>
              <a:avLst/>
              <a:gdLst/>
              <a:ahLst/>
              <a:cxnLst/>
              <a:rect l="l" t="t" r="r" b="b"/>
              <a:pathLst>
                <a:path w="44774" h="19019" extrusionOk="0">
                  <a:moveTo>
                    <a:pt x="44675" y="13016"/>
                  </a:moveTo>
                  <a:cubicBezTo>
                    <a:pt x="44198" y="16826"/>
                    <a:pt x="32673" y="19112"/>
                    <a:pt x="23339" y="19017"/>
                  </a:cubicBezTo>
                  <a:cubicBezTo>
                    <a:pt x="11432" y="19017"/>
                    <a:pt x="-188" y="15112"/>
                    <a:pt x="2" y="13302"/>
                  </a:cubicBezTo>
                  <a:cubicBezTo>
                    <a:pt x="2" y="12635"/>
                    <a:pt x="1527" y="12921"/>
                    <a:pt x="4289" y="11873"/>
                  </a:cubicBezTo>
                  <a:cubicBezTo>
                    <a:pt x="13147" y="8730"/>
                    <a:pt x="14767" y="538"/>
                    <a:pt x="19814" y="919"/>
                  </a:cubicBezTo>
                  <a:cubicBezTo>
                    <a:pt x="20672" y="919"/>
                    <a:pt x="23148" y="1491"/>
                    <a:pt x="25529" y="1300"/>
                  </a:cubicBezTo>
                  <a:cubicBezTo>
                    <a:pt x="26577" y="1300"/>
                    <a:pt x="27625" y="1110"/>
                    <a:pt x="27625" y="1110"/>
                  </a:cubicBezTo>
                  <a:cubicBezTo>
                    <a:pt x="31530" y="538"/>
                    <a:pt x="31721" y="-224"/>
                    <a:pt x="33245" y="62"/>
                  </a:cubicBezTo>
                  <a:cubicBezTo>
                    <a:pt x="36198" y="1015"/>
                    <a:pt x="40293" y="7015"/>
                    <a:pt x="40293" y="7015"/>
                  </a:cubicBezTo>
                  <a:cubicBezTo>
                    <a:pt x="43532" y="11873"/>
                    <a:pt x="44865" y="11683"/>
                    <a:pt x="44770" y="1292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3" name="Google Shape;1353;p43"/>
            <p:cNvSpPr/>
            <p:nvPr/>
          </p:nvSpPr>
          <p:spPr>
            <a:xfrm>
              <a:off x="6029843" y="1737643"/>
              <a:ext cx="39258" cy="10555"/>
            </a:xfrm>
            <a:custGeom>
              <a:avLst/>
              <a:gdLst/>
              <a:ahLst/>
              <a:cxnLst/>
              <a:rect l="l" t="t" r="r" b="b"/>
              <a:pathLst>
                <a:path w="26085" h="7013" extrusionOk="0">
                  <a:moveTo>
                    <a:pt x="15834" y="7013"/>
                  </a:moveTo>
                  <a:cubicBezTo>
                    <a:pt x="10976" y="7013"/>
                    <a:pt x="6118" y="6156"/>
                    <a:pt x="1451" y="4347"/>
                  </a:cubicBezTo>
                  <a:cubicBezTo>
                    <a:pt x="308" y="3870"/>
                    <a:pt x="-263" y="2632"/>
                    <a:pt x="117" y="1489"/>
                  </a:cubicBezTo>
                  <a:cubicBezTo>
                    <a:pt x="498" y="346"/>
                    <a:pt x="1832" y="-321"/>
                    <a:pt x="2975" y="155"/>
                  </a:cubicBezTo>
                  <a:cubicBezTo>
                    <a:pt x="7642" y="1870"/>
                    <a:pt x="12404" y="2632"/>
                    <a:pt x="17167" y="2537"/>
                  </a:cubicBezTo>
                  <a:cubicBezTo>
                    <a:pt x="19263" y="2537"/>
                    <a:pt x="21358" y="2156"/>
                    <a:pt x="23358" y="1775"/>
                  </a:cubicBezTo>
                  <a:cubicBezTo>
                    <a:pt x="24692" y="1489"/>
                    <a:pt x="25740" y="2251"/>
                    <a:pt x="26025" y="3489"/>
                  </a:cubicBezTo>
                  <a:cubicBezTo>
                    <a:pt x="26311" y="4727"/>
                    <a:pt x="25549" y="5871"/>
                    <a:pt x="24311" y="6156"/>
                  </a:cubicBezTo>
                  <a:cubicBezTo>
                    <a:pt x="22025" y="6632"/>
                    <a:pt x="19644" y="7013"/>
                    <a:pt x="17262" y="7013"/>
                  </a:cubicBezTo>
                  <a:cubicBezTo>
                    <a:pt x="16786" y="7013"/>
                    <a:pt x="16215" y="7013"/>
                    <a:pt x="15739" y="701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4" name="Google Shape;1354;p43"/>
            <p:cNvSpPr/>
            <p:nvPr/>
          </p:nvSpPr>
          <p:spPr>
            <a:xfrm>
              <a:off x="6400650" y="1623057"/>
              <a:ext cx="243870" cy="459476"/>
            </a:xfrm>
            <a:custGeom>
              <a:avLst/>
              <a:gdLst/>
              <a:ahLst/>
              <a:cxnLst/>
              <a:rect l="l" t="t" r="r" b="b"/>
              <a:pathLst>
                <a:path w="162040" h="305300" extrusionOk="0">
                  <a:moveTo>
                    <a:pt x="6198" y="68860"/>
                  </a:moveTo>
                  <a:cubicBezTo>
                    <a:pt x="-19234" y="191733"/>
                    <a:pt x="41821" y="257360"/>
                    <a:pt x="41821" y="257360"/>
                  </a:cubicBezTo>
                  <a:cubicBezTo>
                    <a:pt x="77921" y="296222"/>
                    <a:pt x="141929" y="316320"/>
                    <a:pt x="157455" y="299080"/>
                  </a:cubicBezTo>
                  <a:cubicBezTo>
                    <a:pt x="185554" y="267742"/>
                    <a:pt x="75921" y="87529"/>
                    <a:pt x="61729" y="65908"/>
                  </a:cubicBezTo>
                  <a:cubicBezTo>
                    <a:pt x="55156" y="55906"/>
                    <a:pt x="43345" y="40762"/>
                    <a:pt x="44774" y="20950"/>
                  </a:cubicBezTo>
                  <a:cubicBezTo>
                    <a:pt x="45441" y="12091"/>
                    <a:pt x="48584" y="5233"/>
                    <a:pt x="44774" y="1804"/>
                  </a:cubicBezTo>
                  <a:cubicBezTo>
                    <a:pt x="39821" y="-2672"/>
                    <a:pt x="26391" y="1614"/>
                    <a:pt x="18961" y="9901"/>
                  </a:cubicBezTo>
                  <a:cubicBezTo>
                    <a:pt x="15532" y="13711"/>
                    <a:pt x="14198" y="17711"/>
                    <a:pt x="13055" y="20950"/>
                  </a:cubicBezTo>
                  <a:cubicBezTo>
                    <a:pt x="10103" y="29427"/>
                    <a:pt x="10865" y="35523"/>
                    <a:pt x="10579" y="43238"/>
                  </a:cubicBezTo>
                  <a:cubicBezTo>
                    <a:pt x="10198" y="55621"/>
                    <a:pt x="7341" y="62764"/>
                    <a:pt x="6102" y="6867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5" name="Google Shape;1355;p43"/>
            <p:cNvSpPr/>
            <p:nvPr/>
          </p:nvSpPr>
          <p:spPr>
            <a:xfrm>
              <a:off x="6362984" y="1478208"/>
              <a:ext cx="450922" cy="688887"/>
            </a:xfrm>
            <a:custGeom>
              <a:avLst/>
              <a:gdLst/>
              <a:ahLst/>
              <a:cxnLst/>
              <a:rect l="l" t="t" r="r" b="b"/>
              <a:pathLst>
                <a:path w="299616" h="457732" extrusionOk="0">
                  <a:moveTo>
                    <a:pt x="2206" y="55705"/>
                  </a:moveTo>
                  <a:cubicBezTo>
                    <a:pt x="3539" y="57515"/>
                    <a:pt x="8492" y="62754"/>
                    <a:pt x="46878" y="58468"/>
                  </a:cubicBezTo>
                  <a:cubicBezTo>
                    <a:pt x="65547" y="56372"/>
                    <a:pt x="70690" y="54562"/>
                    <a:pt x="73357" y="57515"/>
                  </a:cubicBezTo>
                  <a:cubicBezTo>
                    <a:pt x="79929" y="64659"/>
                    <a:pt x="60879" y="88567"/>
                    <a:pt x="51735" y="104664"/>
                  </a:cubicBezTo>
                  <a:cubicBezTo>
                    <a:pt x="15826" y="167529"/>
                    <a:pt x="40115" y="266017"/>
                    <a:pt x="86787" y="322215"/>
                  </a:cubicBezTo>
                  <a:cubicBezTo>
                    <a:pt x="94979" y="332121"/>
                    <a:pt x="113934" y="345932"/>
                    <a:pt x="151843" y="373555"/>
                  </a:cubicBezTo>
                  <a:cubicBezTo>
                    <a:pt x="235377" y="434419"/>
                    <a:pt x="277573" y="465566"/>
                    <a:pt x="290242" y="456041"/>
                  </a:cubicBezTo>
                  <a:cubicBezTo>
                    <a:pt x="315959" y="436896"/>
                    <a:pt x="286622" y="325072"/>
                    <a:pt x="228424" y="244967"/>
                  </a:cubicBezTo>
                  <a:cubicBezTo>
                    <a:pt x="208136" y="217059"/>
                    <a:pt x="143747" y="137049"/>
                    <a:pt x="127268" y="91805"/>
                  </a:cubicBezTo>
                  <a:cubicBezTo>
                    <a:pt x="116220" y="61325"/>
                    <a:pt x="112505" y="46657"/>
                    <a:pt x="112505" y="46657"/>
                  </a:cubicBezTo>
                  <a:cubicBezTo>
                    <a:pt x="103933" y="21034"/>
                    <a:pt x="108504" y="15510"/>
                    <a:pt x="102694" y="9319"/>
                  </a:cubicBezTo>
                  <a:cubicBezTo>
                    <a:pt x="82597" y="-11827"/>
                    <a:pt x="14302" y="5223"/>
                    <a:pt x="2110" y="38275"/>
                  </a:cubicBezTo>
                  <a:cubicBezTo>
                    <a:pt x="1253" y="40751"/>
                    <a:pt x="-2176" y="49895"/>
                    <a:pt x="2110" y="5561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6" name="Google Shape;1356;p43"/>
            <p:cNvSpPr/>
            <p:nvPr/>
          </p:nvSpPr>
          <p:spPr>
            <a:xfrm>
              <a:off x="6365020" y="1509369"/>
              <a:ext cx="136756" cy="131310"/>
            </a:xfrm>
            <a:custGeom>
              <a:avLst/>
              <a:gdLst/>
              <a:ahLst/>
              <a:cxnLst/>
              <a:rect l="l" t="t" r="r" b="b"/>
              <a:pathLst>
                <a:path w="90868" h="87249" extrusionOk="0">
                  <a:moveTo>
                    <a:pt x="90868" y="43625"/>
                  </a:moveTo>
                  <a:cubicBezTo>
                    <a:pt x="90868" y="67723"/>
                    <a:pt x="70485" y="87249"/>
                    <a:pt x="45434" y="87249"/>
                  </a:cubicBezTo>
                  <a:cubicBezTo>
                    <a:pt x="20384" y="87249"/>
                    <a:pt x="0" y="67723"/>
                    <a:pt x="0" y="43625"/>
                  </a:cubicBezTo>
                  <a:cubicBezTo>
                    <a:pt x="0" y="19526"/>
                    <a:pt x="20384" y="0"/>
                    <a:pt x="45434" y="0"/>
                  </a:cubicBezTo>
                  <a:cubicBezTo>
                    <a:pt x="70485" y="0"/>
                    <a:pt x="90868" y="19526"/>
                    <a:pt x="90868" y="4362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7" name="Google Shape;1357;p43"/>
            <p:cNvSpPr/>
            <p:nvPr/>
          </p:nvSpPr>
          <p:spPr>
            <a:xfrm>
              <a:off x="6329753" y="1573595"/>
              <a:ext cx="68291" cy="85595"/>
            </a:xfrm>
            <a:custGeom>
              <a:avLst/>
              <a:gdLst/>
              <a:ahLst/>
              <a:cxnLst/>
              <a:rect l="l" t="t" r="r" b="b"/>
              <a:pathLst>
                <a:path w="45376" h="56874" extrusionOk="0">
                  <a:moveTo>
                    <a:pt x="36804" y="1344"/>
                  </a:moveTo>
                  <a:cubicBezTo>
                    <a:pt x="26136" y="-4372"/>
                    <a:pt x="7181" y="9059"/>
                    <a:pt x="1847" y="24394"/>
                  </a:cubicBezTo>
                  <a:cubicBezTo>
                    <a:pt x="990" y="26871"/>
                    <a:pt x="-1677" y="34872"/>
                    <a:pt x="1562" y="44111"/>
                  </a:cubicBezTo>
                  <a:cubicBezTo>
                    <a:pt x="4038" y="50969"/>
                    <a:pt x="8515" y="55064"/>
                    <a:pt x="10705" y="56874"/>
                  </a:cubicBezTo>
                  <a:cubicBezTo>
                    <a:pt x="15658" y="50493"/>
                    <a:pt x="21755" y="43635"/>
                    <a:pt x="28994" y="36681"/>
                  </a:cubicBezTo>
                  <a:cubicBezTo>
                    <a:pt x="34613" y="31252"/>
                    <a:pt x="40138" y="26585"/>
                    <a:pt x="45376" y="22584"/>
                  </a:cubicBezTo>
                  <a:cubicBezTo>
                    <a:pt x="45376" y="19060"/>
                    <a:pt x="44710" y="5725"/>
                    <a:pt x="36804" y="153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8" name="Google Shape;1358;p43"/>
            <p:cNvSpPr/>
            <p:nvPr/>
          </p:nvSpPr>
          <p:spPr>
            <a:xfrm>
              <a:off x="6363150" y="1602353"/>
              <a:ext cx="38936" cy="49426"/>
            </a:xfrm>
            <a:custGeom>
              <a:avLst/>
              <a:gdLst/>
              <a:ahLst/>
              <a:cxnLst/>
              <a:rect l="l" t="t" r="r" b="b"/>
              <a:pathLst>
                <a:path w="25871" h="32841" extrusionOk="0">
                  <a:moveTo>
                    <a:pt x="0" y="30480"/>
                  </a:moveTo>
                  <a:cubicBezTo>
                    <a:pt x="6668" y="33718"/>
                    <a:pt x="14288" y="33718"/>
                    <a:pt x="19431" y="29908"/>
                  </a:cubicBezTo>
                  <a:cubicBezTo>
                    <a:pt x="26956" y="24289"/>
                    <a:pt x="28766" y="10478"/>
                    <a:pt x="20098" y="0"/>
                  </a:cubicBezTo>
                  <a:cubicBezTo>
                    <a:pt x="13431" y="10192"/>
                    <a:pt x="6763" y="20383"/>
                    <a:pt x="0" y="3048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9" name="Google Shape;1359;p43"/>
            <p:cNvSpPr/>
            <p:nvPr/>
          </p:nvSpPr>
          <p:spPr>
            <a:xfrm>
              <a:off x="6403678" y="1540413"/>
              <a:ext cx="32970" cy="32970"/>
            </a:xfrm>
            <a:custGeom>
              <a:avLst/>
              <a:gdLst/>
              <a:ahLst/>
              <a:cxnLst/>
              <a:rect l="l" t="t" r="r" b="b"/>
              <a:pathLst>
                <a:path w="21907" h="21907" extrusionOk="0">
                  <a:moveTo>
                    <a:pt x="21907" y="10954"/>
                  </a:moveTo>
                  <a:cubicBezTo>
                    <a:pt x="21907" y="17003"/>
                    <a:pt x="17003" y="21908"/>
                    <a:pt x="10953" y="21908"/>
                  </a:cubicBezTo>
                  <a:cubicBezTo>
                    <a:pt x="4904" y="21908"/>
                    <a:pt x="-1" y="17003"/>
                    <a:pt x="-1" y="10954"/>
                  </a:cubicBezTo>
                  <a:cubicBezTo>
                    <a:pt x="-1" y="4904"/>
                    <a:pt x="4904" y="0"/>
                    <a:pt x="10953" y="0"/>
                  </a:cubicBezTo>
                  <a:cubicBezTo>
                    <a:pt x="17003" y="0"/>
                    <a:pt x="21907" y="4904"/>
                    <a:pt x="21907" y="1095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0" name="Google Shape;1360;p43"/>
            <p:cNvSpPr/>
            <p:nvPr/>
          </p:nvSpPr>
          <p:spPr>
            <a:xfrm>
              <a:off x="6427237" y="1524854"/>
              <a:ext cx="40036" cy="62680"/>
            </a:xfrm>
            <a:custGeom>
              <a:avLst/>
              <a:gdLst/>
              <a:ahLst/>
              <a:cxnLst/>
              <a:rect l="l" t="t" r="r" b="b"/>
              <a:pathLst>
                <a:path w="26602" h="41648" extrusionOk="0">
                  <a:moveTo>
                    <a:pt x="21152" y="41649"/>
                  </a:moveTo>
                  <a:cubicBezTo>
                    <a:pt x="21152" y="41649"/>
                    <a:pt x="20390" y="41553"/>
                    <a:pt x="20010" y="41363"/>
                  </a:cubicBezTo>
                  <a:cubicBezTo>
                    <a:pt x="18962" y="40791"/>
                    <a:pt x="18581" y="39363"/>
                    <a:pt x="19153" y="38315"/>
                  </a:cubicBezTo>
                  <a:cubicBezTo>
                    <a:pt x="19724" y="37267"/>
                    <a:pt x="24963" y="27647"/>
                    <a:pt x="20200" y="17455"/>
                  </a:cubicBezTo>
                  <a:cubicBezTo>
                    <a:pt x="14962" y="6025"/>
                    <a:pt x="2198" y="4501"/>
                    <a:pt x="2007" y="4501"/>
                  </a:cubicBezTo>
                  <a:cubicBezTo>
                    <a:pt x="769" y="4406"/>
                    <a:pt x="-88" y="3263"/>
                    <a:pt x="7" y="2025"/>
                  </a:cubicBezTo>
                  <a:cubicBezTo>
                    <a:pt x="103" y="786"/>
                    <a:pt x="1340" y="-166"/>
                    <a:pt x="2484" y="24"/>
                  </a:cubicBezTo>
                  <a:cubicBezTo>
                    <a:pt x="3150" y="24"/>
                    <a:pt x="17914" y="1834"/>
                    <a:pt x="24201" y="15550"/>
                  </a:cubicBezTo>
                  <a:cubicBezTo>
                    <a:pt x="29915" y="27837"/>
                    <a:pt x="23724" y="39267"/>
                    <a:pt x="23058" y="40506"/>
                  </a:cubicBezTo>
                  <a:cubicBezTo>
                    <a:pt x="22677" y="41268"/>
                    <a:pt x="21915" y="41649"/>
                    <a:pt x="21152" y="416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1" name="Google Shape;1361;p43"/>
            <p:cNvSpPr/>
            <p:nvPr/>
          </p:nvSpPr>
          <p:spPr>
            <a:xfrm>
              <a:off x="6459330" y="1525787"/>
              <a:ext cx="24628" cy="56732"/>
            </a:xfrm>
            <a:custGeom>
              <a:avLst/>
              <a:gdLst/>
              <a:ahLst/>
              <a:cxnLst/>
              <a:rect l="l" t="t" r="r" b="b"/>
              <a:pathLst>
                <a:path w="16364" h="37696" extrusionOk="0">
                  <a:moveTo>
                    <a:pt x="11217" y="37601"/>
                  </a:moveTo>
                  <a:cubicBezTo>
                    <a:pt x="11217" y="37601"/>
                    <a:pt x="10550" y="37601"/>
                    <a:pt x="10265" y="37411"/>
                  </a:cubicBezTo>
                  <a:cubicBezTo>
                    <a:pt x="9122" y="36839"/>
                    <a:pt x="8740" y="35506"/>
                    <a:pt x="9312" y="34458"/>
                  </a:cubicBezTo>
                  <a:cubicBezTo>
                    <a:pt x="10836" y="31315"/>
                    <a:pt x="12551" y="26362"/>
                    <a:pt x="11693" y="20456"/>
                  </a:cubicBezTo>
                  <a:cubicBezTo>
                    <a:pt x="10265" y="10836"/>
                    <a:pt x="3216" y="5502"/>
                    <a:pt x="1025" y="4073"/>
                  </a:cubicBezTo>
                  <a:cubicBezTo>
                    <a:pt x="-22" y="3407"/>
                    <a:pt x="-308" y="1978"/>
                    <a:pt x="358" y="1025"/>
                  </a:cubicBezTo>
                  <a:cubicBezTo>
                    <a:pt x="1025" y="-22"/>
                    <a:pt x="2454" y="-308"/>
                    <a:pt x="3502" y="359"/>
                  </a:cubicBezTo>
                  <a:cubicBezTo>
                    <a:pt x="6074" y="2073"/>
                    <a:pt x="14456" y="8360"/>
                    <a:pt x="16075" y="19790"/>
                  </a:cubicBezTo>
                  <a:cubicBezTo>
                    <a:pt x="17122" y="26933"/>
                    <a:pt x="15123" y="32744"/>
                    <a:pt x="13313" y="36458"/>
                  </a:cubicBezTo>
                  <a:cubicBezTo>
                    <a:pt x="12931" y="37220"/>
                    <a:pt x="12170" y="37697"/>
                    <a:pt x="11312" y="3769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2" name="Google Shape;1362;p43"/>
            <p:cNvSpPr/>
            <p:nvPr/>
          </p:nvSpPr>
          <p:spPr>
            <a:xfrm>
              <a:off x="6733912" y="2038511"/>
              <a:ext cx="370462" cy="623613"/>
            </a:xfrm>
            <a:custGeom>
              <a:avLst/>
              <a:gdLst/>
              <a:ahLst/>
              <a:cxnLst/>
              <a:rect l="l" t="t" r="r" b="b"/>
              <a:pathLst>
                <a:path w="246154" h="414361" extrusionOk="0">
                  <a:moveTo>
                    <a:pt x="153748" y="189464"/>
                  </a:moveTo>
                  <a:cubicBezTo>
                    <a:pt x="219565" y="303479"/>
                    <a:pt x="259189" y="403777"/>
                    <a:pt x="242235" y="413588"/>
                  </a:cubicBezTo>
                  <a:cubicBezTo>
                    <a:pt x="225280" y="423398"/>
                    <a:pt x="158225" y="338816"/>
                    <a:pt x="92407" y="224897"/>
                  </a:cubicBezTo>
                  <a:cubicBezTo>
                    <a:pt x="26589" y="110883"/>
                    <a:pt x="-13035" y="10585"/>
                    <a:pt x="3919" y="774"/>
                  </a:cubicBezTo>
                  <a:cubicBezTo>
                    <a:pt x="20874" y="-9037"/>
                    <a:pt x="87930" y="75545"/>
                    <a:pt x="153748" y="18946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3" name="Google Shape;1363;p43"/>
            <p:cNvSpPr/>
            <p:nvPr/>
          </p:nvSpPr>
          <p:spPr>
            <a:xfrm>
              <a:off x="6613192" y="1900401"/>
              <a:ext cx="370462" cy="623613"/>
            </a:xfrm>
            <a:custGeom>
              <a:avLst/>
              <a:gdLst/>
              <a:ahLst/>
              <a:cxnLst/>
              <a:rect l="l" t="t" r="r" b="b"/>
              <a:pathLst>
                <a:path w="246154" h="414361" extrusionOk="0">
                  <a:moveTo>
                    <a:pt x="153747" y="189464"/>
                  </a:moveTo>
                  <a:cubicBezTo>
                    <a:pt x="219565" y="303479"/>
                    <a:pt x="259189" y="403777"/>
                    <a:pt x="242235" y="413588"/>
                  </a:cubicBezTo>
                  <a:cubicBezTo>
                    <a:pt x="225280" y="423398"/>
                    <a:pt x="158224" y="338816"/>
                    <a:pt x="92406" y="224897"/>
                  </a:cubicBezTo>
                  <a:cubicBezTo>
                    <a:pt x="26589" y="110978"/>
                    <a:pt x="-13035" y="10585"/>
                    <a:pt x="3919" y="774"/>
                  </a:cubicBezTo>
                  <a:cubicBezTo>
                    <a:pt x="20874" y="-9037"/>
                    <a:pt x="87930" y="75545"/>
                    <a:pt x="153747" y="18946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4" name="Google Shape;1364;p43"/>
            <p:cNvSpPr/>
            <p:nvPr/>
          </p:nvSpPr>
          <p:spPr>
            <a:xfrm>
              <a:off x="6811858" y="2251625"/>
              <a:ext cx="155904" cy="273976"/>
            </a:xfrm>
            <a:custGeom>
              <a:avLst/>
              <a:gdLst/>
              <a:ahLst/>
              <a:cxnLst/>
              <a:rect l="l" t="t" r="r" b="b"/>
              <a:pathLst>
                <a:path w="103591" h="182044" extrusionOk="0">
                  <a:moveTo>
                    <a:pt x="101326" y="182045"/>
                  </a:moveTo>
                  <a:cubicBezTo>
                    <a:pt x="100564" y="182045"/>
                    <a:pt x="99802" y="181664"/>
                    <a:pt x="99421" y="180902"/>
                  </a:cubicBezTo>
                  <a:lnTo>
                    <a:pt x="265" y="3356"/>
                  </a:lnTo>
                  <a:cubicBezTo>
                    <a:pt x="-306" y="2308"/>
                    <a:pt x="75" y="879"/>
                    <a:pt x="1123" y="308"/>
                  </a:cubicBezTo>
                  <a:cubicBezTo>
                    <a:pt x="2171" y="-359"/>
                    <a:pt x="3504" y="117"/>
                    <a:pt x="4171" y="1165"/>
                  </a:cubicBezTo>
                  <a:lnTo>
                    <a:pt x="103326" y="178711"/>
                  </a:lnTo>
                  <a:cubicBezTo>
                    <a:pt x="103898" y="179759"/>
                    <a:pt x="103517" y="181188"/>
                    <a:pt x="102469" y="181759"/>
                  </a:cubicBezTo>
                  <a:cubicBezTo>
                    <a:pt x="102183" y="181949"/>
                    <a:pt x="101802" y="182045"/>
                    <a:pt x="101421" y="18204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5" name="Google Shape;1365;p43"/>
            <p:cNvSpPr/>
            <p:nvPr/>
          </p:nvSpPr>
          <p:spPr>
            <a:xfrm>
              <a:off x="6871335" y="2251669"/>
              <a:ext cx="172715" cy="372989"/>
            </a:xfrm>
            <a:custGeom>
              <a:avLst/>
              <a:gdLst/>
              <a:ahLst/>
              <a:cxnLst/>
              <a:rect l="l" t="t" r="r" b="b"/>
              <a:pathLst>
                <a:path w="114761" h="247833" extrusionOk="0">
                  <a:moveTo>
                    <a:pt x="112483" y="247833"/>
                  </a:moveTo>
                  <a:cubicBezTo>
                    <a:pt x="111626" y="247833"/>
                    <a:pt x="110864" y="247357"/>
                    <a:pt x="110483" y="246500"/>
                  </a:cubicBezTo>
                  <a:lnTo>
                    <a:pt x="183" y="3136"/>
                  </a:lnTo>
                  <a:cubicBezTo>
                    <a:pt x="-293" y="1993"/>
                    <a:pt x="183" y="660"/>
                    <a:pt x="1326" y="183"/>
                  </a:cubicBezTo>
                  <a:cubicBezTo>
                    <a:pt x="2374" y="-293"/>
                    <a:pt x="3803" y="183"/>
                    <a:pt x="4279" y="1326"/>
                  </a:cubicBezTo>
                  <a:lnTo>
                    <a:pt x="114579" y="244690"/>
                  </a:lnTo>
                  <a:cubicBezTo>
                    <a:pt x="115055" y="245833"/>
                    <a:pt x="114579" y="247167"/>
                    <a:pt x="113436" y="247643"/>
                  </a:cubicBezTo>
                  <a:cubicBezTo>
                    <a:pt x="113150" y="247738"/>
                    <a:pt x="112864" y="247833"/>
                    <a:pt x="112483" y="24783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6" name="Google Shape;1366;p43"/>
            <p:cNvSpPr/>
            <p:nvPr/>
          </p:nvSpPr>
          <p:spPr>
            <a:xfrm>
              <a:off x="6446078" y="1720775"/>
              <a:ext cx="264097" cy="341605"/>
            </a:xfrm>
            <a:custGeom>
              <a:avLst/>
              <a:gdLst/>
              <a:ahLst/>
              <a:cxnLst/>
              <a:rect l="l" t="t" r="r" b="b"/>
              <a:pathLst>
                <a:path w="175480" h="226980" extrusionOk="0">
                  <a:moveTo>
                    <a:pt x="173258" y="226981"/>
                  </a:moveTo>
                  <a:cubicBezTo>
                    <a:pt x="148397" y="221551"/>
                    <a:pt x="65720" y="197549"/>
                    <a:pt x="23239" y="115919"/>
                  </a:cubicBezTo>
                  <a:cubicBezTo>
                    <a:pt x="665" y="72580"/>
                    <a:pt x="-1526" y="30099"/>
                    <a:pt x="665" y="2095"/>
                  </a:cubicBezTo>
                  <a:cubicBezTo>
                    <a:pt x="665" y="953"/>
                    <a:pt x="1712" y="0"/>
                    <a:pt x="2855" y="0"/>
                  </a:cubicBezTo>
                  <a:cubicBezTo>
                    <a:pt x="4284" y="95"/>
                    <a:pt x="5141" y="1143"/>
                    <a:pt x="5046" y="2381"/>
                  </a:cubicBezTo>
                  <a:cubicBezTo>
                    <a:pt x="2951" y="29813"/>
                    <a:pt x="5046" y="71533"/>
                    <a:pt x="27144" y="113824"/>
                  </a:cubicBezTo>
                  <a:cubicBezTo>
                    <a:pt x="68768" y="193739"/>
                    <a:pt x="149826" y="217265"/>
                    <a:pt x="173734" y="222599"/>
                  </a:cubicBezTo>
                  <a:cubicBezTo>
                    <a:pt x="174972" y="222885"/>
                    <a:pt x="175639" y="224028"/>
                    <a:pt x="175448" y="225266"/>
                  </a:cubicBezTo>
                  <a:cubicBezTo>
                    <a:pt x="175258" y="226314"/>
                    <a:pt x="174305" y="226981"/>
                    <a:pt x="173258" y="22698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7" name="Google Shape;1367;p43"/>
            <p:cNvSpPr/>
            <p:nvPr/>
          </p:nvSpPr>
          <p:spPr>
            <a:xfrm>
              <a:off x="6490493" y="2025031"/>
              <a:ext cx="47427" cy="96893"/>
            </a:xfrm>
            <a:custGeom>
              <a:avLst/>
              <a:gdLst/>
              <a:ahLst/>
              <a:cxnLst/>
              <a:rect l="l" t="t" r="r" b="b"/>
              <a:pathLst>
                <a:path w="31513" h="64381" extrusionOk="0">
                  <a:moveTo>
                    <a:pt x="2279" y="64382"/>
                  </a:moveTo>
                  <a:cubicBezTo>
                    <a:pt x="2279" y="64382"/>
                    <a:pt x="1612" y="64382"/>
                    <a:pt x="1326" y="64191"/>
                  </a:cubicBezTo>
                  <a:cubicBezTo>
                    <a:pt x="183" y="63715"/>
                    <a:pt x="-293" y="62382"/>
                    <a:pt x="183" y="61239"/>
                  </a:cubicBezTo>
                  <a:lnTo>
                    <a:pt x="27235" y="1326"/>
                  </a:lnTo>
                  <a:cubicBezTo>
                    <a:pt x="27711" y="183"/>
                    <a:pt x="29044" y="-293"/>
                    <a:pt x="30187" y="183"/>
                  </a:cubicBezTo>
                  <a:cubicBezTo>
                    <a:pt x="31330" y="660"/>
                    <a:pt x="31806" y="1993"/>
                    <a:pt x="31330" y="3136"/>
                  </a:cubicBezTo>
                  <a:lnTo>
                    <a:pt x="4279" y="63048"/>
                  </a:lnTo>
                  <a:cubicBezTo>
                    <a:pt x="3898" y="63906"/>
                    <a:pt x="3136" y="64382"/>
                    <a:pt x="2279" y="6438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8" name="Google Shape;1368;p43"/>
            <p:cNvSpPr/>
            <p:nvPr/>
          </p:nvSpPr>
          <p:spPr>
            <a:xfrm>
              <a:off x="6446200" y="2115595"/>
              <a:ext cx="51211" cy="20178"/>
            </a:xfrm>
            <a:custGeom>
              <a:avLst/>
              <a:gdLst/>
              <a:ahLst/>
              <a:cxnLst/>
              <a:rect l="l" t="t" r="r" b="b"/>
              <a:pathLst>
                <a:path w="34027" h="13407" extrusionOk="0">
                  <a:moveTo>
                    <a:pt x="2203" y="13407"/>
                  </a:moveTo>
                  <a:cubicBezTo>
                    <a:pt x="1250" y="13407"/>
                    <a:pt x="393" y="12836"/>
                    <a:pt x="107" y="11788"/>
                  </a:cubicBezTo>
                  <a:cubicBezTo>
                    <a:pt x="-274" y="10645"/>
                    <a:pt x="393" y="9312"/>
                    <a:pt x="1631" y="9026"/>
                  </a:cubicBezTo>
                  <a:lnTo>
                    <a:pt x="31158" y="72"/>
                  </a:lnTo>
                  <a:cubicBezTo>
                    <a:pt x="32397" y="-213"/>
                    <a:pt x="33635" y="358"/>
                    <a:pt x="33921" y="1596"/>
                  </a:cubicBezTo>
                  <a:cubicBezTo>
                    <a:pt x="34302" y="2739"/>
                    <a:pt x="33635" y="4073"/>
                    <a:pt x="32397" y="4359"/>
                  </a:cubicBezTo>
                  <a:lnTo>
                    <a:pt x="2869" y="13312"/>
                  </a:lnTo>
                  <a:cubicBezTo>
                    <a:pt x="2869" y="13312"/>
                    <a:pt x="2393" y="13312"/>
                    <a:pt x="2203" y="133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9" name="Google Shape;1369;p43"/>
            <p:cNvSpPr/>
            <p:nvPr/>
          </p:nvSpPr>
          <p:spPr>
            <a:xfrm>
              <a:off x="6420834" y="2129123"/>
              <a:ext cx="32004" cy="33777"/>
            </a:xfrm>
            <a:custGeom>
              <a:avLst/>
              <a:gdLst/>
              <a:ahLst/>
              <a:cxnLst/>
              <a:rect l="l" t="t" r="r" b="b"/>
              <a:pathLst>
                <a:path w="21265" h="22443" extrusionOk="0">
                  <a:moveTo>
                    <a:pt x="2251" y="22444"/>
                  </a:moveTo>
                  <a:cubicBezTo>
                    <a:pt x="1679" y="22444"/>
                    <a:pt x="1203" y="22253"/>
                    <a:pt x="727" y="21872"/>
                  </a:cubicBezTo>
                  <a:cubicBezTo>
                    <a:pt x="-226" y="21015"/>
                    <a:pt x="-226" y="19586"/>
                    <a:pt x="632" y="18729"/>
                  </a:cubicBezTo>
                  <a:lnTo>
                    <a:pt x="17396" y="727"/>
                  </a:lnTo>
                  <a:cubicBezTo>
                    <a:pt x="18253" y="-226"/>
                    <a:pt x="19682" y="-226"/>
                    <a:pt x="20539" y="632"/>
                  </a:cubicBezTo>
                  <a:cubicBezTo>
                    <a:pt x="21491" y="1489"/>
                    <a:pt x="21491" y="2918"/>
                    <a:pt x="20634" y="3775"/>
                  </a:cubicBezTo>
                  <a:lnTo>
                    <a:pt x="3870" y="21777"/>
                  </a:lnTo>
                  <a:cubicBezTo>
                    <a:pt x="3394" y="22253"/>
                    <a:pt x="2822" y="22444"/>
                    <a:pt x="2251" y="224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0" name="Google Shape;1370;p43"/>
            <p:cNvSpPr/>
            <p:nvPr/>
          </p:nvSpPr>
          <p:spPr>
            <a:xfrm>
              <a:off x="6433571" y="2109523"/>
              <a:ext cx="62214" cy="6593"/>
            </a:xfrm>
            <a:custGeom>
              <a:avLst/>
              <a:gdLst/>
              <a:ahLst/>
              <a:cxnLst/>
              <a:rect l="l" t="t" r="r" b="b"/>
              <a:pathLst>
                <a:path w="41338" h="4381" extrusionOk="0">
                  <a:moveTo>
                    <a:pt x="39148" y="4381"/>
                  </a:moveTo>
                  <a:lnTo>
                    <a:pt x="2191" y="4381"/>
                  </a:lnTo>
                  <a:cubicBezTo>
                    <a:pt x="952" y="4381"/>
                    <a:pt x="0" y="3334"/>
                    <a:pt x="0" y="2191"/>
                  </a:cubicBezTo>
                  <a:cubicBezTo>
                    <a:pt x="0" y="1048"/>
                    <a:pt x="952" y="0"/>
                    <a:pt x="2191" y="0"/>
                  </a:cubicBezTo>
                  <a:lnTo>
                    <a:pt x="39148" y="0"/>
                  </a:lnTo>
                  <a:cubicBezTo>
                    <a:pt x="40386" y="0"/>
                    <a:pt x="41338" y="1048"/>
                    <a:pt x="41338" y="2191"/>
                  </a:cubicBezTo>
                  <a:cubicBezTo>
                    <a:pt x="41338" y="3334"/>
                    <a:pt x="40386" y="4381"/>
                    <a:pt x="39148" y="438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1" name="Google Shape;1371;p43"/>
            <p:cNvSpPr/>
            <p:nvPr/>
          </p:nvSpPr>
          <p:spPr>
            <a:xfrm>
              <a:off x="6417535" y="2109400"/>
              <a:ext cx="22528" cy="28651"/>
            </a:xfrm>
            <a:custGeom>
              <a:avLst/>
              <a:gdLst/>
              <a:ahLst/>
              <a:cxnLst/>
              <a:rect l="l" t="t" r="r" b="b"/>
              <a:pathLst>
                <a:path w="14969" h="19037" extrusionOk="0">
                  <a:moveTo>
                    <a:pt x="2246" y="18942"/>
                  </a:moveTo>
                  <a:cubicBezTo>
                    <a:pt x="2246" y="18942"/>
                    <a:pt x="1293" y="18847"/>
                    <a:pt x="912" y="18561"/>
                  </a:cubicBezTo>
                  <a:cubicBezTo>
                    <a:pt x="-40" y="17799"/>
                    <a:pt x="-326" y="16466"/>
                    <a:pt x="436" y="15418"/>
                  </a:cubicBezTo>
                  <a:lnTo>
                    <a:pt x="10913" y="940"/>
                  </a:lnTo>
                  <a:cubicBezTo>
                    <a:pt x="11676" y="-108"/>
                    <a:pt x="13009" y="-299"/>
                    <a:pt x="14057" y="463"/>
                  </a:cubicBezTo>
                  <a:cubicBezTo>
                    <a:pt x="15009" y="1225"/>
                    <a:pt x="15295" y="2559"/>
                    <a:pt x="14533" y="3607"/>
                  </a:cubicBezTo>
                  <a:lnTo>
                    <a:pt x="4056" y="18085"/>
                  </a:lnTo>
                  <a:cubicBezTo>
                    <a:pt x="3580" y="18656"/>
                    <a:pt x="2913" y="19037"/>
                    <a:pt x="2246" y="190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2" name="Google Shape;1372;p43"/>
            <p:cNvSpPr/>
            <p:nvPr/>
          </p:nvSpPr>
          <p:spPr>
            <a:xfrm>
              <a:off x="6493456" y="2109336"/>
              <a:ext cx="69326" cy="17675"/>
            </a:xfrm>
            <a:custGeom>
              <a:avLst/>
              <a:gdLst/>
              <a:ahLst/>
              <a:cxnLst/>
              <a:rect l="l" t="t" r="r" b="b"/>
              <a:pathLst>
                <a:path w="46064" h="11744" extrusionOk="0">
                  <a:moveTo>
                    <a:pt x="43844" y="11745"/>
                  </a:moveTo>
                  <a:cubicBezTo>
                    <a:pt x="43844" y="11745"/>
                    <a:pt x="1839" y="4411"/>
                    <a:pt x="1839" y="4411"/>
                  </a:cubicBezTo>
                  <a:cubicBezTo>
                    <a:pt x="601" y="4220"/>
                    <a:pt x="-162" y="3077"/>
                    <a:pt x="29" y="1839"/>
                  </a:cubicBezTo>
                  <a:cubicBezTo>
                    <a:pt x="220" y="601"/>
                    <a:pt x="1363" y="-161"/>
                    <a:pt x="2601" y="29"/>
                  </a:cubicBezTo>
                  <a:lnTo>
                    <a:pt x="44225" y="7268"/>
                  </a:lnTo>
                  <a:cubicBezTo>
                    <a:pt x="45464" y="7459"/>
                    <a:pt x="46225" y="8602"/>
                    <a:pt x="46035" y="9840"/>
                  </a:cubicBezTo>
                  <a:cubicBezTo>
                    <a:pt x="45844" y="10888"/>
                    <a:pt x="44892" y="11650"/>
                    <a:pt x="43844" y="1165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3" name="Google Shape;1373;p43"/>
            <p:cNvSpPr/>
            <p:nvPr/>
          </p:nvSpPr>
          <p:spPr>
            <a:xfrm>
              <a:off x="6443606" y="2008043"/>
              <a:ext cx="23552" cy="58362"/>
            </a:xfrm>
            <a:custGeom>
              <a:avLst/>
              <a:gdLst/>
              <a:ahLst/>
              <a:cxnLst/>
              <a:rect l="l" t="t" r="r" b="b"/>
              <a:pathLst>
                <a:path w="15649" h="38779" extrusionOk="0">
                  <a:moveTo>
                    <a:pt x="2207" y="38779"/>
                  </a:moveTo>
                  <a:cubicBezTo>
                    <a:pt x="302" y="38303"/>
                    <a:pt x="-269" y="37065"/>
                    <a:pt x="111" y="35826"/>
                  </a:cubicBezTo>
                  <a:lnTo>
                    <a:pt x="11256" y="1536"/>
                  </a:lnTo>
                  <a:cubicBezTo>
                    <a:pt x="11637" y="393"/>
                    <a:pt x="12875" y="-273"/>
                    <a:pt x="14113" y="108"/>
                  </a:cubicBezTo>
                  <a:cubicBezTo>
                    <a:pt x="15256" y="489"/>
                    <a:pt x="15923" y="1727"/>
                    <a:pt x="15542" y="2870"/>
                  </a:cubicBezTo>
                  <a:lnTo>
                    <a:pt x="4398" y="37160"/>
                  </a:lnTo>
                  <a:cubicBezTo>
                    <a:pt x="4112" y="38112"/>
                    <a:pt x="3255" y="38684"/>
                    <a:pt x="2302" y="3868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4" name="Google Shape;1374;p43"/>
            <p:cNvSpPr/>
            <p:nvPr/>
          </p:nvSpPr>
          <p:spPr>
            <a:xfrm>
              <a:off x="6377648" y="2060930"/>
              <a:ext cx="67123" cy="24960"/>
            </a:xfrm>
            <a:custGeom>
              <a:avLst/>
              <a:gdLst/>
              <a:ahLst/>
              <a:cxnLst/>
              <a:rect l="l" t="t" r="r" b="b"/>
              <a:pathLst>
                <a:path w="44600" h="16585" extrusionOk="0">
                  <a:moveTo>
                    <a:pt x="2202" y="16585"/>
                  </a:moveTo>
                  <a:cubicBezTo>
                    <a:pt x="1250" y="16585"/>
                    <a:pt x="393" y="16014"/>
                    <a:pt x="107" y="14966"/>
                  </a:cubicBezTo>
                  <a:cubicBezTo>
                    <a:pt x="-274" y="13823"/>
                    <a:pt x="393" y="12585"/>
                    <a:pt x="1631" y="12204"/>
                  </a:cubicBezTo>
                  <a:lnTo>
                    <a:pt x="41731" y="107"/>
                  </a:lnTo>
                  <a:cubicBezTo>
                    <a:pt x="42874" y="-274"/>
                    <a:pt x="44208" y="393"/>
                    <a:pt x="44493" y="1631"/>
                  </a:cubicBezTo>
                  <a:cubicBezTo>
                    <a:pt x="44875" y="2774"/>
                    <a:pt x="44208" y="4012"/>
                    <a:pt x="42970" y="4393"/>
                  </a:cubicBezTo>
                  <a:lnTo>
                    <a:pt x="2774" y="16490"/>
                  </a:lnTo>
                  <a:cubicBezTo>
                    <a:pt x="2774" y="16490"/>
                    <a:pt x="2298" y="16585"/>
                    <a:pt x="2107" y="1658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5" name="Google Shape;1375;p43"/>
            <p:cNvSpPr/>
            <p:nvPr/>
          </p:nvSpPr>
          <p:spPr>
            <a:xfrm>
              <a:off x="6377378" y="2074602"/>
              <a:ext cx="7310" cy="25230"/>
            </a:xfrm>
            <a:custGeom>
              <a:avLst/>
              <a:gdLst/>
              <a:ahLst/>
              <a:cxnLst/>
              <a:rect l="l" t="t" r="r" b="b"/>
              <a:pathLst>
                <a:path w="4857" h="16764" extrusionOk="0">
                  <a:moveTo>
                    <a:pt x="2572" y="16764"/>
                  </a:moveTo>
                  <a:cubicBezTo>
                    <a:pt x="1334" y="16764"/>
                    <a:pt x="381" y="15811"/>
                    <a:pt x="381" y="14573"/>
                  </a:cubicBezTo>
                  <a:lnTo>
                    <a:pt x="0" y="2286"/>
                  </a:lnTo>
                  <a:cubicBezTo>
                    <a:pt x="0" y="1048"/>
                    <a:pt x="953" y="0"/>
                    <a:pt x="2191" y="0"/>
                  </a:cubicBezTo>
                  <a:cubicBezTo>
                    <a:pt x="3429" y="0"/>
                    <a:pt x="4477" y="953"/>
                    <a:pt x="4477" y="2191"/>
                  </a:cubicBezTo>
                  <a:lnTo>
                    <a:pt x="4858" y="14478"/>
                  </a:lnTo>
                  <a:cubicBezTo>
                    <a:pt x="4858" y="15716"/>
                    <a:pt x="3906" y="16764"/>
                    <a:pt x="2667" y="16764"/>
                  </a:cubicBezTo>
                  <a:lnTo>
                    <a:pt x="2667" y="1676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6" name="Google Shape;1376;p43"/>
            <p:cNvSpPr/>
            <p:nvPr/>
          </p:nvSpPr>
          <p:spPr>
            <a:xfrm>
              <a:off x="6399654" y="2064254"/>
              <a:ext cx="48452" cy="30819"/>
            </a:xfrm>
            <a:custGeom>
              <a:avLst/>
              <a:gdLst/>
              <a:ahLst/>
              <a:cxnLst/>
              <a:rect l="l" t="t" r="r" b="b"/>
              <a:pathLst>
                <a:path w="32194" h="20478" extrusionOk="0">
                  <a:moveTo>
                    <a:pt x="2191" y="20479"/>
                  </a:moveTo>
                  <a:cubicBezTo>
                    <a:pt x="1429" y="20479"/>
                    <a:pt x="667" y="20098"/>
                    <a:pt x="286" y="19336"/>
                  </a:cubicBezTo>
                  <a:cubicBezTo>
                    <a:pt x="-286" y="18288"/>
                    <a:pt x="0" y="16859"/>
                    <a:pt x="1143" y="16288"/>
                  </a:cubicBezTo>
                  <a:lnTo>
                    <a:pt x="28861" y="286"/>
                  </a:lnTo>
                  <a:cubicBezTo>
                    <a:pt x="29908" y="-286"/>
                    <a:pt x="31242" y="0"/>
                    <a:pt x="31909" y="1143"/>
                  </a:cubicBezTo>
                  <a:cubicBezTo>
                    <a:pt x="32480" y="2191"/>
                    <a:pt x="32194" y="3619"/>
                    <a:pt x="31051" y="4191"/>
                  </a:cubicBezTo>
                  <a:lnTo>
                    <a:pt x="3334" y="20193"/>
                  </a:lnTo>
                  <a:cubicBezTo>
                    <a:pt x="3334" y="20193"/>
                    <a:pt x="2572" y="20479"/>
                    <a:pt x="2191" y="2047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7" name="Google Shape;1377;p43"/>
            <p:cNvSpPr/>
            <p:nvPr/>
          </p:nvSpPr>
          <p:spPr>
            <a:xfrm>
              <a:off x="6393242" y="2088442"/>
              <a:ext cx="12945" cy="33069"/>
            </a:xfrm>
            <a:custGeom>
              <a:avLst/>
              <a:gdLst/>
              <a:ahLst/>
              <a:cxnLst/>
              <a:rect l="l" t="t" r="r" b="b"/>
              <a:pathLst>
                <a:path w="8601" h="21973" extrusionOk="0">
                  <a:moveTo>
                    <a:pt x="2250" y="21973"/>
                  </a:moveTo>
                  <a:cubicBezTo>
                    <a:pt x="535" y="21592"/>
                    <a:pt x="-227" y="20449"/>
                    <a:pt x="59" y="19211"/>
                  </a:cubicBezTo>
                  <a:lnTo>
                    <a:pt x="4250" y="1685"/>
                  </a:lnTo>
                  <a:cubicBezTo>
                    <a:pt x="4536" y="447"/>
                    <a:pt x="5774" y="-220"/>
                    <a:pt x="6917" y="66"/>
                  </a:cubicBezTo>
                  <a:cubicBezTo>
                    <a:pt x="8155" y="351"/>
                    <a:pt x="8822" y="1590"/>
                    <a:pt x="8536" y="2733"/>
                  </a:cubicBezTo>
                  <a:lnTo>
                    <a:pt x="4345" y="20259"/>
                  </a:lnTo>
                  <a:cubicBezTo>
                    <a:pt x="4059" y="21306"/>
                    <a:pt x="3202" y="21973"/>
                    <a:pt x="2154" y="2197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8" name="Google Shape;1378;p43"/>
            <p:cNvSpPr/>
            <p:nvPr/>
          </p:nvSpPr>
          <p:spPr>
            <a:xfrm>
              <a:off x="6446218" y="2062961"/>
              <a:ext cx="47448" cy="7310"/>
            </a:xfrm>
            <a:custGeom>
              <a:avLst/>
              <a:gdLst/>
              <a:ahLst/>
              <a:cxnLst/>
              <a:rect l="l" t="t" r="r" b="b"/>
              <a:pathLst>
                <a:path w="31527" h="4857" extrusionOk="0">
                  <a:moveTo>
                    <a:pt x="29241" y="4858"/>
                  </a:moveTo>
                  <a:cubicBezTo>
                    <a:pt x="29241" y="4858"/>
                    <a:pt x="2191" y="4477"/>
                    <a:pt x="2191" y="4477"/>
                  </a:cubicBezTo>
                  <a:cubicBezTo>
                    <a:pt x="952" y="4477"/>
                    <a:pt x="0" y="3429"/>
                    <a:pt x="0" y="2191"/>
                  </a:cubicBezTo>
                  <a:cubicBezTo>
                    <a:pt x="0" y="952"/>
                    <a:pt x="857" y="0"/>
                    <a:pt x="2286" y="0"/>
                  </a:cubicBezTo>
                  <a:lnTo>
                    <a:pt x="29337" y="381"/>
                  </a:lnTo>
                  <a:cubicBezTo>
                    <a:pt x="30575" y="381"/>
                    <a:pt x="31528" y="1429"/>
                    <a:pt x="31528" y="2667"/>
                  </a:cubicBezTo>
                  <a:cubicBezTo>
                    <a:pt x="31528" y="3905"/>
                    <a:pt x="30480" y="4858"/>
                    <a:pt x="29337" y="485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9" name="Google Shape;1379;p43"/>
            <p:cNvSpPr/>
            <p:nvPr/>
          </p:nvSpPr>
          <p:spPr>
            <a:xfrm>
              <a:off x="6499408" y="2008371"/>
              <a:ext cx="59625" cy="70327"/>
            </a:xfrm>
            <a:custGeom>
              <a:avLst/>
              <a:gdLst/>
              <a:ahLst/>
              <a:cxnLst/>
              <a:rect l="l" t="t" r="r" b="b"/>
              <a:pathLst>
                <a:path w="39618" h="46729" extrusionOk="0">
                  <a:moveTo>
                    <a:pt x="39613" y="21702"/>
                  </a:moveTo>
                  <a:cubicBezTo>
                    <a:pt x="39137" y="37418"/>
                    <a:pt x="19325" y="50563"/>
                    <a:pt x="8752" y="45705"/>
                  </a:cubicBezTo>
                  <a:cubicBezTo>
                    <a:pt x="751" y="42086"/>
                    <a:pt x="-2106" y="27893"/>
                    <a:pt x="1609" y="17416"/>
                  </a:cubicBezTo>
                  <a:cubicBezTo>
                    <a:pt x="4752" y="8653"/>
                    <a:pt x="14086" y="-1825"/>
                    <a:pt x="24754" y="271"/>
                  </a:cubicBezTo>
                  <a:cubicBezTo>
                    <a:pt x="34184" y="2176"/>
                    <a:pt x="39804" y="13034"/>
                    <a:pt x="39613" y="2170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0" name="Google Shape;1380;p43"/>
            <p:cNvSpPr/>
            <p:nvPr/>
          </p:nvSpPr>
          <p:spPr>
            <a:xfrm>
              <a:off x="6440916" y="1963531"/>
              <a:ext cx="59625" cy="70327"/>
            </a:xfrm>
            <a:custGeom>
              <a:avLst/>
              <a:gdLst/>
              <a:ahLst/>
              <a:cxnLst/>
              <a:rect l="l" t="t" r="r" b="b"/>
              <a:pathLst>
                <a:path w="39618" h="46729" extrusionOk="0">
                  <a:moveTo>
                    <a:pt x="39613" y="21702"/>
                  </a:moveTo>
                  <a:cubicBezTo>
                    <a:pt x="39137" y="37418"/>
                    <a:pt x="19325" y="50563"/>
                    <a:pt x="8752" y="45705"/>
                  </a:cubicBezTo>
                  <a:cubicBezTo>
                    <a:pt x="751" y="42086"/>
                    <a:pt x="-2106" y="27893"/>
                    <a:pt x="1609" y="17416"/>
                  </a:cubicBezTo>
                  <a:cubicBezTo>
                    <a:pt x="4752" y="8653"/>
                    <a:pt x="14086" y="-1825"/>
                    <a:pt x="24754" y="271"/>
                  </a:cubicBezTo>
                  <a:cubicBezTo>
                    <a:pt x="34184" y="2176"/>
                    <a:pt x="39804" y="13034"/>
                    <a:pt x="39613" y="2170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1" name="Google Shape;1381;p43"/>
            <p:cNvSpPr/>
            <p:nvPr/>
          </p:nvSpPr>
          <p:spPr>
            <a:xfrm>
              <a:off x="5544696" y="2293192"/>
              <a:ext cx="152956" cy="55620"/>
            </a:xfrm>
            <a:custGeom>
              <a:avLst/>
              <a:gdLst/>
              <a:ahLst/>
              <a:cxnLst/>
              <a:rect l="l" t="t" r="r" b="b"/>
              <a:pathLst>
                <a:path w="101632" h="36957" extrusionOk="0">
                  <a:moveTo>
                    <a:pt x="101632" y="1238"/>
                  </a:moveTo>
                  <a:cubicBezTo>
                    <a:pt x="97155" y="13145"/>
                    <a:pt x="92964" y="25051"/>
                    <a:pt x="88773" y="36957"/>
                  </a:cubicBezTo>
                  <a:cubicBezTo>
                    <a:pt x="59246" y="27146"/>
                    <a:pt x="29433" y="16954"/>
                    <a:pt x="0" y="6858"/>
                  </a:cubicBezTo>
                  <a:cubicBezTo>
                    <a:pt x="33338" y="4477"/>
                    <a:pt x="66199" y="2381"/>
                    <a:pt x="99251" y="0"/>
                  </a:cubicBezTo>
                  <a:cubicBezTo>
                    <a:pt x="100108" y="286"/>
                    <a:pt x="100775" y="857"/>
                    <a:pt x="101632" y="123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2" name="Google Shape;1382;p43"/>
            <p:cNvSpPr/>
            <p:nvPr/>
          </p:nvSpPr>
          <p:spPr>
            <a:xfrm>
              <a:off x="6274910" y="1995989"/>
              <a:ext cx="83860" cy="143064"/>
            </a:xfrm>
            <a:custGeom>
              <a:avLst/>
              <a:gdLst/>
              <a:ahLst/>
              <a:cxnLst/>
              <a:rect l="l" t="t" r="r" b="b"/>
              <a:pathLst>
                <a:path w="55721" h="95059" extrusionOk="0">
                  <a:moveTo>
                    <a:pt x="55722" y="0"/>
                  </a:moveTo>
                  <a:cubicBezTo>
                    <a:pt x="48578" y="31623"/>
                    <a:pt x="41148" y="63437"/>
                    <a:pt x="34290" y="95059"/>
                  </a:cubicBezTo>
                  <a:cubicBezTo>
                    <a:pt x="22956" y="90868"/>
                    <a:pt x="11335" y="87058"/>
                    <a:pt x="0" y="82867"/>
                  </a:cubicBezTo>
                  <a:cubicBezTo>
                    <a:pt x="4477" y="72485"/>
                    <a:pt x="8668" y="62008"/>
                    <a:pt x="13145" y="51625"/>
                  </a:cubicBezTo>
                  <a:cubicBezTo>
                    <a:pt x="27432" y="34385"/>
                    <a:pt x="41434" y="17050"/>
                    <a:pt x="55722" y="9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3" name="Google Shape;1383;p43"/>
            <p:cNvSpPr/>
            <p:nvPr/>
          </p:nvSpPr>
          <p:spPr>
            <a:xfrm>
              <a:off x="5533918" y="1907803"/>
              <a:ext cx="319673" cy="405915"/>
            </a:xfrm>
            <a:custGeom>
              <a:avLst/>
              <a:gdLst/>
              <a:ahLst/>
              <a:cxnLst/>
              <a:rect l="l" t="t" r="r" b="b"/>
              <a:pathLst>
                <a:path w="212407" h="269711" extrusionOk="0">
                  <a:moveTo>
                    <a:pt x="134303" y="269711"/>
                  </a:moveTo>
                  <a:cubicBezTo>
                    <a:pt x="89535" y="267044"/>
                    <a:pt x="44768" y="264472"/>
                    <a:pt x="0" y="261805"/>
                  </a:cubicBezTo>
                  <a:cubicBezTo>
                    <a:pt x="16573" y="205227"/>
                    <a:pt x="33242" y="148744"/>
                    <a:pt x="49816" y="92165"/>
                  </a:cubicBezTo>
                  <a:cubicBezTo>
                    <a:pt x="57245" y="77497"/>
                    <a:pt x="71533" y="54637"/>
                    <a:pt x="96964" y="35015"/>
                  </a:cubicBezTo>
                  <a:cubicBezTo>
                    <a:pt x="144113" y="-1275"/>
                    <a:pt x="196311" y="-608"/>
                    <a:pt x="212407" y="249"/>
                  </a:cubicBezTo>
                  <a:cubicBezTo>
                    <a:pt x="186309" y="90070"/>
                    <a:pt x="160306" y="179890"/>
                    <a:pt x="134208" y="26971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4" name="Google Shape;1384;p43"/>
            <p:cNvSpPr/>
            <p:nvPr/>
          </p:nvSpPr>
          <p:spPr>
            <a:xfrm>
              <a:off x="6057757" y="1912594"/>
              <a:ext cx="309064" cy="230405"/>
            </a:xfrm>
            <a:custGeom>
              <a:avLst/>
              <a:gdLst/>
              <a:ahLst/>
              <a:cxnLst/>
              <a:rect l="l" t="t" r="r" b="b"/>
              <a:pathLst>
                <a:path w="205358" h="153093" extrusionOk="0">
                  <a:moveTo>
                    <a:pt x="153258" y="152999"/>
                  </a:moveTo>
                  <a:cubicBezTo>
                    <a:pt x="122111" y="146236"/>
                    <a:pt x="90868" y="139473"/>
                    <a:pt x="59722" y="132710"/>
                  </a:cubicBezTo>
                  <a:cubicBezTo>
                    <a:pt x="39814" y="88800"/>
                    <a:pt x="19908" y="44795"/>
                    <a:pt x="0" y="884"/>
                  </a:cubicBezTo>
                  <a:cubicBezTo>
                    <a:pt x="21717" y="-544"/>
                    <a:pt x="47434" y="-544"/>
                    <a:pt x="75915" y="3170"/>
                  </a:cubicBezTo>
                  <a:cubicBezTo>
                    <a:pt x="131350" y="10219"/>
                    <a:pt x="175356" y="27935"/>
                    <a:pt x="205359" y="43175"/>
                  </a:cubicBezTo>
                  <a:cubicBezTo>
                    <a:pt x="188023" y="79847"/>
                    <a:pt x="170593" y="116423"/>
                    <a:pt x="153258" y="153094"/>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5" name="Google Shape;1385;p43"/>
            <p:cNvSpPr/>
            <p:nvPr/>
          </p:nvSpPr>
          <p:spPr>
            <a:xfrm>
              <a:off x="5585257" y="2611376"/>
              <a:ext cx="455249" cy="2008350"/>
            </a:xfrm>
            <a:custGeom>
              <a:avLst/>
              <a:gdLst/>
              <a:ahLst/>
              <a:cxnLst/>
              <a:rect l="l" t="t" r="r" b="b"/>
              <a:pathLst>
                <a:path w="302491" h="1334452" extrusionOk="0">
                  <a:moveTo>
                    <a:pt x="244770" y="781241"/>
                  </a:moveTo>
                  <a:cubicBezTo>
                    <a:pt x="239150" y="959453"/>
                    <a:pt x="233626" y="1137571"/>
                    <a:pt x="228006" y="1315784"/>
                  </a:cubicBezTo>
                  <a:cubicBezTo>
                    <a:pt x="208385" y="1321975"/>
                    <a:pt x="188858" y="1328166"/>
                    <a:pt x="169237" y="1334453"/>
                  </a:cubicBezTo>
                  <a:cubicBezTo>
                    <a:pt x="137709" y="1282446"/>
                    <a:pt x="92180" y="1192530"/>
                    <a:pt x="73416" y="1071848"/>
                  </a:cubicBezTo>
                  <a:cubicBezTo>
                    <a:pt x="52937" y="940022"/>
                    <a:pt x="73796" y="832390"/>
                    <a:pt x="90180" y="772001"/>
                  </a:cubicBezTo>
                  <a:cubicBezTo>
                    <a:pt x="58461" y="705326"/>
                    <a:pt x="-78222" y="399955"/>
                    <a:pt x="62271" y="125730"/>
                  </a:cubicBezTo>
                  <a:cubicBezTo>
                    <a:pt x="82178" y="86773"/>
                    <a:pt x="110277" y="43529"/>
                    <a:pt x="150568" y="0"/>
                  </a:cubicBezTo>
                  <a:cubicBezTo>
                    <a:pt x="201241" y="5239"/>
                    <a:pt x="251819" y="10382"/>
                    <a:pt x="302492" y="15621"/>
                  </a:cubicBezTo>
                  <a:cubicBezTo>
                    <a:pt x="283251" y="270796"/>
                    <a:pt x="264011" y="526066"/>
                    <a:pt x="244770" y="78124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6" name="Google Shape;1386;p43"/>
            <p:cNvSpPr/>
            <p:nvPr/>
          </p:nvSpPr>
          <p:spPr>
            <a:xfrm>
              <a:off x="5812436" y="2611233"/>
              <a:ext cx="577131" cy="1208020"/>
            </a:xfrm>
            <a:custGeom>
              <a:avLst/>
              <a:gdLst/>
              <a:ahLst/>
              <a:cxnLst/>
              <a:rect l="l" t="t" r="r" b="b"/>
              <a:pathLst>
                <a:path w="383476" h="802671" extrusionOk="0">
                  <a:moveTo>
                    <a:pt x="383477" y="762191"/>
                  </a:moveTo>
                  <a:cubicBezTo>
                    <a:pt x="344138" y="775716"/>
                    <a:pt x="304895" y="789242"/>
                    <a:pt x="265557" y="802672"/>
                  </a:cubicBezTo>
                  <a:cubicBezTo>
                    <a:pt x="238411" y="769144"/>
                    <a:pt x="210121" y="730091"/>
                    <a:pt x="182689" y="685324"/>
                  </a:cubicBezTo>
                  <a:cubicBezTo>
                    <a:pt x="137350" y="611410"/>
                    <a:pt x="106394" y="541210"/>
                    <a:pt x="84868" y="481393"/>
                  </a:cubicBezTo>
                  <a:cubicBezTo>
                    <a:pt x="56579" y="320897"/>
                    <a:pt x="28290" y="160401"/>
                    <a:pt x="0" y="0"/>
                  </a:cubicBezTo>
                  <a:cubicBezTo>
                    <a:pt x="82963" y="5715"/>
                    <a:pt x="165925" y="11335"/>
                    <a:pt x="248984" y="17050"/>
                  </a:cubicBezTo>
                  <a:cubicBezTo>
                    <a:pt x="265462" y="69723"/>
                    <a:pt x="280988" y="124587"/>
                    <a:pt x="295370" y="181546"/>
                  </a:cubicBezTo>
                  <a:cubicBezTo>
                    <a:pt x="348139" y="391096"/>
                    <a:pt x="373761" y="587026"/>
                    <a:pt x="383477" y="76209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7" name="Google Shape;1387;p43"/>
            <p:cNvSpPr/>
            <p:nvPr/>
          </p:nvSpPr>
          <p:spPr>
            <a:xfrm>
              <a:off x="6201550" y="3699586"/>
              <a:ext cx="305690" cy="915297"/>
            </a:xfrm>
            <a:custGeom>
              <a:avLst/>
              <a:gdLst/>
              <a:ahLst/>
              <a:cxnLst/>
              <a:rect l="l" t="t" r="r" b="b"/>
              <a:pathLst>
                <a:path w="203116" h="608171" extrusionOk="0">
                  <a:moveTo>
                    <a:pt x="203117" y="601409"/>
                  </a:moveTo>
                  <a:cubicBezTo>
                    <a:pt x="184543" y="603695"/>
                    <a:pt x="165873" y="605885"/>
                    <a:pt x="147300" y="608171"/>
                  </a:cubicBezTo>
                  <a:cubicBezTo>
                    <a:pt x="93008" y="534353"/>
                    <a:pt x="6997" y="392906"/>
                    <a:pt x="424" y="204788"/>
                  </a:cubicBezTo>
                  <a:cubicBezTo>
                    <a:pt x="-1195" y="159925"/>
                    <a:pt x="1949" y="118586"/>
                    <a:pt x="7663" y="81439"/>
                  </a:cubicBezTo>
                  <a:cubicBezTo>
                    <a:pt x="46144" y="54292"/>
                    <a:pt x="84626" y="27146"/>
                    <a:pt x="123011" y="0"/>
                  </a:cubicBezTo>
                  <a:cubicBezTo>
                    <a:pt x="127107" y="23717"/>
                    <a:pt x="131108" y="47530"/>
                    <a:pt x="135013" y="71438"/>
                  </a:cubicBezTo>
                  <a:cubicBezTo>
                    <a:pt x="164445" y="252032"/>
                    <a:pt x="186829" y="428816"/>
                    <a:pt x="203117" y="60140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8" name="Google Shape;1388;p43"/>
            <p:cNvSpPr/>
            <p:nvPr/>
          </p:nvSpPr>
          <p:spPr>
            <a:xfrm>
              <a:off x="5976515" y="3031555"/>
              <a:ext cx="73625" cy="407878"/>
            </a:xfrm>
            <a:custGeom>
              <a:avLst/>
              <a:gdLst/>
              <a:ahLst/>
              <a:cxnLst/>
              <a:rect l="l" t="t" r="r" b="b"/>
              <a:pathLst>
                <a:path w="48920" h="271015" extrusionOk="0">
                  <a:moveTo>
                    <a:pt x="2220" y="270920"/>
                  </a:moveTo>
                  <a:cubicBezTo>
                    <a:pt x="601" y="270730"/>
                    <a:pt x="-162" y="269491"/>
                    <a:pt x="29" y="268348"/>
                  </a:cubicBezTo>
                  <a:lnTo>
                    <a:pt x="44511" y="1839"/>
                  </a:lnTo>
                  <a:cubicBezTo>
                    <a:pt x="44701" y="601"/>
                    <a:pt x="45844" y="-161"/>
                    <a:pt x="47082" y="29"/>
                  </a:cubicBezTo>
                  <a:cubicBezTo>
                    <a:pt x="48320" y="220"/>
                    <a:pt x="49083" y="1363"/>
                    <a:pt x="48892" y="2601"/>
                  </a:cubicBezTo>
                  <a:lnTo>
                    <a:pt x="4410" y="269110"/>
                  </a:lnTo>
                  <a:cubicBezTo>
                    <a:pt x="4220" y="270158"/>
                    <a:pt x="3267" y="271015"/>
                    <a:pt x="2220" y="271015"/>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9" name="Google Shape;1389;p43"/>
            <p:cNvSpPr/>
            <p:nvPr/>
          </p:nvSpPr>
          <p:spPr>
            <a:xfrm>
              <a:off x="6011298" y="2644104"/>
              <a:ext cx="42224" cy="299357"/>
            </a:xfrm>
            <a:custGeom>
              <a:avLst/>
              <a:gdLst/>
              <a:ahLst/>
              <a:cxnLst/>
              <a:rect l="l" t="t" r="r" b="b"/>
              <a:pathLst>
                <a:path w="28056" h="198908" extrusionOk="0">
                  <a:moveTo>
                    <a:pt x="2217" y="198813"/>
                  </a:moveTo>
                  <a:cubicBezTo>
                    <a:pt x="693" y="198623"/>
                    <a:pt x="-164" y="197575"/>
                    <a:pt x="26" y="196337"/>
                  </a:cubicBezTo>
                  <a:lnTo>
                    <a:pt x="23648" y="1932"/>
                  </a:lnTo>
                  <a:cubicBezTo>
                    <a:pt x="23743" y="693"/>
                    <a:pt x="24886" y="-164"/>
                    <a:pt x="26125" y="26"/>
                  </a:cubicBezTo>
                  <a:cubicBezTo>
                    <a:pt x="27363" y="217"/>
                    <a:pt x="28220" y="1265"/>
                    <a:pt x="28030" y="2503"/>
                  </a:cubicBezTo>
                  <a:lnTo>
                    <a:pt x="4407" y="196908"/>
                  </a:lnTo>
                  <a:cubicBezTo>
                    <a:pt x="4313" y="198051"/>
                    <a:pt x="3264" y="198909"/>
                    <a:pt x="2217" y="198909"/>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0" name="Google Shape;1390;p43"/>
            <p:cNvSpPr/>
            <p:nvPr/>
          </p:nvSpPr>
          <p:spPr>
            <a:xfrm>
              <a:off x="6010058" y="2950414"/>
              <a:ext cx="40397" cy="87717"/>
            </a:xfrm>
            <a:custGeom>
              <a:avLst/>
              <a:gdLst/>
              <a:ahLst/>
              <a:cxnLst/>
              <a:rect l="l" t="t" r="r" b="b"/>
              <a:pathLst>
                <a:path w="26842" h="58284" extrusionOk="0">
                  <a:moveTo>
                    <a:pt x="24566" y="58189"/>
                  </a:moveTo>
                  <a:cubicBezTo>
                    <a:pt x="23708" y="58189"/>
                    <a:pt x="22851" y="57713"/>
                    <a:pt x="22470" y="56855"/>
                  </a:cubicBezTo>
                  <a:lnTo>
                    <a:pt x="182" y="3134"/>
                  </a:lnTo>
                  <a:cubicBezTo>
                    <a:pt x="-294" y="1991"/>
                    <a:pt x="182" y="658"/>
                    <a:pt x="1420" y="182"/>
                  </a:cubicBezTo>
                  <a:cubicBezTo>
                    <a:pt x="2563" y="-295"/>
                    <a:pt x="3897" y="182"/>
                    <a:pt x="4373" y="1420"/>
                  </a:cubicBezTo>
                  <a:lnTo>
                    <a:pt x="26661" y="55141"/>
                  </a:lnTo>
                  <a:cubicBezTo>
                    <a:pt x="27138" y="56284"/>
                    <a:pt x="26661" y="57617"/>
                    <a:pt x="25423" y="58094"/>
                  </a:cubicBezTo>
                  <a:cubicBezTo>
                    <a:pt x="25137" y="58189"/>
                    <a:pt x="24851" y="58284"/>
                    <a:pt x="24566" y="5828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1" name="Google Shape;1391;p43"/>
            <p:cNvSpPr/>
            <p:nvPr/>
          </p:nvSpPr>
          <p:spPr>
            <a:xfrm>
              <a:off x="5971529" y="2648455"/>
              <a:ext cx="48452" cy="48452"/>
            </a:xfrm>
            <a:custGeom>
              <a:avLst/>
              <a:gdLst/>
              <a:ahLst/>
              <a:cxnLst/>
              <a:rect l="l" t="t" r="r" b="b"/>
              <a:pathLst>
                <a:path w="32194" h="32194" extrusionOk="0">
                  <a:moveTo>
                    <a:pt x="32195" y="16097"/>
                  </a:moveTo>
                  <a:cubicBezTo>
                    <a:pt x="32195" y="25051"/>
                    <a:pt x="24955" y="32194"/>
                    <a:pt x="16097" y="32194"/>
                  </a:cubicBezTo>
                  <a:cubicBezTo>
                    <a:pt x="7239" y="32194"/>
                    <a:pt x="0" y="24956"/>
                    <a:pt x="0" y="16097"/>
                  </a:cubicBezTo>
                  <a:cubicBezTo>
                    <a:pt x="0" y="7239"/>
                    <a:pt x="7239" y="0"/>
                    <a:pt x="16097" y="0"/>
                  </a:cubicBezTo>
                  <a:cubicBezTo>
                    <a:pt x="24955" y="0"/>
                    <a:pt x="32195" y="7239"/>
                    <a:pt x="32195" y="1609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2" name="Google Shape;1392;p43"/>
            <p:cNvSpPr/>
            <p:nvPr/>
          </p:nvSpPr>
          <p:spPr>
            <a:xfrm>
              <a:off x="5710687" y="4669808"/>
              <a:ext cx="245274" cy="135895"/>
            </a:xfrm>
            <a:custGeom>
              <a:avLst/>
              <a:gdLst/>
              <a:ahLst/>
              <a:cxnLst/>
              <a:rect l="l" t="t" r="r" b="b"/>
              <a:pathLst>
                <a:path w="162973" h="90296" extrusionOk="0">
                  <a:moveTo>
                    <a:pt x="162973" y="90297"/>
                  </a:moveTo>
                  <a:lnTo>
                    <a:pt x="0" y="90297"/>
                  </a:lnTo>
                  <a:cubicBezTo>
                    <a:pt x="8287" y="25622"/>
                    <a:pt x="66580" y="-9811"/>
                    <a:pt x="108014" y="2381"/>
                  </a:cubicBezTo>
                  <a:cubicBezTo>
                    <a:pt x="138779" y="11430"/>
                    <a:pt x="162783" y="47529"/>
                    <a:pt x="162973" y="9029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3" name="Google Shape;1393;p43"/>
            <p:cNvSpPr/>
            <p:nvPr/>
          </p:nvSpPr>
          <p:spPr>
            <a:xfrm>
              <a:off x="6398746" y="4682452"/>
              <a:ext cx="346431" cy="125577"/>
            </a:xfrm>
            <a:custGeom>
              <a:avLst/>
              <a:gdLst/>
              <a:ahLst/>
              <a:cxnLst/>
              <a:rect l="l" t="t" r="r" b="b"/>
              <a:pathLst>
                <a:path w="230187" h="83440" extrusionOk="0">
                  <a:moveTo>
                    <a:pt x="224439" y="81916"/>
                  </a:moveTo>
                  <a:cubicBezTo>
                    <a:pt x="149668" y="82393"/>
                    <a:pt x="74801" y="82964"/>
                    <a:pt x="30" y="83440"/>
                  </a:cubicBezTo>
                  <a:cubicBezTo>
                    <a:pt x="-160" y="74773"/>
                    <a:pt x="506" y="63438"/>
                    <a:pt x="3745" y="50579"/>
                  </a:cubicBezTo>
                  <a:cubicBezTo>
                    <a:pt x="8602" y="31243"/>
                    <a:pt x="17270" y="17051"/>
                    <a:pt x="23557" y="8383"/>
                  </a:cubicBezTo>
                  <a:cubicBezTo>
                    <a:pt x="34034" y="17241"/>
                    <a:pt x="50131" y="27719"/>
                    <a:pt x="67657" y="25147"/>
                  </a:cubicBezTo>
                  <a:cubicBezTo>
                    <a:pt x="84422" y="22671"/>
                    <a:pt x="88231" y="10288"/>
                    <a:pt x="102043" y="3811"/>
                  </a:cubicBezTo>
                  <a:cubicBezTo>
                    <a:pt x="147382" y="-17239"/>
                    <a:pt x="237774" y="54770"/>
                    <a:pt x="229678" y="76678"/>
                  </a:cubicBezTo>
                  <a:cubicBezTo>
                    <a:pt x="228725" y="79249"/>
                    <a:pt x="226439" y="80869"/>
                    <a:pt x="224439" y="820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4" name="Google Shape;1394;p43"/>
            <p:cNvSpPr/>
            <p:nvPr/>
          </p:nvSpPr>
          <p:spPr>
            <a:xfrm rot="-589266">
              <a:off x="5813467" y="4576614"/>
              <a:ext cx="135594" cy="49033"/>
            </a:xfrm>
            <a:custGeom>
              <a:avLst/>
              <a:gdLst/>
              <a:ahLst/>
              <a:cxnLst/>
              <a:rect l="l" t="t" r="r" b="b"/>
              <a:pathLst>
                <a:path w="89820" h="32480" extrusionOk="0">
                  <a:moveTo>
                    <a:pt x="0" y="0"/>
                  </a:moveTo>
                  <a:lnTo>
                    <a:pt x="89821" y="0"/>
                  </a:lnTo>
                  <a:lnTo>
                    <a:pt x="89821" y="32480"/>
                  </a:lnTo>
                  <a:lnTo>
                    <a:pt x="0" y="3248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5" name="Google Shape;1395;p43"/>
            <p:cNvSpPr/>
            <p:nvPr/>
          </p:nvSpPr>
          <p:spPr>
            <a:xfrm rot="-589266">
              <a:off x="6392374" y="4576605"/>
              <a:ext cx="135594" cy="49033"/>
            </a:xfrm>
            <a:custGeom>
              <a:avLst/>
              <a:gdLst/>
              <a:ahLst/>
              <a:cxnLst/>
              <a:rect l="l" t="t" r="r" b="b"/>
              <a:pathLst>
                <a:path w="89820" h="32480" extrusionOk="0">
                  <a:moveTo>
                    <a:pt x="0" y="0"/>
                  </a:moveTo>
                  <a:lnTo>
                    <a:pt x="89821" y="0"/>
                  </a:lnTo>
                  <a:lnTo>
                    <a:pt x="89821" y="32480"/>
                  </a:lnTo>
                  <a:lnTo>
                    <a:pt x="0" y="3248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6" name="Google Shape;1396;p43"/>
            <p:cNvSpPr/>
            <p:nvPr/>
          </p:nvSpPr>
          <p:spPr>
            <a:xfrm>
              <a:off x="6213176" y="3804704"/>
              <a:ext cx="36000" cy="21583"/>
            </a:xfrm>
            <a:custGeom>
              <a:avLst/>
              <a:gdLst/>
              <a:ahLst/>
              <a:cxnLst/>
              <a:rect l="l" t="t" r="r" b="b"/>
              <a:pathLst>
                <a:path w="23920" h="14341" extrusionOk="0">
                  <a:moveTo>
                    <a:pt x="2244" y="14342"/>
                  </a:moveTo>
                  <a:cubicBezTo>
                    <a:pt x="1387" y="14342"/>
                    <a:pt x="625" y="13865"/>
                    <a:pt x="244" y="13103"/>
                  </a:cubicBezTo>
                  <a:cubicBezTo>
                    <a:pt x="-327" y="11960"/>
                    <a:pt x="149" y="10627"/>
                    <a:pt x="1197" y="10151"/>
                  </a:cubicBezTo>
                  <a:lnTo>
                    <a:pt x="20723" y="244"/>
                  </a:lnTo>
                  <a:cubicBezTo>
                    <a:pt x="21866" y="-327"/>
                    <a:pt x="23104" y="149"/>
                    <a:pt x="23676" y="1197"/>
                  </a:cubicBezTo>
                  <a:cubicBezTo>
                    <a:pt x="24247" y="2340"/>
                    <a:pt x="23771" y="3673"/>
                    <a:pt x="22723" y="4150"/>
                  </a:cubicBezTo>
                  <a:lnTo>
                    <a:pt x="3197" y="14056"/>
                  </a:lnTo>
                  <a:cubicBezTo>
                    <a:pt x="3197" y="14056"/>
                    <a:pt x="2530" y="14342"/>
                    <a:pt x="2149" y="14342"/>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7" name="Google Shape;1397;p43"/>
            <p:cNvSpPr/>
            <p:nvPr/>
          </p:nvSpPr>
          <p:spPr>
            <a:xfrm>
              <a:off x="5714777" y="3758863"/>
              <a:ext cx="54914" cy="29177"/>
            </a:xfrm>
            <a:custGeom>
              <a:avLst/>
              <a:gdLst/>
              <a:ahLst/>
              <a:cxnLst/>
              <a:rect l="l" t="t" r="r" b="b"/>
              <a:pathLst>
                <a:path w="36488" h="19387" extrusionOk="0">
                  <a:moveTo>
                    <a:pt x="34246" y="19292"/>
                  </a:moveTo>
                  <a:cubicBezTo>
                    <a:pt x="34246" y="19292"/>
                    <a:pt x="33580" y="19292"/>
                    <a:pt x="33294" y="19102"/>
                  </a:cubicBezTo>
                  <a:lnTo>
                    <a:pt x="1290" y="4243"/>
                  </a:lnTo>
                  <a:cubicBezTo>
                    <a:pt x="147" y="3766"/>
                    <a:pt x="-330" y="2433"/>
                    <a:pt x="242" y="1290"/>
                  </a:cubicBezTo>
                  <a:cubicBezTo>
                    <a:pt x="814" y="147"/>
                    <a:pt x="2147" y="-329"/>
                    <a:pt x="3195" y="242"/>
                  </a:cubicBezTo>
                  <a:lnTo>
                    <a:pt x="35199" y="15101"/>
                  </a:lnTo>
                  <a:cubicBezTo>
                    <a:pt x="36342" y="15577"/>
                    <a:pt x="36818" y="16911"/>
                    <a:pt x="36247" y="18054"/>
                  </a:cubicBezTo>
                  <a:cubicBezTo>
                    <a:pt x="35866" y="18911"/>
                    <a:pt x="35104" y="19387"/>
                    <a:pt x="34246" y="19387"/>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8" name="Google Shape;1398;p43"/>
            <p:cNvSpPr/>
            <p:nvPr/>
          </p:nvSpPr>
          <p:spPr>
            <a:xfrm>
              <a:off x="5875923" y="2231827"/>
              <a:ext cx="241950" cy="139666"/>
            </a:xfrm>
            <a:custGeom>
              <a:avLst/>
              <a:gdLst/>
              <a:ahLst/>
              <a:cxnLst/>
              <a:rect l="l" t="t" r="r" b="b"/>
              <a:pathLst>
                <a:path w="160764" h="92801" extrusionOk="0">
                  <a:moveTo>
                    <a:pt x="158615" y="7619"/>
                  </a:moveTo>
                  <a:cubicBezTo>
                    <a:pt x="165568" y="18383"/>
                    <a:pt x="154805" y="42481"/>
                    <a:pt x="138517" y="50958"/>
                  </a:cubicBezTo>
                  <a:cubicBezTo>
                    <a:pt x="129373" y="55721"/>
                    <a:pt x="120229" y="54673"/>
                    <a:pt x="116800" y="54387"/>
                  </a:cubicBezTo>
                  <a:cubicBezTo>
                    <a:pt x="64222" y="49815"/>
                    <a:pt x="6215" y="100012"/>
                    <a:pt x="405" y="91916"/>
                  </a:cubicBezTo>
                  <a:cubicBezTo>
                    <a:pt x="-2167" y="88391"/>
                    <a:pt x="7929" y="77152"/>
                    <a:pt x="19073" y="64865"/>
                  </a:cubicBezTo>
                  <a:cubicBezTo>
                    <a:pt x="37266" y="44672"/>
                    <a:pt x="53459" y="26765"/>
                    <a:pt x="79557" y="14573"/>
                  </a:cubicBezTo>
                  <a:cubicBezTo>
                    <a:pt x="105751" y="2381"/>
                    <a:pt x="149090" y="-7335"/>
                    <a:pt x="158615" y="7524"/>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9" name="Google Shape;1399;p43"/>
            <p:cNvSpPr/>
            <p:nvPr/>
          </p:nvSpPr>
          <p:spPr>
            <a:xfrm>
              <a:off x="6422490" y="1824106"/>
              <a:ext cx="172741" cy="235525"/>
            </a:xfrm>
            <a:custGeom>
              <a:avLst/>
              <a:gdLst/>
              <a:ahLst/>
              <a:cxnLst/>
              <a:rect l="l" t="t" r="r" b="b"/>
              <a:pathLst>
                <a:path w="114778" h="156495" extrusionOk="0">
                  <a:moveTo>
                    <a:pt x="112595" y="156496"/>
                  </a:moveTo>
                  <a:cubicBezTo>
                    <a:pt x="112595" y="156496"/>
                    <a:pt x="111928" y="156496"/>
                    <a:pt x="111642" y="156305"/>
                  </a:cubicBezTo>
                  <a:cubicBezTo>
                    <a:pt x="84496" y="143923"/>
                    <a:pt x="19536" y="107728"/>
                    <a:pt x="3534" y="38862"/>
                  </a:cubicBezTo>
                  <a:cubicBezTo>
                    <a:pt x="772" y="26956"/>
                    <a:pt x="-371" y="14573"/>
                    <a:pt x="105" y="2096"/>
                  </a:cubicBezTo>
                  <a:cubicBezTo>
                    <a:pt x="105" y="857"/>
                    <a:pt x="1439" y="95"/>
                    <a:pt x="2391" y="0"/>
                  </a:cubicBezTo>
                  <a:cubicBezTo>
                    <a:pt x="3629" y="0"/>
                    <a:pt x="4581" y="1048"/>
                    <a:pt x="4486" y="2286"/>
                  </a:cubicBezTo>
                  <a:cubicBezTo>
                    <a:pt x="4010" y="14383"/>
                    <a:pt x="5153" y="26384"/>
                    <a:pt x="7820" y="37814"/>
                  </a:cubicBezTo>
                  <a:cubicBezTo>
                    <a:pt x="23346" y="104680"/>
                    <a:pt x="86782" y="140113"/>
                    <a:pt x="113452" y="152210"/>
                  </a:cubicBezTo>
                  <a:cubicBezTo>
                    <a:pt x="114596" y="152686"/>
                    <a:pt x="115072" y="154019"/>
                    <a:pt x="114596" y="155162"/>
                  </a:cubicBezTo>
                  <a:cubicBezTo>
                    <a:pt x="114214" y="156020"/>
                    <a:pt x="113452" y="156496"/>
                    <a:pt x="112595" y="15649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0" name="Google Shape;1400;p43"/>
            <p:cNvSpPr/>
            <p:nvPr/>
          </p:nvSpPr>
          <p:spPr>
            <a:xfrm>
              <a:off x="6017547" y="1716310"/>
              <a:ext cx="70970" cy="19387"/>
            </a:xfrm>
            <a:custGeom>
              <a:avLst/>
              <a:gdLst/>
              <a:ahLst/>
              <a:cxnLst/>
              <a:rect l="l" t="t" r="r" b="b"/>
              <a:pathLst>
                <a:path w="47156" h="12882" extrusionOk="0">
                  <a:moveTo>
                    <a:pt x="47129" y="1816"/>
                  </a:moveTo>
                  <a:cubicBezTo>
                    <a:pt x="47891" y="4483"/>
                    <a:pt x="32365" y="15532"/>
                    <a:pt x="17030" y="12294"/>
                  </a:cubicBezTo>
                  <a:cubicBezTo>
                    <a:pt x="7315" y="10293"/>
                    <a:pt x="-877" y="2864"/>
                    <a:pt x="76" y="673"/>
                  </a:cubicBezTo>
                  <a:cubicBezTo>
                    <a:pt x="837" y="-1041"/>
                    <a:pt x="6743" y="959"/>
                    <a:pt x="19506" y="1816"/>
                  </a:cubicBezTo>
                  <a:cubicBezTo>
                    <a:pt x="38176" y="3054"/>
                    <a:pt x="46652" y="-89"/>
                    <a:pt x="47129" y="181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1" name="Google Shape;1401;p43"/>
            <p:cNvSpPr/>
            <p:nvPr/>
          </p:nvSpPr>
          <p:spPr>
            <a:xfrm>
              <a:off x="6072704" y="1572892"/>
              <a:ext cx="109806" cy="109806"/>
            </a:xfrm>
            <a:custGeom>
              <a:avLst/>
              <a:gdLst/>
              <a:ahLst/>
              <a:cxnLst/>
              <a:rect l="l" t="t" r="r" b="b"/>
              <a:pathLst>
                <a:path w="72961" h="72961" extrusionOk="0">
                  <a:moveTo>
                    <a:pt x="36481" y="72962"/>
                  </a:moveTo>
                  <a:cubicBezTo>
                    <a:pt x="16383" y="72962"/>
                    <a:pt x="0" y="56579"/>
                    <a:pt x="0" y="36481"/>
                  </a:cubicBezTo>
                  <a:cubicBezTo>
                    <a:pt x="0" y="16383"/>
                    <a:pt x="16383" y="0"/>
                    <a:pt x="36481" y="0"/>
                  </a:cubicBezTo>
                  <a:cubicBezTo>
                    <a:pt x="56579" y="0"/>
                    <a:pt x="72962" y="16383"/>
                    <a:pt x="72962" y="36481"/>
                  </a:cubicBezTo>
                  <a:cubicBezTo>
                    <a:pt x="72962" y="56579"/>
                    <a:pt x="56579" y="72962"/>
                    <a:pt x="36481" y="72962"/>
                  </a:cubicBezTo>
                  <a:close/>
                  <a:moveTo>
                    <a:pt x="36481" y="4382"/>
                  </a:moveTo>
                  <a:cubicBezTo>
                    <a:pt x="18765" y="4382"/>
                    <a:pt x="4382" y="18764"/>
                    <a:pt x="4382" y="36386"/>
                  </a:cubicBezTo>
                  <a:cubicBezTo>
                    <a:pt x="4382" y="54007"/>
                    <a:pt x="18765" y="68485"/>
                    <a:pt x="36481" y="68485"/>
                  </a:cubicBezTo>
                  <a:cubicBezTo>
                    <a:pt x="54197" y="68485"/>
                    <a:pt x="68485" y="54102"/>
                    <a:pt x="68485" y="36386"/>
                  </a:cubicBezTo>
                  <a:cubicBezTo>
                    <a:pt x="68485" y="18669"/>
                    <a:pt x="54103" y="4382"/>
                    <a:pt x="36481" y="438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2" name="Google Shape;1402;p43"/>
            <p:cNvSpPr/>
            <p:nvPr/>
          </p:nvSpPr>
          <p:spPr>
            <a:xfrm>
              <a:off x="5947241" y="1567862"/>
              <a:ext cx="109806" cy="109806"/>
            </a:xfrm>
            <a:custGeom>
              <a:avLst/>
              <a:gdLst/>
              <a:ahLst/>
              <a:cxnLst/>
              <a:rect l="l" t="t" r="r" b="b"/>
              <a:pathLst>
                <a:path w="72961" h="72961" extrusionOk="0">
                  <a:moveTo>
                    <a:pt x="36481" y="72962"/>
                  </a:moveTo>
                  <a:cubicBezTo>
                    <a:pt x="16383" y="72962"/>
                    <a:pt x="0" y="56578"/>
                    <a:pt x="0" y="36481"/>
                  </a:cubicBezTo>
                  <a:cubicBezTo>
                    <a:pt x="0" y="16383"/>
                    <a:pt x="16383" y="0"/>
                    <a:pt x="36481" y="0"/>
                  </a:cubicBezTo>
                  <a:cubicBezTo>
                    <a:pt x="56579" y="0"/>
                    <a:pt x="72962" y="16383"/>
                    <a:pt x="72962" y="36481"/>
                  </a:cubicBezTo>
                  <a:cubicBezTo>
                    <a:pt x="72962" y="56578"/>
                    <a:pt x="56579" y="72962"/>
                    <a:pt x="36481" y="72962"/>
                  </a:cubicBezTo>
                  <a:close/>
                  <a:moveTo>
                    <a:pt x="36481" y="4381"/>
                  </a:moveTo>
                  <a:cubicBezTo>
                    <a:pt x="18765" y="4381"/>
                    <a:pt x="4477" y="18764"/>
                    <a:pt x="4477" y="36481"/>
                  </a:cubicBezTo>
                  <a:cubicBezTo>
                    <a:pt x="4477" y="54197"/>
                    <a:pt x="18859" y="68485"/>
                    <a:pt x="36481" y="68485"/>
                  </a:cubicBezTo>
                  <a:cubicBezTo>
                    <a:pt x="54102" y="68485"/>
                    <a:pt x="68485" y="54102"/>
                    <a:pt x="68485" y="36481"/>
                  </a:cubicBezTo>
                  <a:cubicBezTo>
                    <a:pt x="68485" y="18859"/>
                    <a:pt x="54102" y="4381"/>
                    <a:pt x="36481" y="438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3" name="Google Shape;1403;p43"/>
            <p:cNvSpPr/>
            <p:nvPr/>
          </p:nvSpPr>
          <p:spPr>
            <a:xfrm>
              <a:off x="6052584" y="1625779"/>
              <a:ext cx="24226" cy="6736"/>
            </a:xfrm>
            <a:custGeom>
              <a:avLst/>
              <a:gdLst/>
              <a:ahLst/>
              <a:cxnLst/>
              <a:rect l="l" t="t" r="r" b="b"/>
              <a:pathLst>
                <a:path w="16097" h="4476" extrusionOk="0">
                  <a:moveTo>
                    <a:pt x="0" y="0"/>
                  </a:moveTo>
                  <a:lnTo>
                    <a:pt x="16097" y="0"/>
                  </a:lnTo>
                  <a:lnTo>
                    <a:pt x="16097" y="4477"/>
                  </a:lnTo>
                  <a:lnTo>
                    <a:pt x="0" y="447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4" name="Google Shape;1404;p43"/>
            <p:cNvSpPr/>
            <p:nvPr/>
          </p:nvSpPr>
          <p:spPr>
            <a:xfrm>
              <a:off x="5912893" y="1619456"/>
              <a:ext cx="35407" cy="6736"/>
            </a:xfrm>
            <a:custGeom>
              <a:avLst/>
              <a:gdLst/>
              <a:ahLst/>
              <a:cxnLst/>
              <a:rect l="l" t="t" r="r" b="b"/>
              <a:pathLst>
                <a:path w="23526" h="4476" extrusionOk="0">
                  <a:moveTo>
                    <a:pt x="0" y="0"/>
                  </a:moveTo>
                  <a:lnTo>
                    <a:pt x="23526" y="0"/>
                  </a:lnTo>
                  <a:lnTo>
                    <a:pt x="23526" y="4477"/>
                  </a:lnTo>
                  <a:lnTo>
                    <a:pt x="0" y="447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5" name="Google Shape;1405;p43"/>
            <p:cNvSpPr/>
            <p:nvPr/>
          </p:nvSpPr>
          <p:spPr>
            <a:xfrm>
              <a:off x="5524863" y="1383149"/>
              <a:ext cx="626854" cy="572410"/>
            </a:xfrm>
            <a:custGeom>
              <a:avLst/>
              <a:gdLst/>
              <a:ahLst/>
              <a:cxnLst/>
              <a:rect l="l" t="t" r="r" b="b"/>
              <a:pathLst>
                <a:path w="416514" h="380339" extrusionOk="0">
                  <a:moveTo>
                    <a:pt x="268320" y="218339"/>
                  </a:moveTo>
                  <a:cubicBezTo>
                    <a:pt x="276131" y="260153"/>
                    <a:pt x="277654" y="281489"/>
                    <a:pt x="274987" y="292253"/>
                  </a:cubicBezTo>
                  <a:cubicBezTo>
                    <a:pt x="262033" y="345497"/>
                    <a:pt x="182024" y="390932"/>
                    <a:pt x="108300" y="378168"/>
                  </a:cubicBezTo>
                  <a:cubicBezTo>
                    <a:pt x="50197" y="368072"/>
                    <a:pt x="-5143" y="323590"/>
                    <a:pt x="382" y="295396"/>
                  </a:cubicBezTo>
                  <a:cubicBezTo>
                    <a:pt x="5620" y="268535"/>
                    <a:pt x="62199" y="275298"/>
                    <a:pt x="86774" y="227197"/>
                  </a:cubicBezTo>
                  <a:cubicBezTo>
                    <a:pt x="96584" y="207956"/>
                    <a:pt x="93822" y="194526"/>
                    <a:pt x="109538" y="174905"/>
                  </a:cubicBezTo>
                  <a:cubicBezTo>
                    <a:pt x="123635" y="157283"/>
                    <a:pt x="141637" y="148235"/>
                    <a:pt x="154496" y="143377"/>
                  </a:cubicBezTo>
                  <a:cubicBezTo>
                    <a:pt x="170689" y="111182"/>
                    <a:pt x="199168" y="64700"/>
                    <a:pt x="230410" y="36983"/>
                  </a:cubicBezTo>
                  <a:cubicBezTo>
                    <a:pt x="232601" y="35078"/>
                    <a:pt x="234792" y="33363"/>
                    <a:pt x="237364" y="31649"/>
                  </a:cubicBezTo>
                  <a:cubicBezTo>
                    <a:pt x="268892" y="10122"/>
                    <a:pt x="298990" y="4979"/>
                    <a:pt x="317469" y="1835"/>
                  </a:cubicBezTo>
                  <a:cubicBezTo>
                    <a:pt x="327089" y="216"/>
                    <a:pt x="344234" y="-2070"/>
                    <a:pt x="364046" y="3740"/>
                  </a:cubicBezTo>
                  <a:cubicBezTo>
                    <a:pt x="378619" y="8027"/>
                    <a:pt x="387477" y="17075"/>
                    <a:pt x="390145" y="19552"/>
                  </a:cubicBezTo>
                  <a:cubicBezTo>
                    <a:pt x="413290" y="41459"/>
                    <a:pt x="424816" y="83369"/>
                    <a:pt x="409671" y="96800"/>
                  </a:cubicBezTo>
                  <a:cubicBezTo>
                    <a:pt x="400050" y="105372"/>
                    <a:pt x="378810" y="103372"/>
                    <a:pt x="366332" y="94514"/>
                  </a:cubicBezTo>
                  <a:cubicBezTo>
                    <a:pt x="357379" y="88132"/>
                    <a:pt x="350997" y="76702"/>
                    <a:pt x="348140" y="78226"/>
                  </a:cubicBezTo>
                  <a:cubicBezTo>
                    <a:pt x="346234" y="79274"/>
                    <a:pt x="348616" y="85084"/>
                    <a:pt x="345377" y="88037"/>
                  </a:cubicBezTo>
                  <a:cubicBezTo>
                    <a:pt x="342806" y="90418"/>
                    <a:pt x="338424" y="89370"/>
                    <a:pt x="336519" y="88989"/>
                  </a:cubicBezTo>
                  <a:cubicBezTo>
                    <a:pt x="326613" y="86894"/>
                    <a:pt x="316326" y="88608"/>
                    <a:pt x="306229" y="87560"/>
                  </a:cubicBezTo>
                  <a:cubicBezTo>
                    <a:pt x="289751" y="85846"/>
                    <a:pt x="270796" y="97371"/>
                    <a:pt x="262605" y="106706"/>
                  </a:cubicBezTo>
                  <a:cubicBezTo>
                    <a:pt x="250984" y="119945"/>
                    <a:pt x="253366" y="138614"/>
                    <a:pt x="268225" y="21843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6" name="Google Shape;1406;p43"/>
            <p:cNvSpPr/>
            <p:nvPr/>
          </p:nvSpPr>
          <p:spPr>
            <a:xfrm>
              <a:off x="5510450" y="1376056"/>
              <a:ext cx="633524" cy="579228"/>
            </a:xfrm>
            <a:custGeom>
              <a:avLst/>
              <a:gdLst/>
              <a:ahLst/>
              <a:cxnLst/>
              <a:rect l="l" t="t" r="r" b="b"/>
              <a:pathLst>
                <a:path w="420946" h="384869" extrusionOk="0">
                  <a:moveTo>
                    <a:pt x="135568" y="384774"/>
                  </a:moveTo>
                  <a:cubicBezTo>
                    <a:pt x="126996" y="384774"/>
                    <a:pt x="118518" y="384108"/>
                    <a:pt x="110136" y="382679"/>
                  </a:cubicBezTo>
                  <a:cubicBezTo>
                    <a:pt x="64321" y="374773"/>
                    <a:pt x="24221" y="347246"/>
                    <a:pt x="8314" y="324195"/>
                  </a:cubicBezTo>
                  <a:cubicBezTo>
                    <a:pt x="1647" y="314385"/>
                    <a:pt x="-1116" y="305145"/>
                    <a:pt x="409" y="297240"/>
                  </a:cubicBezTo>
                  <a:cubicBezTo>
                    <a:pt x="2980" y="284095"/>
                    <a:pt x="16506" y="278380"/>
                    <a:pt x="32127" y="271808"/>
                  </a:cubicBezTo>
                  <a:cubicBezTo>
                    <a:pt x="50700" y="263997"/>
                    <a:pt x="73846" y="254282"/>
                    <a:pt x="87086" y="228469"/>
                  </a:cubicBezTo>
                  <a:cubicBezTo>
                    <a:pt x="90896" y="221040"/>
                    <a:pt x="92801" y="214467"/>
                    <a:pt x="94610" y="207990"/>
                  </a:cubicBezTo>
                  <a:cubicBezTo>
                    <a:pt x="97564" y="197703"/>
                    <a:pt x="100326" y="187988"/>
                    <a:pt x="110042" y="175796"/>
                  </a:cubicBezTo>
                  <a:cubicBezTo>
                    <a:pt x="121090" y="161889"/>
                    <a:pt x="136330" y="151126"/>
                    <a:pt x="155190" y="143887"/>
                  </a:cubicBezTo>
                  <a:cubicBezTo>
                    <a:pt x="164048" y="126361"/>
                    <a:pt x="193766" y="70830"/>
                    <a:pt x="231199" y="37588"/>
                  </a:cubicBezTo>
                  <a:cubicBezTo>
                    <a:pt x="233295" y="35778"/>
                    <a:pt x="235486" y="34064"/>
                    <a:pt x="238438" y="32064"/>
                  </a:cubicBezTo>
                  <a:cubicBezTo>
                    <a:pt x="270347" y="10251"/>
                    <a:pt x="301018" y="5013"/>
                    <a:pt x="319306" y="1869"/>
                  </a:cubicBezTo>
                  <a:cubicBezTo>
                    <a:pt x="330450" y="-36"/>
                    <a:pt x="347404" y="-1845"/>
                    <a:pt x="366931" y="3774"/>
                  </a:cubicBezTo>
                  <a:cubicBezTo>
                    <a:pt x="381218" y="7965"/>
                    <a:pt x="390076" y="16443"/>
                    <a:pt x="393410" y="19681"/>
                  </a:cubicBezTo>
                  <a:cubicBezTo>
                    <a:pt x="409888" y="35302"/>
                    <a:pt x="421318" y="60639"/>
                    <a:pt x="420937" y="80451"/>
                  </a:cubicBezTo>
                  <a:cubicBezTo>
                    <a:pt x="420842" y="89404"/>
                    <a:pt x="418175" y="96453"/>
                    <a:pt x="413413" y="100739"/>
                  </a:cubicBezTo>
                  <a:cubicBezTo>
                    <a:pt x="402459" y="110550"/>
                    <a:pt x="380075" y="107692"/>
                    <a:pt x="367311" y="98548"/>
                  </a:cubicBezTo>
                  <a:cubicBezTo>
                    <a:pt x="362835" y="95405"/>
                    <a:pt x="359120" y="91119"/>
                    <a:pt x="356072" y="87690"/>
                  </a:cubicBezTo>
                  <a:cubicBezTo>
                    <a:pt x="354643" y="86070"/>
                    <a:pt x="352929" y="84165"/>
                    <a:pt x="351786" y="83213"/>
                  </a:cubicBezTo>
                  <a:cubicBezTo>
                    <a:pt x="351786" y="86166"/>
                    <a:pt x="351786" y="89595"/>
                    <a:pt x="349119" y="91881"/>
                  </a:cubicBezTo>
                  <a:cubicBezTo>
                    <a:pt x="345785" y="94929"/>
                    <a:pt x="340641" y="93881"/>
                    <a:pt x="338451" y="93405"/>
                  </a:cubicBezTo>
                  <a:cubicBezTo>
                    <a:pt x="332831" y="92262"/>
                    <a:pt x="327402" y="92357"/>
                    <a:pt x="321401" y="92357"/>
                  </a:cubicBezTo>
                  <a:cubicBezTo>
                    <a:pt x="317115" y="92357"/>
                    <a:pt x="312638" y="92452"/>
                    <a:pt x="308352" y="91976"/>
                  </a:cubicBezTo>
                  <a:cubicBezTo>
                    <a:pt x="292159" y="90261"/>
                    <a:pt x="273966" y="101977"/>
                    <a:pt x="266633" y="110454"/>
                  </a:cubicBezTo>
                  <a:cubicBezTo>
                    <a:pt x="255869" y="122837"/>
                    <a:pt x="258060" y="141030"/>
                    <a:pt x="272728" y="220373"/>
                  </a:cubicBezTo>
                  <a:cubicBezTo>
                    <a:pt x="280158" y="260473"/>
                    <a:pt x="282253" y="283619"/>
                    <a:pt x="279396" y="295239"/>
                  </a:cubicBezTo>
                  <a:cubicBezTo>
                    <a:pt x="267299" y="345246"/>
                    <a:pt x="200434" y="384870"/>
                    <a:pt x="135568" y="384870"/>
                  </a:cubicBezTo>
                  <a:close/>
                  <a:moveTo>
                    <a:pt x="339879" y="4441"/>
                  </a:moveTo>
                  <a:cubicBezTo>
                    <a:pt x="332164" y="4441"/>
                    <a:pt x="325402" y="5298"/>
                    <a:pt x="320163" y="6251"/>
                  </a:cubicBezTo>
                  <a:cubicBezTo>
                    <a:pt x="302161" y="9299"/>
                    <a:pt x="272061" y="14442"/>
                    <a:pt x="240915" y="35683"/>
                  </a:cubicBezTo>
                  <a:cubicBezTo>
                    <a:pt x="238152" y="37588"/>
                    <a:pt x="236057" y="39112"/>
                    <a:pt x="234152" y="40827"/>
                  </a:cubicBezTo>
                  <a:cubicBezTo>
                    <a:pt x="196814" y="74069"/>
                    <a:pt x="167001" y="130171"/>
                    <a:pt x="158809" y="146554"/>
                  </a:cubicBezTo>
                  <a:cubicBezTo>
                    <a:pt x="158523" y="147030"/>
                    <a:pt x="158143" y="147411"/>
                    <a:pt x="157571" y="147602"/>
                  </a:cubicBezTo>
                  <a:cubicBezTo>
                    <a:pt x="139093" y="154650"/>
                    <a:pt x="124329" y="165033"/>
                    <a:pt x="113566" y="178463"/>
                  </a:cubicBezTo>
                  <a:cubicBezTo>
                    <a:pt x="104326" y="189988"/>
                    <a:pt x="101754" y="199323"/>
                    <a:pt x="98897" y="209133"/>
                  </a:cubicBezTo>
                  <a:cubicBezTo>
                    <a:pt x="96992" y="215706"/>
                    <a:pt x="95087" y="222564"/>
                    <a:pt x="91086" y="230374"/>
                  </a:cubicBezTo>
                  <a:cubicBezTo>
                    <a:pt x="77180" y="257711"/>
                    <a:pt x="53177" y="267712"/>
                    <a:pt x="33936" y="275808"/>
                  </a:cubicBezTo>
                  <a:cubicBezTo>
                    <a:pt x="18887" y="282095"/>
                    <a:pt x="6981" y="287143"/>
                    <a:pt x="4885" y="298002"/>
                  </a:cubicBezTo>
                  <a:cubicBezTo>
                    <a:pt x="3552" y="304669"/>
                    <a:pt x="6028" y="312861"/>
                    <a:pt x="12124" y="321528"/>
                  </a:cubicBezTo>
                  <a:cubicBezTo>
                    <a:pt x="27459" y="343817"/>
                    <a:pt x="66322" y="370392"/>
                    <a:pt x="110994" y="378107"/>
                  </a:cubicBezTo>
                  <a:cubicBezTo>
                    <a:pt x="180622" y="390204"/>
                    <a:pt x="261870" y="348484"/>
                    <a:pt x="275109" y="293906"/>
                  </a:cubicBezTo>
                  <a:cubicBezTo>
                    <a:pt x="277777" y="282857"/>
                    <a:pt x="275681" y="260378"/>
                    <a:pt x="268347" y="220944"/>
                  </a:cubicBezTo>
                  <a:cubicBezTo>
                    <a:pt x="253107" y="138553"/>
                    <a:pt x="251107" y="121218"/>
                    <a:pt x="263298" y="107311"/>
                  </a:cubicBezTo>
                  <a:cubicBezTo>
                    <a:pt x="271490" y="97881"/>
                    <a:pt x="291207" y="85594"/>
                    <a:pt x="308828" y="87404"/>
                  </a:cubicBezTo>
                  <a:cubicBezTo>
                    <a:pt x="312924" y="87880"/>
                    <a:pt x="317210" y="87785"/>
                    <a:pt x="321401" y="87690"/>
                  </a:cubicBezTo>
                  <a:cubicBezTo>
                    <a:pt x="327307" y="87690"/>
                    <a:pt x="333402" y="87499"/>
                    <a:pt x="339308" y="88833"/>
                  </a:cubicBezTo>
                  <a:cubicBezTo>
                    <a:pt x="340927" y="89214"/>
                    <a:pt x="344547" y="89976"/>
                    <a:pt x="346166" y="88452"/>
                  </a:cubicBezTo>
                  <a:cubicBezTo>
                    <a:pt x="347309" y="87404"/>
                    <a:pt x="347309" y="85594"/>
                    <a:pt x="347309" y="83689"/>
                  </a:cubicBezTo>
                  <a:cubicBezTo>
                    <a:pt x="347309" y="81689"/>
                    <a:pt x="347309" y="79403"/>
                    <a:pt x="349404" y="78355"/>
                  </a:cubicBezTo>
                  <a:cubicBezTo>
                    <a:pt x="352452" y="76736"/>
                    <a:pt x="355215" y="79879"/>
                    <a:pt x="359406" y="84642"/>
                  </a:cubicBezTo>
                  <a:cubicBezTo>
                    <a:pt x="362263" y="87880"/>
                    <a:pt x="365883" y="91976"/>
                    <a:pt x="369883" y="94833"/>
                  </a:cubicBezTo>
                  <a:cubicBezTo>
                    <a:pt x="382076" y="103501"/>
                    <a:pt x="402078" y="104739"/>
                    <a:pt x="410460" y="97310"/>
                  </a:cubicBezTo>
                  <a:cubicBezTo>
                    <a:pt x="414270" y="93881"/>
                    <a:pt x="416365" y="87975"/>
                    <a:pt x="416556" y="80260"/>
                  </a:cubicBezTo>
                  <a:cubicBezTo>
                    <a:pt x="416841" y="61591"/>
                    <a:pt x="406078" y="37683"/>
                    <a:pt x="390838" y="23301"/>
                  </a:cubicBezTo>
                  <a:cubicBezTo>
                    <a:pt x="387219" y="19776"/>
                    <a:pt x="378932" y="11871"/>
                    <a:pt x="365692" y="7965"/>
                  </a:cubicBezTo>
                  <a:cubicBezTo>
                    <a:pt x="356358" y="5298"/>
                    <a:pt x="347595" y="4346"/>
                    <a:pt x="339879" y="434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7" name="Google Shape;1407;p43"/>
            <p:cNvSpPr/>
            <p:nvPr/>
          </p:nvSpPr>
          <p:spPr>
            <a:xfrm>
              <a:off x="6008241" y="1708831"/>
              <a:ext cx="88228" cy="16213"/>
            </a:xfrm>
            <a:custGeom>
              <a:avLst/>
              <a:gdLst/>
              <a:ahLst/>
              <a:cxnLst/>
              <a:rect l="l" t="t" r="r" b="b"/>
              <a:pathLst>
                <a:path w="58623" h="10773" extrusionOk="0">
                  <a:moveTo>
                    <a:pt x="30055" y="10678"/>
                  </a:moveTo>
                  <a:cubicBezTo>
                    <a:pt x="29103" y="10678"/>
                    <a:pt x="28150" y="10678"/>
                    <a:pt x="27198" y="10678"/>
                  </a:cubicBezTo>
                  <a:cubicBezTo>
                    <a:pt x="18149" y="10297"/>
                    <a:pt x="9481" y="8106"/>
                    <a:pt x="1290" y="4201"/>
                  </a:cubicBezTo>
                  <a:cubicBezTo>
                    <a:pt x="147" y="3630"/>
                    <a:pt x="-329" y="2296"/>
                    <a:pt x="242" y="1248"/>
                  </a:cubicBezTo>
                  <a:cubicBezTo>
                    <a:pt x="814" y="105"/>
                    <a:pt x="2147" y="-276"/>
                    <a:pt x="3195" y="201"/>
                  </a:cubicBezTo>
                  <a:cubicBezTo>
                    <a:pt x="10815" y="3915"/>
                    <a:pt x="19006" y="5916"/>
                    <a:pt x="27484" y="6297"/>
                  </a:cubicBezTo>
                  <a:cubicBezTo>
                    <a:pt x="36818" y="6773"/>
                    <a:pt x="46629" y="4868"/>
                    <a:pt x="55487" y="963"/>
                  </a:cubicBezTo>
                  <a:cubicBezTo>
                    <a:pt x="56630" y="486"/>
                    <a:pt x="57964" y="963"/>
                    <a:pt x="58440" y="2106"/>
                  </a:cubicBezTo>
                  <a:cubicBezTo>
                    <a:pt x="58916" y="3249"/>
                    <a:pt x="58440" y="4582"/>
                    <a:pt x="57297" y="5058"/>
                  </a:cubicBezTo>
                  <a:cubicBezTo>
                    <a:pt x="48724" y="8868"/>
                    <a:pt x="39390" y="10773"/>
                    <a:pt x="30151" y="1077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00A4A561-5ADB-F4B2-3BDE-20A19AA9052D}"/>
              </a:ext>
            </a:extLst>
          </p:cNvPr>
          <p:cNvSpPr txBox="1"/>
          <p:nvPr/>
        </p:nvSpPr>
        <p:spPr>
          <a:xfrm>
            <a:off x="8690457" y="4455122"/>
            <a:ext cx="314311" cy="307777"/>
          </a:xfrm>
          <a:prstGeom prst="rect">
            <a:avLst/>
          </a:prstGeom>
          <a:noFill/>
        </p:spPr>
        <p:txBody>
          <a:bodyPr wrap="square" rtlCol="0">
            <a:spAutoFit/>
          </a:bodyPr>
          <a:lstStyle/>
          <a:p>
            <a:r>
              <a:rPr lang="en-US" dirty="0"/>
              <a:t>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p40"/>
          <p:cNvSpPr txBox="1">
            <a:spLocks noGrp="1"/>
          </p:cNvSpPr>
          <p:nvPr>
            <p:ph type="title"/>
          </p:nvPr>
        </p:nvSpPr>
        <p:spPr>
          <a:xfrm>
            <a:off x="435137" y="205651"/>
            <a:ext cx="7886427" cy="507675"/>
          </a:xfrm>
          <a:prstGeom prst="rect">
            <a:avLst/>
          </a:prstGeom>
        </p:spPr>
        <p:txBody>
          <a:bodyPr spcFirstLastPara="1" wrap="square" lIns="91425" tIns="91425" rIns="91425" bIns="91425" anchor="b" anchorCtr="0">
            <a:noAutofit/>
          </a:bodyPr>
          <a:lstStyle/>
          <a:p>
            <a:pPr marL="0" lvl="0" indent="0"/>
            <a:r>
              <a:rPr lang="en-US" sz="3600" b="1" dirty="0"/>
              <a:t>THE CHALLENGE</a:t>
            </a:r>
          </a:p>
        </p:txBody>
      </p:sp>
      <p:sp>
        <p:nvSpPr>
          <p:cNvPr id="1076" name="Google Shape;1076;p40"/>
          <p:cNvSpPr txBox="1">
            <a:spLocks noGrp="1"/>
          </p:cNvSpPr>
          <p:nvPr>
            <p:ph type="subTitle" idx="1"/>
          </p:nvPr>
        </p:nvSpPr>
        <p:spPr>
          <a:xfrm>
            <a:off x="544347" y="1879231"/>
            <a:ext cx="5213187" cy="1740932"/>
          </a:xfrm>
          <a:prstGeom prst="rect">
            <a:avLst/>
          </a:prstGeom>
        </p:spPr>
        <p:txBody>
          <a:bodyPr spcFirstLastPara="1" wrap="square" lIns="91425" tIns="91425" rIns="91425" bIns="91425" anchor="t" anchorCtr="0">
            <a:noAutofit/>
          </a:bodyPr>
          <a:lstStyle/>
          <a:p>
            <a:pPr marL="0" lvl="0" indent="0"/>
            <a:r>
              <a:rPr lang="en-US" dirty="0"/>
              <a:t>The mission</a:t>
            </a:r>
          </a:p>
          <a:p>
            <a:pPr marL="0" lvl="0" indent="0"/>
            <a:endParaRPr lang="en-US" dirty="0"/>
          </a:p>
          <a:p>
            <a:pPr marL="0" lvl="0" indent="0"/>
            <a:r>
              <a:rPr lang="en-US" dirty="0"/>
              <a:t>- Identify </a:t>
            </a:r>
            <a:r>
              <a:rPr lang="en-US" b="1" dirty="0"/>
              <a:t>ALL</a:t>
            </a:r>
            <a:r>
              <a:rPr lang="en-US" dirty="0"/>
              <a:t> data fields for pet insurance underwriting </a:t>
            </a:r>
          </a:p>
          <a:p>
            <a:pPr marL="0" lvl="0" indent="0"/>
            <a:r>
              <a:rPr lang="en-US" dirty="0"/>
              <a:t>- Not just a list  but </a:t>
            </a:r>
            <a:r>
              <a:rPr lang="en-US" b="1" dirty="0"/>
              <a:t>production-ready standards</a:t>
            </a:r>
          </a:p>
          <a:p>
            <a:pPr marL="0" lvl="0" indent="0"/>
            <a:r>
              <a:rPr lang="en-US" dirty="0"/>
              <a:t>- Something the </a:t>
            </a:r>
            <a:r>
              <a:rPr lang="en-US" b="1" dirty="0"/>
              <a:t>entire industry </a:t>
            </a:r>
            <a:r>
              <a:rPr lang="en-US" dirty="0"/>
              <a:t>can use </a:t>
            </a:r>
          </a:p>
          <a:p>
            <a:pPr marL="0" lvl="0" indent="0"/>
            <a:r>
              <a:rPr lang="en-US" dirty="0"/>
              <a:t>- Solo mission - just me, my laptop, and determination</a:t>
            </a:r>
            <a:endParaRPr dirty="0"/>
          </a:p>
        </p:txBody>
      </p:sp>
      <p:grpSp>
        <p:nvGrpSpPr>
          <p:cNvPr id="1077" name="Google Shape;1077;p40"/>
          <p:cNvGrpSpPr/>
          <p:nvPr/>
        </p:nvGrpSpPr>
        <p:grpSpPr>
          <a:xfrm>
            <a:off x="713225" y="4064834"/>
            <a:ext cx="1344768" cy="771016"/>
            <a:chOff x="1252177" y="3987645"/>
            <a:chExt cx="1502028" cy="939161"/>
          </a:xfrm>
        </p:grpSpPr>
        <p:grpSp>
          <p:nvGrpSpPr>
            <p:cNvPr id="1078" name="Google Shape;1078;p40"/>
            <p:cNvGrpSpPr/>
            <p:nvPr/>
          </p:nvGrpSpPr>
          <p:grpSpPr>
            <a:xfrm>
              <a:off x="1252177" y="3987645"/>
              <a:ext cx="1320759" cy="840364"/>
              <a:chOff x="1825697" y="3892423"/>
              <a:chExt cx="1400742" cy="891255"/>
            </a:xfrm>
          </p:grpSpPr>
          <p:sp>
            <p:nvSpPr>
              <p:cNvPr id="1079" name="Google Shape;1079;p40"/>
              <p:cNvSpPr/>
              <p:nvPr/>
            </p:nvSpPr>
            <p:spPr>
              <a:xfrm>
                <a:off x="2329887" y="3892423"/>
                <a:ext cx="354319" cy="178623"/>
              </a:xfrm>
              <a:custGeom>
                <a:avLst/>
                <a:gdLst/>
                <a:ahLst/>
                <a:cxnLst/>
                <a:rect l="l" t="t" r="r" b="b"/>
                <a:pathLst>
                  <a:path w="221104" h="111465" extrusionOk="0">
                    <a:moveTo>
                      <a:pt x="0" y="80994"/>
                    </a:moveTo>
                    <a:cubicBezTo>
                      <a:pt x="3502" y="65963"/>
                      <a:pt x="13665" y="32997"/>
                      <a:pt x="43556" y="13866"/>
                    </a:cubicBezTo>
                    <a:cubicBezTo>
                      <a:pt x="94970" y="-19100"/>
                      <a:pt x="168845" y="11646"/>
                      <a:pt x="200616" y="54519"/>
                    </a:cubicBezTo>
                    <a:cubicBezTo>
                      <a:pt x="218807" y="79115"/>
                      <a:pt x="224102" y="108836"/>
                      <a:pt x="219575" y="111313"/>
                    </a:cubicBezTo>
                    <a:cubicBezTo>
                      <a:pt x="213597" y="114473"/>
                      <a:pt x="197797" y="67757"/>
                      <a:pt x="154326" y="49821"/>
                    </a:cubicBezTo>
                    <a:cubicBezTo>
                      <a:pt x="105816" y="29837"/>
                      <a:pt x="55257" y="58960"/>
                      <a:pt x="53122" y="60241"/>
                    </a:cubicBezTo>
                    <a:cubicBezTo>
                      <a:pt x="25707" y="76553"/>
                      <a:pt x="12127" y="99698"/>
                      <a:pt x="6747" y="110373"/>
                    </a:cubicBezTo>
                    <a:lnTo>
                      <a:pt x="85" y="810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0" name="Google Shape;1080;p40"/>
              <p:cNvSpPr/>
              <p:nvPr/>
            </p:nvSpPr>
            <p:spPr>
              <a:xfrm>
                <a:off x="1825697" y="4007539"/>
                <a:ext cx="732068" cy="776139"/>
              </a:xfrm>
              <a:custGeom>
                <a:avLst/>
                <a:gdLst/>
                <a:ahLst/>
                <a:cxnLst/>
                <a:rect l="l" t="t" r="r" b="b"/>
                <a:pathLst>
                  <a:path w="456829" h="484330" extrusionOk="0">
                    <a:moveTo>
                      <a:pt x="456830" y="233582"/>
                    </a:moveTo>
                    <a:cubicBezTo>
                      <a:pt x="439236" y="317108"/>
                      <a:pt x="421558" y="400805"/>
                      <a:pt x="403879" y="484330"/>
                    </a:cubicBezTo>
                    <a:lnTo>
                      <a:pt x="55428" y="484330"/>
                    </a:lnTo>
                    <a:cubicBezTo>
                      <a:pt x="36980" y="401061"/>
                      <a:pt x="18533" y="317876"/>
                      <a:pt x="0" y="234607"/>
                    </a:cubicBezTo>
                    <a:cubicBezTo>
                      <a:pt x="769" y="232215"/>
                      <a:pt x="1623" y="229910"/>
                      <a:pt x="2391" y="227518"/>
                    </a:cubicBezTo>
                    <a:cubicBezTo>
                      <a:pt x="28611" y="151679"/>
                      <a:pt x="54744" y="75754"/>
                      <a:pt x="81134" y="0"/>
                    </a:cubicBezTo>
                    <a:lnTo>
                      <a:pt x="366557" y="0"/>
                    </a:lnTo>
                    <a:cubicBezTo>
                      <a:pt x="395936" y="75839"/>
                      <a:pt x="425315" y="151679"/>
                      <a:pt x="454524" y="227518"/>
                    </a:cubicBezTo>
                    <a:cubicBezTo>
                      <a:pt x="455293" y="229483"/>
                      <a:pt x="456061" y="231618"/>
                      <a:pt x="456830" y="233582"/>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1" name="Google Shape;1081;p40"/>
              <p:cNvSpPr/>
              <p:nvPr/>
            </p:nvSpPr>
            <p:spPr>
              <a:xfrm>
                <a:off x="2618856" y="4007539"/>
                <a:ext cx="607389" cy="776139"/>
              </a:xfrm>
              <a:custGeom>
                <a:avLst/>
                <a:gdLst/>
                <a:ahLst/>
                <a:cxnLst/>
                <a:rect l="l" t="t" r="r" b="b"/>
                <a:pathLst>
                  <a:path w="379026" h="484330" extrusionOk="0">
                    <a:moveTo>
                      <a:pt x="378941" y="233582"/>
                    </a:moveTo>
                    <a:cubicBezTo>
                      <a:pt x="364251" y="317108"/>
                      <a:pt x="349562" y="400805"/>
                      <a:pt x="335043" y="484330"/>
                    </a:cubicBezTo>
                    <a:lnTo>
                      <a:pt x="45948" y="484330"/>
                    </a:lnTo>
                    <a:cubicBezTo>
                      <a:pt x="30660" y="401061"/>
                      <a:pt x="15288" y="317876"/>
                      <a:pt x="0" y="234607"/>
                    </a:cubicBezTo>
                    <a:cubicBezTo>
                      <a:pt x="598" y="232215"/>
                      <a:pt x="1367" y="229910"/>
                      <a:pt x="2050" y="227518"/>
                    </a:cubicBezTo>
                    <a:cubicBezTo>
                      <a:pt x="23913" y="151679"/>
                      <a:pt x="45521" y="75754"/>
                      <a:pt x="67299" y="0"/>
                    </a:cubicBezTo>
                    <a:lnTo>
                      <a:pt x="304212" y="0"/>
                    </a:lnTo>
                    <a:cubicBezTo>
                      <a:pt x="328467" y="75839"/>
                      <a:pt x="352807" y="151679"/>
                      <a:pt x="377147" y="227518"/>
                    </a:cubicBezTo>
                    <a:cubicBezTo>
                      <a:pt x="377745" y="229483"/>
                      <a:pt x="378428" y="231618"/>
                      <a:pt x="379026" y="233582"/>
                    </a:cubicBezTo>
                    <a:close/>
                  </a:path>
                </a:pathLst>
              </a:custGeom>
              <a:solidFill>
                <a:srgbClr val="394E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2" name="Google Shape;1082;p40"/>
              <p:cNvSpPr/>
              <p:nvPr/>
            </p:nvSpPr>
            <p:spPr>
              <a:xfrm>
                <a:off x="1934334" y="4007539"/>
                <a:ext cx="1292105" cy="776139"/>
              </a:xfrm>
              <a:custGeom>
                <a:avLst/>
                <a:gdLst/>
                <a:ahLst/>
                <a:cxnLst/>
                <a:rect l="l" t="t" r="r" b="b"/>
                <a:pathLst>
                  <a:path w="806306" h="484330" extrusionOk="0">
                    <a:moveTo>
                      <a:pt x="806221" y="233582"/>
                    </a:moveTo>
                    <a:cubicBezTo>
                      <a:pt x="791531" y="317108"/>
                      <a:pt x="776841" y="400805"/>
                      <a:pt x="762323" y="484330"/>
                    </a:cubicBezTo>
                    <a:lnTo>
                      <a:pt x="0" y="484330"/>
                    </a:lnTo>
                    <a:lnTo>
                      <a:pt x="0" y="0"/>
                    </a:lnTo>
                    <a:lnTo>
                      <a:pt x="731491" y="0"/>
                    </a:lnTo>
                    <a:cubicBezTo>
                      <a:pt x="755746" y="75839"/>
                      <a:pt x="780087" y="151679"/>
                      <a:pt x="804427" y="227518"/>
                    </a:cubicBezTo>
                    <a:cubicBezTo>
                      <a:pt x="805025" y="229483"/>
                      <a:pt x="805708" y="231618"/>
                      <a:pt x="806306" y="233582"/>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3" name="Google Shape;1083;p40"/>
              <p:cNvSpPr/>
              <p:nvPr/>
            </p:nvSpPr>
            <p:spPr>
              <a:xfrm>
                <a:off x="1829666" y="4007539"/>
                <a:ext cx="1393656" cy="364598"/>
              </a:xfrm>
              <a:custGeom>
                <a:avLst/>
                <a:gdLst/>
                <a:ahLst/>
                <a:cxnLst/>
                <a:rect l="l" t="t" r="r" b="b"/>
                <a:pathLst>
                  <a:path w="869676" h="227518" extrusionOk="0">
                    <a:moveTo>
                      <a:pt x="869676" y="227518"/>
                    </a:moveTo>
                    <a:lnTo>
                      <a:pt x="0" y="227518"/>
                    </a:lnTo>
                    <a:cubicBezTo>
                      <a:pt x="21693" y="151679"/>
                      <a:pt x="43471" y="75754"/>
                      <a:pt x="65249" y="0"/>
                    </a:cubicBezTo>
                    <a:lnTo>
                      <a:pt x="796741" y="0"/>
                    </a:lnTo>
                    <a:cubicBezTo>
                      <a:pt x="820996" y="75839"/>
                      <a:pt x="845336" y="151679"/>
                      <a:pt x="869676" y="22751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4" name="Google Shape;1084;p40"/>
              <p:cNvSpPr/>
              <p:nvPr/>
            </p:nvSpPr>
            <p:spPr>
              <a:xfrm>
                <a:off x="1856892" y="4050913"/>
                <a:ext cx="650363" cy="689506"/>
              </a:xfrm>
              <a:custGeom>
                <a:avLst/>
                <a:gdLst/>
                <a:ahLst/>
                <a:cxnLst/>
                <a:rect l="l" t="t" r="r" b="b"/>
                <a:pathLst>
                  <a:path w="405843" h="430269" extrusionOk="0">
                    <a:moveTo>
                      <a:pt x="405758" y="207448"/>
                    </a:moveTo>
                    <a:cubicBezTo>
                      <a:pt x="390129" y="281665"/>
                      <a:pt x="374414" y="356052"/>
                      <a:pt x="358700" y="430269"/>
                    </a:cubicBezTo>
                    <a:lnTo>
                      <a:pt x="49193" y="430269"/>
                    </a:lnTo>
                    <a:cubicBezTo>
                      <a:pt x="32795" y="356309"/>
                      <a:pt x="16398" y="282348"/>
                      <a:pt x="0" y="208388"/>
                    </a:cubicBezTo>
                    <a:cubicBezTo>
                      <a:pt x="683" y="206252"/>
                      <a:pt x="1452" y="204203"/>
                      <a:pt x="2135" y="202068"/>
                    </a:cubicBezTo>
                    <a:cubicBezTo>
                      <a:pt x="25365" y="134683"/>
                      <a:pt x="48681" y="67213"/>
                      <a:pt x="72082" y="0"/>
                    </a:cubicBezTo>
                    <a:lnTo>
                      <a:pt x="325648" y="0"/>
                    </a:lnTo>
                    <a:cubicBezTo>
                      <a:pt x="351697" y="67384"/>
                      <a:pt x="377830" y="134769"/>
                      <a:pt x="403794" y="202068"/>
                    </a:cubicBezTo>
                    <a:cubicBezTo>
                      <a:pt x="404477" y="203776"/>
                      <a:pt x="405160" y="205740"/>
                      <a:pt x="405843" y="20744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5" name="Google Shape;1085;p40"/>
              <p:cNvSpPr/>
              <p:nvPr/>
            </p:nvSpPr>
            <p:spPr>
              <a:xfrm>
                <a:off x="1843485" y="4038051"/>
                <a:ext cx="676914" cy="715098"/>
              </a:xfrm>
              <a:custGeom>
                <a:avLst/>
                <a:gdLst/>
                <a:ahLst/>
                <a:cxnLst/>
                <a:rect l="l" t="t" r="r" b="b"/>
                <a:pathLst>
                  <a:path w="422411" h="446239" extrusionOk="0">
                    <a:moveTo>
                      <a:pt x="373560" y="446240"/>
                    </a:moveTo>
                    <a:lnTo>
                      <a:pt x="51072" y="446240"/>
                    </a:lnTo>
                    <a:lnTo>
                      <a:pt x="0" y="216074"/>
                    </a:lnTo>
                    <a:lnTo>
                      <a:pt x="2819" y="207704"/>
                    </a:lnTo>
                    <a:lnTo>
                      <a:pt x="15117" y="172090"/>
                    </a:lnTo>
                    <a:cubicBezTo>
                      <a:pt x="34333" y="116492"/>
                      <a:pt x="53549" y="60808"/>
                      <a:pt x="72850" y="5381"/>
                    </a:cubicBezTo>
                    <a:lnTo>
                      <a:pt x="74729" y="0"/>
                    </a:lnTo>
                    <a:lnTo>
                      <a:pt x="339484" y="0"/>
                    </a:lnTo>
                    <a:lnTo>
                      <a:pt x="348195" y="22547"/>
                    </a:lnTo>
                    <a:cubicBezTo>
                      <a:pt x="372023" y="84124"/>
                      <a:pt x="395851" y="145615"/>
                      <a:pt x="419593" y="207192"/>
                    </a:cubicBezTo>
                    <a:lnTo>
                      <a:pt x="422412" y="214793"/>
                    </a:lnTo>
                    <a:lnTo>
                      <a:pt x="421900" y="217099"/>
                    </a:lnTo>
                    <a:cubicBezTo>
                      <a:pt x="406270" y="291316"/>
                      <a:pt x="390556" y="365703"/>
                      <a:pt x="374842" y="439920"/>
                    </a:cubicBezTo>
                    <a:lnTo>
                      <a:pt x="373475" y="446240"/>
                    </a:lnTo>
                    <a:close/>
                    <a:moveTo>
                      <a:pt x="63968" y="430269"/>
                    </a:moveTo>
                    <a:lnTo>
                      <a:pt x="360579" y="430269"/>
                    </a:lnTo>
                    <a:cubicBezTo>
                      <a:pt x="375696" y="358871"/>
                      <a:pt x="390812" y="287472"/>
                      <a:pt x="405843" y="216074"/>
                    </a:cubicBezTo>
                    <a:lnTo>
                      <a:pt x="404648" y="212999"/>
                    </a:lnTo>
                    <a:cubicBezTo>
                      <a:pt x="380905" y="151423"/>
                      <a:pt x="357077" y="89846"/>
                      <a:pt x="333249" y="28354"/>
                    </a:cubicBezTo>
                    <a:lnTo>
                      <a:pt x="328467" y="16056"/>
                    </a:lnTo>
                    <a:lnTo>
                      <a:pt x="86003" y="16056"/>
                    </a:lnTo>
                    <a:cubicBezTo>
                      <a:pt x="67299" y="69776"/>
                      <a:pt x="48766" y="123581"/>
                      <a:pt x="30148" y="177386"/>
                    </a:cubicBezTo>
                    <a:lnTo>
                      <a:pt x="16483" y="216928"/>
                    </a:lnTo>
                    <a:lnTo>
                      <a:pt x="63797" y="430355"/>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6" name="Google Shape;1086;p40"/>
              <p:cNvSpPr/>
              <p:nvPr/>
            </p:nvSpPr>
            <p:spPr>
              <a:xfrm>
                <a:off x="2031068" y="4050775"/>
                <a:ext cx="25592" cy="689506"/>
              </a:xfrm>
              <a:custGeom>
                <a:avLst/>
                <a:gdLst/>
                <a:ahLst/>
                <a:cxnLst/>
                <a:rect l="l" t="t" r="r" b="b"/>
                <a:pathLst>
                  <a:path w="15970" h="430269" extrusionOk="0">
                    <a:moveTo>
                      <a:pt x="0" y="0"/>
                    </a:moveTo>
                    <a:lnTo>
                      <a:pt x="15971" y="0"/>
                    </a:lnTo>
                    <a:lnTo>
                      <a:pt x="15971" y="430269"/>
                    </a:lnTo>
                    <a:lnTo>
                      <a:pt x="0" y="43026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7" name="Google Shape;1087;p40"/>
              <p:cNvSpPr/>
              <p:nvPr/>
            </p:nvSpPr>
            <p:spPr>
              <a:xfrm>
                <a:off x="2226587" y="4050775"/>
                <a:ext cx="25592" cy="689506"/>
              </a:xfrm>
              <a:custGeom>
                <a:avLst/>
                <a:gdLst/>
                <a:ahLst/>
                <a:cxnLst/>
                <a:rect l="l" t="t" r="r" b="b"/>
                <a:pathLst>
                  <a:path w="15970" h="430269" extrusionOk="0">
                    <a:moveTo>
                      <a:pt x="0" y="0"/>
                    </a:moveTo>
                    <a:lnTo>
                      <a:pt x="15971" y="0"/>
                    </a:lnTo>
                    <a:lnTo>
                      <a:pt x="15971" y="430269"/>
                    </a:lnTo>
                    <a:lnTo>
                      <a:pt x="0" y="43026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8" name="Google Shape;1088;p40"/>
              <p:cNvSpPr/>
              <p:nvPr/>
            </p:nvSpPr>
            <p:spPr>
              <a:xfrm>
                <a:off x="1921200" y="4185136"/>
                <a:ext cx="524450" cy="25592"/>
              </a:xfrm>
              <a:custGeom>
                <a:avLst/>
                <a:gdLst/>
                <a:ahLst/>
                <a:cxnLst/>
                <a:rect l="l" t="t" r="r" b="b"/>
                <a:pathLst>
                  <a:path w="327270" h="15970" extrusionOk="0">
                    <a:moveTo>
                      <a:pt x="0" y="0"/>
                    </a:moveTo>
                    <a:lnTo>
                      <a:pt x="327271" y="0"/>
                    </a:lnTo>
                    <a:lnTo>
                      <a:pt x="327271" y="15971"/>
                    </a:lnTo>
                    <a:lnTo>
                      <a:pt x="0" y="1597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9" name="Google Shape;1089;p40"/>
              <p:cNvSpPr/>
              <p:nvPr/>
            </p:nvSpPr>
            <p:spPr>
              <a:xfrm>
                <a:off x="1856756" y="4371899"/>
                <a:ext cx="639825" cy="25592"/>
              </a:xfrm>
              <a:custGeom>
                <a:avLst/>
                <a:gdLst/>
                <a:ahLst/>
                <a:cxnLst/>
                <a:rect l="l" t="t" r="r" b="b"/>
                <a:pathLst>
                  <a:path w="399267" h="15970" extrusionOk="0">
                    <a:moveTo>
                      <a:pt x="0" y="0"/>
                    </a:moveTo>
                    <a:lnTo>
                      <a:pt x="399267" y="0"/>
                    </a:lnTo>
                    <a:lnTo>
                      <a:pt x="399267" y="15971"/>
                    </a:lnTo>
                    <a:lnTo>
                      <a:pt x="0" y="1597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0" name="Google Shape;1090;p40"/>
              <p:cNvSpPr/>
              <p:nvPr/>
            </p:nvSpPr>
            <p:spPr>
              <a:xfrm>
                <a:off x="1907107" y="4598889"/>
                <a:ext cx="552097" cy="25592"/>
              </a:xfrm>
              <a:custGeom>
                <a:avLst/>
                <a:gdLst/>
                <a:ahLst/>
                <a:cxnLst/>
                <a:rect l="l" t="t" r="r" b="b"/>
                <a:pathLst>
                  <a:path w="344522" h="15970" extrusionOk="0">
                    <a:moveTo>
                      <a:pt x="0" y="0"/>
                    </a:moveTo>
                    <a:lnTo>
                      <a:pt x="344523" y="0"/>
                    </a:lnTo>
                    <a:lnTo>
                      <a:pt x="344523" y="15971"/>
                    </a:lnTo>
                    <a:lnTo>
                      <a:pt x="0" y="1597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1" name="Google Shape;1091;p40"/>
              <p:cNvSpPr/>
              <p:nvPr/>
            </p:nvSpPr>
            <p:spPr>
              <a:xfrm>
                <a:off x="2630349" y="4351787"/>
                <a:ext cx="195574" cy="71303"/>
              </a:xfrm>
              <a:custGeom>
                <a:avLst/>
                <a:gdLst/>
                <a:ahLst/>
                <a:cxnLst/>
                <a:rect l="l" t="t" r="r" b="b"/>
                <a:pathLst>
                  <a:path w="122043" h="44495" extrusionOk="0">
                    <a:moveTo>
                      <a:pt x="0" y="0"/>
                    </a:moveTo>
                    <a:lnTo>
                      <a:pt x="122043" y="0"/>
                    </a:lnTo>
                    <a:lnTo>
                      <a:pt x="122043" y="44496"/>
                    </a:lnTo>
                    <a:lnTo>
                      <a:pt x="0" y="4449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2" name="Google Shape;1092;p40"/>
              <p:cNvSpPr/>
              <p:nvPr/>
            </p:nvSpPr>
            <p:spPr>
              <a:xfrm>
                <a:off x="2934505" y="4349187"/>
                <a:ext cx="195574" cy="71303"/>
              </a:xfrm>
              <a:custGeom>
                <a:avLst/>
                <a:gdLst/>
                <a:ahLst/>
                <a:cxnLst/>
                <a:rect l="l" t="t" r="r" b="b"/>
                <a:pathLst>
                  <a:path w="122043" h="44495" extrusionOk="0">
                    <a:moveTo>
                      <a:pt x="0" y="0"/>
                    </a:moveTo>
                    <a:lnTo>
                      <a:pt x="122044" y="0"/>
                    </a:lnTo>
                    <a:lnTo>
                      <a:pt x="122044" y="44496"/>
                    </a:lnTo>
                    <a:lnTo>
                      <a:pt x="0" y="4449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93" name="Google Shape;1093;p40"/>
            <p:cNvGrpSpPr/>
            <p:nvPr/>
          </p:nvGrpSpPr>
          <p:grpSpPr>
            <a:xfrm>
              <a:off x="2431625" y="4603952"/>
              <a:ext cx="322580" cy="322854"/>
              <a:chOff x="3349150" y="4524802"/>
              <a:chExt cx="322580" cy="322854"/>
            </a:xfrm>
          </p:grpSpPr>
          <p:sp>
            <p:nvSpPr>
              <p:cNvPr id="1094" name="Google Shape;1094;p40"/>
              <p:cNvSpPr/>
              <p:nvPr/>
            </p:nvSpPr>
            <p:spPr>
              <a:xfrm>
                <a:off x="3349150" y="4524802"/>
                <a:ext cx="322580" cy="322854"/>
              </a:xfrm>
              <a:custGeom>
                <a:avLst/>
                <a:gdLst/>
                <a:ahLst/>
                <a:cxnLst/>
                <a:rect l="l" t="t" r="r" b="b"/>
                <a:pathLst>
                  <a:path w="201298" h="201469" extrusionOk="0">
                    <a:moveTo>
                      <a:pt x="201214" y="100692"/>
                    </a:moveTo>
                    <a:cubicBezTo>
                      <a:pt x="201214" y="156376"/>
                      <a:pt x="156120" y="201470"/>
                      <a:pt x="100607" y="201470"/>
                    </a:cubicBezTo>
                    <a:cubicBezTo>
                      <a:pt x="77718" y="201470"/>
                      <a:pt x="56538" y="193869"/>
                      <a:pt x="39628" y="180716"/>
                    </a:cubicBezTo>
                    <a:cubicBezTo>
                      <a:pt x="15544" y="162440"/>
                      <a:pt x="0" y="133317"/>
                      <a:pt x="0" y="100692"/>
                    </a:cubicBezTo>
                    <a:cubicBezTo>
                      <a:pt x="0" y="45179"/>
                      <a:pt x="45094" y="0"/>
                      <a:pt x="100692" y="0"/>
                    </a:cubicBezTo>
                    <a:cubicBezTo>
                      <a:pt x="128278" y="0"/>
                      <a:pt x="153387" y="11188"/>
                      <a:pt x="171493" y="29209"/>
                    </a:cubicBezTo>
                    <a:cubicBezTo>
                      <a:pt x="189940" y="47400"/>
                      <a:pt x="201299" y="72765"/>
                      <a:pt x="201299" y="10060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5" name="Google Shape;1095;p40"/>
              <p:cNvSpPr/>
              <p:nvPr/>
            </p:nvSpPr>
            <p:spPr>
              <a:xfrm>
                <a:off x="3349150" y="4524802"/>
                <a:ext cx="274816" cy="289597"/>
              </a:xfrm>
              <a:custGeom>
                <a:avLst/>
                <a:gdLst/>
                <a:ahLst/>
                <a:cxnLst/>
                <a:rect l="l" t="t" r="r" b="b"/>
                <a:pathLst>
                  <a:path w="171492" h="180716" extrusionOk="0">
                    <a:moveTo>
                      <a:pt x="171407" y="29209"/>
                    </a:moveTo>
                    <a:cubicBezTo>
                      <a:pt x="139637" y="42190"/>
                      <a:pt x="107354" y="61918"/>
                      <a:pt x="81391" y="94116"/>
                    </a:cubicBezTo>
                    <a:cubicBezTo>
                      <a:pt x="59612" y="121189"/>
                      <a:pt x="46716" y="151337"/>
                      <a:pt x="39628" y="180716"/>
                    </a:cubicBezTo>
                    <a:cubicBezTo>
                      <a:pt x="15544" y="162440"/>
                      <a:pt x="0" y="133317"/>
                      <a:pt x="0" y="100692"/>
                    </a:cubicBezTo>
                    <a:cubicBezTo>
                      <a:pt x="0" y="45179"/>
                      <a:pt x="45094" y="0"/>
                      <a:pt x="100692" y="0"/>
                    </a:cubicBezTo>
                    <a:cubicBezTo>
                      <a:pt x="128278" y="0"/>
                      <a:pt x="153387" y="11188"/>
                      <a:pt x="171493" y="2920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096" name="Google Shape;1096;p40"/>
          <p:cNvGrpSpPr/>
          <p:nvPr/>
        </p:nvGrpSpPr>
        <p:grpSpPr>
          <a:xfrm>
            <a:off x="4051054" y="840548"/>
            <a:ext cx="573305" cy="888128"/>
            <a:chOff x="4051054" y="840548"/>
            <a:chExt cx="573305" cy="888128"/>
          </a:xfrm>
        </p:grpSpPr>
        <p:sp>
          <p:nvSpPr>
            <p:cNvPr id="1097" name="Google Shape;1097;p40"/>
            <p:cNvSpPr/>
            <p:nvPr/>
          </p:nvSpPr>
          <p:spPr>
            <a:xfrm>
              <a:off x="4296344" y="1438980"/>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8" name="Google Shape;1098;p40"/>
            <p:cNvSpPr/>
            <p:nvPr/>
          </p:nvSpPr>
          <p:spPr>
            <a:xfrm>
              <a:off x="4460344" y="931305"/>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9" name="Google Shape;1099;p40"/>
            <p:cNvSpPr/>
            <p:nvPr/>
          </p:nvSpPr>
          <p:spPr>
            <a:xfrm>
              <a:off x="4051054" y="840548"/>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00" name="Google Shape;1100;p40"/>
          <p:cNvGrpSpPr/>
          <p:nvPr/>
        </p:nvGrpSpPr>
        <p:grpSpPr>
          <a:xfrm>
            <a:off x="6243145" y="2295459"/>
            <a:ext cx="2803750" cy="2469920"/>
            <a:chOff x="4624341" y="1765482"/>
            <a:chExt cx="3700493" cy="2998582"/>
          </a:xfrm>
        </p:grpSpPr>
        <p:grpSp>
          <p:nvGrpSpPr>
            <p:cNvPr id="1101" name="Google Shape;1101;p40"/>
            <p:cNvGrpSpPr/>
            <p:nvPr/>
          </p:nvGrpSpPr>
          <p:grpSpPr>
            <a:xfrm>
              <a:off x="4624341" y="2128468"/>
              <a:ext cx="3436568" cy="2635596"/>
              <a:chOff x="4463099" y="1847075"/>
              <a:chExt cx="3803617" cy="2917096"/>
            </a:xfrm>
          </p:grpSpPr>
          <p:sp>
            <p:nvSpPr>
              <p:cNvPr id="1102" name="Google Shape;1102;p40"/>
              <p:cNvSpPr/>
              <p:nvPr/>
            </p:nvSpPr>
            <p:spPr>
              <a:xfrm flipH="1">
                <a:off x="7533541" y="4039254"/>
                <a:ext cx="289762" cy="724917"/>
              </a:xfrm>
              <a:custGeom>
                <a:avLst/>
                <a:gdLst/>
                <a:ahLst/>
                <a:cxnLst/>
                <a:rect l="l" t="t" r="r" b="b"/>
                <a:pathLst>
                  <a:path w="71326" h="178441" extrusionOk="0">
                    <a:moveTo>
                      <a:pt x="31127" y="3371"/>
                    </a:moveTo>
                    <a:cubicBezTo>
                      <a:pt x="21057" y="60091"/>
                      <a:pt x="10945" y="117060"/>
                      <a:pt x="0" y="178441"/>
                    </a:cubicBezTo>
                    <a:lnTo>
                      <a:pt x="11777" y="178441"/>
                    </a:lnTo>
                    <a:cubicBezTo>
                      <a:pt x="31627" y="118975"/>
                      <a:pt x="51477" y="59508"/>
                      <a:pt x="71326" y="0"/>
                    </a:cubicBezTo>
                    <a:lnTo>
                      <a:pt x="31127" y="332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3" name="Google Shape;1103;p40"/>
              <p:cNvSpPr/>
              <p:nvPr/>
            </p:nvSpPr>
            <p:spPr>
              <a:xfrm flipH="1">
                <a:off x="4827117" y="4039254"/>
                <a:ext cx="289762" cy="724917"/>
              </a:xfrm>
              <a:custGeom>
                <a:avLst/>
                <a:gdLst/>
                <a:ahLst/>
                <a:cxnLst/>
                <a:rect l="l" t="t" r="r" b="b"/>
                <a:pathLst>
                  <a:path w="71326" h="178441" extrusionOk="0">
                    <a:moveTo>
                      <a:pt x="40199" y="3371"/>
                    </a:moveTo>
                    <a:cubicBezTo>
                      <a:pt x="51102" y="64751"/>
                      <a:pt x="61214" y="121721"/>
                      <a:pt x="71327" y="178441"/>
                    </a:cubicBezTo>
                    <a:lnTo>
                      <a:pt x="59550" y="178441"/>
                    </a:lnTo>
                    <a:cubicBezTo>
                      <a:pt x="40782" y="122221"/>
                      <a:pt x="21265" y="63794"/>
                      <a:pt x="0" y="0"/>
                    </a:cubicBezTo>
                    <a:lnTo>
                      <a:pt x="40199" y="332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4" name="Google Shape;1104;p40"/>
              <p:cNvSpPr/>
              <p:nvPr/>
            </p:nvSpPr>
            <p:spPr>
              <a:xfrm flipH="1">
                <a:off x="4675039" y="2513690"/>
                <a:ext cx="3354272" cy="1268109"/>
              </a:xfrm>
              <a:custGeom>
                <a:avLst/>
                <a:gdLst/>
                <a:ahLst/>
                <a:cxnLst/>
                <a:rect l="l" t="t" r="r" b="b"/>
                <a:pathLst>
                  <a:path w="825667" h="312150" extrusionOk="0">
                    <a:moveTo>
                      <a:pt x="17376" y="184645"/>
                    </a:moveTo>
                    <a:cubicBezTo>
                      <a:pt x="3644" y="143530"/>
                      <a:pt x="-3181" y="122973"/>
                      <a:pt x="1438" y="106119"/>
                    </a:cubicBezTo>
                    <a:cubicBezTo>
                      <a:pt x="16627" y="51064"/>
                      <a:pt x="131565" y="49566"/>
                      <a:pt x="367892" y="24181"/>
                    </a:cubicBezTo>
                    <a:cubicBezTo>
                      <a:pt x="596353" y="-371"/>
                      <a:pt x="658483" y="-17225"/>
                      <a:pt x="733222" y="29882"/>
                    </a:cubicBezTo>
                    <a:cubicBezTo>
                      <a:pt x="753446" y="42616"/>
                      <a:pt x="820611" y="84938"/>
                      <a:pt x="825397" y="156223"/>
                    </a:cubicBezTo>
                    <a:cubicBezTo>
                      <a:pt x="829392" y="215523"/>
                      <a:pt x="788901" y="275780"/>
                      <a:pt x="722985" y="312151"/>
                    </a:cubicBezTo>
                    <a:cubicBezTo>
                      <a:pt x="506383" y="306075"/>
                      <a:pt x="289740" y="299999"/>
                      <a:pt x="73139" y="293924"/>
                    </a:cubicBezTo>
                    <a:cubicBezTo>
                      <a:pt x="56785" y="271036"/>
                      <a:pt x="33897" y="234249"/>
                      <a:pt x="17376" y="18468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5" name="Google Shape;1105;p40"/>
              <p:cNvSpPr/>
              <p:nvPr/>
            </p:nvSpPr>
            <p:spPr>
              <a:xfrm flipH="1">
                <a:off x="4463099" y="2921482"/>
                <a:ext cx="3803617" cy="1171231"/>
              </a:xfrm>
              <a:custGeom>
                <a:avLst/>
                <a:gdLst/>
                <a:ahLst/>
                <a:cxnLst/>
                <a:rect l="l" t="t" r="r" b="b"/>
                <a:pathLst>
                  <a:path w="936275" h="288303" extrusionOk="0">
                    <a:moveTo>
                      <a:pt x="0" y="42489"/>
                    </a:moveTo>
                    <a:cubicBezTo>
                      <a:pt x="22763" y="124427"/>
                      <a:pt x="45526" y="206365"/>
                      <a:pt x="68289" y="288303"/>
                    </a:cubicBezTo>
                    <a:lnTo>
                      <a:pt x="901361" y="288303"/>
                    </a:lnTo>
                    <a:cubicBezTo>
                      <a:pt x="913013" y="193715"/>
                      <a:pt x="924623" y="99126"/>
                      <a:pt x="936275" y="4537"/>
                    </a:cubicBezTo>
                    <a:cubicBezTo>
                      <a:pt x="920670" y="376"/>
                      <a:pt x="892414" y="-4368"/>
                      <a:pt x="863451" y="7575"/>
                    </a:cubicBezTo>
                    <a:cubicBezTo>
                      <a:pt x="814637" y="27674"/>
                      <a:pt x="783635" y="86808"/>
                      <a:pt x="789086" y="154764"/>
                    </a:cubicBezTo>
                    <a:cubicBezTo>
                      <a:pt x="570571" y="157802"/>
                      <a:pt x="352055" y="160840"/>
                      <a:pt x="133540" y="163877"/>
                    </a:cubicBezTo>
                    <a:cubicBezTo>
                      <a:pt x="135454" y="155554"/>
                      <a:pt x="141946" y="122679"/>
                      <a:pt x="122928" y="91053"/>
                    </a:cubicBezTo>
                    <a:cubicBezTo>
                      <a:pt x="108488" y="67083"/>
                      <a:pt x="87181" y="56888"/>
                      <a:pt x="75904" y="51603"/>
                    </a:cubicBezTo>
                    <a:cubicBezTo>
                      <a:pt x="42405" y="35914"/>
                      <a:pt x="11402" y="40325"/>
                      <a:pt x="42" y="4248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6" name="Google Shape;1106;p40"/>
              <p:cNvSpPr/>
              <p:nvPr/>
            </p:nvSpPr>
            <p:spPr>
              <a:xfrm flipH="1">
                <a:off x="7681117" y="3089374"/>
                <a:ext cx="280512" cy="657654"/>
              </a:xfrm>
              <a:custGeom>
                <a:avLst/>
                <a:gdLst/>
                <a:ahLst/>
                <a:cxnLst/>
                <a:rect l="l" t="t" r="r" b="b"/>
                <a:pathLst>
                  <a:path w="69049" h="161884" extrusionOk="0">
                    <a:moveTo>
                      <a:pt x="63290" y="161884"/>
                    </a:moveTo>
                    <a:cubicBezTo>
                      <a:pt x="61834" y="161552"/>
                      <a:pt x="61251" y="160553"/>
                      <a:pt x="61501" y="159554"/>
                    </a:cubicBezTo>
                    <a:cubicBezTo>
                      <a:pt x="63165" y="153603"/>
                      <a:pt x="76690" y="99796"/>
                      <a:pt x="41068" y="43118"/>
                    </a:cubicBezTo>
                    <a:cubicBezTo>
                      <a:pt x="28334" y="22893"/>
                      <a:pt x="12022" y="10742"/>
                      <a:pt x="827" y="3376"/>
                    </a:cubicBezTo>
                    <a:cubicBezTo>
                      <a:pt x="-5" y="2835"/>
                      <a:pt x="-254" y="1670"/>
                      <a:pt x="287" y="838"/>
                    </a:cubicBezTo>
                    <a:cubicBezTo>
                      <a:pt x="869" y="-36"/>
                      <a:pt x="1951" y="-244"/>
                      <a:pt x="2825" y="297"/>
                    </a:cubicBezTo>
                    <a:cubicBezTo>
                      <a:pt x="14311" y="7829"/>
                      <a:pt x="31081" y="20313"/>
                      <a:pt x="44189" y="41162"/>
                    </a:cubicBezTo>
                    <a:cubicBezTo>
                      <a:pt x="80643" y="99214"/>
                      <a:pt x="66744" y="154436"/>
                      <a:pt x="65038" y="160511"/>
                    </a:cubicBezTo>
                    <a:cubicBezTo>
                      <a:pt x="64830" y="161344"/>
                      <a:pt x="64081" y="161843"/>
                      <a:pt x="63249" y="16184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7" name="Google Shape;1107;p40"/>
              <p:cNvSpPr/>
              <p:nvPr/>
            </p:nvSpPr>
            <p:spPr>
              <a:xfrm flipH="1">
                <a:off x="4927756" y="3602415"/>
                <a:ext cx="2816661" cy="70326"/>
              </a:xfrm>
              <a:custGeom>
                <a:avLst/>
                <a:gdLst/>
                <a:ahLst/>
                <a:cxnLst/>
                <a:rect l="l" t="t" r="r" b="b"/>
                <a:pathLst>
                  <a:path w="693332" h="17311" extrusionOk="0">
                    <a:moveTo>
                      <a:pt x="1831" y="17311"/>
                    </a:moveTo>
                    <a:cubicBezTo>
                      <a:pt x="832" y="17311"/>
                      <a:pt x="0" y="16521"/>
                      <a:pt x="0" y="15522"/>
                    </a:cubicBezTo>
                    <a:cubicBezTo>
                      <a:pt x="0" y="14523"/>
                      <a:pt x="791" y="13649"/>
                      <a:pt x="1790" y="13649"/>
                    </a:cubicBezTo>
                    <a:lnTo>
                      <a:pt x="691460" y="0"/>
                    </a:lnTo>
                    <a:cubicBezTo>
                      <a:pt x="692500" y="0"/>
                      <a:pt x="693332" y="791"/>
                      <a:pt x="693332" y="1790"/>
                    </a:cubicBezTo>
                    <a:cubicBezTo>
                      <a:pt x="693332" y="2788"/>
                      <a:pt x="692542" y="3662"/>
                      <a:pt x="691543" y="3662"/>
                    </a:cubicBezTo>
                    <a:lnTo>
                      <a:pt x="1873" y="17311"/>
                    </a:lnTo>
                    <a:lnTo>
                      <a:pt x="1873" y="1731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8" name="Google Shape;1108;p40"/>
              <p:cNvSpPr/>
              <p:nvPr/>
            </p:nvSpPr>
            <p:spPr>
              <a:xfrm flipH="1">
                <a:off x="4714793" y="2931180"/>
                <a:ext cx="361827" cy="728398"/>
              </a:xfrm>
              <a:custGeom>
                <a:avLst/>
                <a:gdLst/>
                <a:ahLst/>
                <a:cxnLst/>
                <a:rect l="l" t="t" r="r" b="b"/>
                <a:pathLst>
                  <a:path w="89065" h="179298" extrusionOk="0">
                    <a:moveTo>
                      <a:pt x="29740" y="179257"/>
                    </a:moveTo>
                    <a:cubicBezTo>
                      <a:pt x="29199" y="179257"/>
                      <a:pt x="28658" y="179008"/>
                      <a:pt x="28283" y="178550"/>
                    </a:cubicBezTo>
                    <a:cubicBezTo>
                      <a:pt x="-5341" y="134938"/>
                      <a:pt x="-9419" y="77885"/>
                      <a:pt x="18379" y="39809"/>
                    </a:cubicBezTo>
                    <a:cubicBezTo>
                      <a:pt x="39727" y="10512"/>
                      <a:pt x="73435" y="2231"/>
                      <a:pt x="86918" y="26"/>
                    </a:cubicBezTo>
                    <a:cubicBezTo>
                      <a:pt x="87833" y="-141"/>
                      <a:pt x="88832" y="525"/>
                      <a:pt x="89040" y="1524"/>
                    </a:cubicBezTo>
                    <a:cubicBezTo>
                      <a:pt x="89207" y="2522"/>
                      <a:pt x="88541" y="3479"/>
                      <a:pt x="87542" y="3646"/>
                    </a:cubicBezTo>
                    <a:cubicBezTo>
                      <a:pt x="74475" y="5768"/>
                      <a:pt x="41933" y="13758"/>
                      <a:pt x="21376" y="41972"/>
                    </a:cubicBezTo>
                    <a:cubicBezTo>
                      <a:pt x="-5465" y="78759"/>
                      <a:pt x="-1387" y="134023"/>
                      <a:pt x="31197" y="176344"/>
                    </a:cubicBezTo>
                    <a:cubicBezTo>
                      <a:pt x="31821" y="177135"/>
                      <a:pt x="31654" y="178300"/>
                      <a:pt x="30864" y="178924"/>
                    </a:cubicBezTo>
                    <a:cubicBezTo>
                      <a:pt x="30531" y="179174"/>
                      <a:pt x="30114" y="179299"/>
                      <a:pt x="29740" y="1792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9" name="Google Shape;1109;p40"/>
              <p:cNvSpPr/>
              <p:nvPr/>
            </p:nvSpPr>
            <p:spPr>
              <a:xfrm flipH="1">
                <a:off x="7064789" y="3140919"/>
                <a:ext cx="83176" cy="83176"/>
              </a:xfrm>
              <a:custGeom>
                <a:avLst/>
                <a:gdLst/>
                <a:ahLst/>
                <a:cxnLst/>
                <a:rect l="l" t="t" r="r" b="b"/>
                <a:pathLst>
                  <a:path w="20474" h="20474" extrusionOk="0">
                    <a:moveTo>
                      <a:pt x="20474" y="10237"/>
                    </a:moveTo>
                    <a:cubicBezTo>
                      <a:pt x="20474" y="15891"/>
                      <a:pt x="15891" y="20474"/>
                      <a:pt x="10237" y="20474"/>
                    </a:cubicBezTo>
                    <a:cubicBezTo>
                      <a:pt x="4583" y="20474"/>
                      <a:pt x="0" y="15891"/>
                      <a:pt x="0" y="10237"/>
                    </a:cubicBezTo>
                    <a:cubicBezTo>
                      <a:pt x="0" y="4583"/>
                      <a:pt x="4583" y="0"/>
                      <a:pt x="10237" y="0"/>
                    </a:cubicBezTo>
                    <a:cubicBezTo>
                      <a:pt x="15891" y="0"/>
                      <a:pt x="20474" y="4583"/>
                      <a:pt x="20474" y="10237"/>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0" name="Google Shape;1110;p40"/>
              <p:cNvSpPr/>
              <p:nvPr/>
            </p:nvSpPr>
            <p:spPr>
              <a:xfrm flipH="1">
                <a:off x="6555565" y="2543437"/>
                <a:ext cx="207131" cy="592881"/>
              </a:xfrm>
              <a:custGeom>
                <a:avLst/>
                <a:gdLst/>
                <a:ahLst/>
                <a:cxnLst/>
                <a:rect l="l" t="t" r="r" b="b"/>
                <a:pathLst>
                  <a:path w="50986" h="145940" extrusionOk="0">
                    <a:moveTo>
                      <a:pt x="42705" y="10487"/>
                    </a:moveTo>
                    <a:cubicBezTo>
                      <a:pt x="45451" y="55638"/>
                      <a:pt x="48240" y="100789"/>
                      <a:pt x="50986" y="145941"/>
                    </a:cubicBezTo>
                    <a:cubicBezTo>
                      <a:pt x="38835" y="143694"/>
                      <a:pt x="26683" y="141446"/>
                      <a:pt x="14532" y="139199"/>
                    </a:cubicBezTo>
                    <a:cubicBezTo>
                      <a:pt x="11037" y="126174"/>
                      <a:pt x="7915" y="111900"/>
                      <a:pt x="5335" y="96462"/>
                    </a:cubicBezTo>
                    <a:cubicBezTo>
                      <a:pt x="4420" y="90095"/>
                      <a:pt x="3463" y="83603"/>
                      <a:pt x="2714" y="76820"/>
                    </a:cubicBezTo>
                    <a:cubicBezTo>
                      <a:pt x="1715" y="68164"/>
                      <a:pt x="841" y="59217"/>
                      <a:pt x="508" y="50062"/>
                    </a:cubicBezTo>
                    <a:cubicBezTo>
                      <a:pt x="-116" y="36163"/>
                      <a:pt x="-158" y="23054"/>
                      <a:pt x="342" y="10737"/>
                    </a:cubicBezTo>
                    <a:cubicBezTo>
                      <a:pt x="6958" y="2705"/>
                      <a:pt x="17029" y="-1373"/>
                      <a:pt x="26475" y="416"/>
                    </a:cubicBezTo>
                    <a:cubicBezTo>
                      <a:pt x="35797" y="2081"/>
                      <a:pt x="41248" y="8614"/>
                      <a:pt x="42663" y="10570"/>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1" name="Google Shape;1111;p40"/>
              <p:cNvSpPr/>
              <p:nvPr/>
            </p:nvSpPr>
            <p:spPr>
              <a:xfrm flipH="1">
                <a:off x="6578734" y="2855101"/>
                <a:ext cx="172945" cy="79792"/>
              </a:xfrm>
              <a:custGeom>
                <a:avLst/>
                <a:gdLst/>
                <a:ahLst/>
                <a:cxnLst/>
                <a:rect l="l" t="t" r="r" b="b"/>
                <a:pathLst>
                  <a:path w="42571" h="19641" extrusionOk="0">
                    <a:moveTo>
                      <a:pt x="42571" y="3953"/>
                    </a:moveTo>
                    <a:cubicBezTo>
                      <a:pt x="37827" y="6950"/>
                      <a:pt x="32085" y="10112"/>
                      <a:pt x="25301" y="12984"/>
                    </a:cubicBezTo>
                    <a:cubicBezTo>
                      <a:pt x="17020" y="16354"/>
                      <a:pt x="9238" y="18393"/>
                      <a:pt x="2622" y="19642"/>
                    </a:cubicBezTo>
                    <a:cubicBezTo>
                      <a:pt x="1706" y="13275"/>
                      <a:pt x="749" y="6783"/>
                      <a:pt x="0" y="0"/>
                    </a:cubicBezTo>
                    <a:lnTo>
                      <a:pt x="42530" y="395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2" name="Google Shape;1112;p40"/>
              <p:cNvSpPr/>
              <p:nvPr/>
            </p:nvSpPr>
            <p:spPr>
              <a:xfrm flipH="1">
                <a:off x="6550958" y="2522126"/>
                <a:ext cx="266431" cy="372210"/>
              </a:xfrm>
              <a:custGeom>
                <a:avLst/>
                <a:gdLst/>
                <a:ahLst/>
                <a:cxnLst/>
                <a:rect l="l" t="t" r="r" b="b"/>
                <a:pathLst>
                  <a:path w="65583" h="91621" extrusionOk="0">
                    <a:moveTo>
                      <a:pt x="7241" y="25974"/>
                    </a:moveTo>
                    <a:cubicBezTo>
                      <a:pt x="4827" y="46281"/>
                      <a:pt x="2413" y="66630"/>
                      <a:pt x="0" y="86938"/>
                    </a:cubicBezTo>
                    <a:cubicBezTo>
                      <a:pt x="9530" y="89602"/>
                      <a:pt x="22971" y="92182"/>
                      <a:pt x="39117" y="91516"/>
                    </a:cubicBezTo>
                    <a:cubicBezTo>
                      <a:pt x="49437" y="91100"/>
                      <a:pt x="58384" y="89477"/>
                      <a:pt x="65584" y="87604"/>
                    </a:cubicBezTo>
                    <a:cubicBezTo>
                      <a:pt x="63295" y="62511"/>
                      <a:pt x="61006" y="37417"/>
                      <a:pt x="58717" y="12324"/>
                    </a:cubicBezTo>
                    <a:cubicBezTo>
                      <a:pt x="50353" y="1172"/>
                      <a:pt x="35913" y="-2865"/>
                      <a:pt x="24178" y="2087"/>
                    </a:cubicBezTo>
                    <a:cubicBezTo>
                      <a:pt x="14815" y="6040"/>
                      <a:pt x="8364" y="15279"/>
                      <a:pt x="7282" y="2589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3" name="Google Shape;1113;p40"/>
              <p:cNvSpPr/>
              <p:nvPr/>
            </p:nvSpPr>
            <p:spPr>
              <a:xfrm flipH="1">
                <a:off x="6478815" y="1973826"/>
                <a:ext cx="533337" cy="435167"/>
              </a:xfrm>
              <a:custGeom>
                <a:avLst/>
                <a:gdLst/>
                <a:ahLst/>
                <a:cxnLst/>
                <a:rect l="l" t="t" r="r" b="b"/>
                <a:pathLst>
                  <a:path w="131283" h="107118" extrusionOk="0">
                    <a:moveTo>
                      <a:pt x="107364" y="42"/>
                    </a:moveTo>
                    <a:cubicBezTo>
                      <a:pt x="124884" y="13982"/>
                      <a:pt x="128504" y="25593"/>
                      <a:pt x="128754" y="33458"/>
                    </a:cubicBezTo>
                    <a:cubicBezTo>
                      <a:pt x="129170" y="48023"/>
                      <a:pt x="118017" y="53474"/>
                      <a:pt x="120306" y="68663"/>
                    </a:cubicBezTo>
                    <a:cubicBezTo>
                      <a:pt x="122470" y="82937"/>
                      <a:pt x="134330" y="88929"/>
                      <a:pt x="130543" y="96753"/>
                    </a:cubicBezTo>
                    <a:cubicBezTo>
                      <a:pt x="128130" y="101746"/>
                      <a:pt x="122096" y="103577"/>
                      <a:pt x="116727" y="105200"/>
                    </a:cubicBezTo>
                    <a:cubicBezTo>
                      <a:pt x="112067" y="106615"/>
                      <a:pt x="102745" y="108696"/>
                      <a:pt x="85975" y="105200"/>
                    </a:cubicBezTo>
                    <a:cubicBezTo>
                      <a:pt x="66957" y="101247"/>
                      <a:pt x="53557" y="93174"/>
                      <a:pt x="49895" y="90927"/>
                    </a:cubicBezTo>
                    <a:cubicBezTo>
                      <a:pt x="22763" y="74406"/>
                      <a:pt x="7366" y="50644"/>
                      <a:pt x="0" y="36995"/>
                    </a:cubicBezTo>
                    <a:lnTo>
                      <a:pt x="107406" y="0"/>
                    </a:lnTo>
                    <a:close/>
                  </a:path>
                </a:pathLst>
              </a:custGeom>
              <a:solidFill>
                <a:srgbClr val="BA473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4" name="Google Shape;1114;p40"/>
              <p:cNvSpPr/>
              <p:nvPr/>
            </p:nvSpPr>
            <p:spPr>
              <a:xfrm flipH="1">
                <a:off x="7162440" y="3582654"/>
                <a:ext cx="253415" cy="1015186"/>
              </a:xfrm>
              <a:custGeom>
                <a:avLst/>
                <a:gdLst/>
                <a:ahLst/>
                <a:cxnLst/>
                <a:rect l="l" t="t" r="r" b="b"/>
                <a:pathLst>
                  <a:path w="62379" h="249892" extrusionOk="0">
                    <a:moveTo>
                      <a:pt x="59130" y="249892"/>
                    </a:moveTo>
                    <a:cubicBezTo>
                      <a:pt x="51723" y="248020"/>
                      <a:pt x="44316" y="246189"/>
                      <a:pt x="36867" y="244316"/>
                    </a:cubicBezTo>
                    <a:cubicBezTo>
                      <a:pt x="36950" y="239447"/>
                      <a:pt x="36992" y="231790"/>
                      <a:pt x="36451" y="222510"/>
                    </a:cubicBezTo>
                    <a:cubicBezTo>
                      <a:pt x="32164" y="150685"/>
                      <a:pt x="1911" y="122345"/>
                      <a:pt x="80" y="65917"/>
                    </a:cubicBezTo>
                    <a:cubicBezTo>
                      <a:pt x="-336" y="52517"/>
                      <a:pt x="663" y="32833"/>
                      <a:pt x="8195" y="8572"/>
                    </a:cubicBezTo>
                    <a:cubicBezTo>
                      <a:pt x="26172" y="5701"/>
                      <a:pt x="44149" y="2871"/>
                      <a:pt x="62085" y="0"/>
                    </a:cubicBezTo>
                    <a:cubicBezTo>
                      <a:pt x="63084" y="52434"/>
                      <a:pt x="61377" y="93132"/>
                      <a:pt x="59505" y="121513"/>
                    </a:cubicBezTo>
                    <a:cubicBezTo>
                      <a:pt x="58465" y="137202"/>
                      <a:pt x="56425" y="163668"/>
                      <a:pt x="56925" y="200247"/>
                    </a:cubicBezTo>
                    <a:cubicBezTo>
                      <a:pt x="57216" y="221054"/>
                      <a:pt x="58215" y="238241"/>
                      <a:pt x="59047" y="249851"/>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5" name="Google Shape;1115;p40"/>
              <p:cNvSpPr/>
              <p:nvPr/>
            </p:nvSpPr>
            <p:spPr>
              <a:xfrm flipH="1">
                <a:off x="6051990" y="3043618"/>
                <a:ext cx="655688" cy="277757"/>
              </a:xfrm>
              <a:custGeom>
                <a:avLst/>
                <a:gdLst/>
                <a:ahLst/>
                <a:cxnLst/>
                <a:rect l="l" t="t" r="r" b="b"/>
                <a:pathLst>
                  <a:path w="161400" h="68371" extrusionOk="0">
                    <a:moveTo>
                      <a:pt x="157239" y="68372"/>
                    </a:moveTo>
                    <a:cubicBezTo>
                      <a:pt x="158612" y="63878"/>
                      <a:pt x="160027" y="59383"/>
                      <a:pt x="161400" y="54889"/>
                    </a:cubicBezTo>
                    <a:cubicBezTo>
                      <a:pt x="133810" y="36329"/>
                      <a:pt x="95733" y="16271"/>
                      <a:pt x="47710" y="5576"/>
                    </a:cubicBezTo>
                    <a:cubicBezTo>
                      <a:pt x="36183" y="2996"/>
                      <a:pt x="25114" y="1207"/>
                      <a:pt x="14586" y="0"/>
                    </a:cubicBezTo>
                    <a:cubicBezTo>
                      <a:pt x="6138" y="3454"/>
                      <a:pt x="437" y="11153"/>
                      <a:pt x="21" y="19684"/>
                    </a:cubicBezTo>
                    <a:cubicBezTo>
                      <a:pt x="-395" y="28922"/>
                      <a:pt x="5555" y="35122"/>
                      <a:pt x="6679" y="36204"/>
                    </a:cubicBezTo>
                    <a:cubicBezTo>
                      <a:pt x="17332" y="40865"/>
                      <a:pt x="26113" y="43612"/>
                      <a:pt x="31314" y="45110"/>
                    </a:cubicBezTo>
                    <a:cubicBezTo>
                      <a:pt x="74135" y="57303"/>
                      <a:pt x="97731" y="47773"/>
                      <a:pt x="138679" y="61089"/>
                    </a:cubicBezTo>
                    <a:cubicBezTo>
                      <a:pt x="147251" y="63878"/>
                      <a:pt x="153910" y="66791"/>
                      <a:pt x="157280" y="68330"/>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6" name="Google Shape;1116;p40"/>
              <p:cNvSpPr/>
              <p:nvPr/>
            </p:nvSpPr>
            <p:spPr>
              <a:xfrm flipH="1">
                <a:off x="6630067" y="2112065"/>
                <a:ext cx="754508" cy="530441"/>
              </a:xfrm>
              <a:custGeom>
                <a:avLst/>
                <a:gdLst/>
                <a:ahLst/>
                <a:cxnLst/>
                <a:rect l="l" t="t" r="r" b="b"/>
                <a:pathLst>
                  <a:path w="185725" h="130570" extrusionOk="0">
                    <a:moveTo>
                      <a:pt x="165072" y="130570"/>
                    </a:moveTo>
                    <a:cubicBezTo>
                      <a:pt x="110267" y="123620"/>
                      <a:pt x="55419" y="116629"/>
                      <a:pt x="613" y="109680"/>
                    </a:cubicBezTo>
                    <a:cubicBezTo>
                      <a:pt x="-593" y="100649"/>
                      <a:pt x="-677" y="88581"/>
                      <a:pt x="6647" y="80841"/>
                    </a:cubicBezTo>
                    <a:cubicBezTo>
                      <a:pt x="18424" y="68399"/>
                      <a:pt x="38566" y="78511"/>
                      <a:pt x="58873" y="70646"/>
                    </a:cubicBezTo>
                    <a:cubicBezTo>
                      <a:pt x="71441" y="65777"/>
                      <a:pt x="86546" y="53084"/>
                      <a:pt x="97325" y="18545"/>
                    </a:cubicBezTo>
                    <a:cubicBezTo>
                      <a:pt x="98615" y="16547"/>
                      <a:pt x="109892" y="-1846"/>
                      <a:pt x="114886" y="151"/>
                    </a:cubicBezTo>
                    <a:cubicBezTo>
                      <a:pt x="118589" y="1733"/>
                      <a:pt x="117008" y="14259"/>
                      <a:pt x="116301" y="18545"/>
                    </a:cubicBezTo>
                    <a:cubicBezTo>
                      <a:pt x="117174" y="19668"/>
                      <a:pt x="118423" y="21250"/>
                      <a:pt x="120171" y="22540"/>
                    </a:cubicBezTo>
                    <a:cubicBezTo>
                      <a:pt x="122293" y="24662"/>
                      <a:pt x="125164" y="26660"/>
                      <a:pt x="128868" y="27658"/>
                    </a:cubicBezTo>
                    <a:cubicBezTo>
                      <a:pt x="129992" y="27950"/>
                      <a:pt x="131157" y="28075"/>
                      <a:pt x="132156" y="28241"/>
                    </a:cubicBezTo>
                    <a:cubicBezTo>
                      <a:pt x="129867" y="54499"/>
                      <a:pt x="135859" y="68440"/>
                      <a:pt x="142725" y="76430"/>
                    </a:cubicBezTo>
                    <a:cubicBezTo>
                      <a:pt x="142892" y="76638"/>
                      <a:pt x="143058" y="76846"/>
                      <a:pt x="143225" y="77013"/>
                    </a:cubicBezTo>
                    <a:cubicBezTo>
                      <a:pt x="143225" y="77013"/>
                      <a:pt x="143932" y="77803"/>
                      <a:pt x="144723" y="78552"/>
                    </a:cubicBezTo>
                    <a:cubicBezTo>
                      <a:pt x="146304" y="80092"/>
                      <a:pt x="183591" y="97820"/>
                      <a:pt x="185630" y="109472"/>
                    </a:cubicBezTo>
                    <a:cubicBezTo>
                      <a:pt x="186379" y="113675"/>
                      <a:pt x="183050" y="120250"/>
                      <a:pt x="165114" y="130570"/>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7" name="Google Shape;1117;p40"/>
              <p:cNvSpPr/>
              <p:nvPr/>
            </p:nvSpPr>
            <p:spPr>
              <a:xfrm flipH="1">
                <a:off x="6704117" y="2536443"/>
                <a:ext cx="587714" cy="98455"/>
              </a:xfrm>
              <a:custGeom>
                <a:avLst/>
                <a:gdLst/>
                <a:ahLst/>
                <a:cxnLst/>
                <a:rect l="l" t="t" r="r" b="b"/>
                <a:pathLst>
                  <a:path w="144668" h="24235" extrusionOk="0">
                    <a:moveTo>
                      <a:pt x="141309" y="18119"/>
                    </a:moveTo>
                    <a:cubicBezTo>
                      <a:pt x="141766" y="18160"/>
                      <a:pt x="142848" y="18368"/>
                      <a:pt x="143639" y="19201"/>
                    </a:cubicBezTo>
                    <a:cubicBezTo>
                      <a:pt x="144804" y="20407"/>
                      <a:pt x="145012" y="22405"/>
                      <a:pt x="144097" y="24236"/>
                    </a:cubicBezTo>
                    <a:cubicBezTo>
                      <a:pt x="96116" y="17994"/>
                      <a:pt x="48135" y="11752"/>
                      <a:pt x="112" y="5509"/>
                    </a:cubicBezTo>
                    <a:cubicBezTo>
                      <a:pt x="-262" y="3928"/>
                      <a:pt x="320" y="2305"/>
                      <a:pt x="1569" y="1515"/>
                    </a:cubicBezTo>
                    <a:cubicBezTo>
                      <a:pt x="2859" y="641"/>
                      <a:pt x="4357" y="1057"/>
                      <a:pt x="4565" y="1140"/>
                    </a:cubicBezTo>
                    <a:cubicBezTo>
                      <a:pt x="24331" y="-1357"/>
                      <a:pt x="39229" y="682"/>
                      <a:pt x="49300" y="3096"/>
                    </a:cubicBezTo>
                    <a:cubicBezTo>
                      <a:pt x="57498" y="5052"/>
                      <a:pt x="59495" y="6550"/>
                      <a:pt x="68651" y="8173"/>
                    </a:cubicBezTo>
                    <a:cubicBezTo>
                      <a:pt x="84880" y="11086"/>
                      <a:pt x="92454" y="8922"/>
                      <a:pt x="105895" y="9754"/>
                    </a:cubicBezTo>
                    <a:cubicBezTo>
                      <a:pt x="114218" y="10295"/>
                      <a:pt x="126453" y="12085"/>
                      <a:pt x="141309" y="1816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8" name="Google Shape;1118;p40"/>
              <p:cNvSpPr/>
              <p:nvPr/>
            </p:nvSpPr>
            <p:spPr>
              <a:xfrm flipH="1">
                <a:off x="6938288" y="2449010"/>
                <a:ext cx="59337" cy="17993"/>
              </a:xfrm>
              <a:custGeom>
                <a:avLst/>
                <a:gdLst/>
                <a:ahLst/>
                <a:cxnLst/>
                <a:rect l="l" t="t" r="r" b="b"/>
                <a:pathLst>
                  <a:path w="14606" h="4429" extrusionOk="0">
                    <a:moveTo>
                      <a:pt x="0" y="291"/>
                    </a:moveTo>
                    <a:cubicBezTo>
                      <a:pt x="1665" y="3038"/>
                      <a:pt x="4702" y="4619"/>
                      <a:pt x="7823" y="4411"/>
                    </a:cubicBezTo>
                    <a:cubicBezTo>
                      <a:pt x="12276" y="4078"/>
                      <a:pt x="14440" y="291"/>
                      <a:pt x="14607" y="0"/>
                    </a:cubicBezTo>
                    <a:lnTo>
                      <a:pt x="0" y="2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9" name="Google Shape;1119;p40"/>
              <p:cNvSpPr/>
              <p:nvPr/>
            </p:nvSpPr>
            <p:spPr>
              <a:xfrm flipH="1">
                <a:off x="6720593" y="2488535"/>
                <a:ext cx="219095" cy="26057"/>
              </a:xfrm>
              <a:custGeom>
                <a:avLst/>
                <a:gdLst/>
                <a:ahLst/>
                <a:cxnLst/>
                <a:rect l="l" t="t" r="r" b="b"/>
                <a:pathLst>
                  <a:path w="53931" h="6414" extrusionOk="0">
                    <a:moveTo>
                      <a:pt x="0" y="0"/>
                    </a:moveTo>
                    <a:cubicBezTo>
                      <a:pt x="999" y="624"/>
                      <a:pt x="2539" y="1540"/>
                      <a:pt x="4494" y="2455"/>
                    </a:cubicBezTo>
                    <a:cubicBezTo>
                      <a:pt x="11069" y="5493"/>
                      <a:pt x="16895" y="5826"/>
                      <a:pt x="20932" y="5992"/>
                    </a:cubicBezTo>
                    <a:cubicBezTo>
                      <a:pt x="35622" y="6658"/>
                      <a:pt x="49313" y="6367"/>
                      <a:pt x="53932" y="6242"/>
                    </a:cubicBezTo>
                    <a:cubicBezTo>
                      <a:pt x="43445" y="5243"/>
                      <a:pt x="33000" y="4245"/>
                      <a:pt x="22513" y="3246"/>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40"/>
              <p:cNvSpPr/>
              <p:nvPr/>
            </p:nvSpPr>
            <p:spPr>
              <a:xfrm flipH="1">
                <a:off x="6993229" y="2450021"/>
                <a:ext cx="218250" cy="38732"/>
              </a:xfrm>
              <a:custGeom>
                <a:avLst/>
                <a:gdLst/>
                <a:ahLst/>
                <a:cxnLst/>
                <a:rect l="l" t="t" r="r" b="b"/>
                <a:pathLst>
                  <a:path w="53723" h="9534" extrusionOk="0">
                    <a:moveTo>
                      <a:pt x="53724" y="7782"/>
                    </a:moveTo>
                    <a:cubicBezTo>
                      <a:pt x="52600" y="8156"/>
                      <a:pt x="50894" y="8614"/>
                      <a:pt x="48772" y="8989"/>
                    </a:cubicBezTo>
                    <a:cubicBezTo>
                      <a:pt x="41656" y="10237"/>
                      <a:pt x="35913" y="9072"/>
                      <a:pt x="31960" y="8198"/>
                    </a:cubicBezTo>
                    <a:cubicBezTo>
                      <a:pt x="17603" y="5077"/>
                      <a:pt x="4411" y="1290"/>
                      <a:pt x="0" y="0"/>
                    </a:cubicBezTo>
                    <a:cubicBezTo>
                      <a:pt x="10362" y="1706"/>
                      <a:pt x="20765" y="3412"/>
                      <a:pt x="31127" y="5119"/>
                    </a:cubicBezTo>
                    <a:lnTo>
                      <a:pt x="53724" y="7740"/>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1" name="Google Shape;1121;p40"/>
              <p:cNvSpPr/>
              <p:nvPr/>
            </p:nvSpPr>
            <p:spPr>
              <a:xfrm flipH="1">
                <a:off x="6675519" y="2492132"/>
                <a:ext cx="802681" cy="1166108"/>
              </a:xfrm>
              <a:custGeom>
                <a:avLst/>
                <a:gdLst/>
                <a:ahLst/>
                <a:cxnLst/>
                <a:rect l="l" t="t" r="r" b="b"/>
                <a:pathLst>
                  <a:path w="197583" h="287042" extrusionOk="0">
                    <a:moveTo>
                      <a:pt x="23221" y="201858"/>
                    </a:moveTo>
                    <a:cubicBezTo>
                      <a:pt x="12776" y="215424"/>
                      <a:pt x="5368" y="228990"/>
                      <a:pt x="0" y="241474"/>
                    </a:cubicBezTo>
                    <a:cubicBezTo>
                      <a:pt x="2871" y="243181"/>
                      <a:pt x="5410" y="245594"/>
                      <a:pt x="7324" y="249215"/>
                    </a:cubicBezTo>
                    <a:cubicBezTo>
                      <a:pt x="21306" y="275723"/>
                      <a:pt x="93174" y="284087"/>
                      <a:pt x="114938" y="285627"/>
                    </a:cubicBezTo>
                    <a:cubicBezTo>
                      <a:pt x="134705" y="287042"/>
                      <a:pt x="159840" y="288165"/>
                      <a:pt x="183726" y="285044"/>
                    </a:cubicBezTo>
                    <a:cubicBezTo>
                      <a:pt x="182977" y="267566"/>
                      <a:pt x="179648" y="245053"/>
                      <a:pt x="169536" y="220875"/>
                    </a:cubicBezTo>
                    <a:cubicBezTo>
                      <a:pt x="163169" y="205686"/>
                      <a:pt x="155553" y="193285"/>
                      <a:pt x="148479" y="183631"/>
                    </a:cubicBezTo>
                    <a:cubicBezTo>
                      <a:pt x="157384" y="156707"/>
                      <a:pt x="166290" y="129782"/>
                      <a:pt x="175195" y="102858"/>
                    </a:cubicBezTo>
                    <a:cubicBezTo>
                      <a:pt x="186057" y="99029"/>
                      <a:pt x="194379" y="89666"/>
                      <a:pt x="195919" y="77848"/>
                    </a:cubicBezTo>
                    <a:cubicBezTo>
                      <a:pt x="196918" y="70024"/>
                      <a:pt x="194837" y="62534"/>
                      <a:pt x="190551" y="56458"/>
                    </a:cubicBezTo>
                    <a:cubicBezTo>
                      <a:pt x="192881" y="49342"/>
                      <a:pt x="195253" y="42268"/>
                      <a:pt x="197584" y="35152"/>
                    </a:cubicBezTo>
                    <a:cubicBezTo>
                      <a:pt x="194213" y="29908"/>
                      <a:pt x="189011" y="23583"/>
                      <a:pt x="181229" y="18340"/>
                    </a:cubicBezTo>
                    <a:cubicBezTo>
                      <a:pt x="156469" y="1694"/>
                      <a:pt x="127173" y="10849"/>
                      <a:pt x="122470" y="12430"/>
                    </a:cubicBezTo>
                    <a:cubicBezTo>
                      <a:pt x="117893" y="9642"/>
                      <a:pt x="91884" y="-6670"/>
                      <a:pt x="63711" y="3067"/>
                    </a:cubicBezTo>
                    <a:cubicBezTo>
                      <a:pt x="54847" y="6147"/>
                      <a:pt x="48189" y="10932"/>
                      <a:pt x="43612" y="15135"/>
                    </a:cubicBezTo>
                    <a:cubicBezTo>
                      <a:pt x="44069" y="22584"/>
                      <a:pt x="44527" y="30075"/>
                      <a:pt x="44985" y="37565"/>
                    </a:cubicBezTo>
                    <a:cubicBezTo>
                      <a:pt x="39284" y="42351"/>
                      <a:pt x="35330" y="49051"/>
                      <a:pt x="34331" y="56874"/>
                    </a:cubicBezTo>
                    <a:cubicBezTo>
                      <a:pt x="32792" y="68693"/>
                      <a:pt x="38410" y="79887"/>
                      <a:pt x="47939" y="86337"/>
                    </a:cubicBezTo>
                    <a:cubicBezTo>
                      <a:pt x="49646" y="114635"/>
                      <a:pt x="51352" y="142932"/>
                      <a:pt x="53099" y="171271"/>
                    </a:cubicBezTo>
                    <a:cubicBezTo>
                      <a:pt x="43820" y="178804"/>
                      <a:pt x="33291" y="188833"/>
                      <a:pt x="23221" y="201899"/>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2" name="Google Shape;1122;p40"/>
              <p:cNvSpPr/>
              <p:nvPr/>
            </p:nvSpPr>
            <p:spPr>
              <a:xfrm flipH="1">
                <a:off x="7040519" y="3199364"/>
                <a:ext cx="461155" cy="549770"/>
              </a:xfrm>
              <a:custGeom>
                <a:avLst/>
                <a:gdLst/>
                <a:ahLst/>
                <a:cxnLst/>
                <a:rect l="l" t="t" r="r" b="b"/>
                <a:pathLst>
                  <a:path w="113515" h="135328" extrusionOk="0">
                    <a:moveTo>
                      <a:pt x="55262" y="42"/>
                    </a:moveTo>
                    <a:cubicBezTo>
                      <a:pt x="26465" y="-666"/>
                      <a:pt x="-6535" y="48980"/>
                      <a:pt x="1122" y="92050"/>
                    </a:cubicBezTo>
                    <a:cubicBezTo>
                      <a:pt x="4535" y="111234"/>
                      <a:pt x="15271" y="124884"/>
                      <a:pt x="22720" y="132582"/>
                    </a:cubicBezTo>
                    <a:cubicBezTo>
                      <a:pt x="52349" y="133498"/>
                      <a:pt x="81937" y="134413"/>
                      <a:pt x="111566" y="135329"/>
                    </a:cubicBezTo>
                    <a:cubicBezTo>
                      <a:pt x="113647" y="122429"/>
                      <a:pt x="114937" y="104118"/>
                      <a:pt x="110775" y="83103"/>
                    </a:cubicBezTo>
                    <a:cubicBezTo>
                      <a:pt x="104866" y="53349"/>
                      <a:pt x="84517" y="749"/>
                      <a:pt x="5526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40"/>
              <p:cNvSpPr/>
              <p:nvPr/>
            </p:nvSpPr>
            <p:spPr>
              <a:xfrm flipH="1">
                <a:off x="6805303" y="2203395"/>
                <a:ext cx="115972" cy="223661"/>
              </a:xfrm>
              <a:custGeom>
                <a:avLst/>
                <a:gdLst/>
                <a:ahLst/>
                <a:cxnLst/>
                <a:rect l="l" t="t" r="r" b="b"/>
                <a:pathLst>
                  <a:path w="28547" h="55055" extrusionOk="0">
                    <a:moveTo>
                      <a:pt x="28547" y="53932"/>
                    </a:moveTo>
                    <a:cubicBezTo>
                      <a:pt x="26675" y="54639"/>
                      <a:pt x="24677" y="55055"/>
                      <a:pt x="22680" y="55055"/>
                    </a:cubicBezTo>
                    <a:cubicBezTo>
                      <a:pt x="10112" y="55055"/>
                      <a:pt x="0" y="40366"/>
                      <a:pt x="0" y="22097"/>
                    </a:cubicBezTo>
                    <a:cubicBezTo>
                      <a:pt x="0" y="13525"/>
                      <a:pt x="2289" y="5826"/>
                      <a:pt x="5992" y="0"/>
                    </a:cubicBezTo>
                    <a:cubicBezTo>
                      <a:pt x="8115" y="2122"/>
                      <a:pt x="10986" y="4120"/>
                      <a:pt x="14690" y="5118"/>
                    </a:cubicBezTo>
                    <a:cubicBezTo>
                      <a:pt x="15813" y="5410"/>
                      <a:pt x="16979" y="5535"/>
                      <a:pt x="17977" y="5701"/>
                    </a:cubicBezTo>
                    <a:cubicBezTo>
                      <a:pt x="15689" y="31960"/>
                      <a:pt x="21681" y="45900"/>
                      <a:pt x="28547" y="5389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4" name="Google Shape;1124;p40"/>
              <p:cNvSpPr/>
              <p:nvPr/>
            </p:nvSpPr>
            <p:spPr>
              <a:xfrm flipH="1">
                <a:off x="6528932" y="1856667"/>
                <a:ext cx="431750" cy="532399"/>
              </a:xfrm>
              <a:custGeom>
                <a:avLst/>
                <a:gdLst/>
                <a:ahLst/>
                <a:cxnLst/>
                <a:rect l="l" t="t" r="r" b="b"/>
                <a:pathLst>
                  <a:path w="106277" h="131052" extrusionOk="0">
                    <a:moveTo>
                      <a:pt x="82949" y="103393"/>
                    </a:moveTo>
                    <a:cubicBezTo>
                      <a:pt x="79120" y="111008"/>
                      <a:pt x="73586" y="115086"/>
                      <a:pt x="66511" y="120330"/>
                    </a:cubicBezTo>
                    <a:cubicBezTo>
                      <a:pt x="65263" y="121245"/>
                      <a:pt x="50157" y="132273"/>
                      <a:pt x="40170" y="130941"/>
                    </a:cubicBezTo>
                    <a:cubicBezTo>
                      <a:pt x="36632" y="130484"/>
                      <a:pt x="33470" y="129152"/>
                      <a:pt x="33470" y="129152"/>
                    </a:cubicBezTo>
                    <a:cubicBezTo>
                      <a:pt x="31306" y="128236"/>
                      <a:pt x="29391" y="127071"/>
                      <a:pt x="27602" y="125698"/>
                    </a:cubicBezTo>
                    <a:cubicBezTo>
                      <a:pt x="25438" y="124075"/>
                      <a:pt x="9125" y="110010"/>
                      <a:pt x="3008" y="88786"/>
                    </a:cubicBezTo>
                    <a:cubicBezTo>
                      <a:pt x="-4566" y="62445"/>
                      <a:pt x="1094" y="16877"/>
                      <a:pt x="32304" y="3602"/>
                    </a:cubicBezTo>
                    <a:cubicBezTo>
                      <a:pt x="51530" y="-4596"/>
                      <a:pt x="71630" y="3269"/>
                      <a:pt x="79412" y="6848"/>
                    </a:cubicBezTo>
                    <a:cubicBezTo>
                      <a:pt x="80244" y="7264"/>
                      <a:pt x="81159" y="7764"/>
                      <a:pt x="82200" y="8346"/>
                    </a:cubicBezTo>
                    <a:cubicBezTo>
                      <a:pt x="82200" y="8346"/>
                      <a:pt x="86111" y="10635"/>
                      <a:pt x="89441" y="13257"/>
                    </a:cubicBezTo>
                    <a:cubicBezTo>
                      <a:pt x="101550" y="22786"/>
                      <a:pt x="104963" y="34064"/>
                      <a:pt x="104963" y="34064"/>
                    </a:cubicBezTo>
                    <a:cubicBezTo>
                      <a:pt x="108250" y="44925"/>
                      <a:pt x="104796" y="56036"/>
                      <a:pt x="100926" y="64400"/>
                    </a:cubicBezTo>
                    <a:cubicBezTo>
                      <a:pt x="100177" y="66023"/>
                      <a:pt x="99428" y="67521"/>
                      <a:pt x="98679" y="68895"/>
                    </a:cubicBezTo>
                    <a:cubicBezTo>
                      <a:pt x="97847" y="70476"/>
                      <a:pt x="97056" y="71891"/>
                      <a:pt x="96390" y="73098"/>
                    </a:cubicBezTo>
                    <a:cubicBezTo>
                      <a:pt x="94351" y="76718"/>
                      <a:pt x="92687" y="78924"/>
                      <a:pt x="90106" y="84417"/>
                    </a:cubicBezTo>
                    <a:cubicBezTo>
                      <a:pt x="85529" y="94196"/>
                      <a:pt x="86028" y="97442"/>
                      <a:pt x="82990" y="103434"/>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5" name="Google Shape;1125;p40"/>
              <p:cNvSpPr/>
              <p:nvPr/>
            </p:nvSpPr>
            <p:spPr>
              <a:xfrm flipH="1">
                <a:off x="6748704" y="2101093"/>
                <a:ext cx="49498" cy="44025"/>
              </a:xfrm>
              <a:custGeom>
                <a:avLst/>
                <a:gdLst/>
                <a:ahLst/>
                <a:cxnLst/>
                <a:rect l="l" t="t" r="r" b="b"/>
                <a:pathLst>
                  <a:path w="12184" h="10837" extrusionOk="0">
                    <a:moveTo>
                      <a:pt x="11627" y="8223"/>
                    </a:moveTo>
                    <a:cubicBezTo>
                      <a:pt x="10254" y="10803"/>
                      <a:pt x="6633" y="11594"/>
                      <a:pt x="3596" y="10054"/>
                    </a:cubicBezTo>
                    <a:cubicBezTo>
                      <a:pt x="516" y="8514"/>
                      <a:pt x="-857" y="5144"/>
                      <a:pt x="558" y="2605"/>
                    </a:cubicBezTo>
                    <a:cubicBezTo>
                      <a:pt x="1973" y="67"/>
                      <a:pt x="5551" y="-766"/>
                      <a:pt x="8589" y="774"/>
                    </a:cubicBezTo>
                    <a:cubicBezTo>
                      <a:pt x="11669" y="2314"/>
                      <a:pt x="13042" y="5685"/>
                      <a:pt x="11627" y="82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40"/>
              <p:cNvSpPr/>
              <p:nvPr/>
            </p:nvSpPr>
            <p:spPr>
              <a:xfrm flipH="1">
                <a:off x="6724142" y="2079773"/>
                <a:ext cx="113015" cy="59138"/>
              </a:xfrm>
              <a:custGeom>
                <a:avLst/>
                <a:gdLst/>
                <a:ahLst/>
                <a:cxnLst/>
                <a:rect l="l" t="t" r="r" b="b"/>
                <a:pathLst>
                  <a:path w="27819" h="14557" extrusionOk="0">
                    <a:moveTo>
                      <a:pt x="21058" y="14557"/>
                    </a:moveTo>
                    <a:cubicBezTo>
                      <a:pt x="20642" y="14557"/>
                      <a:pt x="20226" y="14433"/>
                      <a:pt x="19893" y="14141"/>
                    </a:cubicBezTo>
                    <a:cubicBezTo>
                      <a:pt x="19394" y="13767"/>
                      <a:pt x="19144" y="13143"/>
                      <a:pt x="19227" y="12477"/>
                    </a:cubicBezTo>
                    <a:cubicBezTo>
                      <a:pt x="19352" y="11561"/>
                      <a:pt x="19269" y="10729"/>
                      <a:pt x="18978" y="9938"/>
                    </a:cubicBezTo>
                    <a:cubicBezTo>
                      <a:pt x="17605" y="5902"/>
                      <a:pt x="10613" y="3322"/>
                      <a:pt x="1916" y="3696"/>
                    </a:cubicBezTo>
                    <a:cubicBezTo>
                      <a:pt x="876" y="3696"/>
                      <a:pt x="43" y="2905"/>
                      <a:pt x="2" y="1948"/>
                    </a:cubicBezTo>
                    <a:cubicBezTo>
                      <a:pt x="-40" y="950"/>
                      <a:pt x="751" y="76"/>
                      <a:pt x="1750" y="34"/>
                    </a:cubicBezTo>
                    <a:cubicBezTo>
                      <a:pt x="12361" y="-382"/>
                      <a:pt x="20434" y="3030"/>
                      <a:pt x="22390" y="8732"/>
                    </a:cubicBezTo>
                    <a:cubicBezTo>
                      <a:pt x="22557" y="9189"/>
                      <a:pt x="22681" y="9647"/>
                      <a:pt x="22765" y="10146"/>
                    </a:cubicBezTo>
                    <a:lnTo>
                      <a:pt x="25386" y="9273"/>
                    </a:lnTo>
                    <a:cubicBezTo>
                      <a:pt x="26343" y="8940"/>
                      <a:pt x="27384" y="9439"/>
                      <a:pt x="27717" y="10438"/>
                    </a:cubicBezTo>
                    <a:cubicBezTo>
                      <a:pt x="28049" y="11395"/>
                      <a:pt x="27550" y="12435"/>
                      <a:pt x="26551" y="12768"/>
                    </a:cubicBezTo>
                    <a:lnTo>
                      <a:pt x="21599" y="14474"/>
                    </a:lnTo>
                    <a:cubicBezTo>
                      <a:pt x="21599" y="14474"/>
                      <a:pt x="21183" y="14557"/>
                      <a:pt x="21017" y="1455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7" name="Google Shape;1127;p40"/>
              <p:cNvSpPr/>
              <p:nvPr/>
            </p:nvSpPr>
            <p:spPr>
              <a:xfrm flipH="1">
                <a:off x="6591634" y="2185725"/>
                <a:ext cx="49473" cy="44025"/>
              </a:xfrm>
              <a:custGeom>
                <a:avLst/>
                <a:gdLst/>
                <a:ahLst/>
                <a:cxnLst/>
                <a:rect l="l" t="t" r="r" b="b"/>
                <a:pathLst>
                  <a:path w="12178" h="10837" extrusionOk="0">
                    <a:moveTo>
                      <a:pt x="11627" y="8223"/>
                    </a:moveTo>
                    <a:cubicBezTo>
                      <a:pt x="10254" y="10803"/>
                      <a:pt x="6633" y="11594"/>
                      <a:pt x="3596" y="10054"/>
                    </a:cubicBezTo>
                    <a:cubicBezTo>
                      <a:pt x="516" y="8514"/>
                      <a:pt x="-857" y="5144"/>
                      <a:pt x="558" y="2605"/>
                    </a:cubicBezTo>
                    <a:cubicBezTo>
                      <a:pt x="1973" y="67"/>
                      <a:pt x="5551" y="-766"/>
                      <a:pt x="8589" y="774"/>
                    </a:cubicBezTo>
                    <a:cubicBezTo>
                      <a:pt x="11627" y="2314"/>
                      <a:pt x="13042" y="5684"/>
                      <a:pt x="11627" y="82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40"/>
              <p:cNvSpPr/>
              <p:nvPr/>
            </p:nvSpPr>
            <p:spPr>
              <a:xfrm flipH="1">
                <a:off x="6567048" y="2164710"/>
                <a:ext cx="113015" cy="59000"/>
              </a:xfrm>
              <a:custGeom>
                <a:avLst/>
                <a:gdLst/>
                <a:ahLst/>
                <a:cxnLst/>
                <a:rect l="l" t="t" r="r" b="b"/>
                <a:pathLst>
                  <a:path w="27819" h="14523" extrusionOk="0">
                    <a:moveTo>
                      <a:pt x="21059" y="14482"/>
                    </a:moveTo>
                    <a:cubicBezTo>
                      <a:pt x="20642" y="14482"/>
                      <a:pt x="20226" y="14357"/>
                      <a:pt x="19893" y="14066"/>
                    </a:cubicBezTo>
                    <a:cubicBezTo>
                      <a:pt x="19394" y="13649"/>
                      <a:pt x="19144" y="13067"/>
                      <a:pt x="19227" y="12401"/>
                    </a:cubicBezTo>
                    <a:cubicBezTo>
                      <a:pt x="19352" y="11486"/>
                      <a:pt x="19269" y="10653"/>
                      <a:pt x="18978" y="9904"/>
                    </a:cubicBezTo>
                    <a:cubicBezTo>
                      <a:pt x="17563" y="5826"/>
                      <a:pt x="10946" y="3246"/>
                      <a:pt x="1916" y="3662"/>
                    </a:cubicBezTo>
                    <a:cubicBezTo>
                      <a:pt x="1001" y="3620"/>
                      <a:pt x="43" y="2913"/>
                      <a:pt x="2" y="1914"/>
                    </a:cubicBezTo>
                    <a:cubicBezTo>
                      <a:pt x="-40" y="916"/>
                      <a:pt x="751" y="42"/>
                      <a:pt x="1750" y="0"/>
                    </a:cubicBezTo>
                    <a:cubicBezTo>
                      <a:pt x="2332" y="0"/>
                      <a:pt x="2915" y="0"/>
                      <a:pt x="3497" y="0"/>
                    </a:cubicBezTo>
                    <a:cubicBezTo>
                      <a:pt x="13193" y="0"/>
                      <a:pt x="20518" y="3371"/>
                      <a:pt x="22390" y="8739"/>
                    </a:cubicBezTo>
                    <a:cubicBezTo>
                      <a:pt x="22557" y="9197"/>
                      <a:pt x="22681" y="9654"/>
                      <a:pt x="22765" y="10154"/>
                    </a:cubicBezTo>
                    <a:lnTo>
                      <a:pt x="25386" y="9280"/>
                    </a:lnTo>
                    <a:cubicBezTo>
                      <a:pt x="26343" y="8947"/>
                      <a:pt x="27384" y="9446"/>
                      <a:pt x="27717" y="10404"/>
                    </a:cubicBezTo>
                    <a:cubicBezTo>
                      <a:pt x="28050" y="11361"/>
                      <a:pt x="27550" y="12401"/>
                      <a:pt x="26593" y="12734"/>
                    </a:cubicBezTo>
                    <a:lnTo>
                      <a:pt x="21599" y="14440"/>
                    </a:lnTo>
                    <a:cubicBezTo>
                      <a:pt x="21599" y="14440"/>
                      <a:pt x="21225" y="14523"/>
                      <a:pt x="21017" y="145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40"/>
              <p:cNvSpPr/>
              <p:nvPr/>
            </p:nvSpPr>
            <p:spPr>
              <a:xfrm flipH="1">
                <a:off x="6720778" y="2006057"/>
                <a:ext cx="117219" cy="64781"/>
              </a:xfrm>
              <a:custGeom>
                <a:avLst/>
                <a:gdLst/>
                <a:ahLst/>
                <a:cxnLst/>
                <a:rect l="l" t="t" r="r" b="b"/>
                <a:pathLst>
                  <a:path w="28854" h="15946" extrusionOk="0">
                    <a:moveTo>
                      <a:pt x="0" y="2048"/>
                    </a:moveTo>
                    <a:cubicBezTo>
                      <a:pt x="4078" y="3005"/>
                      <a:pt x="9613" y="4711"/>
                      <a:pt x="15647" y="7832"/>
                    </a:cubicBezTo>
                    <a:cubicBezTo>
                      <a:pt x="20849" y="10537"/>
                      <a:pt x="24844" y="13492"/>
                      <a:pt x="27715" y="15947"/>
                    </a:cubicBezTo>
                    <a:cubicBezTo>
                      <a:pt x="28048" y="15239"/>
                      <a:pt x="28381" y="14407"/>
                      <a:pt x="28589" y="13408"/>
                    </a:cubicBezTo>
                    <a:cubicBezTo>
                      <a:pt x="29088" y="11037"/>
                      <a:pt x="28797" y="8914"/>
                      <a:pt x="28422" y="7582"/>
                    </a:cubicBezTo>
                    <a:cubicBezTo>
                      <a:pt x="24261" y="5460"/>
                      <a:pt x="20724" y="3920"/>
                      <a:pt x="18102" y="2880"/>
                    </a:cubicBezTo>
                    <a:cubicBezTo>
                      <a:pt x="11735" y="300"/>
                      <a:pt x="9738" y="50"/>
                      <a:pt x="8364" y="9"/>
                    </a:cubicBezTo>
                    <a:cubicBezTo>
                      <a:pt x="4619" y="-116"/>
                      <a:pt x="1706" y="1132"/>
                      <a:pt x="0" y="204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0" name="Google Shape;1130;p40"/>
              <p:cNvSpPr/>
              <p:nvPr/>
            </p:nvSpPr>
            <p:spPr>
              <a:xfrm flipH="1">
                <a:off x="6712651" y="2037849"/>
                <a:ext cx="8271" cy="35340"/>
              </a:xfrm>
              <a:custGeom>
                <a:avLst/>
                <a:gdLst/>
                <a:ahLst/>
                <a:cxnLst/>
                <a:rect l="l" t="t" r="r" b="b"/>
                <a:pathLst>
                  <a:path w="2036" h="8699" extrusionOk="0">
                    <a:moveTo>
                      <a:pt x="1995" y="832"/>
                    </a:moveTo>
                    <a:cubicBezTo>
                      <a:pt x="2036" y="1665"/>
                      <a:pt x="2078" y="2871"/>
                      <a:pt x="1828" y="4245"/>
                    </a:cubicBezTo>
                    <a:cubicBezTo>
                      <a:pt x="1412" y="6658"/>
                      <a:pt x="330" y="8781"/>
                      <a:pt x="80" y="8697"/>
                    </a:cubicBezTo>
                    <a:cubicBezTo>
                      <a:pt x="-211" y="8614"/>
                      <a:pt x="372" y="5743"/>
                      <a:pt x="538" y="4910"/>
                    </a:cubicBezTo>
                    <a:cubicBezTo>
                      <a:pt x="788" y="3662"/>
                      <a:pt x="1079" y="2580"/>
                      <a:pt x="1037" y="957"/>
                    </a:cubicBezTo>
                    <a:cubicBezTo>
                      <a:pt x="1037" y="541"/>
                      <a:pt x="1037" y="208"/>
                      <a:pt x="954" y="0"/>
                    </a:cubicBezTo>
                    <a:lnTo>
                      <a:pt x="2036" y="83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1" name="Google Shape;1131;p40"/>
              <p:cNvSpPr/>
              <p:nvPr/>
            </p:nvSpPr>
            <p:spPr>
              <a:xfrm flipH="1">
                <a:off x="6550763" y="2091058"/>
                <a:ext cx="88079" cy="44968"/>
              </a:xfrm>
              <a:custGeom>
                <a:avLst/>
                <a:gdLst/>
                <a:ahLst/>
                <a:cxnLst/>
                <a:rect l="l" t="t" r="r" b="b"/>
                <a:pathLst>
                  <a:path w="21681" h="11069" extrusionOk="0">
                    <a:moveTo>
                      <a:pt x="21598" y="6575"/>
                    </a:moveTo>
                    <a:cubicBezTo>
                      <a:pt x="20849" y="8198"/>
                      <a:pt x="20100" y="9696"/>
                      <a:pt x="19351" y="11069"/>
                    </a:cubicBezTo>
                    <a:cubicBezTo>
                      <a:pt x="17769" y="10404"/>
                      <a:pt x="16063" y="9821"/>
                      <a:pt x="14274" y="9238"/>
                    </a:cubicBezTo>
                    <a:cubicBezTo>
                      <a:pt x="8697" y="7491"/>
                      <a:pt x="3745" y="6742"/>
                      <a:pt x="0" y="6450"/>
                    </a:cubicBezTo>
                    <a:cubicBezTo>
                      <a:pt x="250" y="5743"/>
                      <a:pt x="624" y="4911"/>
                      <a:pt x="1207" y="4037"/>
                    </a:cubicBezTo>
                    <a:cubicBezTo>
                      <a:pt x="2539" y="1998"/>
                      <a:pt x="4245" y="749"/>
                      <a:pt x="5451" y="0"/>
                    </a:cubicBezTo>
                    <a:cubicBezTo>
                      <a:pt x="9863" y="1457"/>
                      <a:pt x="13483" y="2871"/>
                      <a:pt x="16105" y="3953"/>
                    </a:cubicBezTo>
                    <a:cubicBezTo>
                      <a:pt x="18643" y="5035"/>
                      <a:pt x="20391" y="5868"/>
                      <a:pt x="21681" y="653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2" name="Google Shape;1132;p40"/>
              <p:cNvSpPr/>
              <p:nvPr/>
            </p:nvSpPr>
            <p:spPr>
              <a:xfrm flipH="1">
                <a:off x="6621255" y="2087510"/>
                <a:ext cx="22685" cy="28080"/>
              </a:xfrm>
              <a:custGeom>
                <a:avLst/>
                <a:gdLst/>
                <a:ahLst/>
                <a:cxnLst/>
                <a:rect l="l" t="t" r="r" b="b"/>
                <a:pathLst>
                  <a:path w="5584" h="6912" extrusionOk="0">
                    <a:moveTo>
                      <a:pt x="4211" y="0"/>
                    </a:moveTo>
                    <a:cubicBezTo>
                      <a:pt x="3587" y="541"/>
                      <a:pt x="2713" y="1373"/>
                      <a:pt x="1922" y="2539"/>
                    </a:cubicBezTo>
                    <a:cubicBezTo>
                      <a:pt x="507" y="4578"/>
                      <a:pt x="-200" y="6783"/>
                      <a:pt x="49" y="6908"/>
                    </a:cubicBezTo>
                    <a:cubicBezTo>
                      <a:pt x="299" y="7033"/>
                      <a:pt x="1922" y="4619"/>
                      <a:pt x="2421" y="3912"/>
                    </a:cubicBezTo>
                    <a:cubicBezTo>
                      <a:pt x="3129" y="2871"/>
                      <a:pt x="3670" y="1914"/>
                      <a:pt x="4877" y="791"/>
                    </a:cubicBezTo>
                    <a:cubicBezTo>
                      <a:pt x="5168" y="499"/>
                      <a:pt x="5418" y="291"/>
                      <a:pt x="5584" y="166"/>
                    </a:cubicBezTo>
                    <a:lnTo>
                      <a:pt x="4252"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3" name="Google Shape;1133;p40"/>
              <p:cNvSpPr/>
              <p:nvPr/>
            </p:nvSpPr>
            <p:spPr>
              <a:xfrm flipH="1">
                <a:off x="6693543" y="2220708"/>
                <a:ext cx="34994" cy="16563"/>
              </a:xfrm>
              <a:custGeom>
                <a:avLst/>
                <a:gdLst/>
                <a:ahLst/>
                <a:cxnLst/>
                <a:rect l="l" t="t" r="r" b="b"/>
                <a:pathLst>
                  <a:path w="8614" h="4077" extrusionOk="0">
                    <a:moveTo>
                      <a:pt x="0" y="21"/>
                    </a:moveTo>
                    <a:cubicBezTo>
                      <a:pt x="1790" y="-104"/>
                      <a:pt x="3329" y="353"/>
                      <a:pt x="4786" y="1019"/>
                    </a:cubicBezTo>
                    <a:cubicBezTo>
                      <a:pt x="6201" y="1727"/>
                      <a:pt x="7532" y="2559"/>
                      <a:pt x="8614" y="4057"/>
                    </a:cubicBezTo>
                    <a:cubicBezTo>
                      <a:pt x="6825" y="4182"/>
                      <a:pt x="5285" y="3724"/>
                      <a:pt x="3829" y="3058"/>
                    </a:cubicBezTo>
                    <a:cubicBezTo>
                      <a:pt x="2414" y="2351"/>
                      <a:pt x="1082" y="1519"/>
                      <a:pt x="0" y="2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4" name="Google Shape;1134;p40"/>
              <p:cNvSpPr/>
              <p:nvPr/>
            </p:nvSpPr>
            <p:spPr>
              <a:xfrm flipH="1">
                <a:off x="6704813" y="2251599"/>
                <a:ext cx="87612" cy="69026"/>
              </a:xfrm>
              <a:custGeom>
                <a:avLst/>
                <a:gdLst/>
                <a:ahLst/>
                <a:cxnLst/>
                <a:rect l="l" t="t" r="r" b="b"/>
                <a:pathLst>
                  <a:path w="21566" h="16991" extrusionOk="0">
                    <a:moveTo>
                      <a:pt x="21565" y="11221"/>
                    </a:moveTo>
                    <a:cubicBezTo>
                      <a:pt x="21690" y="13218"/>
                      <a:pt x="12951" y="19419"/>
                      <a:pt x="6292" y="15965"/>
                    </a:cubicBezTo>
                    <a:cubicBezTo>
                      <a:pt x="92" y="12802"/>
                      <a:pt x="-1073" y="2981"/>
                      <a:pt x="841" y="1691"/>
                    </a:cubicBezTo>
                    <a:cubicBezTo>
                      <a:pt x="1299" y="1358"/>
                      <a:pt x="1632" y="1816"/>
                      <a:pt x="3088" y="1983"/>
                    </a:cubicBezTo>
                    <a:cubicBezTo>
                      <a:pt x="7832" y="2440"/>
                      <a:pt x="10371" y="-972"/>
                      <a:pt x="12618" y="276"/>
                    </a:cubicBezTo>
                    <a:cubicBezTo>
                      <a:pt x="12992" y="484"/>
                      <a:pt x="14033" y="1234"/>
                      <a:pt x="15198" y="1691"/>
                    </a:cubicBezTo>
                    <a:cubicBezTo>
                      <a:pt x="15697" y="1899"/>
                      <a:pt x="16197" y="2024"/>
                      <a:pt x="16197" y="2024"/>
                    </a:cubicBezTo>
                    <a:cubicBezTo>
                      <a:pt x="18111" y="2607"/>
                      <a:pt x="18360" y="2316"/>
                      <a:pt x="19026" y="2773"/>
                    </a:cubicBezTo>
                    <a:cubicBezTo>
                      <a:pt x="20191" y="3855"/>
                      <a:pt x="20774" y="7517"/>
                      <a:pt x="20774" y="7517"/>
                    </a:cubicBezTo>
                    <a:cubicBezTo>
                      <a:pt x="20899" y="8017"/>
                      <a:pt x="21065" y="8724"/>
                      <a:pt x="21273" y="9640"/>
                    </a:cubicBezTo>
                    <a:cubicBezTo>
                      <a:pt x="21357" y="10097"/>
                      <a:pt x="21523" y="10971"/>
                      <a:pt x="21565" y="1122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5" name="Google Shape;1135;p40"/>
              <p:cNvSpPr/>
              <p:nvPr/>
            </p:nvSpPr>
            <p:spPr>
              <a:xfrm flipH="1">
                <a:off x="6741446" y="2289927"/>
                <a:ext cx="54108" cy="36981"/>
              </a:xfrm>
              <a:custGeom>
                <a:avLst/>
                <a:gdLst/>
                <a:ahLst/>
                <a:cxnLst/>
                <a:rect l="l" t="t" r="r" b="b"/>
                <a:pathLst>
                  <a:path w="13319" h="9103" extrusionOk="0">
                    <a:moveTo>
                      <a:pt x="11517" y="9103"/>
                    </a:moveTo>
                    <a:cubicBezTo>
                      <a:pt x="10060" y="8812"/>
                      <a:pt x="8853" y="8437"/>
                      <a:pt x="7563" y="7896"/>
                    </a:cubicBezTo>
                    <a:cubicBezTo>
                      <a:pt x="4942" y="6773"/>
                      <a:pt x="2570" y="5191"/>
                      <a:pt x="531" y="3111"/>
                    </a:cubicBezTo>
                    <a:cubicBezTo>
                      <a:pt x="-177" y="2362"/>
                      <a:pt x="-177" y="1238"/>
                      <a:pt x="531" y="531"/>
                    </a:cubicBezTo>
                    <a:cubicBezTo>
                      <a:pt x="1280" y="-177"/>
                      <a:pt x="2403" y="-177"/>
                      <a:pt x="3111" y="531"/>
                    </a:cubicBezTo>
                    <a:cubicBezTo>
                      <a:pt x="4817" y="2278"/>
                      <a:pt x="6773" y="3610"/>
                      <a:pt x="8937" y="4526"/>
                    </a:cubicBezTo>
                    <a:cubicBezTo>
                      <a:pt x="9977" y="4983"/>
                      <a:pt x="11017" y="5275"/>
                      <a:pt x="11891" y="5483"/>
                    </a:cubicBezTo>
                    <a:cubicBezTo>
                      <a:pt x="12890" y="5732"/>
                      <a:pt x="13514" y="6731"/>
                      <a:pt x="13264" y="7688"/>
                    </a:cubicBezTo>
                    <a:cubicBezTo>
                      <a:pt x="13056" y="8520"/>
                      <a:pt x="12307" y="9103"/>
                      <a:pt x="11475" y="910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6" name="Google Shape;1136;p40"/>
              <p:cNvSpPr/>
              <p:nvPr/>
            </p:nvSpPr>
            <p:spPr>
              <a:xfrm flipH="1">
                <a:off x="6690092" y="2223764"/>
                <a:ext cx="115302" cy="81384"/>
              </a:xfrm>
              <a:custGeom>
                <a:avLst/>
                <a:gdLst/>
                <a:ahLst/>
                <a:cxnLst/>
                <a:rect l="l" t="t" r="r" b="b"/>
                <a:pathLst>
                  <a:path w="28382" h="20033" extrusionOk="0">
                    <a:moveTo>
                      <a:pt x="25260" y="20033"/>
                    </a:moveTo>
                    <a:cubicBezTo>
                      <a:pt x="21847" y="20033"/>
                      <a:pt x="16479" y="19368"/>
                      <a:pt x="11069" y="15997"/>
                    </a:cubicBezTo>
                    <a:cubicBezTo>
                      <a:pt x="4328" y="11794"/>
                      <a:pt x="1332" y="5718"/>
                      <a:pt x="125" y="2472"/>
                    </a:cubicBezTo>
                    <a:cubicBezTo>
                      <a:pt x="-250" y="1515"/>
                      <a:pt x="250" y="475"/>
                      <a:pt x="1207" y="142"/>
                    </a:cubicBezTo>
                    <a:cubicBezTo>
                      <a:pt x="2081" y="-274"/>
                      <a:pt x="3204" y="267"/>
                      <a:pt x="3537" y="1224"/>
                    </a:cubicBezTo>
                    <a:cubicBezTo>
                      <a:pt x="4578" y="4012"/>
                      <a:pt x="7158" y="9255"/>
                      <a:pt x="12983" y="12876"/>
                    </a:cubicBezTo>
                    <a:cubicBezTo>
                      <a:pt x="18352" y="16246"/>
                      <a:pt x="23678" y="16538"/>
                      <a:pt x="26466" y="16330"/>
                    </a:cubicBezTo>
                    <a:cubicBezTo>
                      <a:pt x="27382" y="16205"/>
                      <a:pt x="28339" y="17037"/>
                      <a:pt x="28381" y="18078"/>
                    </a:cubicBezTo>
                    <a:cubicBezTo>
                      <a:pt x="28422" y="19076"/>
                      <a:pt x="27673" y="19950"/>
                      <a:pt x="26633" y="19992"/>
                    </a:cubicBezTo>
                    <a:cubicBezTo>
                      <a:pt x="26217" y="19992"/>
                      <a:pt x="25717" y="20033"/>
                      <a:pt x="25176" y="2003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7" name="Google Shape;1137;p40"/>
              <p:cNvSpPr/>
              <p:nvPr/>
            </p:nvSpPr>
            <p:spPr>
              <a:xfrm flipH="1">
                <a:off x="6881905" y="1995856"/>
                <a:ext cx="95046" cy="115156"/>
              </a:xfrm>
              <a:custGeom>
                <a:avLst/>
                <a:gdLst/>
                <a:ahLst/>
                <a:cxnLst/>
                <a:rect l="l" t="t" r="r" b="b"/>
                <a:pathLst>
                  <a:path w="23396" h="28346" extrusionOk="0">
                    <a:moveTo>
                      <a:pt x="1815" y="9554"/>
                    </a:moveTo>
                    <a:cubicBezTo>
                      <a:pt x="-1639" y="16961"/>
                      <a:pt x="-16" y="24993"/>
                      <a:pt x="5435" y="27573"/>
                    </a:cubicBezTo>
                    <a:cubicBezTo>
                      <a:pt x="10887" y="30111"/>
                      <a:pt x="18128" y="26200"/>
                      <a:pt x="21582" y="18792"/>
                    </a:cubicBezTo>
                    <a:cubicBezTo>
                      <a:pt x="25035" y="11385"/>
                      <a:pt x="23413" y="3354"/>
                      <a:pt x="17961" y="773"/>
                    </a:cubicBezTo>
                    <a:cubicBezTo>
                      <a:pt x="12510" y="-1765"/>
                      <a:pt x="5269" y="2147"/>
                      <a:pt x="1815" y="9554"/>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8" name="Google Shape;1138;p40"/>
              <p:cNvSpPr/>
              <p:nvPr/>
            </p:nvSpPr>
            <p:spPr>
              <a:xfrm flipH="1">
                <a:off x="6926867" y="2060821"/>
                <a:ext cx="57582" cy="57647"/>
              </a:xfrm>
              <a:custGeom>
                <a:avLst/>
                <a:gdLst/>
                <a:ahLst/>
                <a:cxnLst/>
                <a:rect l="l" t="t" r="r" b="b"/>
                <a:pathLst>
                  <a:path w="14174" h="14190" extrusionOk="0">
                    <a:moveTo>
                      <a:pt x="10861" y="14190"/>
                    </a:moveTo>
                    <a:cubicBezTo>
                      <a:pt x="9322" y="14190"/>
                      <a:pt x="7865" y="13857"/>
                      <a:pt x="6492" y="13233"/>
                    </a:cubicBezTo>
                    <a:cubicBezTo>
                      <a:pt x="2580" y="11402"/>
                      <a:pt x="166" y="7158"/>
                      <a:pt x="0" y="1873"/>
                    </a:cubicBezTo>
                    <a:cubicBezTo>
                      <a:pt x="0" y="874"/>
                      <a:pt x="791" y="42"/>
                      <a:pt x="1789" y="0"/>
                    </a:cubicBezTo>
                    <a:cubicBezTo>
                      <a:pt x="2830" y="0"/>
                      <a:pt x="3620" y="791"/>
                      <a:pt x="3662" y="1789"/>
                    </a:cubicBezTo>
                    <a:cubicBezTo>
                      <a:pt x="3745" y="5618"/>
                      <a:pt x="5410" y="8656"/>
                      <a:pt x="8031" y="9904"/>
                    </a:cubicBezTo>
                    <a:cubicBezTo>
                      <a:pt x="9280" y="10487"/>
                      <a:pt x="10612" y="10612"/>
                      <a:pt x="12027" y="10404"/>
                    </a:cubicBezTo>
                    <a:cubicBezTo>
                      <a:pt x="12984" y="10237"/>
                      <a:pt x="13941" y="10903"/>
                      <a:pt x="14149" y="11902"/>
                    </a:cubicBezTo>
                    <a:cubicBezTo>
                      <a:pt x="14315" y="12900"/>
                      <a:pt x="13649" y="13857"/>
                      <a:pt x="12651" y="14024"/>
                    </a:cubicBezTo>
                    <a:cubicBezTo>
                      <a:pt x="12068" y="14107"/>
                      <a:pt x="11444" y="14190"/>
                      <a:pt x="10861" y="14190"/>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9" name="Google Shape;1139;p40"/>
              <p:cNvSpPr/>
              <p:nvPr/>
            </p:nvSpPr>
            <p:spPr>
              <a:xfrm flipH="1">
                <a:off x="6964145" y="2031667"/>
                <a:ext cx="19996" cy="35941"/>
              </a:xfrm>
              <a:custGeom>
                <a:avLst/>
                <a:gdLst/>
                <a:ahLst/>
                <a:cxnLst/>
                <a:rect l="l" t="t" r="r" b="b"/>
                <a:pathLst>
                  <a:path w="4922" h="8847" extrusionOk="0">
                    <a:moveTo>
                      <a:pt x="1838" y="8847"/>
                    </a:moveTo>
                    <a:cubicBezTo>
                      <a:pt x="631" y="8723"/>
                      <a:pt x="-76" y="7849"/>
                      <a:pt x="7" y="6808"/>
                    </a:cubicBezTo>
                    <a:cubicBezTo>
                      <a:pt x="173" y="4894"/>
                      <a:pt x="673" y="2980"/>
                      <a:pt x="1380" y="1149"/>
                    </a:cubicBezTo>
                    <a:cubicBezTo>
                      <a:pt x="1755" y="233"/>
                      <a:pt x="2878" y="-224"/>
                      <a:pt x="3752" y="108"/>
                    </a:cubicBezTo>
                    <a:cubicBezTo>
                      <a:pt x="4709" y="483"/>
                      <a:pt x="5167" y="1523"/>
                      <a:pt x="4792" y="2480"/>
                    </a:cubicBezTo>
                    <a:cubicBezTo>
                      <a:pt x="4210" y="4020"/>
                      <a:pt x="3794" y="5602"/>
                      <a:pt x="3627" y="7183"/>
                    </a:cubicBezTo>
                    <a:cubicBezTo>
                      <a:pt x="3544" y="8140"/>
                      <a:pt x="2753" y="8847"/>
                      <a:pt x="1796" y="8847"/>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0" name="Google Shape;1140;p40"/>
              <p:cNvSpPr/>
              <p:nvPr/>
            </p:nvSpPr>
            <p:spPr>
              <a:xfrm flipH="1">
                <a:off x="6884727" y="1988362"/>
                <a:ext cx="89351" cy="48003"/>
              </a:xfrm>
              <a:custGeom>
                <a:avLst/>
                <a:gdLst/>
                <a:ahLst/>
                <a:cxnLst/>
                <a:rect l="l" t="t" r="r" b="b"/>
                <a:pathLst>
                  <a:path w="21994" h="11816" extrusionOk="0">
                    <a:moveTo>
                      <a:pt x="1856" y="11817"/>
                    </a:moveTo>
                    <a:cubicBezTo>
                      <a:pt x="1523" y="11817"/>
                      <a:pt x="1232" y="11734"/>
                      <a:pt x="941" y="11567"/>
                    </a:cubicBezTo>
                    <a:cubicBezTo>
                      <a:pt x="67" y="11068"/>
                      <a:pt x="-266" y="9944"/>
                      <a:pt x="233" y="9070"/>
                    </a:cubicBezTo>
                    <a:cubicBezTo>
                      <a:pt x="4436" y="1663"/>
                      <a:pt x="12093" y="-1833"/>
                      <a:pt x="18003" y="956"/>
                    </a:cubicBezTo>
                    <a:cubicBezTo>
                      <a:pt x="19376" y="1580"/>
                      <a:pt x="20583" y="2578"/>
                      <a:pt x="21581" y="3785"/>
                    </a:cubicBezTo>
                    <a:cubicBezTo>
                      <a:pt x="22206" y="4576"/>
                      <a:pt x="22122" y="5741"/>
                      <a:pt x="21332" y="6365"/>
                    </a:cubicBezTo>
                    <a:cubicBezTo>
                      <a:pt x="20541" y="7073"/>
                      <a:pt x="19376" y="6906"/>
                      <a:pt x="18752" y="6116"/>
                    </a:cubicBezTo>
                    <a:cubicBezTo>
                      <a:pt x="18086" y="5325"/>
                      <a:pt x="17337" y="4701"/>
                      <a:pt x="16463" y="4285"/>
                    </a:cubicBezTo>
                    <a:cubicBezTo>
                      <a:pt x="12426" y="2412"/>
                      <a:pt x="6600" y="5242"/>
                      <a:pt x="3396" y="10860"/>
                    </a:cubicBezTo>
                    <a:cubicBezTo>
                      <a:pt x="3063" y="11442"/>
                      <a:pt x="2439" y="11775"/>
                      <a:pt x="1815" y="11775"/>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1" name="Google Shape;1141;p40"/>
              <p:cNvSpPr/>
              <p:nvPr/>
            </p:nvSpPr>
            <p:spPr>
              <a:xfrm flipH="1">
                <a:off x="6922608" y="2016733"/>
                <a:ext cx="18098" cy="74043"/>
              </a:xfrm>
              <a:custGeom>
                <a:avLst/>
                <a:gdLst/>
                <a:ahLst/>
                <a:cxnLst/>
                <a:rect l="l" t="t" r="r" b="b"/>
                <a:pathLst>
                  <a:path w="4455" h="18226" extrusionOk="0">
                    <a:moveTo>
                      <a:pt x="1833" y="18227"/>
                    </a:moveTo>
                    <a:cubicBezTo>
                      <a:pt x="709" y="18185"/>
                      <a:pt x="-40" y="17311"/>
                      <a:pt x="2" y="16313"/>
                    </a:cubicBezTo>
                    <a:lnTo>
                      <a:pt x="792" y="1748"/>
                    </a:lnTo>
                    <a:cubicBezTo>
                      <a:pt x="834" y="749"/>
                      <a:pt x="1666" y="42"/>
                      <a:pt x="2707" y="0"/>
                    </a:cubicBezTo>
                    <a:cubicBezTo>
                      <a:pt x="3705" y="42"/>
                      <a:pt x="4496" y="916"/>
                      <a:pt x="4454" y="1914"/>
                    </a:cubicBezTo>
                    <a:lnTo>
                      <a:pt x="3664" y="16479"/>
                    </a:lnTo>
                    <a:cubicBezTo>
                      <a:pt x="3622" y="17436"/>
                      <a:pt x="2790" y="18227"/>
                      <a:pt x="1833" y="18227"/>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2" name="Google Shape;1142;p40"/>
              <p:cNvSpPr/>
              <p:nvPr/>
            </p:nvSpPr>
            <p:spPr>
              <a:xfrm flipH="1">
                <a:off x="6905338" y="2030892"/>
                <a:ext cx="31846" cy="26065"/>
              </a:xfrm>
              <a:custGeom>
                <a:avLst/>
                <a:gdLst/>
                <a:ahLst/>
                <a:cxnLst/>
                <a:rect l="l" t="t" r="r" b="b"/>
                <a:pathLst>
                  <a:path w="7839" h="6416" extrusionOk="0">
                    <a:moveTo>
                      <a:pt x="1839" y="6416"/>
                    </a:moveTo>
                    <a:cubicBezTo>
                      <a:pt x="1256" y="6416"/>
                      <a:pt x="674" y="6125"/>
                      <a:pt x="299" y="5584"/>
                    </a:cubicBezTo>
                    <a:cubicBezTo>
                      <a:pt x="-242" y="4752"/>
                      <a:pt x="-34" y="3587"/>
                      <a:pt x="799" y="3046"/>
                    </a:cubicBezTo>
                    <a:lnTo>
                      <a:pt x="5002" y="299"/>
                    </a:lnTo>
                    <a:cubicBezTo>
                      <a:pt x="5834" y="-242"/>
                      <a:pt x="6957" y="-34"/>
                      <a:pt x="7540" y="799"/>
                    </a:cubicBezTo>
                    <a:cubicBezTo>
                      <a:pt x="8081" y="1631"/>
                      <a:pt x="7873" y="2796"/>
                      <a:pt x="7041" y="3337"/>
                    </a:cubicBezTo>
                    <a:lnTo>
                      <a:pt x="2838" y="6084"/>
                    </a:lnTo>
                    <a:cubicBezTo>
                      <a:pt x="2505" y="6292"/>
                      <a:pt x="2172" y="6375"/>
                      <a:pt x="1839" y="6375"/>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3" name="Google Shape;1143;p40"/>
              <p:cNvSpPr/>
              <p:nvPr/>
            </p:nvSpPr>
            <p:spPr>
              <a:xfrm flipH="1">
                <a:off x="6407852" y="3583157"/>
                <a:ext cx="300040" cy="963625"/>
              </a:xfrm>
              <a:custGeom>
                <a:avLst/>
                <a:gdLst/>
                <a:ahLst/>
                <a:cxnLst/>
                <a:rect l="l" t="t" r="r" b="b"/>
                <a:pathLst>
                  <a:path w="73856" h="237200" extrusionOk="0">
                    <a:moveTo>
                      <a:pt x="52425" y="233996"/>
                    </a:moveTo>
                    <a:cubicBezTo>
                      <a:pt x="46183" y="235078"/>
                      <a:pt x="39899" y="236118"/>
                      <a:pt x="33657" y="237200"/>
                    </a:cubicBezTo>
                    <a:cubicBezTo>
                      <a:pt x="31867" y="226297"/>
                      <a:pt x="28788" y="208986"/>
                      <a:pt x="24044" y="187929"/>
                    </a:cubicBezTo>
                    <a:cubicBezTo>
                      <a:pt x="9479" y="122886"/>
                      <a:pt x="-2839" y="102287"/>
                      <a:pt x="574" y="68205"/>
                    </a:cubicBezTo>
                    <a:cubicBezTo>
                      <a:pt x="1988" y="54015"/>
                      <a:pt x="6525" y="33125"/>
                      <a:pt x="21963" y="8406"/>
                    </a:cubicBezTo>
                    <a:cubicBezTo>
                      <a:pt x="39275" y="5618"/>
                      <a:pt x="56544" y="2788"/>
                      <a:pt x="73856" y="0"/>
                    </a:cubicBezTo>
                    <a:cubicBezTo>
                      <a:pt x="67156" y="41781"/>
                      <a:pt x="61497" y="86682"/>
                      <a:pt x="57626" y="134455"/>
                    </a:cubicBezTo>
                    <a:cubicBezTo>
                      <a:pt x="54838" y="169120"/>
                      <a:pt x="53174" y="202369"/>
                      <a:pt x="52466" y="234038"/>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4" name="Google Shape;1144;p40"/>
              <p:cNvSpPr/>
              <p:nvPr/>
            </p:nvSpPr>
            <p:spPr>
              <a:xfrm flipH="1">
                <a:off x="6215200" y="4533013"/>
                <a:ext cx="404113" cy="220110"/>
              </a:xfrm>
              <a:custGeom>
                <a:avLst/>
                <a:gdLst/>
                <a:ahLst/>
                <a:cxnLst/>
                <a:rect l="l" t="t" r="r" b="b"/>
                <a:pathLst>
                  <a:path w="99474" h="54181" extrusionOk="0">
                    <a:moveTo>
                      <a:pt x="99474" y="54181"/>
                    </a:moveTo>
                    <a:lnTo>
                      <a:pt x="974" y="54181"/>
                    </a:lnTo>
                    <a:cubicBezTo>
                      <a:pt x="-25" y="49770"/>
                      <a:pt x="-815" y="43154"/>
                      <a:pt x="1557" y="36079"/>
                    </a:cubicBezTo>
                    <a:cubicBezTo>
                      <a:pt x="2472" y="33416"/>
                      <a:pt x="3471" y="31627"/>
                      <a:pt x="4012" y="30670"/>
                    </a:cubicBezTo>
                    <a:cubicBezTo>
                      <a:pt x="6758" y="25676"/>
                      <a:pt x="10004" y="17270"/>
                      <a:pt x="11752" y="2455"/>
                    </a:cubicBezTo>
                    <a:cubicBezTo>
                      <a:pt x="18036" y="1623"/>
                      <a:pt x="24319" y="832"/>
                      <a:pt x="30603" y="0"/>
                    </a:cubicBezTo>
                    <a:cubicBezTo>
                      <a:pt x="54406" y="36329"/>
                      <a:pt x="67889" y="43611"/>
                      <a:pt x="75879" y="43070"/>
                    </a:cubicBezTo>
                    <a:cubicBezTo>
                      <a:pt x="78043" y="42946"/>
                      <a:pt x="85867" y="41822"/>
                      <a:pt x="92567" y="46275"/>
                    </a:cubicBezTo>
                    <a:cubicBezTo>
                      <a:pt x="96145" y="48647"/>
                      <a:pt x="98226" y="51810"/>
                      <a:pt x="99474" y="54181"/>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5" name="Google Shape;1145;p40"/>
              <p:cNvSpPr/>
              <p:nvPr/>
            </p:nvSpPr>
            <p:spPr>
              <a:xfrm flipH="1">
                <a:off x="6407645" y="3218622"/>
                <a:ext cx="593864" cy="500914"/>
              </a:xfrm>
              <a:custGeom>
                <a:avLst/>
                <a:gdLst/>
                <a:ahLst/>
                <a:cxnLst/>
                <a:rect l="l" t="t" r="r" b="b"/>
                <a:pathLst>
                  <a:path w="146182" h="123302" extrusionOk="0">
                    <a:moveTo>
                      <a:pt x="23637" y="0"/>
                    </a:moveTo>
                    <a:cubicBezTo>
                      <a:pt x="24094" y="291"/>
                      <a:pt x="84643" y="37827"/>
                      <a:pt x="99832" y="47232"/>
                    </a:cubicBezTo>
                    <a:cubicBezTo>
                      <a:pt x="136744" y="70120"/>
                      <a:pt x="146856" y="79525"/>
                      <a:pt x="146149" y="89720"/>
                    </a:cubicBezTo>
                    <a:cubicBezTo>
                      <a:pt x="144734" y="110402"/>
                      <a:pt x="97959" y="121929"/>
                      <a:pt x="92383" y="123303"/>
                    </a:cubicBezTo>
                    <a:cubicBezTo>
                      <a:pt x="61589" y="110943"/>
                      <a:pt x="30795" y="98542"/>
                      <a:pt x="0" y="86183"/>
                    </a:cubicBezTo>
                    <a:cubicBezTo>
                      <a:pt x="7865" y="57469"/>
                      <a:pt x="15730" y="28755"/>
                      <a:pt x="23637" y="4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6" name="Google Shape;1146;p40"/>
              <p:cNvSpPr/>
              <p:nvPr/>
            </p:nvSpPr>
            <p:spPr>
              <a:xfrm flipH="1">
                <a:off x="7040865" y="3638396"/>
                <a:ext cx="420107" cy="910032"/>
              </a:xfrm>
              <a:custGeom>
                <a:avLst/>
                <a:gdLst/>
                <a:ahLst/>
                <a:cxnLst/>
                <a:rect l="l" t="t" r="r" b="b"/>
                <a:pathLst>
                  <a:path w="103411" h="224008" extrusionOk="0">
                    <a:moveTo>
                      <a:pt x="0" y="583"/>
                    </a:moveTo>
                    <a:cubicBezTo>
                      <a:pt x="13649" y="75072"/>
                      <a:pt x="27340" y="149519"/>
                      <a:pt x="40990" y="224009"/>
                    </a:cubicBezTo>
                    <a:cubicBezTo>
                      <a:pt x="61381" y="223010"/>
                      <a:pt x="81772" y="222011"/>
                      <a:pt x="102204" y="221054"/>
                    </a:cubicBezTo>
                    <a:cubicBezTo>
                      <a:pt x="102620" y="147356"/>
                      <a:pt x="102995" y="73657"/>
                      <a:pt x="103411" y="0"/>
                    </a:cubicBezTo>
                    <a:cubicBezTo>
                      <a:pt x="68955" y="208"/>
                      <a:pt x="34457" y="416"/>
                      <a:pt x="0" y="62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7" name="Google Shape;1147;p40"/>
              <p:cNvSpPr/>
              <p:nvPr/>
            </p:nvSpPr>
            <p:spPr>
              <a:xfrm flipH="1">
                <a:off x="6407979" y="3576740"/>
                <a:ext cx="358398" cy="963117"/>
              </a:xfrm>
              <a:custGeom>
                <a:avLst/>
                <a:gdLst/>
                <a:ahLst/>
                <a:cxnLst/>
                <a:rect l="l" t="t" r="r" b="b"/>
                <a:pathLst>
                  <a:path w="88221" h="237075" extrusionOk="0">
                    <a:moveTo>
                      <a:pt x="0" y="0"/>
                    </a:moveTo>
                    <a:cubicBezTo>
                      <a:pt x="42" y="31419"/>
                      <a:pt x="1540" y="65750"/>
                      <a:pt x="5368" y="102495"/>
                    </a:cubicBezTo>
                    <a:cubicBezTo>
                      <a:pt x="10528" y="152557"/>
                      <a:pt x="18976" y="197667"/>
                      <a:pt x="28547" y="237075"/>
                    </a:cubicBezTo>
                    <a:cubicBezTo>
                      <a:pt x="43695" y="235286"/>
                      <a:pt x="58842" y="233497"/>
                      <a:pt x="73990" y="231749"/>
                    </a:cubicBezTo>
                    <a:cubicBezTo>
                      <a:pt x="78734" y="155013"/>
                      <a:pt x="83478" y="78234"/>
                      <a:pt x="88222" y="1498"/>
                    </a:cubicBezTo>
                    <a:cubicBezTo>
                      <a:pt x="58801" y="999"/>
                      <a:pt x="29421" y="499"/>
                      <a:pt x="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8" name="Google Shape;1148;p40"/>
              <p:cNvSpPr/>
              <p:nvPr/>
            </p:nvSpPr>
            <p:spPr>
              <a:xfrm flipH="1">
                <a:off x="6664279" y="3160850"/>
                <a:ext cx="707448" cy="503112"/>
              </a:xfrm>
              <a:custGeom>
                <a:avLst/>
                <a:gdLst/>
                <a:ahLst/>
                <a:cxnLst/>
                <a:rect l="l" t="t" r="r" b="b"/>
                <a:pathLst>
                  <a:path w="174141" h="123843" extrusionOk="0">
                    <a:moveTo>
                      <a:pt x="26495" y="42"/>
                    </a:moveTo>
                    <a:cubicBezTo>
                      <a:pt x="1901" y="25593"/>
                      <a:pt x="-6505" y="60174"/>
                      <a:pt x="5230" y="87764"/>
                    </a:cubicBezTo>
                    <a:cubicBezTo>
                      <a:pt x="13012" y="106033"/>
                      <a:pt x="27452" y="116228"/>
                      <a:pt x="35109" y="120722"/>
                    </a:cubicBezTo>
                    <a:cubicBezTo>
                      <a:pt x="81467" y="121763"/>
                      <a:pt x="127825" y="122803"/>
                      <a:pt x="174142" y="123844"/>
                    </a:cubicBezTo>
                    <a:cubicBezTo>
                      <a:pt x="159286" y="87889"/>
                      <a:pt x="144429" y="51934"/>
                      <a:pt x="129573" y="15980"/>
                    </a:cubicBezTo>
                    <a:cubicBezTo>
                      <a:pt x="95200" y="10653"/>
                      <a:pt x="60868" y="5327"/>
                      <a:pt x="264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9" name="Google Shape;1149;p40"/>
              <p:cNvSpPr/>
              <p:nvPr/>
            </p:nvSpPr>
            <p:spPr>
              <a:xfrm flipH="1">
                <a:off x="6578751" y="2347146"/>
                <a:ext cx="778505" cy="978510"/>
              </a:xfrm>
              <a:custGeom>
                <a:avLst/>
                <a:gdLst/>
                <a:ahLst/>
                <a:cxnLst/>
                <a:rect l="l" t="t" r="r" b="b"/>
                <a:pathLst>
                  <a:path w="191632" h="240864" extrusionOk="0">
                    <a:moveTo>
                      <a:pt x="7865" y="58260"/>
                    </a:moveTo>
                    <a:cubicBezTo>
                      <a:pt x="5243" y="106823"/>
                      <a:pt x="2622" y="155429"/>
                      <a:pt x="0" y="203992"/>
                    </a:cubicBezTo>
                    <a:cubicBezTo>
                      <a:pt x="6700" y="211524"/>
                      <a:pt x="26092" y="231457"/>
                      <a:pt x="58218" y="238449"/>
                    </a:cubicBezTo>
                    <a:cubicBezTo>
                      <a:pt x="101663" y="247937"/>
                      <a:pt x="135454" y="226714"/>
                      <a:pt x="141987" y="222386"/>
                    </a:cubicBezTo>
                    <a:cubicBezTo>
                      <a:pt x="153265" y="175819"/>
                      <a:pt x="164584" y="129295"/>
                      <a:pt x="175861" y="82729"/>
                    </a:cubicBezTo>
                    <a:cubicBezTo>
                      <a:pt x="181105" y="73657"/>
                      <a:pt x="186389" y="64543"/>
                      <a:pt x="191633" y="55472"/>
                    </a:cubicBezTo>
                    <a:cubicBezTo>
                      <a:pt x="188553" y="46525"/>
                      <a:pt x="184059" y="41781"/>
                      <a:pt x="180730" y="39117"/>
                    </a:cubicBezTo>
                    <a:cubicBezTo>
                      <a:pt x="172157" y="32251"/>
                      <a:pt x="163751" y="33375"/>
                      <a:pt x="146149" y="25010"/>
                    </a:cubicBezTo>
                    <a:cubicBezTo>
                      <a:pt x="142445" y="23262"/>
                      <a:pt x="139532" y="21598"/>
                      <a:pt x="137867" y="20641"/>
                    </a:cubicBezTo>
                    <a:cubicBezTo>
                      <a:pt x="136494" y="22472"/>
                      <a:pt x="125092" y="37411"/>
                      <a:pt x="107281" y="37286"/>
                    </a:cubicBezTo>
                    <a:cubicBezTo>
                      <a:pt x="89387" y="37161"/>
                      <a:pt x="72367" y="21806"/>
                      <a:pt x="68996" y="0"/>
                    </a:cubicBezTo>
                    <a:cubicBezTo>
                      <a:pt x="63836" y="3620"/>
                      <a:pt x="56013" y="8240"/>
                      <a:pt x="45692" y="11444"/>
                    </a:cubicBezTo>
                    <a:cubicBezTo>
                      <a:pt x="34997" y="14773"/>
                      <a:pt x="25634" y="15397"/>
                      <a:pt x="19267" y="15314"/>
                    </a:cubicBezTo>
                    <a:cubicBezTo>
                      <a:pt x="15439" y="29629"/>
                      <a:pt x="11652" y="43944"/>
                      <a:pt x="7823" y="5826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0" name="Google Shape;1150;p40"/>
              <p:cNvSpPr/>
              <p:nvPr/>
            </p:nvSpPr>
            <p:spPr>
              <a:xfrm flipH="1">
                <a:off x="7043300" y="2436199"/>
                <a:ext cx="336927" cy="558533"/>
              </a:xfrm>
              <a:custGeom>
                <a:avLst/>
                <a:gdLst/>
                <a:ahLst/>
                <a:cxnLst/>
                <a:rect l="l" t="t" r="r" b="b"/>
                <a:pathLst>
                  <a:path w="82936" h="137485" extrusionOk="0">
                    <a:moveTo>
                      <a:pt x="40990" y="5819"/>
                    </a:moveTo>
                    <a:cubicBezTo>
                      <a:pt x="54972" y="48848"/>
                      <a:pt x="68955" y="91835"/>
                      <a:pt x="82937" y="134864"/>
                    </a:cubicBezTo>
                    <a:cubicBezTo>
                      <a:pt x="70619" y="135738"/>
                      <a:pt x="58301" y="136612"/>
                      <a:pt x="45942" y="137486"/>
                    </a:cubicBezTo>
                    <a:cubicBezTo>
                      <a:pt x="39284" y="125751"/>
                      <a:pt x="32709" y="112725"/>
                      <a:pt x="26342" y="98410"/>
                    </a:cubicBezTo>
                    <a:cubicBezTo>
                      <a:pt x="23845" y="92501"/>
                      <a:pt x="21306" y="86467"/>
                      <a:pt x="18893" y="80058"/>
                    </a:cubicBezTo>
                    <a:cubicBezTo>
                      <a:pt x="15772" y="71944"/>
                      <a:pt x="12651" y="63496"/>
                      <a:pt x="10029" y="54674"/>
                    </a:cubicBezTo>
                    <a:cubicBezTo>
                      <a:pt x="5951" y="41357"/>
                      <a:pt x="2622" y="28707"/>
                      <a:pt x="0" y="16638"/>
                    </a:cubicBezTo>
                    <a:cubicBezTo>
                      <a:pt x="4369" y="7192"/>
                      <a:pt x="13108" y="742"/>
                      <a:pt x="22721" y="76"/>
                    </a:cubicBezTo>
                    <a:cubicBezTo>
                      <a:pt x="32168" y="-673"/>
                      <a:pt x="39075" y="4321"/>
                      <a:pt x="40948" y="5860"/>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1" name="Google Shape;1151;p40"/>
              <p:cNvSpPr/>
              <p:nvPr/>
            </p:nvSpPr>
            <p:spPr>
              <a:xfrm flipH="1">
                <a:off x="7132116" y="2733306"/>
                <a:ext cx="171255" cy="102278"/>
              </a:xfrm>
              <a:custGeom>
                <a:avLst/>
                <a:gdLst/>
                <a:ahLst/>
                <a:cxnLst/>
                <a:rect l="l" t="t" r="r" b="b"/>
                <a:pathLst>
                  <a:path w="42155" h="25176" extrusionOk="0">
                    <a:moveTo>
                      <a:pt x="42155" y="0"/>
                    </a:moveTo>
                    <a:cubicBezTo>
                      <a:pt x="38327" y="4120"/>
                      <a:pt x="33541" y="8572"/>
                      <a:pt x="27715" y="13067"/>
                    </a:cubicBezTo>
                    <a:cubicBezTo>
                      <a:pt x="20516" y="18435"/>
                      <a:pt x="13525" y="22305"/>
                      <a:pt x="7449" y="25176"/>
                    </a:cubicBezTo>
                    <a:cubicBezTo>
                      <a:pt x="4952" y="19267"/>
                      <a:pt x="2414" y="13233"/>
                      <a:pt x="0" y="6825"/>
                    </a:cubicBezTo>
                    <a:lnTo>
                      <a:pt x="42155"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2" name="Google Shape;1152;p40"/>
              <p:cNvSpPr/>
              <p:nvPr/>
            </p:nvSpPr>
            <p:spPr>
              <a:xfrm flipH="1">
                <a:off x="7103471" y="2405892"/>
                <a:ext cx="295120" cy="391349"/>
              </a:xfrm>
              <a:custGeom>
                <a:avLst/>
                <a:gdLst/>
                <a:ahLst/>
                <a:cxnLst/>
                <a:rect l="l" t="t" r="r" b="b"/>
                <a:pathLst>
                  <a:path w="72645" h="96332" extrusionOk="0">
                    <a:moveTo>
                      <a:pt x="695" y="35465"/>
                    </a:moveTo>
                    <a:cubicBezTo>
                      <a:pt x="-637" y="47866"/>
                      <a:pt x="-1053" y="69422"/>
                      <a:pt x="8976" y="96305"/>
                    </a:cubicBezTo>
                    <a:cubicBezTo>
                      <a:pt x="18839" y="96513"/>
                      <a:pt x="32530" y="95639"/>
                      <a:pt x="48010" y="90936"/>
                    </a:cubicBezTo>
                    <a:cubicBezTo>
                      <a:pt x="57873" y="87940"/>
                      <a:pt x="66154" y="84153"/>
                      <a:pt x="72646" y="80533"/>
                    </a:cubicBezTo>
                    <a:cubicBezTo>
                      <a:pt x="64157" y="56813"/>
                      <a:pt x="55626" y="33093"/>
                      <a:pt x="47136" y="9414"/>
                    </a:cubicBezTo>
                    <a:cubicBezTo>
                      <a:pt x="45888" y="8457"/>
                      <a:pt x="27661" y="-4984"/>
                      <a:pt x="14053" y="2007"/>
                    </a:cubicBezTo>
                    <a:cubicBezTo>
                      <a:pt x="3733" y="7334"/>
                      <a:pt x="2235" y="21191"/>
                      <a:pt x="695" y="3546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3" name="Google Shape;1153;p40"/>
              <p:cNvSpPr/>
              <p:nvPr/>
            </p:nvSpPr>
            <p:spPr>
              <a:xfrm flipH="1">
                <a:off x="7057319" y="3404687"/>
                <a:ext cx="128907" cy="248430"/>
              </a:xfrm>
              <a:custGeom>
                <a:avLst/>
                <a:gdLst/>
                <a:ahLst/>
                <a:cxnLst/>
                <a:rect l="l" t="t" r="r" b="b"/>
                <a:pathLst>
                  <a:path w="31731" h="61152" extrusionOk="0">
                    <a:moveTo>
                      <a:pt x="29901" y="61153"/>
                    </a:moveTo>
                    <a:cubicBezTo>
                      <a:pt x="28902" y="61153"/>
                      <a:pt x="28070" y="60321"/>
                      <a:pt x="28070" y="59322"/>
                    </a:cubicBezTo>
                    <a:cubicBezTo>
                      <a:pt x="28028" y="50916"/>
                      <a:pt x="26572" y="42718"/>
                      <a:pt x="23742" y="34978"/>
                    </a:cubicBezTo>
                    <a:cubicBezTo>
                      <a:pt x="18041" y="19456"/>
                      <a:pt x="8053" y="9135"/>
                      <a:pt x="688" y="3268"/>
                    </a:cubicBezTo>
                    <a:cubicBezTo>
                      <a:pt x="-103" y="2644"/>
                      <a:pt x="-228" y="1478"/>
                      <a:pt x="396" y="688"/>
                    </a:cubicBezTo>
                    <a:cubicBezTo>
                      <a:pt x="1062" y="-103"/>
                      <a:pt x="2186" y="-228"/>
                      <a:pt x="2976" y="396"/>
                    </a:cubicBezTo>
                    <a:cubicBezTo>
                      <a:pt x="10717" y="6597"/>
                      <a:pt x="21162" y="17416"/>
                      <a:pt x="27154" y="33729"/>
                    </a:cubicBezTo>
                    <a:cubicBezTo>
                      <a:pt x="30150" y="41886"/>
                      <a:pt x="31690" y="50500"/>
                      <a:pt x="31732" y="59322"/>
                    </a:cubicBezTo>
                    <a:cubicBezTo>
                      <a:pt x="31732" y="60321"/>
                      <a:pt x="30899" y="61153"/>
                      <a:pt x="29901" y="61153"/>
                    </a:cubicBezTo>
                    <a:lnTo>
                      <a:pt x="29901" y="6115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4" name="Google Shape;1154;p40"/>
              <p:cNvSpPr/>
              <p:nvPr/>
            </p:nvSpPr>
            <p:spPr>
              <a:xfrm flipH="1">
                <a:off x="6758896" y="3575368"/>
                <a:ext cx="29295" cy="77618"/>
              </a:xfrm>
              <a:custGeom>
                <a:avLst/>
                <a:gdLst/>
                <a:ahLst/>
                <a:cxnLst/>
                <a:rect l="l" t="t" r="r" b="b"/>
                <a:pathLst>
                  <a:path w="7211" h="19106" extrusionOk="0">
                    <a:moveTo>
                      <a:pt x="1838" y="19106"/>
                    </a:moveTo>
                    <a:cubicBezTo>
                      <a:pt x="631" y="18982"/>
                      <a:pt x="-77" y="18066"/>
                      <a:pt x="7" y="17067"/>
                    </a:cubicBezTo>
                    <a:cubicBezTo>
                      <a:pt x="298" y="14404"/>
                      <a:pt x="714" y="11907"/>
                      <a:pt x="1213" y="9535"/>
                    </a:cubicBezTo>
                    <a:cubicBezTo>
                      <a:pt x="1838" y="6539"/>
                      <a:pt x="2670" y="3709"/>
                      <a:pt x="3669" y="1171"/>
                    </a:cubicBezTo>
                    <a:cubicBezTo>
                      <a:pt x="4002" y="214"/>
                      <a:pt x="5083" y="-244"/>
                      <a:pt x="6041" y="130"/>
                    </a:cubicBezTo>
                    <a:cubicBezTo>
                      <a:pt x="6998" y="505"/>
                      <a:pt x="7455" y="1545"/>
                      <a:pt x="7081" y="2502"/>
                    </a:cubicBezTo>
                    <a:cubicBezTo>
                      <a:pt x="6165" y="4874"/>
                      <a:pt x="5375" y="7496"/>
                      <a:pt x="4792" y="10326"/>
                    </a:cubicBezTo>
                    <a:cubicBezTo>
                      <a:pt x="4293" y="12573"/>
                      <a:pt x="3918" y="14903"/>
                      <a:pt x="3627" y="17483"/>
                    </a:cubicBezTo>
                    <a:cubicBezTo>
                      <a:pt x="3544" y="18399"/>
                      <a:pt x="2753" y="19106"/>
                      <a:pt x="1796" y="1910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5" name="Google Shape;1155;p40"/>
              <p:cNvSpPr/>
              <p:nvPr/>
            </p:nvSpPr>
            <p:spPr>
              <a:xfrm flipH="1">
                <a:off x="6889106" y="3360729"/>
                <a:ext cx="140266" cy="248978"/>
              </a:xfrm>
              <a:custGeom>
                <a:avLst/>
                <a:gdLst/>
                <a:ahLst/>
                <a:cxnLst/>
                <a:rect l="l" t="t" r="r" b="b"/>
                <a:pathLst>
                  <a:path w="34527" h="61287" extrusionOk="0">
                    <a:moveTo>
                      <a:pt x="1829" y="61288"/>
                    </a:moveTo>
                    <a:cubicBezTo>
                      <a:pt x="455" y="61038"/>
                      <a:pt x="-169" y="60039"/>
                      <a:pt x="39" y="59082"/>
                    </a:cubicBezTo>
                    <a:cubicBezTo>
                      <a:pt x="1371" y="52923"/>
                      <a:pt x="3160" y="46847"/>
                      <a:pt x="5449" y="40980"/>
                    </a:cubicBezTo>
                    <a:cubicBezTo>
                      <a:pt x="11233" y="26124"/>
                      <a:pt x="19931" y="12516"/>
                      <a:pt x="31375" y="573"/>
                    </a:cubicBezTo>
                    <a:cubicBezTo>
                      <a:pt x="32082" y="-176"/>
                      <a:pt x="33247" y="-176"/>
                      <a:pt x="33955" y="489"/>
                    </a:cubicBezTo>
                    <a:cubicBezTo>
                      <a:pt x="34704" y="1197"/>
                      <a:pt x="34704" y="2362"/>
                      <a:pt x="34038" y="3070"/>
                    </a:cubicBezTo>
                    <a:cubicBezTo>
                      <a:pt x="22927" y="14680"/>
                      <a:pt x="14479" y="27871"/>
                      <a:pt x="8861" y="42270"/>
                    </a:cubicBezTo>
                    <a:cubicBezTo>
                      <a:pt x="6656" y="47971"/>
                      <a:pt x="4867" y="53839"/>
                      <a:pt x="3618" y="59831"/>
                    </a:cubicBezTo>
                    <a:cubicBezTo>
                      <a:pt x="3452" y="60705"/>
                      <a:pt x="2661" y="61288"/>
                      <a:pt x="1829" y="6128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6" name="Google Shape;1156;p40"/>
              <p:cNvSpPr/>
              <p:nvPr/>
            </p:nvSpPr>
            <p:spPr>
              <a:xfrm flipH="1">
                <a:off x="6660388" y="1847075"/>
                <a:ext cx="595932" cy="433363"/>
              </a:xfrm>
              <a:custGeom>
                <a:avLst/>
                <a:gdLst/>
                <a:ahLst/>
                <a:cxnLst/>
                <a:rect l="l" t="t" r="r" b="b"/>
                <a:pathLst>
                  <a:path w="146691" h="106674" extrusionOk="0">
                    <a:moveTo>
                      <a:pt x="145212" y="6340"/>
                    </a:moveTo>
                    <a:cubicBezTo>
                      <a:pt x="153160" y="18699"/>
                      <a:pt x="128358" y="45249"/>
                      <a:pt x="88575" y="87820"/>
                    </a:cubicBezTo>
                    <a:cubicBezTo>
                      <a:pt x="83748" y="92980"/>
                      <a:pt x="75758" y="101303"/>
                      <a:pt x="62816" y="104799"/>
                    </a:cubicBezTo>
                    <a:cubicBezTo>
                      <a:pt x="60069" y="105548"/>
                      <a:pt x="43382" y="110042"/>
                      <a:pt x="29858" y="101678"/>
                    </a:cubicBezTo>
                    <a:cubicBezTo>
                      <a:pt x="23241" y="97600"/>
                      <a:pt x="23782" y="94437"/>
                      <a:pt x="13378" y="87404"/>
                    </a:cubicBezTo>
                    <a:cubicBezTo>
                      <a:pt x="5180" y="81869"/>
                      <a:pt x="1768" y="81745"/>
                      <a:pt x="436" y="78041"/>
                    </a:cubicBezTo>
                    <a:cubicBezTo>
                      <a:pt x="-2310" y="70301"/>
                      <a:pt x="8676" y="59856"/>
                      <a:pt x="12005" y="56651"/>
                    </a:cubicBezTo>
                    <a:cubicBezTo>
                      <a:pt x="23116" y="46081"/>
                      <a:pt x="29774" y="46830"/>
                      <a:pt x="42758" y="38840"/>
                    </a:cubicBezTo>
                    <a:cubicBezTo>
                      <a:pt x="62483" y="26648"/>
                      <a:pt x="57739" y="18283"/>
                      <a:pt x="75300" y="8545"/>
                    </a:cubicBezTo>
                    <a:cubicBezTo>
                      <a:pt x="91821" y="-610"/>
                      <a:pt x="108591" y="-152"/>
                      <a:pt x="116748" y="98"/>
                    </a:cubicBezTo>
                    <a:cubicBezTo>
                      <a:pt x="133019" y="555"/>
                      <a:pt x="141633" y="805"/>
                      <a:pt x="145253" y="6340"/>
                    </a:cubicBezTo>
                    <a:close/>
                  </a:path>
                </a:pathLst>
              </a:custGeom>
              <a:solidFill>
                <a:srgbClr val="BA473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7" name="Google Shape;1157;p40"/>
              <p:cNvSpPr/>
              <p:nvPr/>
            </p:nvSpPr>
            <p:spPr>
              <a:xfrm flipH="1">
                <a:off x="6453124" y="1852648"/>
                <a:ext cx="385381" cy="244766"/>
              </a:xfrm>
              <a:custGeom>
                <a:avLst/>
                <a:gdLst/>
                <a:ahLst/>
                <a:cxnLst/>
                <a:rect l="l" t="t" r="r" b="b"/>
                <a:pathLst>
                  <a:path w="94863" h="60250" extrusionOk="0">
                    <a:moveTo>
                      <a:pt x="24469" y="9170"/>
                    </a:moveTo>
                    <a:cubicBezTo>
                      <a:pt x="33166" y="18200"/>
                      <a:pt x="36703" y="26481"/>
                      <a:pt x="38285" y="32557"/>
                    </a:cubicBezTo>
                    <a:cubicBezTo>
                      <a:pt x="39824" y="38383"/>
                      <a:pt x="39200" y="40921"/>
                      <a:pt x="41864" y="44376"/>
                    </a:cubicBezTo>
                    <a:cubicBezTo>
                      <a:pt x="46275" y="50118"/>
                      <a:pt x="51726" y="47996"/>
                      <a:pt x="65043" y="52823"/>
                    </a:cubicBezTo>
                    <a:cubicBezTo>
                      <a:pt x="77069" y="57234"/>
                      <a:pt x="79857" y="61604"/>
                      <a:pt x="85683" y="59856"/>
                    </a:cubicBezTo>
                    <a:cubicBezTo>
                      <a:pt x="90053" y="58524"/>
                      <a:pt x="93715" y="54488"/>
                      <a:pt x="94672" y="50160"/>
                    </a:cubicBezTo>
                    <a:cubicBezTo>
                      <a:pt x="95296" y="47372"/>
                      <a:pt x="94880" y="44334"/>
                      <a:pt x="85767" y="30310"/>
                    </a:cubicBezTo>
                    <a:cubicBezTo>
                      <a:pt x="79025" y="19948"/>
                      <a:pt x="75529" y="14705"/>
                      <a:pt x="71285" y="11167"/>
                    </a:cubicBezTo>
                    <a:cubicBezTo>
                      <a:pt x="71285" y="11167"/>
                      <a:pt x="63711" y="4842"/>
                      <a:pt x="53682" y="1804"/>
                    </a:cubicBezTo>
                    <a:cubicBezTo>
                      <a:pt x="28298" y="-5936"/>
                      <a:pt x="2289" y="13623"/>
                      <a:pt x="0" y="15412"/>
                    </a:cubicBezTo>
                    <a:lnTo>
                      <a:pt x="24511" y="9170"/>
                    </a:lnTo>
                    <a:close/>
                  </a:path>
                </a:pathLst>
              </a:custGeom>
              <a:solidFill>
                <a:srgbClr val="BA473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8" name="Google Shape;1158;p40"/>
              <p:cNvSpPr/>
              <p:nvPr/>
            </p:nvSpPr>
            <p:spPr>
              <a:xfrm flipH="1">
                <a:off x="5554361" y="3217440"/>
                <a:ext cx="856460" cy="400843"/>
              </a:xfrm>
              <a:custGeom>
                <a:avLst/>
                <a:gdLst/>
                <a:ahLst/>
                <a:cxnLst/>
                <a:rect l="l" t="t" r="r" b="b"/>
                <a:pathLst>
                  <a:path w="210821" h="98669" extrusionOk="0">
                    <a:moveTo>
                      <a:pt x="180860" y="0"/>
                    </a:moveTo>
                    <a:cubicBezTo>
                      <a:pt x="171039" y="10237"/>
                      <a:pt x="161218" y="20433"/>
                      <a:pt x="151397" y="30670"/>
                    </a:cubicBezTo>
                    <a:cubicBezTo>
                      <a:pt x="133295" y="27507"/>
                      <a:pt x="79363" y="19434"/>
                      <a:pt x="37457" y="35330"/>
                    </a:cubicBezTo>
                    <a:cubicBezTo>
                      <a:pt x="11948" y="45026"/>
                      <a:pt x="5331" y="58093"/>
                      <a:pt x="3792" y="61506"/>
                    </a:cubicBezTo>
                    <a:cubicBezTo>
                      <a:pt x="-619" y="71160"/>
                      <a:pt x="-286" y="80690"/>
                      <a:pt x="421" y="86516"/>
                    </a:cubicBezTo>
                    <a:cubicBezTo>
                      <a:pt x="13529" y="89179"/>
                      <a:pt x="53645" y="97002"/>
                      <a:pt x="86188" y="98251"/>
                    </a:cubicBezTo>
                    <a:cubicBezTo>
                      <a:pt x="92638" y="98500"/>
                      <a:pt x="99504" y="98584"/>
                      <a:pt x="99504" y="98584"/>
                    </a:cubicBezTo>
                    <a:cubicBezTo>
                      <a:pt x="115276" y="98750"/>
                      <a:pt x="131339" y="98917"/>
                      <a:pt x="146736" y="96586"/>
                    </a:cubicBezTo>
                    <a:cubicBezTo>
                      <a:pt x="157473" y="94963"/>
                      <a:pt x="172953" y="91384"/>
                      <a:pt x="191180" y="82479"/>
                    </a:cubicBezTo>
                    <a:cubicBezTo>
                      <a:pt x="197713" y="64460"/>
                      <a:pt x="204288" y="46441"/>
                      <a:pt x="210822" y="28422"/>
                    </a:cubicBezTo>
                    <a:cubicBezTo>
                      <a:pt x="200834" y="18976"/>
                      <a:pt x="190805" y="9530"/>
                      <a:pt x="180818" y="8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9" name="Google Shape;1159;p40"/>
              <p:cNvSpPr/>
              <p:nvPr/>
            </p:nvSpPr>
            <p:spPr>
              <a:xfrm flipH="1">
                <a:off x="5455677" y="3139396"/>
                <a:ext cx="275222" cy="219095"/>
              </a:xfrm>
              <a:custGeom>
                <a:avLst/>
                <a:gdLst/>
                <a:ahLst/>
                <a:cxnLst/>
                <a:rect l="l" t="t" r="r" b="b"/>
                <a:pathLst>
                  <a:path w="67747" h="53931" extrusionOk="0">
                    <a:moveTo>
                      <a:pt x="8697" y="3454"/>
                    </a:moveTo>
                    <a:cubicBezTo>
                      <a:pt x="8697" y="3454"/>
                      <a:pt x="4494" y="14232"/>
                      <a:pt x="4494" y="14274"/>
                    </a:cubicBezTo>
                    <a:cubicBezTo>
                      <a:pt x="4494" y="14357"/>
                      <a:pt x="0" y="25759"/>
                      <a:pt x="0" y="25842"/>
                    </a:cubicBezTo>
                    <a:cubicBezTo>
                      <a:pt x="7990" y="28506"/>
                      <a:pt x="18269" y="32917"/>
                      <a:pt x="29005" y="40366"/>
                    </a:cubicBezTo>
                    <a:cubicBezTo>
                      <a:pt x="35497" y="44902"/>
                      <a:pt x="40823" y="49604"/>
                      <a:pt x="45110" y="53932"/>
                    </a:cubicBezTo>
                    <a:cubicBezTo>
                      <a:pt x="47981" y="53349"/>
                      <a:pt x="50853" y="52767"/>
                      <a:pt x="53724" y="52184"/>
                    </a:cubicBezTo>
                    <a:cubicBezTo>
                      <a:pt x="58385" y="42613"/>
                      <a:pt x="63087" y="33041"/>
                      <a:pt x="67748" y="23512"/>
                    </a:cubicBezTo>
                    <a:cubicBezTo>
                      <a:pt x="65084" y="16479"/>
                      <a:pt x="62380" y="9446"/>
                      <a:pt x="59716" y="2372"/>
                    </a:cubicBezTo>
                    <a:cubicBezTo>
                      <a:pt x="53349" y="1040"/>
                      <a:pt x="45484" y="0"/>
                      <a:pt x="36454" y="0"/>
                    </a:cubicBezTo>
                    <a:cubicBezTo>
                      <a:pt x="25426" y="0"/>
                      <a:pt x="16022" y="1581"/>
                      <a:pt x="8781" y="341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0" name="Google Shape;1160;p40"/>
              <p:cNvSpPr/>
              <p:nvPr/>
            </p:nvSpPr>
            <p:spPr>
              <a:xfrm flipH="1">
                <a:off x="5615456" y="3074720"/>
                <a:ext cx="94652" cy="112231"/>
              </a:xfrm>
              <a:custGeom>
                <a:avLst/>
                <a:gdLst/>
                <a:ahLst/>
                <a:cxnLst/>
                <a:rect l="l" t="t" r="r" b="b"/>
                <a:pathLst>
                  <a:path w="23299" h="27626" extrusionOk="0">
                    <a:moveTo>
                      <a:pt x="3658" y="24172"/>
                    </a:moveTo>
                    <a:cubicBezTo>
                      <a:pt x="-212" y="9191"/>
                      <a:pt x="-1003" y="1201"/>
                      <a:pt x="1245" y="119"/>
                    </a:cubicBezTo>
                    <a:cubicBezTo>
                      <a:pt x="3991" y="-1171"/>
                      <a:pt x="11357" y="7985"/>
                      <a:pt x="23300" y="27626"/>
                    </a:cubicBezTo>
                    <a:lnTo>
                      <a:pt x="3658" y="241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1" name="Google Shape;1161;p40"/>
              <p:cNvSpPr/>
              <p:nvPr/>
            </p:nvSpPr>
            <p:spPr>
              <a:xfrm flipH="1">
                <a:off x="5473647" y="3076449"/>
                <a:ext cx="76509" cy="98158"/>
              </a:xfrm>
              <a:custGeom>
                <a:avLst/>
                <a:gdLst/>
                <a:ahLst/>
                <a:cxnLst/>
                <a:rect l="l" t="t" r="r" b="b"/>
                <a:pathLst>
                  <a:path w="18833" h="24162" extrusionOk="0">
                    <a:moveTo>
                      <a:pt x="0" y="21042"/>
                    </a:moveTo>
                    <a:cubicBezTo>
                      <a:pt x="624" y="17671"/>
                      <a:pt x="2747" y="9098"/>
                      <a:pt x="10237" y="3439"/>
                    </a:cubicBezTo>
                    <a:cubicBezTo>
                      <a:pt x="11902" y="2191"/>
                      <a:pt x="16105" y="-1014"/>
                      <a:pt x="17936" y="318"/>
                    </a:cubicBezTo>
                    <a:cubicBezTo>
                      <a:pt x="19725" y="1608"/>
                      <a:pt x="19351" y="7226"/>
                      <a:pt x="12027" y="24163"/>
                    </a:cubicBezTo>
                    <a:lnTo>
                      <a:pt x="0" y="21083"/>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2" name="Google Shape;1162;p40"/>
              <p:cNvSpPr/>
              <p:nvPr/>
            </p:nvSpPr>
            <p:spPr>
              <a:xfrm flipH="1">
                <a:off x="5516855" y="3273446"/>
                <a:ext cx="39557" cy="24598"/>
              </a:xfrm>
              <a:custGeom>
                <a:avLst/>
                <a:gdLst/>
                <a:ahLst/>
                <a:cxnLst/>
                <a:rect l="l" t="t" r="r" b="b"/>
                <a:pathLst>
                  <a:path w="9737" h="6055" extrusionOk="0">
                    <a:moveTo>
                      <a:pt x="1" y="2349"/>
                    </a:moveTo>
                    <a:cubicBezTo>
                      <a:pt x="-83" y="1517"/>
                      <a:pt x="8199" y="-1397"/>
                      <a:pt x="9530" y="809"/>
                    </a:cubicBezTo>
                    <a:cubicBezTo>
                      <a:pt x="10446" y="2307"/>
                      <a:pt x="8115" y="6177"/>
                      <a:pt x="6534" y="6052"/>
                    </a:cubicBezTo>
                    <a:cubicBezTo>
                      <a:pt x="5743" y="6011"/>
                      <a:pt x="5660" y="4970"/>
                      <a:pt x="4287" y="3930"/>
                    </a:cubicBezTo>
                    <a:cubicBezTo>
                      <a:pt x="2206" y="2307"/>
                      <a:pt x="42" y="2807"/>
                      <a:pt x="1" y="239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3" name="Google Shape;1163;p40"/>
              <p:cNvSpPr/>
              <p:nvPr/>
            </p:nvSpPr>
            <p:spPr>
              <a:xfrm flipH="1">
                <a:off x="5600310" y="3209837"/>
                <a:ext cx="21974" cy="43278"/>
              </a:xfrm>
              <a:custGeom>
                <a:avLst/>
                <a:gdLst/>
                <a:ahLst/>
                <a:cxnLst/>
                <a:rect l="l" t="t" r="r" b="b"/>
                <a:pathLst>
                  <a:path w="5409" h="10653" extrusionOk="0">
                    <a:moveTo>
                      <a:pt x="5410" y="5327"/>
                    </a:moveTo>
                    <a:cubicBezTo>
                      <a:pt x="5410" y="8281"/>
                      <a:pt x="4203" y="10653"/>
                      <a:pt x="2705" y="10653"/>
                    </a:cubicBezTo>
                    <a:cubicBezTo>
                      <a:pt x="1207" y="10653"/>
                      <a:pt x="0" y="8240"/>
                      <a:pt x="0" y="5327"/>
                    </a:cubicBezTo>
                    <a:cubicBezTo>
                      <a:pt x="0" y="2414"/>
                      <a:pt x="1207" y="0"/>
                      <a:pt x="2705" y="0"/>
                    </a:cubicBezTo>
                    <a:cubicBezTo>
                      <a:pt x="4203" y="0"/>
                      <a:pt x="5410" y="2414"/>
                      <a:pt x="5410" y="532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4" name="Google Shape;1164;p40"/>
              <p:cNvSpPr/>
              <p:nvPr/>
            </p:nvSpPr>
            <p:spPr>
              <a:xfrm flipH="1">
                <a:off x="5490006" y="3199872"/>
                <a:ext cx="21974" cy="43278"/>
              </a:xfrm>
              <a:custGeom>
                <a:avLst/>
                <a:gdLst/>
                <a:ahLst/>
                <a:cxnLst/>
                <a:rect l="l" t="t" r="r" b="b"/>
                <a:pathLst>
                  <a:path w="5409" h="10653" extrusionOk="0">
                    <a:moveTo>
                      <a:pt x="5410" y="5327"/>
                    </a:moveTo>
                    <a:cubicBezTo>
                      <a:pt x="5410" y="8281"/>
                      <a:pt x="4203" y="10653"/>
                      <a:pt x="2705" y="10653"/>
                    </a:cubicBezTo>
                    <a:cubicBezTo>
                      <a:pt x="1207" y="10653"/>
                      <a:pt x="0" y="8240"/>
                      <a:pt x="0" y="5327"/>
                    </a:cubicBezTo>
                    <a:cubicBezTo>
                      <a:pt x="0" y="2414"/>
                      <a:pt x="1207" y="0"/>
                      <a:pt x="2705" y="0"/>
                    </a:cubicBezTo>
                    <a:cubicBezTo>
                      <a:pt x="4203" y="0"/>
                      <a:pt x="5410" y="2414"/>
                      <a:pt x="5410" y="532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5" name="Google Shape;1165;p40"/>
              <p:cNvSpPr/>
              <p:nvPr/>
            </p:nvSpPr>
            <p:spPr>
              <a:xfrm flipH="1">
                <a:off x="5674375" y="3253109"/>
                <a:ext cx="25196" cy="27865"/>
              </a:xfrm>
              <a:custGeom>
                <a:avLst/>
                <a:gdLst/>
                <a:ahLst/>
                <a:cxnLst/>
                <a:rect l="l" t="t" r="r" b="b"/>
                <a:pathLst>
                  <a:path w="6202" h="6859" extrusionOk="0">
                    <a:moveTo>
                      <a:pt x="1853" y="6860"/>
                    </a:moveTo>
                    <a:cubicBezTo>
                      <a:pt x="1437" y="6860"/>
                      <a:pt x="1062" y="6735"/>
                      <a:pt x="688" y="6444"/>
                    </a:cubicBezTo>
                    <a:cubicBezTo>
                      <a:pt x="-103" y="5819"/>
                      <a:pt x="-228" y="4654"/>
                      <a:pt x="396" y="3863"/>
                    </a:cubicBezTo>
                    <a:lnTo>
                      <a:pt x="2935" y="701"/>
                    </a:lnTo>
                    <a:cubicBezTo>
                      <a:pt x="3559" y="-131"/>
                      <a:pt x="4724" y="-215"/>
                      <a:pt x="5515" y="410"/>
                    </a:cubicBezTo>
                    <a:cubicBezTo>
                      <a:pt x="6306" y="1034"/>
                      <a:pt x="6430" y="2199"/>
                      <a:pt x="5806" y="2990"/>
                    </a:cubicBezTo>
                    <a:lnTo>
                      <a:pt x="3268" y="6152"/>
                    </a:lnTo>
                    <a:cubicBezTo>
                      <a:pt x="2893" y="6610"/>
                      <a:pt x="2352" y="6860"/>
                      <a:pt x="1853" y="686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6" name="Google Shape;1166;p40"/>
              <p:cNvSpPr/>
              <p:nvPr/>
            </p:nvSpPr>
            <p:spPr>
              <a:xfrm flipH="1">
                <a:off x="5626470" y="3288263"/>
                <a:ext cx="18306" cy="51179"/>
              </a:xfrm>
              <a:custGeom>
                <a:avLst/>
                <a:gdLst/>
                <a:ahLst/>
                <a:cxnLst/>
                <a:rect l="l" t="t" r="r" b="b"/>
                <a:pathLst>
                  <a:path w="4506" h="12598" extrusionOk="0">
                    <a:moveTo>
                      <a:pt x="1837" y="12598"/>
                    </a:moveTo>
                    <a:cubicBezTo>
                      <a:pt x="672" y="12515"/>
                      <a:pt x="-77" y="11600"/>
                      <a:pt x="6" y="10601"/>
                    </a:cubicBezTo>
                    <a:lnTo>
                      <a:pt x="839" y="1695"/>
                    </a:lnTo>
                    <a:cubicBezTo>
                      <a:pt x="922" y="697"/>
                      <a:pt x="1837" y="-177"/>
                      <a:pt x="2836" y="31"/>
                    </a:cubicBezTo>
                    <a:cubicBezTo>
                      <a:pt x="3835" y="114"/>
                      <a:pt x="4584" y="988"/>
                      <a:pt x="4501" y="2028"/>
                    </a:cubicBezTo>
                    <a:lnTo>
                      <a:pt x="3668" y="10934"/>
                    </a:lnTo>
                    <a:cubicBezTo>
                      <a:pt x="3585" y="11891"/>
                      <a:pt x="2794" y="12598"/>
                      <a:pt x="1837" y="1259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7" name="Google Shape;1167;p40"/>
              <p:cNvSpPr/>
              <p:nvPr/>
            </p:nvSpPr>
            <p:spPr>
              <a:xfrm flipH="1">
                <a:off x="5521971" y="3287374"/>
                <a:ext cx="27942" cy="68299"/>
              </a:xfrm>
              <a:custGeom>
                <a:avLst/>
                <a:gdLst/>
                <a:ahLst/>
                <a:cxnLst/>
                <a:rect l="l" t="t" r="r" b="b"/>
                <a:pathLst>
                  <a:path w="6878" h="16812" extrusionOk="0">
                    <a:moveTo>
                      <a:pt x="1813" y="16770"/>
                    </a:moveTo>
                    <a:cubicBezTo>
                      <a:pt x="1480" y="16770"/>
                      <a:pt x="1188" y="16687"/>
                      <a:pt x="897" y="16521"/>
                    </a:cubicBezTo>
                    <a:cubicBezTo>
                      <a:pt x="23" y="16021"/>
                      <a:pt x="-268" y="14898"/>
                      <a:pt x="273" y="14024"/>
                    </a:cubicBezTo>
                    <a:cubicBezTo>
                      <a:pt x="1563" y="11818"/>
                      <a:pt x="2437" y="9405"/>
                      <a:pt x="2895" y="6866"/>
                    </a:cubicBezTo>
                    <a:cubicBezTo>
                      <a:pt x="3186" y="5243"/>
                      <a:pt x="3269" y="3620"/>
                      <a:pt x="3186" y="1914"/>
                    </a:cubicBezTo>
                    <a:cubicBezTo>
                      <a:pt x="3144" y="916"/>
                      <a:pt x="3935" y="42"/>
                      <a:pt x="4934" y="0"/>
                    </a:cubicBezTo>
                    <a:cubicBezTo>
                      <a:pt x="5849" y="0"/>
                      <a:pt x="6806" y="749"/>
                      <a:pt x="6848" y="1748"/>
                    </a:cubicBezTo>
                    <a:cubicBezTo>
                      <a:pt x="6931" y="3745"/>
                      <a:pt x="6848" y="5618"/>
                      <a:pt x="6515" y="7532"/>
                    </a:cubicBezTo>
                    <a:cubicBezTo>
                      <a:pt x="5974" y="10487"/>
                      <a:pt x="4934" y="13317"/>
                      <a:pt x="3436" y="15897"/>
                    </a:cubicBezTo>
                    <a:cubicBezTo>
                      <a:pt x="3103" y="16479"/>
                      <a:pt x="2478" y="16812"/>
                      <a:pt x="1854" y="168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8" name="Google Shape;1168;p40"/>
              <p:cNvSpPr/>
              <p:nvPr/>
            </p:nvSpPr>
            <p:spPr>
              <a:xfrm flipH="1">
                <a:off x="5501211" y="3282084"/>
                <a:ext cx="33796" cy="60239"/>
              </a:xfrm>
              <a:custGeom>
                <a:avLst/>
                <a:gdLst/>
                <a:ahLst/>
                <a:cxnLst/>
                <a:rect l="l" t="t" r="r" b="b"/>
                <a:pathLst>
                  <a:path w="8319" h="14828" extrusionOk="0">
                    <a:moveTo>
                      <a:pt x="6505" y="14828"/>
                    </a:moveTo>
                    <a:cubicBezTo>
                      <a:pt x="5881" y="14828"/>
                      <a:pt x="5299" y="14495"/>
                      <a:pt x="4924" y="13954"/>
                    </a:cubicBezTo>
                    <a:cubicBezTo>
                      <a:pt x="4217" y="12789"/>
                      <a:pt x="3509" y="11499"/>
                      <a:pt x="2802" y="10043"/>
                    </a:cubicBezTo>
                    <a:cubicBezTo>
                      <a:pt x="1595" y="7504"/>
                      <a:pt x="679" y="4882"/>
                      <a:pt x="55" y="2261"/>
                    </a:cubicBezTo>
                    <a:cubicBezTo>
                      <a:pt x="-194" y="1262"/>
                      <a:pt x="430" y="263"/>
                      <a:pt x="1387" y="55"/>
                    </a:cubicBezTo>
                    <a:cubicBezTo>
                      <a:pt x="2344" y="-194"/>
                      <a:pt x="3384" y="430"/>
                      <a:pt x="3592" y="1387"/>
                    </a:cubicBezTo>
                    <a:cubicBezTo>
                      <a:pt x="4175" y="3800"/>
                      <a:pt x="5007" y="6172"/>
                      <a:pt x="6131" y="8461"/>
                    </a:cubicBezTo>
                    <a:cubicBezTo>
                      <a:pt x="6755" y="9793"/>
                      <a:pt x="7379" y="10958"/>
                      <a:pt x="8045" y="11998"/>
                    </a:cubicBezTo>
                    <a:cubicBezTo>
                      <a:pt x="8586" y="12872"/>
                      <a:pt x="8295" y="13996"/>
                      <a:pt x="7462" y="14537"/>
                    </a:cubicBezTo>
                    <a:cubicBezTo>
                      <a:pt x="7171" y="14703"/>
                      <a:pt x="6838" y="14828"/>
                      <a:pt x="6505" y="1482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9" name="Google Shape;1169;p40"/>
              <p:cNvSpPr/>
              <p:nvPr/>
            </p:nvSpPr>
            <p:spPr>
              <a:xfrm flipH="1">
                <a:off x="5466367" y="3273312"/>
                <a:ext cx="39000" cy="42473"/>
              </a:xfrm>
              <a:custGeom>
                <a:avLst/>
                <a:gdLst/>
                <a:ahLst/>
                <a:cxnLst/>
                <a:rect l="l" t="t" r="r" b="b"/>
                <a:pathLst>
                  <a:path w="9600" h="10455" extrusionOk="0">
                    <a:moveTo>
                      <a:pt x="7776" y="10456"/>
                    </a:moveTo>
                    <a:cubicBezTo>
                      <a:pt x="7276" y="10456"/>
                      <a:pt x="6777" y="10248"/>
                      <a:pt x="6402" y="9832"/>
                    </a:cubicBezTo>
                    <a:lnTo>
                      <a:pt x="451" y="3048"/>
                    </a:lnTo>
                    <a:cubicBezTo>
                      <a:pt x="-214" y="2299"/>
                      <a:pt x="-131" y="1134"/>
                      <a:pt x="618" y="468"/>
                    </a:cubicBezTo>
                    <a:cubicBezTo>
                      <a:pt x="1367" y="-239"/>
                      <a:pt x="2532" y="-114"/>
                      <a:pt x="3198" y="635"/>
                    </a:cubicBezTo>
                    <a:lnTo>
                      <a:pt x="9149" y="7418"/>
                    </a:lnTo>
                    <a:cubicBezTo>
                      <a:pt x="9815" y="8167"/>
                      <a:pt x="9731" y="9332"/>
                      <a:pt x="8982" y="9998"/>
                    </a:cubicBezTo>
                    <a:cubicBezTo>
                      <a:pt x="8650" y="10331"/>
                      <a:pt x="8192" y="10456"/>
                      <a:pt x="7776" y="1045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0" name="Google Shape;1170;p40"/>
              <p:cNvSpPr/>
              <p:nvPr/>
            </p:nvSpPr>
            <p:spPr>
              <a:xfrm flipH="1">
                <a:off x="5453211" y="3249752"/>
                <a:ext cx="39971" cy="34438"/>
              </a:xfrm>
              <a:custGeom>
                <a:avLst/>
                <a:gdLst/>
                <a:ahLst/>
                <a:cxnLst/>
                <a:rect l="l" t="t" r="r" b="b"/>
                <a:pathLst>
                  <a:path w="9839" h="8477" extrusionOk="0">
                    <a:moveTo>
                      <a:pt x="8020" y="8478"/>
                    </a:moveTo>
                    <a:cubicBezTo>
                      <a:pt x="7604" y="8478"/>
                      <a:pt x="7229" y="8353"/>
                      <a:pt x="6896" y="8103"/>
                    </a:cubicBezTo>
                    <a:lnTo>
                      <a:pt x="696" y="3276"/>
                    </a:lnTo>
                    <a:cubicBezTo>
                      <a:pt x="-95" y="2652"/>
                      <a:pt x="-220" y="1486"/>
                      <a:pt x="363" y="696"/>
                    </a:cubicBezTo>
                    <a:cubicBezTo>
                      <a:pt x="987" y="-95"/>
                      <a:pt x="2111" y="-220"/>
                      <a:pt x="2943" y="363"/>
                    </a:cubicBezTo>
                    <a:lnTo>
                      <a:pt x="9143" y="5190"/>
                    </a:lnTo>
                    <a:cubicBezTo>
                      <a:pt x="9934" y="5814"/>
                      <a:pt x="10059" y="6979"/>
                      <a:pt x="9476" y="7770"/>
                    </a:cubicBezTo>
                    <a:cubicBezTo>
                      <a:pt x="9102" y="8228"/>
                      <a:pt x="8561" y="8478"/>
                      <a:pt x="8020" y="84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1" name="Google Shape;1171;p40"/>
              <p:cNvSpPr/>
              <p:nvPr/>
            </p:nvSpPr>
            <p:spPr>
              <a:xfrm flipH="1">
                <a:off x="5282460" y="3512043"/>
                <a:ext cx="573783" cy="113437"/>
              </a:xfrm>
              <a:custGeom>
                <a:avLst/>
                <a:gdLst/>
                <a:ahLst/>
                <a:cxnLst/>
                <a:rect l="l" t="t" r="r" b="b"/>
                <a:pathLst>
                  <a:path w="141239" h="27923" extrusionOk="0">
                    <a:moveTo>
                      <a:pt x="11778" y="0"/>
                    </a:moveTo>
                    <a:cubicBezTo>
                      <a:pt x="44695" y="5160"/>
                      <a:pt x="77612" y="10320"/>
                      <a:pt x="110570" y="15522"/>
                    </a:cubicBezTo>
                    <a:cubicBezTo>
                      <a:pt x="117728" y="10195"/>
                      <a:pt x="126883" y="9779"/>
                      <a:pt x="133374" y="14357"/>
                    </a:cubicBezTo>
                    <a:cubicBezTo>
                      <a:pt x="139825" y="18893"/>
                      <a:pt x="141031" y="26466"/>
                      <a:pt x="141239" y="27923"/>
                    </a:cubicBezTo>
                    <a:cubicBezTo>
                      <a:pt x="95214" y="27798"/>
                      <a:pt x="49189" y="27673"/>
                      <a:pt x="3164" y="27549"/>
                    </a:cubicBezTo>
                    <a:cubicBezTo>
                      <a:pt x="2665" y="26841"/>
                      <a:pt x="-1913" y="19808"/>
                      <a:pt x="917" y="11277"/>
                    </a:cubicBezTo>
                    <a:cubicBezTo>
                      <a:pt x="3622" y="3121"/>
                      <a:pt x="10904" y="333"/>
                      <a:pt x="11778" y="4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2" name="Google Shape;1172;p40"/>
              <p:cNvSpPr/>
              <p:nvPr/>
            </p:nvSpPr>
            <p:spPr>
              <a:xfrm flipH="1">
                <a:off x="5967767" y="3413897"/>
                <a:ext cx="465558" cy="243592"/>
              </a:xfrm>
              <a:custGeom>
                <a:avLst/>
                <a:gdLst/>
                <a:ahLst/>
                <a:cxnLst/>
                <a:rect l="l" t="t" r="r" b="b"/>
                <a:pathLst>
                  <a:path w="114599" h="59961" extrusionOk="0">
                    <a:moveTo>
                      <a:pt x="81162" y="42"/>
                    </a:moveTo>
                    <a:cubicBezTo>
                      <a:pt x="100471" y="8448"/>
                      <a:pt x="115702" y="17187"/>
                      <a:pt x="114536" y="23595"/>
                    </a:cubicBezTo>
                    <a:cubicBezTo>
                      <a:pt x="112539" y="34748"/>
                      <a:pt x="61812" y="34498"/>
                      <a:pt x="61936" y="37411"/>
                    </a:cubicBezTo>
                    <a:cubicBezTo>
                      <a:pt x="62020" y="40074"/>
                      <a:pt x="104799" y="36870"/>
                      <a:pt x="106672" y="45984"/>
                    </a:cubicBezTo>
                    <a:cubicBezTo>
                      <a:pt x="107878" y="51893"/>
                      <a:pt x="91233" y="59258"/>
                      <a:pt x="90109" y="59050"/>
                    </a:cubicBezTo>
                    <a:cubicBezTo>
                      <a:pt x="89069" y="58884"/>
                      <a:pt x="88320" y="58551"/>
                      <a:pt x="88153" y="58468"/>
                    </a:cubicBezTo>
                    <a:cubicBezTo>
                      <a:pt x="76460" y="53308"/>
                      <a:pt x="11916" y="67498"/>
                      <a:pt x="1637" y="53807"/>
                    </a:cubicBezTo>
                    <a:cubicBezTo>
                      <a:pt x="-1234" y="50020"/>
                      <a:pt x="-1858" y="41239"/>
                      <a:pt x="12873" y="17353"/>
                    </a:cubicBezTo>
                    <a:lnTo>
                      <a:pt x="8116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3" name="Google Shape;1173;p40"/>
              <p:cNvSpPr/>
              <p:nvPr/>
            </p:nvSpPr>
            <p:spPr>
              <a:xfrm flipH="1">
                <a:off x="6315192" y="3329874"/>
                <a:ext cx="624687" cy="217583"/>
              </a:xfrm>
              <a:custGeom>
                <a:avLst/>
                <a:gdLst/>
                <a:ahLst/>
                <a:cxnLst/>
                <a:rect l="l" t="t" r="r" b="b"/>
                <a:pathLst>
                  <a:path w="153769" h="53559" extrusionOk="0">
                    <a:moveTo>
                      <a:pt x="144615" y="27233"/>
                    </a:moveTo>
                    <a:cubicBezTo>
                      <a:pt x="115984" y="38177"/>
                      <a:pt x="94137" y="36513"/>
                      <a:pt x="82152" y="34390"/>
                    </a:cubicBezTo>
                    <a:cubicBezTo>
                      <a:pt x="67004" y="31685"/>
                      <a:pt x="53896" y="25776"/>
                      <a:pt x="33422" y="16579"/>
                    </a:cubicBezTo>
                    <a:cubicBezTo>
                      <a:pt x="9078" y="5635"/>
                      <a:pt x="713" y="-898"/>
                      <a:pt x="47" y="100"/>
                    </a:cubicBezTo>
                    <a:cubicBezTo>
                      <a:pt x="-1492" y="2306"/>
                      <a:pt x="34753" y="44294"/>
                      <a:pt x="86896" y="52243"/>
                    </a:cubicBezTo>
                    <a:cubicBezTo>
                      <a:pt x="114361" y="56404"/>
                      <a:pt x="138123" y="49912"/>
                      <a:pt x="153770" y="43753"/>
                    </a:cubicBezTo>
                    <a:lnTo>
                      <a:pt x="144615" y="2727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4" name="Google Shape;1174;p40"/>
              <p:cNvSpPr/>
              <p:nvPr/>
            </p:nvSpPr>
            <p:spPr>
              <a:xfrm flipH="1">
                <a:off x="6124789" y="3386700"/>
                <a:ext cx="146031" cy="203543"/>
              </a:xfrm>
              <a:custGeom>
                <a:avLst/>
                <a:gdLst/>
                <a:ahLst/>
                <a:cxnLst/>
                <a:rect l="l" t="t" r="r" b="b"/>
                <a:pathLst>
                  <a:path w="35946" h="50103" extrusionOk="0">
                    <a:moveTo>
                      <a:pt x="5340" y="50062"/>
                    </a:moveTo>
                    <a:cubicBezTo>
                      <a:pt x="3842" y="50062"/>
                      <a:pt x="2552" y="49979"/>
                      <a:pt x="1637" y="49854"/>
                    </a:cubicBezTo>
                    <a:cubicBezTo>
                      <a:pt x="638" y="49729"/>
                      <a:pt x="-111" y="48813"/>
                      <a:pt x="14" y="47815"/>
                    </a:cubicBezTo>
                    <a:cubicBezTo>
                      <a:pt x="138" y="46816"/>
                      <a:pt x="1054" y="46067"/>
                      <a:pt x="2053" y="46192"/>
                    </a:cubicBezTo>
                    <a:cubicBezTo>
                      <a:pt x="5548" y="46608"/>
                      <a:pt x="14454" y="46899"/>
                      <a:pt x="22027" y="40657"/>
                    </a:cubicBezTo>
                    <a:cubicBezTo>
                      <a:pt x="27229" y="36371"/>
                      <a:pt x="35053" y="26383"/>
                      <a:pt x="31266" y="16105"/>
                    </a:cubicBezTo>
                    <a:cubicBezTo>
                      <a:pt x="28519" y="8656"/>
                      <a:pt x="20654" y="3662"/>
                      <a:pt x="11749" y="3662"/>
                    </a:cubicBezTo>
                    <a:cubicBezTo>
                      <a:pt x="10667" y="3662"/>
                      <a:pt x="9835" y="2830"/>
                      <a:pt x="9835" y="1831"/>
                    </a:cubicBezTo>
                    <a:cubicBezTo>
                      <a:pt x="9835" y="832"/>
                      <a:pt x="10750" y="125"/>
                      <a:pt x="11749" y="0"/>
                    </a:cubicBezTo>
                    <a:cubicBezTo>
                      <a:pt x="22235" y="0"/>
                      <a:pt x="31432" y="5951"/>
                      <a:pt x="34720" y="14856"/>
                    </a:cubicBezTo>
                    <a:cubicBezTo>
                      <a:pt x="39214" y="27049"/>
                      <a:pt x="30350" y="38618"/>
                      <a:pt x="24399" y="43528"/>
                    </a:cubicBezTo>
                    <a:cubicBezTo>
                      <a:pt x="17783" y="48980"/>
                      <a:pt x="10292" y="50103"/>
                      <a:pt x="5382" y="5010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5" name="Google Shape;1175;p40"/>
              <p:cNvSpPr/>
              <p:nvPr/>
            </p:nvSpPr>
            <p:spPr>
              <a:xfrm flipH="1">
                <a:off x="5776344" y="3477514"/>
                <a:ext cx="82136" cy="83582"/>
              </a:xfrm>
              <a:custGeom>
                <a:avLst/>
                <a:gdLst/>
                <a:ahLst/>
                <a:cxnLst/>
                <a:rect l="l" t="t" r="r" b="b"/>
                <a:pathLst>
                  <a:path w="20218" h="20574" extrusionOk="0">
                    <a:moveTo>
                      <a:pt x="1842" y="20574"/>
                    </a:moveTo>
                    <a:cubicBezTo>
                      <a:pt x="302" y="20158"/>
                      <a:pt x="-239" y="19118"/>
                      <a:pt x="94" y="18161"/>
                    </a:cubicBezTo>
                    <a:cubicBezTo>
                      <a:pt x="1093" y="15206"/>
                      <a:pt x="2508" y="12501"/>
                      <a:pt x="4339" y="10046"/>
                    </a:cubicBezTo>
                    <a:cubicBezTo>
                      <a:pt x="8583" y="4345"/>
                      <a:pt x="13993" y="1515"/>
                      <a:pt x="17780" y="142"/>
                    </a:cubicBezTo>
                    <a:cubicBezTo>
                      <a:pt x="18737" y="-274"/>
                      <a:pt x="19778" y="267"/>
                      <a:pt x="20111" y="1224"/>
                    </a:cubicBezTo>
                    <a:cubicBezTo>
                      <a:pt x="20444" y="2181"/>
                      <a:pt x="19986" y="3221"/>
                      <a:pt x="19029" y="3554"/>
                    </a:cubicBezTo>
                    <a:cubicBezTo>
                      <a:pt x="15700" y="4761"/>
                      <a:pt x="10997" y="7216"/>
                      <a:pt x="7293" y="12210"/>
                    </a:cubicBezTo>
                    <a:cubicBezTo>
                      <a:pt x="5712" y="14332"/>
                      <a:pt x="4464" y="16746"/>
                      <a:pt x="3590" y="19326"/>
                    </a:cubicBezTo>
                    <a:cubicBezTo>
                      <a:pt x="3340" y="20075"/>
                      <a:pt x="2633" y="20574"/>
                      <a:pt x="1842" y="205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6" name="Google Shape;1176;p40"/>
              <p:cNvSpPr/>
              <p:nvPr/>
            </p:nvSpPr>
            <p:spPr>
              <a:xfrm flipH="1">
                <a:off x="5611927" y="3528260"/>
                <a:ext cx="71845" cy="14877"/>
              </a:xfrm>
              <a:custGeom>
                <a:avLst/>
                <a:gdLst/>
                <a:ahLst/>
                <a:cxnLst/>
                <a:rect l="l" t="t" r="r" b="b"/>
                <a:pathLst>
                  <a:path w="17685" h="3662" extrusionOk="0">
                    <a:moveTo>
                      <a:pt x="15855" y="3662"/>
                    </a:moveTo>
                    <a:lnTo>
                      <a:pt x="1831" y="3662"/>
                    </a:lnTo>
                    <a:cubicBezTo>
                      <a:pt x="832" y="3662"/>
                      <a:pt x="0" y="2830"/>
                      <a:pt x="0" y="1831"/>
                    </a:cubicBezTo>
                    <a:cubicBezTo>
                      <a:pt x="0" y="832"/>
                      <a:pt x="832" y="0"/>
                      <a:pt x="1831" y="0"/>
                    </a:cubicBezTo>
                    <a:lnTo>
                      <a:pt x="15855" y="0"/>
                    </a:lnTo>
                    <a:cubicBezTo>
                      <a:pt x="16854" y="0"/>
                      <a:pt x="17686" y="832"/>
                      <a:pt x="17686" y="1831"/>
                    </a:cubicBezTo>
                    <a:cubicBezTo>
                      <a:pt x="17686" y="2830"/>
                      <a:pt x="16854" y="3662"/>
                      <a:pt x="15855" y="366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7" name="Google Shape;1177;p40"/>
              <p:cNvSpPr/>
              <p:nvPr/>
            </p:nvSpPr>
            <p:spPr>
              <a:xfrm flipH="1">
                <a:off x="6402336" y="3555043"/>
                <a:ext cx="46113" cy="34897"/>
              </a:xfrm>
              <a:custGeom>
                <a:avLst/>
                <a:gdLst/>
                <a:ahLst/>
                <a:cxnLst/>
                <a:rect l="l" t="t" r="r" b="b"/>
                <a:pathLst>
                  <a:path w="11351" h="8590" extrusionOk="0">
                    <a:moveTo>
                      <a:pt x="1826" y="8591"/>
                    </a:moveTo>
                    <a:cubicBezTo>
                      <a:pt x="1244" y="8591"/>
                      <a:pt x="620" y="8300"/>
                      <a:pt x="287" y="7759"/>
                    </a:cubicBezTo>
                    <a:cubicBezTo>
                      <a:pt x="-254" y="6926"/>
                      <a:pt x="-5" y="5761"/>
                      <a:pt x="828" y="5220"/>
                    </a:cubicBezTo>
                    <a:lnTo>
                      <a:pt x="8526" y="268"/>
                    </a:lnTo>
                    <a:cubicBezTo>
                      <a:pt x="9358" y="-231"/>
                      <a:pt x="10524" y="-23"/>
                      <a:pt x="11065" y="809"/>
                    </a:cubicBezTo>
                    <a:cubicBezTo>
                      <a:pt x="11605" y="1641"/>
                      <a:pt x="11356" y="2807"/>
                      <a:pt x="10524" y="3348"/>
                    </a:cubicBezTo>
                    <a:lnTo>
                      <a:pt x="2825" y="8300"/>
                    </a:lnTo>
                    <a:cubicBezTo>
                      <a:pt x="2534" y="8466"/>
                      <a:pt x="2201" y="8591"/>
                      <a:pt x="1826" y="85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8" name="Google Shape;1178;p40"/>
              <p:cNvSpPr/>
              <p:nvPr/>
            </p:nvSpPr>
            <p:spPr>
              <a:xfrm flipH="1">
                <a:off x="5766920" y="3246834"/>
                <a:ext cx="369387" cy="172949"/>
              </a:xfrm>
              <a:custGeom>
                <a:avLst/>
                <a:gdLst/>
                <a:ahLst/>
                <a:cxnLst/>
                <a:rect l="l" t="t" r="r" b="b"/>
                <a:pathLst>
                  <a:path w="90926" h="42572" extrusionOk="0">
                    <a:moveTo>
                      <a:pt x="0" y="5701"/>
                    </a:moveTo>
                    <a:cubicBezTo>
                      <a:pt x="6367" y="21057"/>
                      <a:pt x="15273" y="29213"/>
                      <a:pt x="20974" y="33374"/>
                    </a:cubicBezTo>
                    <a:cubicBezTo>
                      <a:pt x="28714" y="39034"/>
                      <a:pt x="40241" y="44444"/>
                      <a:pt x="42280" y="41947"/>
                    </a:cubicBezTo>
                    <a:cubicBezTo>
                      <a:pt x="43612" y="40282"/>
                      <a:pt x="40532" y="35497"/>
                      <a:pt x="37245" y="31211"/>
                    </a:cubicBezTo>
                    <a:cubicBezTo>
                      <a:pt x="55139" y="29796"/>
                      <a:pt x="73033" y="28422"/>
                      <a:pt x="90927" y="27007"/>
                    </a:cubicBezTo>
                    <a:cubicBezTo>
                      <a:pt x="90844" y="25593"/>
                      <a:pt x="90552" y="23554"/>
                      <a:pt x="89429" y="21473"/>
                    </a:cubicBezTo>
                    <a:cubicBezTo>
                      <a:pt x="84227" y="11985"/>
                      <a:pt x="67581" y="12942"/>
                      <a:pt x="53017" y="11569"/>
                    </a:cubicBezTo>
                    <a:cubicBezTo>
                      <a:pt x="42363" y="10570"/>
                      <a:pt x="27507" y="7823"/>
                      <a:pt x="9738" y="0"/>
                    </a:cubicBezTo>
                    <a:lnTo>
                      <a:pt x="0" y="5701"/>
                    </a:ln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9" name="Google Shape;1179;p40"/>
              <p:cNvSpPr/>
              <p:nvPr/>
            </p:nvSpPr>
            <p:spPr>
              <a:xfrm flipH="1">
                <a:off x="6658318" y="2898539"/>
                <a:ext cx="561799" cy="577639"/>
              </a:xfrm>
              <a:custGeom>
                <a:avLst/>
                <a:gdLst/>
                <a:ahLst/>
                <a:cxnLst/>
                <a:rect l="l" t="t" r="r" b="b"/>
                <a:pathLst>
                  <a:path w="138289" h="142188" extrusionOk="0">
                    <a:moveTo>
                      <a:pt x="128302" y="142106"/>
                    </a:moveTo>
                    <a:cubicBezTo>
                      <a:pt x="131631" y="138777"/>
                      <a:pt x="134960" y="135448"/>
                      <a:pt x="138289" y="132118"/>
                    </a:cubicBezTo>
                    <a:cubicBezTo>
                      <a:pt x="117441" y="100908"/>
                      <a:pt x="91973" y="68033"/>
                      <a:pt x="60679" y="35532"/>
                    </a:cubicBezTo>
                    <a:cubicBezTo>
                      <a:pt x="53064" y="27625"/>
                      <a:pt x="45448" y="20052"/>
                      <a:pt x="37875" y="12894"/>
                    </a:cubicBezTo>
                    <a:cubicBezTo>
                      <a:pt x="26722" y="1284"/>
                      <a:pt x="12656" y="-2670"/>
                      <a:pt x="5998" y="1783"/>
                    </a:cubicBezTo>
                    <a:cubicBezTo>
                      <a:pt x="-1700" y="6943"/>
                      <a:pt x="-3615" y="26086"/>
                      <a:pt x="10118" y="43564"/>
                    </a:cubicBezTo>
                    <a:cubicBezTo>
                      <a:pt x="17359" y="52677"/>
                      <a:pt x="23851" y="59169"/>
                      <a:pt x="27762" y="62914"/>
                    </a:cubicBezTo>
                    <a:cubicBezTo>
                      <a:pt x="59930" y="93667"/>
                      <a:pt x="85273" y="96247"/>
                      <a:pt x="115277" y="127083"/>
                    </a:cubicBezTo>
                    <a:cubicBezTo>
                      <a:pt x="121561" y="133575"/>
                      <a:pt x="126096" y="139234"/>
                      <a:pt x="128344" y="142189"/>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0" name="Google Shape;1180;p40"/>
              <p:cNvSpPr/>
              <p:nvPr/>
            </p:nvSpPr>
            <p:spPr>
              <a:xfrm flipH="1">
                <a:off x="6433354" y="3343964"/>
                <a:ext cx="307852" cy="190649"/>
              </a:xfrm>
              <a:custGeom>
                <a:avLst/>
                <a:gdLst/>
                <a:ahLst/>
                <a:cxnLst/>
                <a:rect l="l" t="t" r="r" b="b"/>
                <a:pathLst>
                  <a:path w="75779" h="46929" extrusionOk="0">
                    <a:moveTo>
                      <a:pt x="42" y="0"/>
                    </a:moveTo>
                    <a:cubicBezTo>
                      <a:pt x="15772" y="6034"/>
                      <a:pt x="31544" y="12068"/>
                      <a:pt x="47274" y="18102"/>
                    </a:cubicBezTo>
                    <a:cubicBezTo>
                      <a:pt x="56762" y="26425"/>
                      <a:pt x="66291" y="34748"/>
                      <a:pt x="75779" y="43071"/>
                    </a:cubicBezTo>
                    <a:cubicBezTo>
                      <a:pt x="72325" y="43403"/>
                      <a:pt x="69995" y="42696"/>
                      <a:pt x="68414" y="41947"/>
                    </a:cubicBezTo>
                    <a:cubicBezTo>
                      <a:pt x="66749" y="41115"/>
                      <a:pt x="65625" y="40074"/>
                      <a:pt x="64169" y="40407"/>
                    </a:cubicBezTo>
                    <a:cubicBezTo>
                      <a:pt x="62588" y="40782"/>
                      <a:pt x="61839" y="42488"/>
                      <a:pt x="61506" y="43071"/>
                    </a:cubicBezTo>
                    <a:cubicBezTo>
                      <a:pt x="58884" y="47731"/>
                      <a:pt x="45900" y="47565"/>
                      <a:pt x="36038" y="45734"/>
                    </a:cubicBezTo>
                    <a:cubicBezTo>
                      <a:pt x="26591" y="43944"/>
                      <a:pt x="18893" y="42488"/>
                      <a:pt x="12484" y="35663"/>
                    </a:cubicBezTo>
                    <a:cubicBezTo>
                      <a:pt x="6617" y="29380"/>
                      <a:pt x="4994" y="22055"/>
                      <a:pt x="4453" y="18435"/>
                    </a:cubicBezTo>
                    <a:lnTo>
                      <a:pt x="0" y="0"/>
                    </a:ln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1" name="Google Shape;1181;p40"/>
              <p:cNvSpPr/>
              <p:nvPr/>
            </p:nvSpPr>
            <p:spPr>
              <a:xfrm flipH="1">
                <a:off x="7096201" y="2485137"/>
                <a:ext cx="61023" cy="255462"/>
              </a:xfrm>
              <a:custGeom>
                <a:avLst/>
                <a:gdLst/>
                <a:ahLst/>
                <a:cxnLst/>
                <a:rect l="l" t="t" r="r" b="b"/>
                <a:pathLst>
                  <a:path w="15021" h="62883" extrusionOk="0">
                    <a:moveTo>
                      <a:pt x="13184" y="62884"/>
                    </a:moveTo>
                    <a:cubicBezTo>
                      <a:pt x="12227" y="62884"/>
                      <a:pt x="11436" y="62177"/>
                      <a:pt x="11353" y="61219"/>
                    </a:cubicBezTo>
                    <a:cubicBezTo>
                      <a:pt x="10853" y="55851"/>
                      <a:pt x="10229" y="50566"/>
                      <a:pt x="9522" y="45448"/>
                    </a:cubicBezTo>
                    <a:cubicBezTo>
                      <a:pt x="7441" y="30966"/>
                      <a:pt x="4278" y="16443"/>
                      <a:pt x="75" y="2335"/>
                    </a:cubicBezTo>
                    <a:cubicBezTo>
                      <a:pt x="-216" y="1378"/>
                      <a:pt x="367" y="338"/>
                      <a:pt x="1324" y="47"/>
                    </a:cubicBezTo>
                    <a:cubicBezTo>
                      <a:pt x="2281" y="-161"/>
                      <a:pt x="3321" y="338"/>
                      <a:pt x="3613" y="1295"/>
                    </a:cubicBezTo>
                    <a:cubicBezTo>
                      <a:pt x="7857" y="15569"/>
                      <a:pt x="11062" y="30258"/>
                      <a:pt x="13184" y="44907"/>
                    </a:cubicBezTo>
                    <a:cubicBezTo>
                      <a:pt x="13933" y="50067"/>
                      <a:pt x="14557" y="55435"/>
                      <a:pt x="15015" y="60845"/>
                    </a:cubicBezTo>
                    <a:cubicBezTo>
                      <a:pt x="15098" y="61844"/>
                      <a:pt x="14391" y="62759"/>
                      <a:pt x="13350" y="62842"/>
                    </a:cubicBezTo>
                    <a:cubicBezTo>
                      <a:pt x="13309" y="62842"/>
                      <a:pt x="13226" y="62842"/>
                      <a:pt x="13184" y="628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2" name="Google Shape;1182;p40"/>
              <p:cNvSpPr/>
              <p:nvPr/>
            </p:nvSpPr>
            <p:spPr>
              <a:xfrm flipH="1">
                <a:off x="6667151" y="2603149"/>
                <a:ext cx="58338" cy="287820"/>
              </a:xfrm>
              <a:custGeom>
                <a:avLst/>
                <a:gdLst/>
                <a:ahLst/>
                <a:cxnLst/>
                <a:rect l="l" t="t" r="r" b="b"/>
                <a:pathLst>
                  <a:path w="14360" h="70848" extrusionOk="0">
                    <a:moveTo>
                      <a:pt x="1829" y="70849"/>
                    </a:moveTo>
                    <a:cubicBezTo>
                      <a:pt x="455" y="70599"/>
                      <a:pt x="-169" y="69600"/>
                      <a:pt x="39" y="68601"/>
                    </a:cubicBezTo>
                    <a:cubicBezTo>
                      <a:pt x="1829" y="60653"/>
                      <a:pt x="3410" y="52705"/>
                      <a:pt x="4783" y="44923"/>
                    </a:cubicBezTo>
                    <a:cubicBezTo>
                      <a:pt x="7322" y="30691"/>
                      <a:pt x="9319" y="16126"/>
                      <a:pt x="10692" y="1686"/>
                    </a:cubicBezTo>
                    <a:cubicBezTo>
                      <a:pt x="10776" y="687"/>
                      <a:pt x="11691" y="-145"/>
                      <a:pt x="12690" y="21"/>
                    </a:cubicBezTo>
                    <a:cubicBezTo>
                      <a:pt x="13689" y="105"/>
                      <a:pt x="14438" y="1020"/>
                      <a:pt x="14354" y="2019"/>
                    </a:cubicBezTo>
                    <a:cubicBezTo>
                      <a:pt x="12940" y="16542"/>
                      <a:pt x="10942" y="31190"/>
                      <a:pt x="8404" y="45547"/>
                    </a:cubicBezTo>
                    <a:cubicBezTo>
                      <a:pt x="7030" y="53371"/>
                      <a:pt x="5408" y="61402"/>
                      <a:pt x="3618" y="69392"/>
                    </a:cubicBezTo>
                    <a:cubicBezTo>
                      <a:pt x="3452" y="70224"/>
                      <a:pt x="2661" y="70807"/>
                      <a:pt x="1829" y="7080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3" name="Google Shape;1183;p40"/>
              <p:cNvSpPr/>
              <p:nvPr/>
            </p:nvSpPr>
            <p:spPr>
              <a:xfrm flipH="1">
                <a:off x="6187974" y="4547026"/>
                <a:ext cx="439827" cy="212513"/>
              </a:xfrm>
              <a:custGeom>
                <a:avLst/>
                <a:gdLst/>
                <a:ahLst/>
                <a:cxnLst/>
                <a:rect l="l" t="t" r="r" b="b"/>
                <a:pathLst>
                  <a:path w="108265" h="52311" extrusionOk="0">
                    <a:moveTo>
                      <a:pt x="9890" y="16940"/>
                    </a:moveTo>
                    <a:cubicBezTo>
                      <a:pt x="7767" y="18979"/>
                      <a:pt x="3065" y="24014"/>
                      <a:pt x="984" y="32087"/>
                    </a:cubicBezTo>
                    <a:cubicBezTo>
                      <a:pt x="-1513" y="41783"/>
                      <a:pt x="1400" y="49690"/>
                      <a:pt x="2482" y="52312"/>
                    </a:cubicBezTo>
                    <a:lnTo>
                      <a:pt x="108265" y="52312"/>
                    </a:lnTo>
                    <a:cubicBezTo>
                      <a:pt x="107225" y="41117"/>
                      <a:pt x="103147" y="35250"/>
                      <a:pt x="99943" y="32087"/>
                    </a:cubicBezTo>
                    <a:cubicBezTo>
                      <a:pt x="94200" y="26386"/>
                      <a:pt x="87999" y="26053"/>
                      <a:pt x="69939" y="19894"/>
                    </a:cubicBezTo>
                    <a:cubicBezTo>
                      <a:pt x="62365" y="17314"/>
                      <a:pt x="56289" y="14942"/>
                      <a:pt x="52419" y="13361"/>
                    </a:cubicBezTo>
                    <a:cubicBezTo>
                      <a:pt x="50338" y="7285"/>
                      <a:pt x="47217" y="-164"/>
                      <a:pt x="43805" y="3"/>
                    </a:cubicBezTo>
                    <a:cubicBezTo>
                      <a:pt x="40684" y="169"/>
                      <a:pt x="40101" y="6536"/>
                      <a:pt x="35482" y="11280"/>
                    </a:cubicBezTo>
                    <a:cubicBezTo>
                      <a:pt x="31321" y="15567"/>
                      <a:pt x="23872" y="18604"/>
                      <a:pt x="9931" y="1694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4" name="Google Shape;1184;p40"/>
              <p:cNvSpPr/>
              <p:nvPr/>
            </p:nvSpPr>
            <p:spPr>
              <a:xfrm flipH="1">
                <a:off x="7138769" y="4552612"/>
                <a:ext cx="241231" cy="189341"/>
              </a:xfrm>
              <a:custGeom>
                <a:avLst/>
                <a:gdLst/>
                <a:ahLst/>
                <a:cxnLst/>
                <a:rect l="l" t="t" r="r" b="b"/>
                <a:pathLst>
                  <a:path w="59380" h="46607" extrusionOk="0">
                    <a:moveTo>
                      <a:pt x="58328" y="46608"/>
                    </a:moveTo>
                    <a:cubicBezTo>
                      <a:pt x="39644" y="46483"/>
                      <a:pt x="20959" y="46316"/>
                      <a:pt x="2274" y="46192"/>
                    </a:cubicBezTo>
                    <a:cubicBezTo>
                      <a:pt x="943" y="44236"/>
                      <a:pt x="-472" y="41406"/>
                      <a:pt x="152" y="38493"/>
                    </a:cubicBezTo>
                    <a:cubicBezTo>
                      <a:pt x="1234" y="33333"/>
                      <a:pt x="7934" y="31086"/>
                      <a:pt x="11721" y="29088"/>
                    </a:cubicBezTo>
                    <a:cubicBezTo>
                      <a:pt x="18004" y="25759"/>
                      <a:pt x="25287" y="18269"/>
                      <a:pt x="29698" y="0"/>
                    </a:cubicBezTo>
                    <a:cubicBezTo>
                      <a:pt x="36065" y="167"/>
                      <a:pt x="42432" y="333"/>
                      <a:pt x="48757" y="458"/>
                    </a:cubicBezTo>
                    <a:cubicBezTo>
                      <a:pt x="51254" y="6117"/>
                      <a:pt x="54874" y="15064"/>
                      <a:pt x="57496" y="25218"/>
                    </a:cubicBezTo>
                    <a:cubicBezTo>
                      <a:pt x="58869" y="30503"/>
                      <a:pt x="59785" y="35455"/>
                      <a:pt x="59202" y="41489"/>
                    </a:cubicBezTo>
                    <a:cubicBezTo>
                      <a:pt x="58994" y="43653"/>
                      <a:pt x="58620" y="45443"/>
                      <a:pt x="58328" y="46608"/>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5" name="Google Shape;1185;p40"/>
              <p:cNvSpPr/>
              <p:nvPr/>
            </p:nvSpPr>
            <p:spPr>
              <a:xfrm flipH="1">
                <a:off x="7123060" y="4564254"/>
                <a:ext cx="300207" cy="192908"/>
              </a:xfrm>
              <a:custGeom>
                <a:avLst/>
                <a:gdLst/>
                <a:ahLst/>
                <a:cxnLst/>
                <a:rect l="l" t="t" r="r" b="b"/>
                <a:pathLst>
                  <a:path w="73897" h="47485" extrusionOk="0">
                    <a:moveTo>
                      <a:pt x="34905" y="3"/>
                    </a:moveTo>
                    <a:cubicBezTo>
                      <a:pt x="33490" y="4955"/>
                      <a:pt x="30661" y="11447"/>
                      <a:pt x="24668" y="15609"/>
                    </a:cubicBezTo>
                    <a:cubicBezTo>
                      <a:pt x="15471" y="21934"/>
                      <a:pt x="5942" y="17856"/>
                      <a:pt x="1697" y="23182"/>
                    </a:cubicBezTo>
                    <a:cubicBezTo>
                      <a:pt x="-758" y="26262"/>
                      <a:pt x="-1549" y="32670"/>
                      <a:pt x="6358" y="47485"/>
                    </a:cubicBezTo>
                    <a:lnTo>
                      <a:pt x="73898" y="47485"/>
                    </a:lnTo>
                    <a:cubicBezTo>
                      <a:pt x="72649" y="35542"/>
                      <a:pt x="71359" y="23557"/>
                      <a:pt x="70111" y="11614"/>
                    </a:cubicBezTo>
                    <a:cubicBezTo>
                      <a:pt x="48222" y="13653"/>
                      <a:pt x="42063" y="11863"/>
                      <a:pt x="41355" y="9366"/>
                    </a:cubicBezTo>
                    <a:cubicBezTo>
                      <a:pt x="40773" y="7327"/>
                      <a:pt x="43811" y="4789"/>
                      <a:pt x="42687" y="2459"/>
                    </a:cubicBezTo>
                    <a:cubicBezTo>
                      <a:pt x="41647" y="295"/>
                      <a:pt x="37818" y="-38"/>
                      <a:pt x="34905" y="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186" name="Google Shape;1186;p40"/>
            <p:cNvSpPr/>
            <p:nvPr/>
          </p:nvSpPr>
          <p:spPr>
            <a:xfrm>
              <a:off x="8133604" y="2386823"/>
              <a:ext cx="118514"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7" name="Google Shape;1187;p40"/>
            <p:cNvSpPr/>
            <p:nvPr/>
          </p:nvSpPr>
          <p:spPr>
            <a:xfrm>
              <a:off x="8060899" y="1765482"/>
              <a:ext cx="263935" cy="468045"/>
            </a:xfrm>
            <a:custGeom>
              <a:avLst/>
              <a:gdLst/>
              <a:ahLst/>
              <a:cxnLst/>
              <a:rect l="l" t="t" r="r" b="b"/>
              <a:pathLst>
                <a:path w="149116" h="264432" extrusionOk="0">
                  <a:moveTo>
                    <a:pt x="81391" y="264432"/>
                  </a:moveTo>
                  <a:cubicBezTo>
                    <a:pt x="79854" y="264432"/>
                    <a:pt x="80281" y="235737"/>
                    <a:pt x="70373" y="199440"/>
                  </a:cubicBezTo>
                  <a:cubicBezTo>
                    <a:pt x="64566" y="178088"/>
                    <a:pt x="60723" y="164680"/>
                    <a:pt x="48937" y="152894"/>
                  </a:cubicBezTo>
                  <a:cubicBezTo>
                    <a:pt x="32283" y="136240"/>
                    <a:pt x="10249" y="133251"/>
                    <a:pt x="0" y="132568"/>
                  </a:cubicBezTo>
                  <a:cubicBezTo>
                    <a:pt x="8028" y="129493"/>
                    <a:pt x="20241" y="123515"/>
                    <a:pt x="31173" y="111985"/>
                  </a:cubicBezTo>
                  <a:cubicBezTo>
                    <a:pt x="46802" y="95502"/>
                    <a:pt x="51072" y="76969"/>
                    <a:pt x="55770" y="56643"/>
                  </a:cubicBezTo>
                  <a:cubicBezTo>
                    <a:pt x="58758" y="43576"/>
                    <a:pt x="61833" y="24189"/>
                    <a:pt x="60552" y="190"/>
                  </a:cubicBezTo>
                  <a:cubicBezTo>
                    <a:pt x="60296" y="-3909"/>
                    <a:pt x="63029" y="59290"/>
                    <a:pt x="99155" y="90804"/>
                  </a:cubicBezTo>
                  <a:cubicBezTo>
                    <a:pt x="116236" y="105750"/>
                    <a:pt x="136648" y="109935"/>
                    <a:pt x="149117" y="111302"/>
                  </a:cubicBezTo>
                  <a:cubicBezTo>
                    <a:pt x="137075" y="115060"/>
                    <a:pt x="116749" y="123515"/>
                    <a:pt x="103681" y="143158"/>
                  </a:cubicBezTo>
                  <a:cubicBezTo>
                    <a:pt x="98045" y="151698"/>
                    <a:pt x="94202" y="160239"/>
                    <a:pt x="91212" y="182102"/>
                  </a:cubicBezTo>
                  <a:cubicBezTo>
                    <a:pt x="84636" y="229416"/>
                    <a:pt x="83184" y="264347"/>
                    <a:pt x="81305" y="26434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8" name="Google Shape;1188;p40"/>
            <p:cNvSpPr/>
            <p:nvPr/>
          </p:nvSpPr>
          <p:spPr>
            <a:xfrm>
              <a:off x="7570532" y="1854655"/>
              <a:ext cx="164015"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 name="TextBox 2">
            <a:extLst>
              <a:ext uri="{FF2B5EF4-FFF2-40B4-BE49-F238E27FC236}">
                <a16:creationId xmlns:a16="http://schemas.microsoft.com/office/drawing/2014/main" id="{06946648-82D6-D88B-21E4-DA1916D581E6}"/>
              </a:ext>
            </a:extLst>
          </p:cNvPr>
          <p:cNvSpPr txBox="1"/>
          <p:nvPr/>
        </p:nvSpPr>
        <p:spPr>
          <a:xfrm>
            <a:off x="1110344" y="1142390"/>
            <a:ext cx="4599500" cy="307777"/>
          </a:xfrm>
          <a:prstGeom prst="rect">
            <a:avLst/>
          </a:prstGeom>
          <a:noFill/>
        </p:spPr>
        <p:txBody>
          <a:bodyPr wrap="square">
            <a:spAutoFit/>
          </a:bodyPr>
          <a:lstStyle/>
          <a:p>
            <a:r>
              <a:rPr lang="en-US" sz="1400" b="1" dirty="0"/>
              <a:t>"ACORD Asked: Can You Fix This?"</a:t>
            </a:r>
            <a:endParaRPr lang="en-US" dirty="0"/>
          </a:p>
        </p:txBody>
      </p:sp>
      <p:sp>
        <p:nvSpPr>
          <p:cNvPr id="2" name="TextBox 1">
            <a:extLst>
              <a:ext uri="{FF2B5EF4-FFF2-40B4-BE49-F238E27FC236}">
                <a16:creationId xmlns:a16="http://schemas.microsoft.com/office/drawing/2014/main" id="{7E792706-200D-CAAB-3740-66DD1AB7B1BD}"/>
              </a:ext>
            </a:extLst>
          </p:cNvPr>
          <p:cNvSpPr txBox="1"/>
          <p:nvPr/>
        </p:nvSpPr>
        <p:spPr>
          <a:xfrm>
            <a:off x="8800826" y="4379495"/>
            <a:ext cx="314311" cy="307777"/>
          </a:xfrm>
          <a:prstGeom prst="rect">
            <a:avLst/>
          </a:prstGeom>
          <a:noFill/>
        </p:spPr>
        <p:txBody>
          <a:bodyPr wrap="square" rtlCol="0">
            <a:spAutoFit/>
          </a:bodyPr>
          <a:lstStyle/>
          <a:p>
            <a:r>
              <a:rPr lang="en-US" dirty="0"/>
              <a:t>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1"/>
        <p:cNvGrpSpPr/>
        <p:nvPr/>
      </p:nvGrpSpPr>
      <p:grpSpPr>
        <a:xfrm>
          <a:off x="0" y="0"/>
          <a:ext cx="0" cy="0"/>
          <a:chOff x="0" y="0"/>
          <a:chExt cx="0" cy="0"/>
        </a:xfrm>
      </p:grpSpPr>
      <p:sp>
        <p:nvSpPr>
          <p:cNvPr id="1552" name="Google Shape;1552;p48"/>
          <p:cNvSpPr txBox="1">
            <a:spLocks noGrp="1"/>
          </p:cNvSpPr>
          <p:nvPr>
            <p:ph type="title"/>
          </p:nvPr>
        </p:nvSpPr>
        <p:spPr>
          <a:xfrm>
            <a:off x="996875" y="1282275"/>
            <a:ext cx="4371000" cy="199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t>SOLUTION</a:t>
            </a:r>
            <a:endParaRPr b="1" dirty="0"/>
          </a:p>
        </p:txBody>
      </p:sp>
      <p:grpSp>
        <p:nvGrpSpPr>
          <p:cNvPr id="1553" name="Google Shape;1553;p48"/>
          <p:cNvGrpSpPr/>
          <p:nvPr/>
        </p:nvGrpSpPr>
        <p:grpSpPr>
          <a:xfrm flipH="1">
            <a:off x="4409781" y="1432602"/>
            <a:ext cx="3203872" cy="3559306"/>
            <a:chOff x="5084225" y="1394802"/>
            <a:chExt cx="3203872" cy="3559306"/>
          </a:xfrm>
        </p:grpSpPr>
        <p:sp>
          <p:nvSpPr>
            <p:cNvPr id="1554" name="Google Shape;1554;p48"/>
            <p:cNvSpPr/>
            <p:nvPr/>
          </p:nvSpPr>
          <p:spPr>
            <a:xfrm>
              <a:off x="6412777" y="2848048"/>
              <a:ext cx="158024" cy="187370"/>
            </a:xfrm>
            <a:custGeom>
              <a:avLst/>
              <a:gdLst/>
              <a:ahLst/>
              <a:cxnLst/>
              <a:rect l="l" t="t" r="r" b="b"/>
              <a:pathLst>
                <a:path w="109739" h="130118" extrusionOk="0">
                  <a:moveTo>
                    <a:pt x="0" y="62341"/>
                  </a:moveTo>
                  <a:cubicBezTo>
                    <a:pt x="14001" y="75485"/>
                    <a:pt x="22955" y="87772"/>
                    <a:pt x="28575" y="96726"/>
                  </a:cubicBezTo>
                  <a:cubicBezTo>
                    <a:pt x="37433" y="110823"/>
                    <a:pt x="42482" y="123777"/>
                    <a:pt x="55721" y="128444"/>
                  </a:cubicBezTo>
                  <a:cubicBezTo>
                    <a:pt x="61532" y="130540"/>
                    <a:pt x="67056" y="130254"/>
                    <a:pt x="70675" y="129778"/>
                  </a:cubicBezTo>
                  <a:lnTo>
                    <a:pt x="104299" y="104155"/>
                  </a:lnTo>
                  <a:cubicBezTo>
                    <a:pt x="116491" y="69103"/>
                    <a:pt x="107632" y="32623"/>
                    <a:pt x="83344" y="13763"/>
                  </a:cubicBezTo>
                  <a:cubicBezTo>
                    <a:pt x="65151" y="-429"/>
                    <a:pt x="43815" y="-334"/>
                    <a:pt x="35814" y="142"/>
                  </a:cubicBezTo>
                  <a:cubicBezTo>
                    <a:pt x="23908" y="20812"/>
                    <a:pt x="11906" y="41481"/>
                    <a:pt x="0" y="6224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5" name="Google Shape;1555;p48"/>
            <p:cNvSpPr/>
            <p:nvPr/>
          </p:nvSpPr>
          <p:spPr>
            <a:xfrm>
              <a:off x="5945057" y="2534975"/>
              <a:ext cx="567978" cy="428350"/>
            </a:xfrm>
            <a:custGeom>
              <a:avLst/>
              <a:gdLst/>
              <a:ahLst/>
              <a:cxnLst/>
              <a:rect l="l" t="t" r="r" b="b"/>
              <a:pathLst>
                <a:path w="394429" h="297465" extrusionOk="0">
                  <a:moveTo>
                    <a:pt x="394335" y="235267"/>
                  </a:moveTo>
                  <a:cubicBezTo>
                    <a:pt x="378237" y="256032"/>
                    <a:pt x="362140" y="276796"/>
                    <a:pt x="346043" y="297466"/>
                  </a:cubicBezTo>
                  <a:cubicBezTo>
                    <a:pt x="299942" y="274511"/>
                    <a:pt x="260985" y="258223"/>
                    <a:pt x="233553" y="247459"/>
                  </a:cubicBezTo>
                  <a:cubicBezTo>
                    <a:pt x="131159" y="207264"/>
                    <a:pt x="77152" y="200406"/>
                    <a:pt x="33242" y="149543"/>
                  </a:cubicBezTo>
                  <a:cubicBezTo>
                    <a:pt x="15621" y="129159"/>
                    <a:pt x="5619" y="108775"/>
                    <a:pt x="0" y="94774"/>
                  </a:cubicBezTo>
                  <a:cubicBezTo>
                    <a:pt x="20288" y="63151"/>
                    <a:pt x="40481" y="31623"/>
                    <a:pt x="60770" y="0"/>
                  </a:cubicBezTo>
                  <a:cubicBezTo>
                    <a:pt x="96202" y="16764"/>
                    <a:pt x="122587" y="33719"/>
                    <a:pt x="139065" y="45148"/>
                  </a:cubicBezTo>
                  <a:cubicBezTo>
                    <a:pt x="229552" y="107823"/>
                    <a:pt x="253365" y="165164"/>
                    <a:pt x="343662" y="212788"/>
                  </a:cubicBezTo>
                  <a:cubicBezTo>
                    <a:pt x="365188" y="224123"/>
                    <a:pt x="383571" y="231267"/>
                    <a:pt x="394430" y="235172"/>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6" name="Google Shape;1556;p48"/>
            <p:cNvSpPr/>
            <p:nvPr/>
          </p:nvSpPr>
          <p:spPr>
            <a:xfrm>
              <a:off x="6029972" y="2535936"/>
              <a:ext cx="411890" cy="416555"/>
            </a:xfrm>
            <a:custGeom>
              <a:avLst/>
              <a:gdLst/>
              <a:ahLst/>
              <a:cxnLst/>
              <a:rect l="l" t="t" r="r" b="b"/>
              <a:pathLst>
                <a:path w="286035" h="289274" extrusionOk="0">
                  <a:moveTo>
                    <a:pt x="0" y="163640"/>
                  </a:moveTo>
                  <a:cubicBezTo>
                    <a:pt x="20955" y="182880"/>
                    <a:pt x="47149" y="203835"/>
                    <a:pt x="79153" y="223456"/>
                  </a:cubicBezTo>
                  <a:cubicBezTo>
                    <a:pt x="142684" y="262414"/>
                    <a:pt x="203263" y="280416"/>
                    <a:pt x="247079" y="289274"/>
                  </a:cubicBezTo>
                  <a:cubicBezTo>
                    <a:pt x="260032" y="261366"/>
                    <a:pt x="273082" y="233458"/>
                    <a:pt x="286035" y="205454"/>
                  </a:cubicBezTo>
                  <a:cubicBezTo>
                    <a:pt x="201835" y="136970"/>
                    <a:pt x="117538" y="68485"/>
                    <a:pt x="33338" y="0"/>
                  </a:cubicBezTo>
                  <a:cubicBezTo>
                    <a:pt x="22288" y="54578"/>
                    <a:pt x="11239" y="109061"/>
                    <a:pt x="95" y="16364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7" name="Google Shape;1557;p48"/>
            <p:cNvSpPr/>
            <p:nvPr/>
          </p:nvSpPr>
          <p:spPr>
            <a:xfrm>
              <a:off x="5990977" y="4609901"/>
              <a:ext cx="470421" cy="221787"/>
            </a:xfrm>
            <a:custGeom>
              <a:avLst/>
              <a:gdLst/>
              <a:ahLst/>
              <a:cxnLst/>
              <a:rect l="l" t="t" r="r" b="b"/>
              <a:pathLst>
                <a:path w="326681" h="154019" extrusionOk="0">
                  <a:moveTo>
                    <a:pt x="17697" y="154019"/>
                  </a:moveTo>
                  <a:lnTo>
                    <a:pt x="313925" y="151352"/>
                  </a:lnTo>
                  <a:cubicBezTo>
                    <a:pt x="314973" y="150876"/>
                    <a:pt x="324022" y="146971"/>
                    <a:pt x="326212" y="137636"/>
                  </a:cubicBezTo>
                  <a:cubicBezTo>
                    <a:pt x="328308" y="128778"/>
                    <a:pt x="323260" y="118681"/>
                    <a:pt x="313544" y="114014"/>
                  </a:cubicBezTo>
                  <a:cubicBezTo>
                    <a:pt x="296209" y="112490"/>
                    <a:pt x="271730" y="109156"/>
                    <a:pt x="243345" y="101060"/>
                  </a:cubicBezTo>
                  <a:cubicBezTo>
                    <a:pt x="215818" y="93154"/>
                    <a:pt x="185719" y="84582"/>
                    <a:pt x="154762" y="61150"/>
                  </a:cubicBezTo>
                  <a:cubicBezTo>
                    <a:pt x="141332" y="50959"/>
                    <a:pt x="121235" y="32956"/>
                    <a:pt x="103328" y="3905"/>
                  </a:cubicBezTo>
                  <a:cubicBezTo>
                    <a:pt x="79991" y="2572"/>
                    <a:pt x="56560" y="1333"/>
                    <a:pt x="33223" y="0"/>
                  </a:cubicBezTo>
                  <a:cubicBezTo>
                    <a:pt x="33795" y="52959"/>
                    <a:pt x="22365" y="82963"/>
                    <a:pt x="11507" y="100774"/>
                  </a:cubicBezTo>
                  <a:cubicBezTo>
                    <a:pt x="7220" y="107728"/>
                    <a:pt x="-4305" y="124968"/>
                    <a:pt x="1695" y="139351"/>
                  </a:cubicBezTo>
                  <a:cubicBezTo>
                    <a:pt x="4934" y="147066"/>
                    <a:pt x="12078" y="151447"/>
                    <a:pt x="17697" y="1539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8" name="Google Shape;1558;p48"/>
            <p:cNvSpPr/>
            <p:nvPr/>
          </p:nvSpPr>
          <p:spPr>
            <a:xfrm>
              <a:off x="5987926" y="4682447"/>
              <a:ext cx="482001" cy="161028"/>
            </a:xfrm>
            <a:custGeom>
              <a:avLst/>
              <a:gdLst/>
              <a:ahLst/>
              <a:cxnLst/>
              <a:rect l="l" t="t" r="r" b="b"/>
              <a:pathLst>
                <a:path w="334723" h="111825" extrusionOk="0">
                  <a:moveTo>
                    <a:pt x="2191" y="111826"/>
                  </a:moveTo>
                  <a:lnTo>
                    <a:pt x="328803" y="111826"/>
                  </a:lnTo>
                  <a:cubicBezTo>
                    <a:pt x="332613" y="104777"/>
                    <a:pt x="336709" y="94300"/>
                    <a:pt x="333660" y="83536"/>
                  </a:cubicBezTo>
                  <a:cubicBezTo>
                    <a:pt x="330327" y="71630"/>
                    <a:pt x="319088" y="62391"/>
                    <a:pt x="277368" y="47913"/>
                  </a:cubicBezTo>
                  <a:cubicBezTo>
                    <a:pt x="257365" y="40960"/>
                    <a:pt x="229267" y="32483"/>
                    <a:pt x="194405" y="25720"/>
                  </a:cubicBezTo>
                  <a:cubicBezTo>
                    <a:pt x="193071" y="12766"/>
                    <a:pt x="185261" y="2384"/>
                    <a:pt x="176022" y="383"/>
                  </a:cubicBezTo>
                  <a:cubicBezTo>
                    <a:pt x="163449" y="-2379"/>
                    <a:pt x="146113" y="10003"/>
                    <a:pt x="144970" y="30768"/>
                  </a:cubicBezTo>
                  <a:cubicBezTo>
                    <a:pt x="113062" y="60962"/>
                    <a:pt x="89154" y="65534"/>
                    <a:pt x="72771" y="63725"/>
                  </a:cubicBezTo>
                  <a:cubicBezTo>
                    <a:pt x="44577" y="60486"/>
                    <a:pt x="21717" y="35911"/>
                    <a:pt x="7620" y="45341"/>
                  </a:cubicBezTo>
                  <a:cubicBezTo>
                    <a:pt x="2381" y="48770"/>
                    <a:pt x="667" y="55343"/>
                    <a:pt x="0" y="59914"/>
                  </a:cubicBezTo>
                  <a:lnTo>
                    <a:pt x="2000" y="11182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9" name="Google Shape;1559;p48"/>
            <p:cNvSpPr/>
            <p:nvPr/>
          </p:nvSpPr>
          <p:spPr>
            <a:xfrm>
              <a:off x="5856707" y="1656694"/>
              <a:ext cx="356203" cy="381030"/>
            </a:xfrm>
            <a:custGeom>
              <a:avLst/>
              <a:gdLst/>
              <a:ahLst/>
              <a:cxnLst/>
              <a:rect l="l" t="t" r="r" b="b"/>
              <a:pathLst>
                <a:path w="247363" h="264604" extrusionOk="0">
                  <a:moveTo>
                    <a:pt x="247364" y="131254"/>
                  </a:moveTo>
                  <a:cubicBezTo>
                    <a:pt x="231457" y="148304"/>
                    <a:pt x="215455" y="165449"/>
                    <a:pt x="199358" y="182499"/>
                  </a:cubicBezTo>
                  <a:cubicBezTo>
                    <a:pt x="173831" y="209836"/>
                    <a:pt x="148209" y="237268"/>
                    <a:pt x="122681" y="264605"/>
                  </a:cubicBezTo>
                  <a:lnTo>
                    <a:pt x="0" y="153067"/>
                  </a:lnTo>
                  <a:cubicBezTo>
                    <a:pt x="60197" y="102013"/>
                    <a:pt x="120300" y="51054"/>
                    <a:pt x="180498" y="0"/>
                  </a:cubicBezTo>
                  <a:cubicBezTo>
                    <a:pt x="188880" y="24194"/>
                    <a:pt x="200310" y="51530"/>
                    <a:pt x="216027" y="80391"/>
                  </a:cubicBezTo>
                  <a:cubicBezTo>
                    <a:pt x="226314" y="99346"/>
                    <a:pt x="236981" y="116205"/>
                    <a:pt x="247364" y="131159"/>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0" name="Google Shape;1560;p48"/>
            <p:cNvSpPr/>
            <p:nvPr/>
          </p:nvSpPr>
          <p:spPr>
            <a:xfrm>
              <a:off x="6125298" y="1772799"/>
              <a:ext cx="88088" cy="146897"/>
            </a:xfrm>
            <a:custGeom>
              <a:avLst/>
              <a:gdLst/>
              <a:ahLst/>
              <a:cxnLst/>
              <a:rect l="l" t="t" r="r" b="b"/>
              <a:pathLst>
                <a:path w="61172" h="102012" extrusionOk="0">
                  <a:moveTo>
                    <a:pt x="61172" y="50768"/>
                  </a:moveTo>
                  <a:cubicBezTo>
                    <a:pt x="45266" y="67818"/>
                    <a:pt x="29264" y="84963"/>
                    <a:pt x="13167" y="102013"/>
                  </a:cubicBezTo>
                  <a:cubicBezTo>
                    <a:pt x="-9313" y="80486"/>
                    <a:pt x="-2359" y="35338"/>
                    <a:pt x="29073" y="762"/>
                  </a:cubicBezTo>
                  <a:lnTo>
                    <a:pt x="29740" y="0"/>
                  </a:lnTo>
                  <a:cubicBezTo>
                    <a:pt x="40217" y="16859"/>
                    <a:pt x="50600" y="33814"/>
                    <a:pt x="61077" y="507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1" name="Google Shape;1561;p48"/>
            <p:cNvSpPr/>
            <p:nvPr/>
          </p:nvSpPr>
          <p:spPr>
            <a:xfrm>
              <a:off x="5469951" y="2723693"/>
              <a:ext cx="448852" cy="495019"/>
            </a:xfrm>
            <a:custGeom>
              <a:avLst/>
              <a:gdLst/>
              <a:ahLst/>
              <a:cxnLst/>
              <a:rect l="l" t="t" r="r" b="b"/>
              <a:pathLst>
                <a:path w="311703" h="343763" extrusionOk="0">
                  <a:moveTo>
                    <a:pt x="284487" y="99206"/>
                  </a:moveTo>
                  <a:cubicBezTo>
                    <a:pt x="333064" y="185217"/>
                    <a:pt x="314872" y="287420"/>
                    <a:pt x="243815" y="327616"/>
                  </a:cubicBezTo>
                  <a:cubicBezTo>
                    <a:pt x="172759" y="367716"/>
                    <a:pt x="75795" y="330568"/>
                    <a:pt x="27217" y="244558"/>
                  </a:cubicBezTo>
                  <a:cubicBezTo>
                    <a:pt x="-21361" y="158547"/>
                    <a:pt x="-3168" y="56344"/>
                    <a:pt x="67889" y="16148"/>
                  </a:cubicBezTo>
                  <a:cubicBezTo>
                    <a:pt x="138945" y="-23952"/>
                    <a:pt x="235910" y="13195"/>
                    <a:pt x="284487" y="99206"/>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2" name="Google Shape;1562;p48"/>
            <p:cNvSpPr/>
            <p:nvPr/>
          </p:nvSpPr>
          <p:spPr>
            <a:xfrm>
              <a:off x="5579153" y="2833002"/>
              <a:ext cx="633084" cy="1052770"/>
            </a:xfrm>
            <a:custGeom>
              <a:avLst/>
              <a:gdLst/>
              <a:ahLst/>
              <a:cxnLst/>
              <a:rect l="l" t="t" r="r" b="b"/>
              <a:pathLst>
                <a:path w="439642" h="731090" extrusionOk="0">
                  <a:moveTo>
                    <a:pt x="405669" y="543497"/>
                  </a:moveTo>
                  <a:cubicBezTo>
                    <a:pt x="441960" y="632079"/>
                    <a:pt x="450818" y="710184"/>
                    <a:pt x="424243" y="727234"/>
                  </a:cubicBezTo>
                  <a:cubicBezTo>
                    <a:pt x="395668" y="745522"/>
                    <a:pt x="318801" y="697992"/>
                    <a:pt x="244316" y="601218"/>
                  </a:cubicBezTo>
                  <a:cubicBezTo>
                    <a:pt x="162877" y="457009"/>
                    <a:pt x="81439" y="312801"/>
                    <a:pt x="0" y="168592"/>
                  </a:cubicBezTo>
                  <a:cubicBezTo>
                    <a:pt x="78010" y="112395"/>
                    <a:pt x="155924" y="56197"/>
                    <a:pt x="233934" y="0"/>
                  </a:cubicBezTo>
                  <a:cubicBezTo>
                    <a:pt x="264414" y="45815"/>
                    <a:pt x="296132" y="101441"/>
                    <a:pt x="323945" y="166783"/>
                  </a:cubicBezTo>
                  <a:cubicBezTo>
                    <a:pt x="387001" y="314992"/>
                    <a:pt x="403003" y="450151"/>
                    <a:pt x="405765" y="543306"/>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3" name="Google Shape;1563;p48"/>
            <p:cNvSpPr/>
            <p:nvPr/>
          </p:nvSpPr>
          <p:spPr>
            <a:xfrm>
              <a:off x="5416858" y="2649694"/>
              <a:ext cx="425511" cy="515059"/>
            </a:xfrm>
            <a:custGeom>
              <a:avLst/>
              <a:gdLst/>
              <a:ahLst/>
              <a:cxnLst/>
              <a:rect l="l" t="t" r="r" b="b"/>
              <a:pathLst>
                <a:path w="295494" h="357680" extrusionOk="0">
                  <a:moveTo>
                    <a:pt x="295480" y="177173"/>
                  </a:moveTo>
                  <a:cubicBezTo>
                    <a:pt x="296623" y="275948"/>
                    <a:pt x="231377" y="356720"/>
                    <a:pt x="149748" y="357672"/>
                  </a:cubicBezTo>
                  <a:cubicBezTo>
                    <a:pt x="68118" y="358625"/>
                    <a:pt x="1062" y="279281"/>
                    <a:pt x="15" y="180507"/>
                  </a:cubicBezTo>
                  <a:cubicBezTo>
                    <a:pt x="-1128" y="81733"/>
                    <a:pt x="64118" y="961"/>
                    <a:pt x="145747" y="8"/>
                  </a:cubicBezTo>
                  <a:cubicBezTo>
                    <a:pt x="227377" y="-944"/>
                    <a:pt x="294432" y="78399"/>
                    <a:pt x="295480" y="177173"/>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4" name="Google Shape;1564;p48"/>
            <p:cNvSpPr/>
            <p:nvPr/>
          </p:nvSpPr>
          <p:spPr>
            <a:xfrm>
              <a:off x="5465657" y="2913109"/>
              <a:ext cx="470458" cy="1021848"/>
            </a:xfrm>
            <a:custGeom>
              <a:avLst/>
              <a:gdLst/>
              <a:ahLst/>
              <a:cxnLst/>
              <a:rect l="l" t="t" r="r" b="b"/>
              <a:pathLst>
                <a:path w="326707" h="709617" extrusionOk="0">
                  <a:moveTo>
                    <a:pt x="166116" y="546735"/>
                  </a:moveTo>
                  <a:cubicBezTo>
                    <a:pt x="146875" y="640461"/>
                    <a:pt x="110585" y="710279"/>
                    <a:pt x="78962" y="709613"/>
                  </a:cubicBezTo>
                  <a:cubicBezTo>
                    <a:pt x="45053" y="708851"/>
                    <a:pt x="7811" y="626555"/>
                    <a:pt x="0" y="504634"/>
                  </a:cubicBezTo>
                  <a:cubicBezTo>
                    <a:pt x="12859" y="339566"/>
                    <a:pt x="25718" y="174403"/>
                    <a:pt x="38576" y="9334"/>
                  </a:cubicBezTo>
                  <a:cubicBezTo>
                    <a:pt x="134588" y="6191"/>
                    <a:pt x="230695" y="3143"/>
                    <a:pt x="326707" y="0"/>
                  </a:cubicBezTo>
                  <a:cubicBezTo>
                    <a:pt x="326422" y="55054"/>
                    <a:pt x="321659" y="118872"/>
                    <a:pt x="308324" y="188690"/>
                  </a:cubicBezTo>
                  <a:cubicBezTo>
                    <a:pt x="277939" y="346900"/>
                    <a:pt x="215836" y="467963"/>
                    <a:pt x="166116" y="546830"/>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5" name="Google Shape;1565;p48"/>
            <p:cNvSpPr/>
            <p:nvPr/>
          </p:nvSpPr>
          <p:spPr>
            <a:xfrm>
              <a:off x="5917094" y="3657422"/>
              <a:ext cx="268079" cy="1015943"/>
            </a:xfrm>
            <a:custGeom>
              <a:avLst/>
              <a:gdLst/>
              <a:ahLst/>
              <a:cxnLst/>
              <a:rect l="l" t="t" r="r" b="b"/>
              <a:pathLst>
                <a:path w="186166" h="705516" extrusionOk="0">
                  <a:moveTo>
                    <a:pt x="166069" y="704183"/>
                  </a:moveTo>
                  <a:cubicBezTo>
                    <a:pt x="140447" y="704660"/>
                    <a:pt x="114920" y="705040"/>
                    <a:pt x="89298" y="705517"/>
                  </a:cubicBezTo>
                  <a:cubicBezTo>
                    <a:pt x="59199" y="615887"/>
                    <a:pt x="39863" y="538639"/>
                    <a:pt x="27100" y="480155"/>
                  </a:cubicBezTo>
                  <a:cubicBezTo>
                    <a:pt x="-14715" y="287464"/>
                    <a:pt x="1954" y="232505"/>
                    <a:pt x="11193" y="208502"/>
                  </a:cubicBezTo>
                  <a:cubicBezTo>
                    <a:pt x="18718" y="188976"/>
                    <a:pt x="29195" y="169450"/>
                    <a:pt x="41197" y="129730"/>
                  </a:cubicBezTo>
                  <a:cubicBezTo>
                    <a:pt x="57199" y="76581"/>
                    <a:pt x="62628" y="30766"/>
                    <a:pt x="64628" y="0"/>
                  </a:cubicBezTo>
                  <a:cubicBezTo>
                    <a:pt x="105110" y="54102"/>
                    <a:pt x="145591" y="108204"/>
                    <a:pt x="186167" y="162211"/>
                  </a:cubicBezTo>
                  <a:cubicBezTo>
                    <a:pt x="180071" y="193929"/>
                    <a:pt x="174737" y="226790"/>
                    <a:pt x="170165" y="260699"/>
                  </a:cubicBezTo>
                  <a:cubicBezTo>
                    <a:pt x="148258" y="424243"/>
                    <a:pt x="151401" y="574072"/>
                    <a:pt x="165974" y="704183"/>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6" name="Google Shape;1566;p48"/>
            <p:cNvSpPr/>
            <p:nvPr/>
          </p:nvSpPr>
          <p:spPr>
            <a:xfrm>
              <a:off x="5211736" y="3628842"/>
              <a:ext cx="394746" cy="1004148"/>
            </a:xfrm>
            <a:custGeom>
              <a:avLst/>
              <a:gdLst/>
              <a:ahLst/>
              <a:cxnLst/>
              <a:rect l="l" t="t" r="r" b="b"/>
              <a:pathLst>
                <a:path w="274129" h="697325" extrusionOk="0">
                  <a:moveTo>
                    <a:pt x="72675" y="697325"/>
                  </a:moveTo>
                  <a:cubicBezTo>
                    <a:pt x="48387" y="689134"/>
                    <a:pt x="24193" y="680942"/>
                    <a:pt x="0" y="672751"/>
                  </a:cubicBezTo>
                  <a:cubicBezTo>
                    <a:pt x="1810" y="578168"/>
                    <a:pt x="9620" y="498920"/>
                    <a:pt x="17335" y="439579"/>
                  </a:cubicBezTo>
                  <a:cubicBezTo>
                    <a:pt x="42863" y="244030"/>
                    <a:pt x="77057" y="197929"/>
                    <a:pt x="93821" y="178403"/>
                  </a:cubicBezTo>
                  <a:cubicBezTo>
                    <a:pt x="107537" y="162496"/>
                    <a:pt x="123920" y="147733"/>
                    <a:pt x="148590" y="114300"/>
                  </a:cubicBezTo>
                  <a:cubicBezTo>
                    <a:pt x="181546" y="69628"/>
                    <a:pt x="202025" y="28289"/>
                    <a:pt x="214313" y="0"/>
                  </a:cubicBezTo>
                  <a:cubicBezTo>
                    <a:pt x="234219" y="64579"/>
                    <a:pt x="254222" y="129159"/>
                    <a:pt x="274129" y="193643"/>
                  </a:cubicBezTo>
                  <a:cubicBezTo>
                    <a:pt x="257746" y="221456"/>
                    <a:pt x="241554" y="250603"/>
                    <a:pt x="225933" y="280988"/>
                  </a:cubicBezTo>
                  <a:cubicBezTo>
                    <a:pt x="150209" y="427672"/>
                    <a:pt x="102775" y="569786"/>
                    <a:pt x="72771" y="697230"/>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7" name="Google Shape;1567;p48"/>
            <p:cNvSpPr/>
            <p:nvPr/>
          </p:nvSpPr>
          <p:spPr>
            <a:xfrm>
              <a:off x="6005150" y="1419052"/>
              <a:ext cx="363221" cy="453944"/>
            </a:xfrm>
            <a:custGeom>
              <a:avLst/>
              <a:gdLst/>
              <a:ahLst/>
              <a:cxnLst/>
              <a:rect l="l" t="t" r="r" b="b"/>
              <a:pathLst>
                <a:path w="252237" h="315239" extrusionOk="0">
                  <a:moveTo>
                    <a:pt x="138555" y="303326"/>
                  </a:moveTo>
                  <a:cubicBezTo>
                    <a:pt x="112457" y="292943"/>
                    <a:pt x="64260" y="267416"/>
                    <a:pt x="20636" y="198741"/>
                  </a:cubicBezTo>
                  <a:cubicBezTo>
                    <a:pt x="18159" y="194836"/>
                    <a:pt x="-17940" y="136067"/>
                    <a:pt x="11492" y="73297"/>
                  </a:cubicBezTo>
                  <a:cubicBezTo>
                    <a:pt x="30352" y="33006"/>
                    <a:pt x="67118" y="10718"/>
                    <a:pt x="99693" y="3193"/>
                  </a:cubicBezTo>
                  <a:cubicBezTo>
                    <a:pt x="167893" y="-12428"/>
                    <a:pt x="237234" y="32339"/>
                    <a:pt x="248664" y="70820"/>
                  </a:cubicBezTo>
                  <a:cubicBezTo>
                    <a:pt x="250569" y="77297"/>
                    <a:pt x="251331" y="83298"/>
                    <a:pt x="251522" y="88346"/>
                  </a:cubicBezTo>
                  <a:cubicBezTo>
                    <a:pt x="251712" y="131495"/>
                    <a:pt x="251903" y="150830"/>
                    <a:pt x="252093" y="151878"/>
                  </a:cubicBezTo>
                  <a:cubicBezTo>
                    <a:pt x="252093" y="152164"/>
                    <a:pt x="252475" y="153593"/>
                    <a:pt x="251998" y="155212"/>
                  </a:cubicBezTo>
                  <a:cubicBezTo>
                    <a:pt x="251712" y="156355"/>
                    <a:pt x="251141" y="157117"/>
                    <a:pt x="250760" y="157688"/>
                  </a:cubicBezTo>
                  <a:cubicBezTo>
                    <a:pt x="248188" y="162832"/>
                    <a:pt x="245521" y="167880"/>
                    <a:pt x="242950" y="173024"/>
                  </a:cubicBezTo>
                  <a:cubicBezTo>
                    <a:pt x="236853" y="209219"/>
                    <a:pt x="234853" y="224554"/>
                    <a:pt x="234948" y="229221"/>
                  </a:cubicBezTo>
                  <a:cubicBezTo>
                    <a:pt x="234948" y="229316"/>
                    <a:pt x="234948" y="229983"/>
                    <a:pt x="234948" y="230840"/>
                  </a:cubicBezTo>
                  <a:cubicBezTo>
                    <a:pt x="234853" y="238651"/>
                    <a:pt x="234758" y="242556"/>
                    <a:pt x="232758" y="245604"/>
                  </a:cubicBezTo>
                  <a:cubicBezTo>
                    <a:pt x="232186" y="246461"/>
                    <a:pt x="231710" y="247223"/>
                    <a:pt x="231900" y="248176"/>
                  </a:cubicBezTo>
                  <a:cubicBezTo>
                    <a:pt x="232281" y="249986"/>
                    <a:pt x="234758" y="249986"/>
                    <a:pt x="235329" y="251510"/>
                  </a:cubicBezTo>
                  <a:cubicBezTo>
                    <a:pt x="236187" y="253796"/>
                    <a:pt x="231900" y="257415"/>
                    <a:pt x="231138" y="257987"/>
                  </a:cubicBezTo>
                  <a:cubicBezTo>
                    <a:pt x="230377" y="258558"/>
                    <a:pt x="223994" y="263797"/>
                    <a:pt x="218946" y="261606"/>
                  </a:cubicBezTo>
                  <a:cubicBezTo>
                    <a:pt x="217041" y="260749"/>
                    <a:pt x="215708" y="259034"/>
                    <a:pt x="215708" y="258939"/>
                  </a:cubicBezTo>
                  <a:cubicBezTo>
                    <a:pt x="215898" y="258749"/>
                    <a:pt x="224661" y="264368"/>
                    <a:pt x="223804" y="268274"/>
                  </a:cubicBezTo>
                  <a:cubicBezTo>
                    <a:pt x="223423" y="269893"/>
                    <a:pt x="221518" y="271131"/>
                    <a:pt x="220947" y="271512"/>
                  </a:cubicBezTo>
                  <a:cubicBezTo>
                    <a:pt x="219327" y="272560"/>
                    <a:pt x="218089" y="272560"/>
                    <a:pt x="217327" y="272846"/>
                  </a:cubicBezTo>
                  <a:cubicBezTo>
                    <a:pt x="212850" y="274560"/>
                    <a:pt x="216851" y="299325"/>
                    <a:pt x="211707" y="307993"/>
                  </a:cubicBezTo>
                  <a:cubicBezTo>
                    <a:pt x="204278" y="320661"/>
                    <a:pt x="168940" y="315232"/>
                    <a:pt x="138555" y="30313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8" name="Google Shape;1568;p48"/>
            <p:cNvSpPr/>
            <p:nvPr/>
          </p:nvSpPr>
          <p:spPr>
            <a:xfrm>
              <a:off x="6335954" y="1663152"/>
              <a:ext cx="44715" cy="94460"/>
            </a:xfrm>
            <a:custGeom>
              <a:avLst/>
              <a:gdLst/>
              <a:ahLst/>
              <a:cxnLst/>
              <a:rect l="l" t="t" r="r" b="b"/>
              <a:pathLst>
                <a:path w="31052" h="65597" extrusionOk="0">
                  <a:moveTo>
                    <a:pt x="30777" y="53340"/>
                  </a:moveTo>
                  <a:cubicBezTo>
                    <a:pt x="29539" y="59150"/>
                    <a:pt x="22586" y="62293"/>
                    <a:pt x="20014" y="63437"/>
                  </a:cubicBezTo>
                  <a:cubicBezTo>
                    <a:pt x="12965" y="66580"/>
                    <a:pt x="6298" y="65532"/>
                    <a:pt x="3726" y="64960"/>
                  </a:cubicBezTo>
                  <a:cubicBezTo>
                    <a:pt x="2202" y="63341"/>
                    <a:pt x="-179" y="60103"/>
                    <a:pt x="11" y="56197"/>
                  </a:cubicBezTo>
                  <a:cubicBezTo>
                    <a:pt x="201" y="52959"/>
                    <a:pt x="2392" y="51625"/>
                    <a:pt x="3821" y="47815"/>
                  </a:cubicBezTo>
                  <a:cubicBezTo>
                    <a:pt x="4678" y="45434"/>
                    <a:pt x="5440" y="41719"/>
                    <a:pt x="4107" y="36290"/>
                  </a:cubicBezTo>
                  <a:cubicBezTo>
                    <a:pt x="7250" y="24193"/>
                    <a:pt x="10393" y="12097"/>
                    <a:pt x="13537" y="0"/>
                  </a:cubicBezTo>
                  <a:cubicBezTo>
                    <a:pt x="16013" y="8096"/>
                    <a:pt x="17918" y="14668"/>
                    <a:pt x="19251" y="19240"/>
                  </a:cubicBezTo>
                  <a:cubicBezTo>
                    <a:pt x="23538" y="34290"/>
                    <a:pt x="23252" y="34576"/>
                    <a:pt x="24967" y="38386"/>
                  </a:cubicBezTo>
                  <a:cubicBezTo>
                    <a:pt x="28872" y="47244"/>
                    <a:pt x="31824" y="49149"/>
                    <a:pt x="30872" y="5343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9" name="Google Shape;1569;p48"/>
            <p:cNvSpPr/>
            <p:nvPr/>
          </p:nvSpPr>
          <p:spPr>
            <a:xfrm>
              <a:off x="6275512" y="1647624"/>
              <a:ext cx="70921" cy="8915"/>
            </a:xfrm>
            <a:custGeom>
              <a:avLst/>
              <a:gdLst/>
              <a:ahLst/>
              <a:cxnLst/>
              <a:rect l="l" t="t" r="r" b="b"/>
              <a:pathLst>
                <a:path w="49251" h="6191" extrusionOk="0">
                  <a:moveTo>
                    <a:pt x="46958" y="6191"/>
                  </a:moveTo>
                  <a:cubicBezTo>
                    <a:pt x="39052" y="5524"/>
                    <a:pt x="31242" y="5048"/>
                    <a:pt x="23622" y="4763"/>
                  </a:cubicBezTo>
                  <a:cubicBezTo>
                    <a:pt x="16573" y="4477"/>
                    <a:pt x="9525" y="4477"/>
                    <a:pt x="2191" y="4381"/>
                  </a:cubicBezTo>
                  <a:cubicBezTo>
                    <a:pt x="952" y="4381"/>
                    <a:pt x="0" y="3429"/>
                    <a:pt x="0" y="2191"/>
                  </a:cubicBezTo>
                  <a:cubicBezTo>
                    <a:pt x="0" y="762"/>
                    <a:pt x="1428" y="0"/>
                    <a:pt x="2953" y="0"/>
                  </a:cubicBezTo>
                  <a:cubicBezTo>
                    <a:pt x="10001" y="0"/>
                    <a:pt x="17050" y="95"/>
                    <a:pt x="23908" y="381"/>
                  </a:cubicBezTo>
                  <a:cubicBezTo>
                    <a:pt x="31623" y="667"/>
                    <a:pt x="39528" y="1143"/>
                    <a:pt x="47244" y="1810"/>
                  </a:cubicBezTo>
                  <a:cubicBezTo>
                    <a:pt x="48482" y="1905"/>
                    <a:pt x="49339" y="2953"/>
                    <a:pt x="49244" y="4191"/>
                  </a:cubicBezTo>
                  <a:cubicBezTo>
                    <a:pt x="49149" y="5334"/>
                    <a:pt x="48196" y="6191"/>
                    <a:pt x="47054" y="61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0" name="Google Shape;1570;p48"/>
            <p:cNvSpPr/>
            <p:nvPr/>
          </p:nvSpPr>
          <p:spPr>
            <a:xfrm>
              <a:off x="6300086" y="1649241"/>
              <a:ext cx="33096" cy="35725"/>
            </a:xfrm>
            <a:custGeom>
              <a:avLst/>
              <a:gdLst/>
              <a:ahLst/>
              <a:cxnLst/>
              <a:rect l="l" t="t" r="r" b="b"/>
              <a:pathLst>
                <a:path w="22983" h="24809" extrusionOk="0">
                  <a:moveTo>
                    <a:pt x="22684" y="14786"/>
                  </a:moveTo>
                  <a:cubicBezTo>
                    <a:pt x="21255" y="21549"/>
                    <a:pt x="15064" y="25835"/>
                    <a:pt x="8872" y="24597"/>
                  </a:cubicBezTo>
                  <a:cubicBezTo>
                    <a:pt x="2681" y="23263"/>
                    <a:pt x="-1129" y="16786"/>
                    <a:pt x="300" y="10023"/>
                  </a:cubicBezTo>
                  <a:cubicBezTo>
                    <a:pt x="1728" y="3261"/>
                    <a:pt x="7920" y="-1026"/>
                    <a:pt x="14111" y="213"/>
                  </a:cubicBezTo>
                  <a:cubicBezTo>
                    <a:pt x="20302" y="1546"/>
                    <a:pt x="24113" y="8023"/>
                    <a:pt x="22684" y="1478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1" name="Google Shape;1571;p48"/>
            <p:cNvSpPr/>
            <p:nvPr/>
          </p:nvSpPr>
          <p:spPr>
            <a:xfrm>
              <a:off x="6271743" y="1770761"/>
              <a:ext cx="52325" cy="29192"/>
            </a:xfrm>
            <a:custGeom>
              <a:avLst/>
              <a:gdLst/>
              <a:ahLst/>
              <a:cxnLst/>
              <a:rect l="l" t="t" r="r" b="b"/>
              <a:pathLst>
                <a:path w="36337" h="20272" extrusionOk="0">
                  <a:moveTo>
                    <a:pt x="34045" y="20272"/>
                  </a:moveTo>
                  <a:cubicBezTo>
                    <a:pt x="28139" y="19891"/>
                    <a:pt x="22519" y="18558"/>
                    <a:pt x="17281" y="16177"/>
                  </a:cubicBezTo>
                  <a:cubicBezTo>
                    <a:pt x="10899" y="13319"/>
                    <a:pt x="5089" y="9033"/>
                    <a:pt x="517" y="3699"/>
                  </a:cubicBezTo>
                  <a:cubicBezTo>
                    <a:pt x="-245" y="2746"/>
                    <a:pt x="-150" y="1413"/>
                    <a:pt x="707" y="556"/>
                  </a:cubicBezTo>
                  <a:cubicBezTo>
                    <a:pt x="1659" y="-302"/>
                    <a:pt x="3088" y="-111"/>
                    <a:pt x="3851" y="746"/>
                  </a:cubicBezTo>
                  <a:cubicBezTo>
                    <a:pt x="8042" y="5604"/>
                    <a:pt x="13280" y="9509"/>
                    <a:pt x="19090" y="12081"/>
                  </a:cubicBezTo>
                  <a:cubicBezTo>
                    <a:pt x="23853" y="14176"/>
                    <a:pt x="28997" y="15510"/>
                    <a:pt x="34235" y="15796"/>
                  </a:cubicBezTo>
                  <a:cubicBezTo>
                    <a:pt x="35474" y="15796"/>
                    <a:pt x="36426" y="16939"/>
                    <a:pt x="36331" y="18177"/>
                  </a:cubicBezTo>
                  <a:cubicBezTo>
                    <a:pt x="36331" y="19320"/>
                    <a:pt x="35283" y="20272"/>
                    <a:pt x="34140" y="2027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2" name="Google Shape;1572;p48"/>
            <p:cNvSpPr/>
            <p:nvPr/>
          </p:nvSpPr>
          <p:spPr>
            <a:xfrm>
              <a:off x="5104978" y="4446390"/>
              <a:ext cx="385825" cy="396804"/>
            </a:xfrm>
            <a:custGeom>
              <a:avLst/>
              <a:gdLst/>
              <a:ahLst/>
              <a:cxnLst/>
              <a:rect l="l" t="t" r="r" b="b"/>
              <a:pathLst>
                <a:path w="267934" h="275558" extrusionOk="0">
                  <a:moveTo>
                    <a:pt x="759" y="92964"/>
                  </a:moveTo>
                  <a:cubicBezTo>
                    <a:pt x="-1528" y="100965"/>
                    <a:pt x="1806" y="108680"/>
                    <a:pt x="4759" y="114014"/>
                  </a:cubicBezTo>
                  <a:lnTo>
                    <a:pt x="211547" y="265271"/>
                  </a:lnTo>
                  <a:cubicBezTo>
                    <a:pt x="226120" y="268700"/>
                    <a:pt x="240694" y="272129"/>
                    <a:pt x="255267" y="275558"/>
                  </a:cubicBezTo>
                  <a:cubicBezTo>
                    <a:pt x="256886" y="274510"/>
                    <a:pt x="262315" y="270700"/>
                    <a:pt x="267935" y="265271"/>
                  </a:cubicBezTo>
                  <a:cubicBezTo>
                    <a:pt x="267649" y="263081"/>
                    <a:pt x="266982" y="260890"/>
                    <a:pt x="265744" y="258890"/>
                  </a:cubicBezTo>
                  <a:cubicBezTo>
                    <a:pt x="252790" y="247364"/>
                    <a:pt x="235169" y="230124"/>
                    <a:pt x="217357" y="206692"/>
                  </a:cubicBezTo>
                  <a:cubicBezTo>
                    <a:pt x="199831" y="183928"/>
                    <a:pt x="180972" y="159067"/>
                    <a:pt x="170113" y="121825"/>
                  </a:cubicBezTo>
                  <a:cubicBezTo>
                    <a:pt x="169922" y="120872"/>
                    <a:pt x="169446" y="119634"/>
                    <a:pt x="169256" y="118682"/>
                  </a:cubicBezTo>
                  <a:cubicBezTo>
                    <a:pt x="164684" y="102108"/>
                    <a:pt x="160207" y="77057"/>
                    <a:pt x="163160" y="45244"/>
                  </a:cubicBezTo>
                  <a:cubicBezTo>
                    <a:pt x="145253" y="30004"/>
                    <a:pt x="127250" y="15145"/>
                    <a:pt x="109248" y="0"/>
                  </a:cubicBezTo>
                  <a:cubicBezTo>
                    <a:pt x="81721" y="37529"/>
                    <a:pt x="57623" y="55531"/>
                    <a:pt x="38954" y="64675"/>
                  </a:cubicBezTo>
                  <a:cubicBezTo>
                    <a:pt x="36382" y="65913"/>
                    <a:pt x="33715" y="67056"/>
                    <a:pt x="31524" y="68008"/>
                  </a:cubicBezTo>
                  <a:cubicBezTo>
                    <a:pt x="23809" y="70961"/>
                    <a:pt x="4473" y="78010"/>
                    <a:pt x="663" y="9315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3" name="Google Shape;1573;p48"/>
            <p:cNvSpPr/>
            <p:nvPr/>
          </p:nvSpPr>
          <p:spPr>
            <a:xfrm>
              <a:off x="5084225" y="4532808"/>
              <a:ext cx="423701" cy="310539"/>
            </a:xfrm>
            <a:custGeom>
              <a:avLst/>
              <a:gdLst/>
              <a:ahLst/>
              <a:cxnLst/>
              <a:rect l="l" t="t" r="r" b="b"/>
              <a:pathLst>
                <a:path w="294237" h="215652" extrusionOk="0">
                  <a:moveTo>
                    <a:pt x="95" y="50108"/>
                  </a:moveTo>
                  <a:cubicBezTo>
                    <a:pt x="60960" y="98400"/>
                    <a:pt x="121444" y="147072"/>
                    <a:pt x="182213" y="195364"/>
                  </a:cubicBezTo>
                  <a:cubicBezTo>
                    <a:pt x="196786" y="198793"/>
                    <a:pt x="211360" y="202222"/>
                    <a:pt x="225933" y="205365"/>
                  </a:cubicBezTo>
                  <a:cubicBezTo>
                    <a:pt x="240506" y="208794"/>
                    <a:pt x="255080" y="212223"/>
                    <a:pt x="269653" y="215652"/>
                  </a:cubicBezTo>
                  <a:cubicBezTo>
                    <a:pt x="271272" y="214605"/>
                    <a:pt x="276701" y="210795"/>
                    <a:pt x="282321" y="205365"/>
                  </a:cubicBezTo>
                  <a:cubicBezTo>
                    <a:pt x="289274" y="198888"/>
                    <a:pt x="295942" y="190316"/>
                    <a:pt x="293846" y="182315"/>
                  </a:cubicBezTo>
                  <a:cubicBezTo>
                    <a:pt x="292608" y="177552"/>
                    <a:pt x="288417" y="174600"/>
                    <a:pt x="263938" y="162217"/>
                  </a:cubicBezTo>
                  <a:cubicBezTo>
                    <a:pt x="251270" y="156026"/>
                    <a:pt x="240316" y="150596"/>
                    <a:pt x="231648" y="146691"/>
                  </a:cubicBezTo>
                  <a:cubicBezTo>
                    <a:pt x="222790" y="129927"/>
                    <a:pt x="214313" y="112878"/>
                    <a:pt x="205740" y="96113"/>
                  </a:cubicBezTo>
                  <a:cubicBezTo>
                    <a:pt x="212407" y="85064"/>
                    <a:pt x="212217" y="71825"/>
                    <a:pt x="206121" y="64871"/>
                  </a:cubicBezTo>
                  <a:cubicBezTo>
                    <a:pt x="201359" y="59347"/>
                    <a:pt x="192786" y="56680"/>
                    <a:pt x="183642" y="58585"/>
                  </a:cubicBezTo>
                  <a:cubicBezTo>
                    <a:pt x="176499" y="59538"/>
                    <a:pt x="168878" y="63443"/>
                    <a:pt x="163068" y="70587"/>
                  </a:cubicBezTo>
                  <a:cubicBezTo>
                    <a:pt x="119539" y="75635"/>
                    <a:pt x="97631" y="65157"/>
                    <a:pt x="85630" y="53822"/>
                  </a:cubicBezTo>
                  <a:cubicBezTo>
                    <a:pt x="69247" y="38487"/>
                    <a:pt x="63436" y="14484"/>
                    <a:pt x="53435" y="4578"/>
                  </a:cubicBezTo>
                  <a:cubicBezTo>
                    <a:pt x="50768" y="1816"/>
                    <a:pt x="47911" y="197"/>
                    <a:pt x="44196" y="6"/>
                  </a:cubicBezTo>
                  <a:cubicBezTo>
                    <a:pt x="38100" y="-184"/>
                    <a:pt x="32671" y="4007"/>
                    <a:pt x="29433" y="7245"/>
                  </a:cubicBezTo>
                  <a:cubicBezTo>
                    <a:pt x="19621" y="21342"/>
                    <a:pt x="9811" y="35630"/>
                    <a:pt x="0" y="5001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4" name="Google Shape;1574;p48"/>
            <p:cNvSpPr/>
            <p:nvPr/>
          </p:nvSpPr>
          <p:spPr>
            <a:xfrm>
              <a:off x="5487510" y="1790387"/>
              <a:ext cx="644918" cy="1221273"/>
            </a:xfrm>
            <a:custGeom>
              <a:avLst/>
              <a:gdLst/>
              <a:ahLst/>
              <a:cxnLst/>
              <a:rect l="l" t="t" r="r" b="b"/>
              <a:pathLst>
                <a:path w="447860" h="848106" extrusionOk="0">
                  <a:moveTo>
                    <a:pt x="3425" y="738854"/>
                  </a:moveTo>
                  <a:cubicBezTo>
                    <a:pt x="106199" y="775240"/>
                    <a:pt x="208974" y="811721"/>
                    <a:pt x="311749" y="848106"/>
                  </a:cubicBezTo>
                  <a:cubicBezTo>
                    <a:pt x="316892" y="843058"/>
                    <a:pt x="325941" y="833628"/>
                    <a:pt x="334799" y="820007"/>
                  </a:cubicBezTo>
                  <a:cubicBezTo>
                    <a:pt x="365565" y="772668"/>
                    <a:pt x="363565" y="721233"/>
                    <a:pt x="363469" y="707517"/>
                  </a:cubicBezTo>
                  <a:cubicBezTo>
                    <a:pt x="362993" y="645509"/>
                    <a:pt x="394330" y="428816"/>
                    <a:pt x="447861" y="97631"/>
                  </a:cubicBezTo>
                  <a:cubicBezTo>
                    <a:pt x="407856" y="65056"/>
                    <a:pt x="367851" y="32575"/>
                    <a:pt x="327941" y="0"/>
                  </a:cubicBezTo>
                  <a:cubicBezTo>
                    <a:pt x="248693" y="66580"/>
                    <a:pt x="62479" y="242507"/>
                    <a:pt x="12473" y="522351"/>
                  </a:cubicBezTo>
                  <a:cubicBezTo>
                    <a:pt x="-2005" y="603218"/>
                    <a:pt x="-2195" y="676847"/>
                    <a:pt x="3425" y="738759"/>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5" name="Google Shape;1575;p48"/>
            <p:cNvSpPr/>
            <p:nvPr/>
          </p:nvSpPr>
          <p:spPr>
            <a:xfrm>
              <a:off x="6259966" y="1581212"/>
              <a:ext cx="92051" cy="30358"/>
            </a:xfrm>
            <a:custGeom>
              <a:avLst/>
              <a:gdLst/>
              <a:ahLst/>
              <a:cxnLst/>
              <a:rect l="l" t="t" r="r" b="b"/>
              <a:pathLst>
                <a:path w="63924" h="21082" extrusionOk="0">
                  <a:moveTo>
                    <a:pt x="61640" y="8605"/>
                  </a:moveTo>
                  <a:cubicBezTo>
                    <a:pt x="54878" y="-2254"/>
                    <a:pt x="33827" y="-1587"/>
                    <a:pt x="20016" y="3747"/>
                  </a:cubicBezTo>
                  <a:cubicBezTo>
                    <a:pt x="9920" y="7652"/>
                    <a:pt x="-1225" y="15558"/>
                    <a:pt x="109" y="19463"/>
                  </a:cubicBezTo>
                  <a:cubicBezTo>
                    <a:pt x="1157" y="22511"/>
                    <a:pt x="8967" y="20320"/>
                    <a:pt x="37066" y="20320"/>
                  </a:cubicBezTo>
                  <a:cubicBezTo>
                    <a:pt x="52401" y="20320"/>
                    <a:pt x="61545" y="20987"/>
                    <a:pt x="63545" y="16415"/>
                  </a:cubicBezTo>
                  <a:cubicBezTo>
                    <a:pt x="64879" y="13272"/>
                    <a:pt x="62307" y="9462"/>
                    <a:pt x="61736" y="8605"/>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6" name="Google Shape;1576;p48"/>
            <p:cNvSpPr/>
            <p:nvPr/>
          </p:nvSpPr>
          <p:spPr>
            <a:xfrm>
              <a:off x="5528588" y="2895521"/>
              <a:ext cx="699696" cy="1777186"/>
            </a:xfrm>
            <a:custGeom>
              <a:avLst/>
              <a:gdLst/>
              <a:ahLst/>
              <a:cxnLst/>
              <a:rect l="l" t="t" r="r" b="b"/>
              <a:pathLst>
                <a:path w="485900" h="1234157" extrusionOk="0">
                  <a:moveTo>
                    <a:pt x="289846" y="657130"/>
                  </a:moveTo>
                  <a:cubicBezTo>
                    <a:pt x="259937" y="729043"/>
                    <a:pt x="251936" y="788480"/>
                    <a:pt x="250031" y="829247"/>
                  </a:cubicBezTo>
                  <a:cubicBezTo>
                    <a:pt x="246126" y="911543"/>
                    <a:pt x="265652" y="955262"/>
                    <a:pt x="271748" y="1075658"/>
                  </a:cubicBezTo>
                  <a:cubicBezTo>
                    <a:pt x="274510" y="1130522"/>
                    <a:pt x="273272" y="1175480"/>
                    <a:pt x="271748" y="1204246"/>
                  </a:cubicBezTo>
                  <a:cubicBezTo>
                    <a:pt x="286321" y="1213390"/>
                    <a:pt x="332898" y="1239965"/>
                    <a:pt x="395097" y="1233011"/>
                  </a:cubicBezTo>
                  <a:cubicBezTo>
                    <a:pt x="438150" y="1228153"/>
                    <a:pt x="468916" y="1209389"/>
                    <a:pt x="483775" y="1198817"/>
                  </a:cubicBezTo>
                  <a:cubicBezTo>
                    <a:pt x="489395" y="970693"/>
                    <a:pt x="483012" y="780288"/>
                    <a:pt x="474630" y="637127"/>
                  </a:cubicBezTo>
                  <a:cubicBezTo>
                    <a:pt x="465105" y="475012"/>
                    <a:pt x="453676" y="382619"/>
                    <a:pt x="427577" y="278511"/>
                  </a:cubicBezTo>
                  <a:cubicBezTo>
                    <a:pt x="400050" y="168783"/>
                    <a:pt x="364141" y="75343"/>
                    <a:pt x="329184" y="0"/>
                  </a:cubicBezTo>
                  <a:cubicBezTo>
                    <a:pt x="219456" y="6477"/>
                    <a:pt x="109728" y="12954"/>
                    <a:pt x="0" y="19526"/>
                  </a:cubicBezTo>
                  <a:cubicBezTo>
                    <a:pt x="96583" y="232124"/>
                    <a:pt x="193262" y="444627"/>
                    <a:pt x="289846" y="65722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7" name="Google Shape;1577;p48"/>
            <p:cNvSpPr/>
            <p:nvPr/>
          </p:nvSpPr>
          <p:spPr>
            <a:xfrm>
              <a:off x="5167670" y="2714423"/>
              <a:ext cx="834440" cy="1841783"/>
            </a:xfrm>
            <a:custGeom>
              <a:avLst/>
              <a:gdLst/>
              <a:ahLst/>
              <a:cxnLst/>
              <a:rect l="l" t="t" r="r" b="b"/>
              <a:pathLst>
                <a:path w="579472" h="1279016" extrusionOk="0">
                  <a:moveTo>
                    <a:pt x="199520" y="695706"/>
                  </a:moveTo>
                  <a:cubicBezTo>
                    <a:pt x="161516" y="733330"/>
                    <a:pt x="116177" y="786956"/>
                    <a:pt x="78172" y="858774"/>
                  </a:cubicBezTo>
                  <a:cubicBezTo>
                    <a:pt x="-4029" y="1014222"/>
                    <a:pt x="-3362" y="1163098"/>
                    <a:pt x="2067" y="1235583"/>
                  </a:cubicBezTo>
                  <a:cubicBezTo>
                    <a:pt x="66647" y="1250061"/>
                    <a:pt x="131321" y="1264539"/>
                    <a:pt x="195901" y="1279017"/>
                  </a:cubicBezTo>
                  <a:cubicBezTo>
                    <a:pt x="249051" y="1066514"/>
                    <a:pt x="308867" y="916115"/>
                    <a:pt x="355921" y="815150"/>
                  </a:cubicBezTo>
                  <a:cubicBezTo>
                    <a:pt x="377161" y="769430"/>
                    <a:pt x="424120" y="673037"/>
                    <a:pt x="460410" y="534353"/>
                  </a:cubicBezTo>
                  <a:cubicBezTo>
                    <a:pt x="476507" y="472726"/>
                    <a:pt x="487461" y="414719"/>
                    <a:pt x="494795" y="361664"/>
                  </a:cubicBezTo>
                  <a:cubicBezTo>
                    <a:pt x="522989" y="282892"/>
                    <a:pt x="551183" y="204121"/>
                    <a:pt x="579472" y="125349"/>
                  </a:cubicBezTo>
                  <a:cubicBezTo>
                    <a:pt x="460315" y="83534"/>
                    <a:pt x="341252" y="41815"/>
                    <a:pt x="222095" y="0"/>
                  </a:cubicBezTo>
                  <a:cubicBezTo>
                    <a:pt x="206473" y="15431"/>
                    <a:pt x="184947" y="41243"/>
                    <a:pt x="174755" y="77724"/>
                  </a:cubicBezTo>
                  <a:cubicBezTo>
                    <a:pt x="163897" y="116586"/>
                    <a:pt x="172088" y="145256"/>
                    <a:pt x="188662" y="231743"/>
                  </a:cubicBezTo>
                  <a:cubicBezTo>
                    <a:pt x="193996" y="259461"/>
                    <a:pt x="201806" y="301847"/>
                    <a:pt x="210378" y="354902"/>
                  </a:cubicBezTo>
                  <a:cubicBezTo>
                    <a:pt x="206760" y="468440"/>
                    <a:pt x="203140" y="581978"/>
                    <a:pt x="199520" y="695516"/>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8" name="Google Shape;1578;p48"/>
            <p:cNvSpPr/>
            <p:nvPr/>
          </p:nvSpPr>
          <p:spPr>
            <a:xfrm>
              <a:off x="5360133" y="1821852"/>
              <a:ext cx="783485" cy="1274201"/>
            </a:xfrm>
            <a:custGeom>
              <a:avLst/>
              <a:gdLst/>
              <a:ahLst/>
              <a:cxnLst/>
              <a:rect l="l" t="t" r="r" b="b"/>
              <a:pathLst>
                <a:path w="544087" h="884862" extrusionOk="0">
                  <a:moveTo>
                    <a:pt x="13239" y="850678"/>
                  </a:moveTo>
                  <a:cubicBezTo>
                    <a:pt x="17049" y="854964"/>
                    <a:pt x="23240" y="861155"/>
                    <a:pt x="32003" y="866965"/>
                  </a:cubicBezTo>
                  <a:cubicBezTo>
                    <a:pt x="73722" y="895160"/>
                    <a:pt x="124491" y="883253"/>
                    <a:pt x="163352" y="876586"/>
                  </a:cubicBezTo>
                  <a:cubicBezTo>
                    <a:pt x="209739" y="868680"/>
                    <a:pt x="346995" y="845248"/>
                    <a:pt x="439387" y="864870"/>
                  </a:cubicBezTo>
                  <a:cubicBezTo>
                    <a:pt x="454436" y="868109"/>
                    <a:pt x="499680" y="879062"/>
                    <a:pt x="522350" y="856012"/>
                  </a:cubicBezTo>
                  <a:cubicBezTo>
                    <a:pt x="526636" y="851630"/>
                    <a:pt x="529113" y="847154"/>
                    <a:pt x="530446" y="844201"/>
                  </a:cubicBezTo>
                  <a:cubicBezTo>
                    <a:pt x="536637" y="836485"/>
                    <a:pt x="544543" y="824008"/>
                    <a:pt x="544067" y="808958"/>
                  </a:cubicBezTo>
                  <a:cubicBezTo>
                    <a:pt x="543495" y="790956"/>
                    <a:pt x="531113" y="778193"/>
                    <a:pt x="529589" y="776383"/>
                  </a:cubicBezTo>
                  <a:cubicBezTo>
                    <a:pt x="513778" y="757809"/>
                    <a:pt x="510920" y="587121"/>
                    <a:pt x="543591" y="68008"/>
                  </a:cubicBezTo>
                  <a:cubicBezTo>
                    <a:pt x="492822" y="45339"/>
                    <a:pt x="442054" y="22669"/>
                    <a:pt x="391286" y="0"/>
                  </a:cubicBezTo>
                  <a:cubicBezTo>
                    <a:pt x="334517" y="22479"/>
                    <a:pt x="297369" y="50673"/>
                    <a:pt x="275081" y="70675"/>
                  </a:cubicBezTo>
                  <a:cubicBezTo>
                    <a:pt x="52767" y="269081"/>
                    <a:pt x="48100" y="762762"/>
                    <a:pt x="11429" y="806577"/>
                  </a:cubicBezTo>
                  <a:cubicBezTo>
                    <a:pt x="9524" y="808768"/>
                    <a:pt x="-2764" y="822293"/>
                    <a:pt x="570" y="835533"/>
                  </a:cubicBezTo>
                  <a:cubicBezTo>
                    <a:pt x="2380" y="842581"/>
                    <a:pt x="8095" y="847439"/>
                    <a:pt x="13239" y="85058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9" name="Google Shape;1579;p48"/>
            <p:cNvSpPr/>
            <p:nvPr/>
          </p:nvSpPr>
          <p:spPr>
            <a:xfrm>
              <a:off x="5847227" y="1769777"/>
              <a:ext cx="335678" cy="219044"/>
            </a:xfrm>
            <a:custGeom>
              <a:avLst/>
              <a:gdLst/>
              <a:ahLst/>
              <a:cxnLst/>
              <a:rect l="l" t="t" r="r" b="b"/>
              <a:pathLst>
                <a:path w="233110" h="152114" extrusionOk="0">
                  <a:moveTo>
                    <a:pt x="0" y="63913"/>
                  </a:moveTo>
                  <a:cubicBezTo>
                    <a:pt x="68389" y="93345"/>
                    <a:pt x="136779" y="122682"/>
                    <a:pt x="205168" y="152114"/>
                  </a:cubicBezTo>
                  <a:cubicBezTo>
                    <a:pt x="209740" y="149543"/>
                    <a:pt x="216979" y="144494"/>
                    <a:pt x="223075" y="135826"/>
                  </a:cubicBezTo>
                  <a:cubicBezTo>
                    <a:pt x="232981" y="121634"/>
                    <a:pt x="233267" y="106775"/>
                    <a:pt x="233076" y="101441"/>
                  </a:cubicBezTo>
                  <a:cubicBezTo>
                    <a:pt x="176593" y="67627"/>
                    <a:pt x="120110" y="33814"/>
                    <a:pt x="63722" y="0"/>
                  </a:cubicBezTo>
                  <a:cubicBezTo>
                    <a:pt x="55912" y="2096"/>
                    <a:pt x="39719" y="7429"/>
                    <a:pt x="24765" y="21717"/>
                  </a:cubicBezTo>
                  <a:cubicBezTo>
                    <a:pt x="7905" y="37814"/>
                    <a:pt x="2095" y="56102"/>
                    <a:pt x="95" y="6391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0" name="Google Shape;1580;p48"/>
            <p:cNvSpPr/>
            <p:nvPr/>
          </p:nvSpPr>
          <p:spPr>
            <a:xfrm>
              <a:off x="5663940" y="3227497"/>
              <a:ext cx="152637" cy="325744"/>
            </a:xfrm>
            <a:custGeom>
              <a:avLst/>
              <a:gdLst/>
              <a:ahLst/>
              <a:cxnLst/>
              <a:rect l="l" t="t" r="r" b="b"/>
              <a:pathLst>
                <a:path w="105998" h="226211" extrusionOk="0">
                  <a:moveTo>
                    <a:pt x="103720" y="226212"/>
                  </a:moveTo>
                  <a:cubicBezTo>
                    <a:pt x="102863" y="226212"/>
                    <a:pt x="102101" y="225735"/>
                    <a:pt x="101720" y="224878"/>
                  </a:cubicBezTo>
                  <a:lnTo>
                    <a:pt x="184" y="3136"/>
                  </a:lnTo>
                  <a:cubicBezTo>
                    <a:pt x="-293" y="1993"/>
                    <a:pt x="184" y="660"/>
                    <a:pt x="1326" y="183"/>
                  </a:cubicBezTo>
                  <a:cubicBezTo>
                    <a:pt x="2374" y="-293"/>
                    <a:pt x="3803" y="183"/>
                    <a:pt x="4279" y="1326"/>
                  </a:cubicBezTo>
                  <a:lnTo>
                    <a:pt x="105815" y="223068"/>
                  </a:lnTo>
                  <a:cubicBezTo>
                    <a:pt x="106292" y="224211"/>
                    <a:pt x="105815" y="225545"/>
                    <a:pt x="104673" y="226021"/>
                  </a:cubicBezTo>
                  <a:cubicBezTo>
                    <a:pt x="104387" y="226116"/>
                    <a:pt x="104101" y="226212"/>
                    <a:pt x="103720" y="22621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1" name="Google Shape;1581;p48"/>
            <p:cNvSpPr/>
            <p:nvPr/>
          </p:nvSpPr>
          <p:spPr>
            <a:xfrm>
              <a:off x="5911118" y="4580359"/>
              <a:ext cx="333024" cy="118747"/>
            </a:xfrm>
            <a:custGeom>
              <a:avLst/>
              <a:gdLst/>
              <a:ahLst/>
              <a:cxnLst/>
              <a:rect l="l" t="t" r="r" b="b"/>
              <a:pathLst>
                <a:path w="231267" h="82463" extrusionOk="0">
                  <a:moveTo>
                    <a:pt x="0" y="38100"/>
                  </a:moveTo>
                  <a:cubicBezTo>
                    <a:pt x="12668" y="49720"/>
                    <a:pt x="42577" y="73819"/>
                    <a:pt x="87249" y="80676"/>
                  </a:cubicBezTo>
                  <a:cubicBezTo>
                    <a:pt x="166021" y="92678"/>
                    <a:pt x="223457" y="40576"/>
                    <a:pt x="231267" y="33242"/>
                  </a:cubicBezTo>
                  <a:cubicBezTo>
                    <a:pt x="231077" y="22193"/>
                    <a:pt x="230886" y="11144"/>
                    <a:pt x="230696" y="0"/>
                  </a:cubicBezTo>
                  <a:cubicBezTo>
                    <a:pt x="214979" y="10573"/>
                    <a:pt x="170402" y="37528"/>
                    <a:pt x="108109" y="36195"/>
                  </a:cubicBezTo>
                  <a:cubicBezTo>
                    <a:pt x="54959" y="35052"/>
                    <a:pt x="16478" y="14001"/>
                    <a:pt x="0" y="3619"/>
                  </a:cubicBezTo>
                  <a:lnTo>
                    <a:pt x="0" y="3800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2" name="Google Shape;1582;p48"/>
            <p:cNvSpPr/>
            <p:nvPr/>
          </p:nvSpPr>
          <p:spPr>
            <a:xfrm>
              <a:off x="5140560" y="4436910"/>
              <a:ext cx="327401" cy="151924"/>
            </a:xfrm>
            <a:custGeom>
              <a:avLst/>
              <a:gdLst/>
              <a:ahLst/>
              <a:cxnLst/>
              <a:rect l="l" t="t" r="r" b="b"/>
              <a:pathLst>
                <a:path w="227362" h="105503" extrusionOk="0">
                  <a:moveTo>
                    <a:pt x="0" y="50197"/>
                  </a:moveTo>
                  <a:cubicBezTo>
                    <a:pt x="21431" y="62389"/>
                    <a:pt x="48387" y="75248"/>
                    <a:pt x="80582" y="85534"/>
                  </a:cubicBezTo>
                  <a:cubicBezTo>
                    <a:pt x="134970" y="102870"/>
                    <a:pt x="183356" y="106013"/>
                    <a:pt x="217837" y="105442"/>
                  </a:cubicBezTo>
                  <a:cubicBezTo>
                    <a:pt x="220980" y="87344"/>
                    <a:pt x="224219" y="69247"/>
                    <a:pt x="227362" y="51149"/>
                  </a:cubicBezTo>
                  <a:cubicBezTo>
                    <a:pt x="194786" y="51149"/>
                    <a:pt x="151543" y="47530"/>
                    <a:pt x="102775" y="33528"/>
                  </a:cubicBezTo>
                  <a:cubicBezTo>
                    <a:pt x="69438" y="23908"/>
                    <a:pt x="41339" y="11716"/>
                    <a:pt x="18860" y="0"/>
                  </a:cubicBezTo>
                  <a:cubicBezTo>
                    <a:pt x="12573" y="16764"/>
                    <a:pt x="6287" y="33528"/>
                    <a:pt x="0" y="502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3" name="Google Shape;1583;p48"/>
            <p:cNvSpPr/>
            <p:nvPr/>
          </p:nvSpPr>
          <p:spPr>
            <a:xfrm>
              <a:off x="6048247" y="3916014"/>
              <a:ext cx="21122" cy="619003"/>
            </a:xfrm>
            <a:custGeom>
              <a:avLst/>
              <a:gdLst/>
              <a:ahLst/>
              <a:cxnLst/>
              <a:rect l="l" t="t" r="r" b="b"/>
              <a:pathLst>
                <a:path w="14668" h="429863" extrusionOk="0">
                  <a:moveTo>
                    <a:pt x="12383" y="429863"/>
                  </a:moveTo>
                  <a:cubicBezTo>
                    <a:pt x="11145" y="429863"/>
                    <a:pt x="10192" y="428911"/>
                    <a:pt x="10192" y="427673"/>
                  </a:cubicBezTo>
                  <a:lnTo>
                    <a:pt x="0" y="2286"/>
                  </a:lnTo>
                  <a:cubicBezTo>
                    <a:pt x="0" y="1048"/>
                    <a:pt x="953" y="0"/>
                    <a:pt x="2191" y="0"/>
                  </a:cubicBezTo>
                  <a:cubicBezTo>
                    <a:pt x="3429" y="0"/>
                    <a:pt x="4477" y="953"/>
                    <a:pt x="4477" y="2191"/>
                  </a:cubicBezTo>
                  <a:lnTo>
                    <a:pt x="14669" y="427577"/>
                  </a:lnTo>
                  <a:cubicBezTo>
                    <a:pt x="14669" y="428816"/>
                    <a:pt x="13716" y="429863"/>
                    <a:pt x="12478" y="429863"/>
                  </a:cubicBezTo>
                  <a:lnTo>
                    <a:pt x="12478" y="429863"/>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4" name="Google Shape;1584;p48"/>
            <p:cNvSpPr/>
            <p:nvPr/>
          </p:nvSpPr>
          <p:spPr>
            <a:xfrm>
              <a:off x="5815455" y="3170296"/>
              <a:ext cx="238857" cy="696940"/>
            </a:xfrm>
            <a:custGeom>
              <a:avLst/>
              <a:gdLst/>
              <a:ahLst/>
              <a:cxnLst/>
              <a:rect l="l" t="t" r="r" b="b"/>
              <a:pathLst>
                <a:path w="165873" h="483986" extrusionOk="0">
                  <a:moveTo>
                    <a:pt x="163566" y="483987"/>
                  </a:moveTo>
                  <a:cubicBezTo>
                    <a:pt x="162613" y="483987"/>
                    <a:pt x="161756" y="483415"/>
                    <a:pt x="161470" y="482463"/>
                  </a:cubicBezTo>
                  <a:lnTo>
                    <a:pt x="117" y="2974"/>
                  </a:lnTo>
                  <a:cubicBezTo>
                    <a:pt x="-264" y="1831"/>
                    <a:pt x="307" y="498"/>
                    <a:pt x="1546" y="117"/>
                  </a:cubicBezTo>
                  <a:cubicBezTo>
                    <a:pt x="2689" y="-264"/>
                    <a:pt x="3927" y="307"/>
                    <a:pt x="4403" y="1545"/>
                  </a:cubicBezTo>
                  <a:lnTo>
                    <a:pt x="165756" y="481034"/>
                  </a:lnTo>
                  <a:cubicBezTo>
                    <a:pt x="166137" y="482177"/>
                    <a:pt x="165566" y="483510"/>
                    <a:pt x="164328" y="483892"/>
                  </a:cubicBezTo>
                  <a:cubicBezTo>
                    <a:pt x="164042" y="483892"/>
                    <a:pt x="163851" y="483987"/>
                    <a:pt x="163661" y="48398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5" name="Google Shape;1585;p48"/>
            <p:cNvSpPr/>
            <p:nvPr/>
          </p:nvSpPr>
          <p:spPr>
            <a:xfrm>
              <a:off x="5943529" y="3840300"/>
              <a:ext cx="28289" cy="12486"/>
            </a:xfrm>
            <a:custGeom>
              <a:avLst/>
              <a:gdLst/>
              <a:ahLst/>
              <a:cxnLst/>
              <a:rect l="l" t="t" r="r" b="b"/>
              <a:pathLst>
                <a:path w="19645" h="8671" extrusionOk="0">
                  <a:moveTo>
                    <a:pt x="17347" y="8672"/>
                  </a:moveTo>
                  <a:cubicBezTo>
                    <a:pt x="16776" y="8672"/>
                    <a:pt x="1631" y="4385"/>
                    <a:pt x="1631" y="4385"/>
                  </a:cubicBezTo>
                  <a:cubicBezTo>
                    <a:pt x="393" y="4004"/>
                    <a:pt x="-274" y="2861"/>
                    <a:pt x="107" y="1623"/>
                  </a:cubicBezTo>
                  <a:cubicBezTo>
                    <a:pt x="393" y="480"/>
                    <a:pt x="1631" y="-282"/>
                    <a:pt x="2869" y="99"/>
                  </a:cubicBezTo>
                  <a:lnTo>
                    <a:pt x="18014" y="4290"/>
                  </a:lnTo>
                  <a:cubicBezTo>
                    <a:pt x="19252" y="4671"/>
                    <a:pt x="19919" y="5814"/>
                    <a:pt x="19538" y="7052"/>
                  </a:cubicBezTo>
                  <a:cubicBezTo>
                    <a:pt x="19252" y="8005"/>
                    <a:pt x="18395" y="8672"/>
                    <a:pt x="17442" y="867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6" name="Google Shape;1586;p48"/>
            <p:cNvSpPr/>
            <p:nvPr/>
          </p:nvSpPr>
          <p:spPr>
            <a:xfrm>
              <a:off x="5452087" y="3714890"/>
              <a:ext cx="59460" cy="33296"/>
            </a:xfrm>
            <a:custGeom>
              <a:avLst/>
              <a:gdLst/>
              <a:ahLst/>
              <a:cxnLst/>
              <a:rect l="l" t="t" r="r" b="b"/>
              <a:pathLst>
                <a:path w="41292" h="23122" extrusionOk="0">
                  <a:moveTo>
                    <a:pt x="39125" y="23123"/>
                  </a:moveTo>
                  <a:cubicBezTo>
                    <a:pt x="39125" y="23123"/>
                    <a:pt x="38458" y="23123"/>
                    <a:pt x="38077" y="22837"/>
                  </a:cubicBezTo>
                  <a:lnTo>
                    <a:pt x="1215" y="4168"/>
                  </a:lnTo>
                  <a:cubicBezTo>
                    <a:pt x="72" y="3596"/>
                    <a:pt x="-309" y="2263"/>
                    <a:pt x="262" y="1215"/>
                  </a:cubicBezTo>
                  <a:cubicBezTo>
                    <a:pt x="834" y="72"/>
                    <a:pt x="2168" y="-309"/>
                    <a:pt x="3215" y="263"/>
                  </a:cubicBezTo>
                  <a:lnTo>
                    <a:pt x="40077" y="18932"/>
                  </a:lnTo>
                  <a:cubicBezTo>
                    <a:pt x="41220" y="19503"/>
                    <a:pt x="41601" y="20837"/>
                    <a:pt x="41030" y="21884"/>
                  </a:cubicBezTo>
                  <a:cubicBezTo>
                    <a:pt x="40648" y="22646"/>
                    <a:pt x="39887" y="23123"/>
                    <a:pt x="39029" y="2312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7" name="Google Shape;1587;p48"/>
            <p:cNvSpPr/>
            <p:nvPr/>
          </p:nvSpPr>
          <p:spPr>
            <a:xfrm>
              <a:off x="6092561" y="1683176"/>
              <a:ext cx="263500" cy="351900"/>
            </a:xfrm>
            <a:custGeom>
              <a:avLst/>
              <a:gdLst/>
              <a:ahLst/>
              <a:cxnLst/>
              <a:rect l="l" t="t" r="r" b="b"/>
              <a:pathLst>
                <a:path w="182986" h="244375" extrusionOk="0">
                  <a:moveTo>
                    <a:pt x="40814" y="167188"/>
                  </a:moveTo>
                  <a:cubicBezTo>
                    <a:pt x="60150" y="202431"/>
                    <a:pt x="83867" y="245769"/>
                    <a:pt x="117681" y="244341"/>
                  </a:cubicBezTo>
                  <a:cubicBezTo>
                    <a:pt x="150828" y="243007"/>
                    <a:pt x="177022" y="199192"/>
                    <a:pt x="181974" y="164140"/>
                  </a:cubicBezTo>
                  <a:cubicBezTo>
                    <a:pt x="182641" y="159283"/>
                    <a:pt x="188451" y="114801"/>
                    <a:pt x="162448" y="94227"/>
                  </a:cubicBezTo>
                  <a:cubicBezTo>
                    <a:pt x="148637" y="83368"/>
                    <a:pt x="135397" y="86607"/>
                    <a:pt x="117681" y="83845"/>
                  </a:cubicBezTo>
                  <a:cubicBezTo>
                    <a:pt x="50625" y="73558"/>
                    <a:pt x="25479" y="-6357"/>
                    <a:pt x="8239" y="406"/>
                  </a:cubicBezTo>
                  <a:cubicBezTo>
                    <a:pt x="-9002" y="7168"/>
                    <a:pt x="333" y="93179"/>
                    <a:pt x="40814" y="167093"/>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8" name="Google Shape;1588;p48"/>
            <p:cNvSpPr/>
            <p:nvPr/>
          </p:nvSpPr>
          <p:spPr>
            <a:xfrm>
              <a:off x="6157682" y="1721524"/>
              <a:ext cx="198582" cy="115655"/>
            </a:xfrm>
            <a:custGeom>
              <a:avLst/>
              <a:gdLst/>
              <a:ahLst/>
              <a:cxnLst/>
              <a:rect l="l" t="t" r="r" b="b"/>
              <a:pathLst>
                <a:path w="137904" h="80316" extrusionOk="0">
                  <a:moveTo>
                    <a:pt x="8435" y="33069"/>
                  </a:moveTo>
                  <a:cubicBezTo>
                    <a:pt x="27008" y="64406"/>
                    <a:pt x="61489" y="86028"/>
                    <a:pt x="70061" y="78979"/>
                  </a:cubicBezTo>
                  <a:cubicBezTo>
                    <a:pt x="75966" y="74122"/>
                    <a:pt x="64156" y="59739"/>
                    <a:pt x="72442" y="47547"/>
                  </a:cubicBezTo>
                  <a:cubicBezTo>
                    <a:pt x="78634" y="38593"/>
                    <a:pt x="93112" y="34783"/>
                    <a:pt x="104351" y="36307"/>
                  </a:cubicBezTo>
                  <a:cubicBezTo>
                    <a:pt x="116543" y="37927"/>
                    <a:pt x="121687" y="45261"/>
                    <a:pt x="129592" y="42022"/>
                  </a:cubicBezTo>
                  <a:cubicBezTo>
                    <a:pt x="134260" y="40117"/>
                    <a:pt x="138260" y="35164"/>
                    <a:pt x="137879" y="30688"/>
                  </a:cubicBezTo>
                  <a:cubicBezTo>
                    <a:pt x="137403" y="24687"/>
                    <a:pt x="129212" y="20305"/>
                    <a:pt x="119496" y="16781"/>
                  </a:cubicBezTo>
                  <a:cubicBezTo>
                    <a:pt x="89778" y="5827"/>
                    <a:pt x="9101" y="-11603"/>
                    <a:pt x="624" y="11066"/>
                  </a:cubicBezTo>
                  <a:cubicBezTo>
                    <a:pt x="-1471" y="16591"/>
                    <a:pt x="1862" y="22115"/>
                    <a:pt x="8339" y="33069"/>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9" name="Google Shape;1589;p48"/>
            <p:cNvSpPr/>
            <p:nvPr/>
          </p:nvSpPr>
          <p:spPr>
            <a:xfrm>
              <a:off x="6213543" y="1405108"/>
              <a:ext cx="166785" cy="135788"/>
            </a:xfrm>
            <a:custGeom>
              <a:avLst/>
              <a:gdLst/>
              <a:ahLst/>
              <a:cxnLst/>
              <a:rect l="l" t="t" r="r" b="b"/>
              <a:pathLst>
                <a:path w="115823" h="94297" extrusionOk="0">
                  <a:moveTo>
                    <a:pt x="0" y="47149"/>
                  </a:moveTo>
                  <a:cubicBezTo>
                    <a:pt x="0" y="73152"/>
                    <a:pt x="25908" y="94298"/>
                    <a:pt x="57912" y="94298"/>
                  </a:cubicBezTo>
                  <a:cubicBezTo>
                    <a:pt x="89916" y="94298"/>
                    <a:pt x="115824" y="73247"/>
                    <a:pt x="115824" y="47149"/>
                  </a:cubicBezTo>
                  <a:cubicBezTo>
                    <a:pt x="115824" y="21050"/>
                    <a:pt x="89916" y="0"/>
                    <a:pt x="57912" y="0"/>
                  </a:cubicBezTo>
                  <a:cubicBezTo>
                    <a:pt x="25908" y="0"/>
                    <a:pt x="0" y="21050"/>
                    <a:pt x="0" y="47149"/>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0" name="Google Shape;1590;p48"/>
            <p:cNvSpPr/>
            <p:nvPr/>
          </p:nvSpPr>
          <p:spPr>
            <a:xfrm>
              <a:off x="6015270" y="1455672"/>
              <a:ext cx="259232" cy="163495"/>
            </a:xfrm>
            <a:custGeom>
              <a:avLst/>
              <a:gdLst/>
              <a:ahLst/>
              <a:cxnLst/>
              <a:rect l="l" t="t" r="r" b="b"/>
              <a:pathLst>
                <a:path w="180022" h="113538" extrusionOk="0">
                  <a:moveTo>
                    <a:pt x="0" y="56769"/>
                  </a:moveTo>
                  <a:cubicBezTo>
                    <a:pt x="0" y="88106"/>
                    <a:pt x="40291" y="113538"/>
                    <a:pt x="90011" y="113538"/>
                  </a:cubicBezTo>
                  <a:cubicBezTo>
                    <a:pt x="139732" y="113538"/>
                    <a:pt x="180022" y="88106"/>
                    <a:pt x="180022" y="56769"/>
                  </a:cubicBezTo>
                  <a:cubicBezTo>
                    <a:pt x="180022" y="25432"/>
                    <a:pt x="139732" y="0"/>
                    <a:pt x="90011" y="0"/>
                  </a:cubicBezTo>
                  <a:cubicBezTo>
                    <a:pt x="40291" y="0"/>
                    <a:pt x="0" y="25432"/>
                    <a:pt x="0" y="56769"/>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1" name="Google Shape;1591;p48"/>
            <p:cNvSpPr/>
            <p:nvPr/>
          </p:nvSpPr>
          <p:spPr>
            <a:xfrm>
              <a:off x="5953301" y="1558450"/>
              <a:ext cx="204094" cy="151698"/>
            </a:xfrm>
            <a:custGeom>
              <a:avLst/>
              <a:gdLst/>
              <a:ahLst/>
              <a:cxnLst/>
              <a:rect l="l" t="t" r="r" b="b"/>
              <a:pathLst>
                <a:path w="141732" h="105346" extrusionOk="0">
                  <a:moveTo>
                    <a:pt x="0" y="52673"/>
                  </a:moveTo>
                  <a:cubicBezTo>
                    <a:pt x="0" y="81725"/>
                    <a:pt x="31718" y="105347"/>
                    <a:pt x="70866" y="105347"/>
                  </a:cubicBezTo>
                  <a:cubicBezTo>
                    <a:pt x="110014" y="105347"/>
                    <a:pt x="141732" y="81725"/>
                    <a:pt x="141732" y="52673"/>
                  </a:cubicBezTo>
                  <a:cubicBezTo>
                    <a:pt x="141732" y="23622"/>
                    <a:pt x="110014" y="0"/>
                    <a:pt x="70866" y="0"/>
                  </a:cubicBezTo>
                  <a:cubicBezTo>
                    <a:pt x="31718" y="0"/>
                    <a:pt x="0" y="23622"/>
                    <a:pt x="0" y="52673"/>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2" name="Google Shape;1592;p48"/>
            <p:cNvSpPr/>
            <p:nvPr/>
          </p:nvSpPr>
          <p:spPr>
            <a:xfrm>
              <a:off x="5989849" y="1667136"/>
              <a:ext cx="121798" cy="54315"/>
            </a:xfrm>
            <a:custGeom>
              <a:avLst/>
              <a:gdLst/>
              <a:ahLst/>
              <a:cxnLst/>
              <a:rect l="l" t="t" r="r" b="b"/>
              <a:pathLst>
                <a:path w="84582" h="37719" extrusionOk="0">
                  <a:moveTo>
                    <a:pt x="0" y="18859"/>
                  </a:moveTo>
                  <a:cubicBezTo>
                    <a:pt x="0" y="29242"/>
                    <a:pt x="18955" y="37719"/>
                    <a:pt x="42291" y="37719"/>
                  </a:cubicBezTo>
                  <a:cubicBezTo>
                    <a:pt x="65627" y="37719"/>
                    <a:pt x="84582" y="29242"/>
                    <a:pt x="84582" y="18859"/>
                  </a:cubicBezTo>
                  <a:cubicBezTo>
                    <a:pt x="84582" y="8477"/>
                    <a:pt x="65627" y="0"/>
                    <a:pt x="42291" y="0"/>
                  </a:cubicBezTo>
                  <a:cubicBezTo>
                    <a:pt x="18955" y="0"/>
                    <a:pt x="0" y="8477"/>
                    <a:pt x="0" y="18859"/>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3" name="Google Shape;1593;p48"/>
            <p:cNvSpPr/>
            <p:nvPr/>
          </p:nvSpPr>
          <p:spPr>
            <a:xfrm>
              <a:off x="6028324" y="1419261"/>
              <a:ext cx="228508" cy="121523"/>
            </a:xfrm>
            <a:custGeom>
              <a:avLst/>
              <a:gdLst/>
              <a:ahLst/>
              <a:cxnLst/>
              <a:rect l="l" t="t" r="r" b="b"/>
              <a:pathLst>
                <a:path w="158686" h="84391" extrusionOk="0">
                  <a:moveTo>
                    <a:pt x="158686" y="42196"/>
                  </a:moveTo>
                  <a:cubicBezTo>
                    <a:pt x="158686" y="65500"/>
                    <a:pt x="123163" y="84391"/>
                    <a:pt x="79343" y="84391"/>
                  </a:cubicBezTo>
                  <a:cubicBezTo>
                    <a:pt x="35523" y="84391"/>
                    <a:pt x="0" y="65500"/>
                    <a:pt x="0" y="42196"/>
                  </a:cubicBezTo>
                  <a:cubicBezTo>
                    <a:pt x="0" y="18892"/>
                    <a:pt x="35523" y="0"/>
                    <a:pt x="79343" y="0"/>
                  </a:cubicBezTo>
                  <a:cubicBezTo>
                    <a:pt x="123163" y="0"/>
                    <a:pt x="158686" y="18892"/>
                    <a:pt x="158686" y="42196"/>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4" name="Google Shape;1594;p48"/>
            <p:cNvSpPr/>
            <p:nvPr/>
          </p:nvSpPr>
          <p:spPr>
            <a:xfrm>
              <a:off x="5963743" y="1476695"/>
              <a:ext cx="228508" cy="121523"/>
            </a:xfrm>
            <a:custGeom>
              <a:avLst/>
              <a:gdLst/>
              <a:ahLst/>
              <a:cxnLst/>
              <a:rect l="l" t="t" r="r" b="b"/>
              <a:pathLst>
                <a:path w="158686" h="84391" extrusionOk="0">
                  <a:moveTo>
                    <a:pt x="0" y="42196"/>
                  </a:moveTo>
                  <a:cubicBezTo>
                    <a:pt x="0" y="65532"/>
                    <a:pt x="35528" y="84391"/>
                    <a:pt x="79343" y="84391"/>
                  </a:cubicBezTo>
                  <a:cubicBezTo>
                    <a:pt x="123158" y="84391"/>
                    <a:pt x="158686" y="65532"/>
                    <a:pt x="158686" y="42196"/>
                  </a:cubicBezTo>
                  <a:cubicBezTo>
                    <a:pt x="158686" y="18860"/>
                    <a:pt x="123158" y="0"/>
                    <a:pt x="79343" y="0"/>
                  </a:cubicBezTo>
                  <a:cubicBezTo>
                    <a:pt x="35528" y="0"/>
                    <a:pt x="0" y="18860"/>
                    <a:pt x="0" y="42196"/>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5" name="Google Shape;1595;p48"/>
            <p:cNvSpPr/>
            <p:nvPr/>
          </p:nvSpPr>
          <p:spPr>
            <a:xfrm>
              <a:off x="5978033" y="1455672"/>
              <a:ext cx="228508" cy="121523"/>
            </a:xfrm>
            <a:custGeom>
              <a:avLst/>
              <a:gdLst/>
              <a:ahLst/>
              <a:cxnLst/>
              <a:rect l="l" t="t" r="r" b="b"/>
              <a:pathLst>
                <a:path w="158686" h="84391" extrusionOk="0">
                  <a:moveTo>
                    <a:pt x="158687" y="42196"/>
                  </a:moveTo>
                  <a:cubicBezTo>
                    <a:pt x="158687" y="65500"/>
                    <a:pt x="123163" y="84392"/>
                    <a:pt x="79343" y="84392"/>
                  </a:cubicBezTo>
                  <a:cubicBezTo>
                    <a:pt x="35523" y="84392"/>
                    <a:pt x="0" y="65500"/>
                    <a:pt x="0" y="42196"/>
                  </a:cubicBezTo>
                  <a:cubicBezTo>
                    <a:pt x="0" y="18892"/>
                    <a:pt x="35523" y="0"/>
                    <a:pt x="79343" y="0"/>
                  </a:cubicBezTo>
                  <a:cubicBezTo>
                    <a:pt x="123163" y="0"/>
                    <a:pt x="158687" y="18892"/>
                    <a:pt x="158687" y="42196"/>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6" name="Google Shape;1596;p48"/>
            <p:cNvSpPr/>
            <p:nvPr/>
          </p:nvSpPr>
          <p:spPr>
            <a:xfrm>
              <a:off x="6068857" y="1394802"/>
              <a:ext cx="228508" cy="121523"/>
            </a:xfrm>
            <a:custGeom>
              <a:avLst/>
              <a:gdLst/>
              <a:ahLst/>
              <a:cxnLst/>
              <a:rect l="l" t="t" r="r" b="b"/>
              <a:pathLst>
                <a:path w="158686" h="84391" extrusionOk="0">
                  <a:moveTo>
                    <a:pt x="0" y="42196"/>
                  </a:moveTo>
                  <a:cubicBezTo>
                    <a:pt x="0" y="65532"/>
                    <a:pt x="35529" y="84392"/>
                    <a:pt x="79343" y="84392"/>
                  </a:cubicBezTo>
                  <a:cubicBezTo>
                    <a:pt x="123159" y="84392"/>
                    <a:pt x="158687" y="65532"/>
                    <a:pt x="158687" y="42196"/>
                  </a:cubicBezTo>
                  <a:cubicBezTo>
                    <a:pt x="158687" y="18860"/>
                    <a:pt x="123159" y="0"/>
                    <a:pt x="79343" y="0"/>
                  </a:cubicBezTo>
                  <a:cubicBezTo>
                    <a:pt x="35529" y="0"/>
                    <a:pt x="0" y="18860"/>
                    <a:pt x="0" y="42196"/>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7" name="Google Shape;1597;p48"/>
            <p:cNvSpPr/>
            <p:nvPr/>
          </p:nvSpPr>
          <p:spPr>
            <a:xfrm>
              <a:off x="6266948" y="1433033"/>
              <a:ext cx="137661" cy="65634"/>
            </a:xfrm>
            <a:custGeom>
              <a:avLst/>
              <a:gdLst/>
              <a:ahLst/>
              <a:cxnLst/>
              <a:rect l="l" t="t" r="r" b="b"/>
              <a:pathLst>
                <a:path w="95598" h="45579" extrusionOk="0">
                  <a:moveTo>
                    <a:pt x="127" y="30458"/>
                  </a:moveTo>
                  <a:cubicBezTo>
                    <a:pt x="2031" y="42269"/>
                    <a:pt x="24891" y="48460"/>
                    <a:pt x="51276" y="44269"/>
                  </a:cubicBezTo>
                  <a:cubicBezTo>
                    <a:pt x="77565" y="40078"/>
                    <a:pt x="97377" y="27028"/>
                    <a:pt x="95471" y="15122"/>
                  </a:cubicBezTo>
                  <a:cubicBezTo>
                    <a:pt x="93567" y="3311"/>
                    <a:pt x="70707" y="-2880"/>
                    <a:pt x="44322" y="1311"/>
                  </a:cubicBezTo>
                  <a:cubicBezTo>
                    <a:pt x="18034" y="5502"/>
                    <a:pt x="-1778" y="18551"/>
                    <a:pt x="127" y="30458"/>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8" name="Google Shape;1598;p48"/>
            <p:cNvSpPr/>
            <p:nvPr/>
          </p:nvSpPr>
          <p:spPr>
            <a:xfrm>
              <a:off x="6283024" y="1465873"/>
              <a:ext cx="137661" cy="65634"/>
            </a:xfrm>
            <a:custGeom>
              <a:avLst/>
              <a:gdLst/>
              <a:ahLst/>
              <a:cxnLst/>
              <a:rect l="l" t="t" r="r" b="b"/>
              <a:pathLst>
                <a:path w="95598" h="45579" extrusionOk="0">
                  <a:moveTo>
                    <a:pt x="127" y="30457"/>
                  </a:moveTo>
                  <a:cubicBezTo>
                    <a:pt x="2032" y="42268"/>
                    <a:pt x="24891" y="48460"/>
                    <a:pt x="51276" y="44269"/>
                  </a:cubicBezTo>
                  <a:cubicBezTo>
                    <a:pt x="77565" y="40078"/>
                    <a:pt x="97377" y="27029"/>
                    <a:pt x="95472" y="15122"/>
                  </a:cubicBezTo>
                  <a:cubicBezTo>
                    <a:pt x="93567" y="3311"/>
                    <a:pt x="70707" y="-2880"/>
                    <a:pt x="44323" y="1311"/>
                  </a:cubicBezTo>
                  <a:cubicBezTo>
                    <a:pt x="18034" y="5502"/>
                    <a:pt x="-1778" y="18551"/>
                    <a:pt x="127" y="30457"/>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9" name="Google Shape;1599;p48"/>
            <p:cNvSpPr/>
            <p:nvPr/>
          </p:nvSpPr>
          <p:spPr>
            <a:xfrm>
              <a:off x="6125330" y="1577549"/>
              <a:ext cx="67208" cy="116585"/>
            </a:xfrm>
            <a:custGeom>
              <a:avLst/>
              <a:gdLst/>
              <a:ahLst/>
              <a:cxnLst/>
              <a:rect l="l" t="t" r="r" b="b"/>
              <a:pathLst>
                <a:path w="46672" h="80962" extrusionOk="0">
                  <a:moveTo>
                    <a:pt x="0" y="40481"/>
                  </a:moveTo>
                  <a:cubicBezTo>
                    <a:pt x="0" y="62865"/>
                    <a:pt x="10477" y="80963"/>
                    <a:pt x="23336" y="80963"/>
                  </a:cubicBezTo>
                  <a:cubicBezTo>
                    <a:pt x="36195" y="80963"/>
                    <a:pt x="46672" y="62865"/>
                    <a:pt x="46672" y="40481"/>
                  </a:cubicBezTo>
                  <a:cubicBezTo>
                    <a:pt x="46672" y="18098"/>
                    <a:pt x="36195" y="0"/>
                    <a:pt x="23336" y="0"/>
                  </a:cubicBezTo>
                  <a:cubicBezTo>
                    <a:pt x="10477" y="0"/>
                    <a:pt x="0" y="18098"/>
                    <a:pt x="0" y="40481"/>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0" name="Google Shape;1600;p48"/>
            <p:cNvSpPr/>
            <p:nvPr/>
          </p:nvSpPr>
          <p:spPr>
            <a:xfrm>
              <a:off x="5822569" y="1908141"/>
              <a:ext cx="228570" cy="755339"/>
            </a:xfrm>
            <a:custGeom>
              <a:avLst/>
              <a:gdLst/>
              <a:ahLst/>
              <a:cxnLst/>
              <a:rect l="l" t="t" r="r" b="b"/>
              <a:pathLst>
                <a:path w="158729" h="524541" extrusionOk="0">
                  <a:moveTo>
                    <a:pt x="118629" y="524542"/>
                  </a:moveTo>
                  <a:lnTo>
                    <a:pt x="6044" y="524542"/>
                  </a:lnTo>
                  <a:cubicBezTo>
                    <a:pt x="805" y="441008"/>
                    <a:pt x="-243" y="370713"/>
                    <a:pt x="43" y="318421"/>
                  </a:cubicBezTo>
                  <a:cubicBezTo>
                    <a:pt x="1090" y="91059"/>
                    <a:pt x="26903" y="32861"/>
                    <a:pt x="66622" y="8858"/>
                  </a:cubicBezTo>
                  <a:cubicBezTo>
                    <a:pt x="74528" y="4096"/>
                    <a:pt x="81672" y="1429"/>
                    <a:pt x="86244" y="0"/>
                  </a:cubicBezTo>
                  <a:cubicBezTo>
                    <a:pt x="110438" y="79629"/>
                    <a:pt x="134536" y="159258"/>
                    <a:pt x="158730" y="238792"/>
                  </a:cubicBezTo>
                  <a:cubicBezTo>
                    <a:pt x="145394" y="334042"/>
                    <a:pt x="131964" y="429292"/>
                    <a:pt x="118629" y="524542"/>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1" name="Google Shape;1601;p48"/>
            <p:cNvSpPr/>
            <p:nvPr/>
          </p:nvSpPr>
          <p:spPr>
            <a:xfrm>
              <a:off x="5831287" y="2625661"/>
              <a:ext cx="534237" cy="503376"/>
            </a:xfrm>
            <a:custGeom>
              <a:avLst/>
              <a:gdLst/>
              <a:ahLst/>
              <a:cxnLst/>
              <a:rect l="l" t="t" r="r" b="b"/>
              <a:pathLst>
                <a:path w="370998" h="349567" extrusionOk="0">
                  <a:moveTo>
                    <a:pt x="370999" y="298514"/>
                  </a:moveTo>
                  <a:cubicBezTo>
                    <a:pt x="350997" y="315563"/>
                    <a:pt x="330994" y="332518"/>
                    <a:pt x="310991" y="349568"/>
                  </a:cubicBezTo>
                  <a:cubicBezTo>
                    <a:pt x="270510" y="317659"/>
                    <a:pt x="235744" y="293656"/>
                    <a:pt x="211074" y="277559"/>
                  </a:cubicBezTo>
                  <a:cubicBezTo>
                    <a:pt x="107442" y="209645"/>
                    <a:pt x="67628" y="192215"/>
                    <a:pt x="35052" y="140684"/>
                  </a:cubicBezTo>
                  <a:cubicBezTo>
                    <a:pt x="20860" y="118301"/>
                    <a:pt x="3906" y="82106"/>
                    <a:pt x="0" y="27146"/>
                  </a:cubicBezTo>
                  <a:cubicBezTo>
                    <a:pt x="30861" y="18098"/>
                    <a:pt x="61722" y="9049"/>
                    <a:pt x="92583" y="0"/>
                  </a:cubicBezTo>
                  <a:cubicBezTo>
                    <a:pt x="123825" y="23717"/>
                    <a:pt x="146209" y="45625"/>
                    <a:pt x="159925" y="60198"/>
                  </a:cubicBezTo>
                  <a:cubicBezTo>
                    <a:pt x="235648" y="140113"/>
                    <a:pt x="247174" y="201073"/>
                    <a:pt x="325850" y="266224"/>
                  </a:cubicBezTo>
                  <a:cubicBezTo>
                    <a:pt x="344614" y="281750"/>
                    <a:pt x="361188" y="292513"/>
                    <a:pt x="370999" y="298609"/>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2" name="Google Shape;1602;p48"/>
            <p:cNvSpPr/>
            <p:nvPr/>
          </p:nvSpPr>
          <p:spPr>
            <a:xfrm>
              <a:off x="5773853" y="1880373"/>
              <a:ext cx="559201" cy="1258993"/>
            </a:xfrm>
            <a:custGeom>
              <a:avLst/>
              <a:gdLst/>
              <a:ahLst/>
              <a:cxnLst/>
              <a:rect l="l" t="t" r="r" b="b"/>
              <a:pathLst>
                <a:path w="388334" h="874301" extrusionOk="0">
                  <a:moveTo>
                    <a:pt x="0" y="502738"/>
                  </a:moveTo>
                  <a:cubicBezTo>
                    <a:pt x="66484" y="743054"/>
                    <a:pt x="189548" y="886024"/>
                    <a:pt x="285083" y="873547"/>
                  </a:cubicBezTo>
                  <a:cubicBezTo>
                    <a:pt x="304324" y="871070"/>
                    <a:pt x="344995" y="859259"/>
                    <a:pt x="388334" y="788393"/>
                  </a:cubicBezTo>
                  <a:cubicBezTo>
                    <a:pt x="318230" y="693143"/>
                    <a:pt x="248126" y="597988"/>
                    <a:pt x="178022" y="502738"/>
                  </a:cubicBezTo>
                  <a:cubicBezTo>
                    <a:pt x="191548" y="454923"/>
                    <a:pt x="204978" y="388343"/>
                    <a:pt x="205359" y="308238"/>
                  </a:cubicBezTo>
                  <a:cubicBezTo>
                    <a:pt x="205740" y="225275"/>
                    <a:pt x="191834" y="156504"/>
                    <a:pt x="178022" y="107641"/>
                  </a:cubicBezTo>
                  <a:cubicBezTo>
                    <a:pt x="180404" y="59540"/>
                    <a:pt x="163354" y="15915"/>
                    <a:pt x="134684" y="3819"/>
                  </a:cubicBezTo>
                  <a:cubicBezTo>
                    <a:pt x="96298" y="-12374"/>
                    <a:pt x="25527" y="23059"/>
                    <a:pt x="0" y="107641"/>
                  </a:cubicBezTo>
                  <a:lnTo>
                    <a:pt x="0" y="50264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3" name="Google Shape;1603;p48"/>
            <p:cNvSpPr/>
            <p:nvPr/>
          </p:nvSpPr>
          <p:spPr>
            <a:xfrm>
              <a:off x="5782077" y="2739909"/>
              <a:ext cx="235954" cy="328980"/>
            </a:xfrm>
            <a:custGeom>
              <a:avLst/>
              <a:gdLst/>
              <a:ahLst/>
              <a:cxnLst/>
              <a:rect l="l" t="t" r="r" b="b"/>
              <a:pathLst>
                <a:path w="163857" h="228458" extrusionOk="0">
                  <a:moveTo>
                    <a:pt x="161653" y="228459"/>
                  </a:moveTo>
                  <a:cubicBezTo>
                    <a:pt x="160986" y="228459"/>
                    <a:pt x="160319" y="228173"/>
                    <a:pt x="159843" y="227507"/>
                  </a:cubicBezTo>
                  <a:lnTo>
                    <a:pt x="395" y="3574"/>
                  </a:lnTo>
                  <a:cubicBezTo>
                    <a:pt x="-272" y="2526"/>
                    <a:pt x="-81" y="1192"/>
                    <a:pt x="871" y="430"/>
                  </a:cubicBezTo>
                  <a:cubicBezTo>
                    <a:pt x="1823" y="-331"/>
                    <a:pt x="3252" y="-46"/>
                    <a:pt x="4014" y="1002"/>
                  </a:cubicBezTo>
                  <a:lnTo>
                    <a:pt x="163463" y="224935"/>
                  </a:lnTo>
                  <a:cubicBezTo>
                    <a:pt x="164130" y="225982"/>
                    <a:pt x="163939" y="227316"/>
                    <a:pt x="162987" y="228078"/>
                  </a:cubicBezTo>
                  <a:cubicBezTo>
                    <a:pt x="162605" y="228364"/>
                    <a:pt x="162129" y="228459"/>
                    <a:pt x="161653" y="22845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4" name="Google Shape;1604;p48"/>
            <p:cNvSpPr/>
            <p:nvPr/>
          </p:nvSpPr>
          <p:spPr>
            <a:xfrm>
              <a:off x="5770743" y="2640455"/>
              <a:ext cx="17728" cy="58887"/>
            </a:xfrm>
            <a:custGeom>
              <a:avLst/>
              <a:gdLst/>
              <a:ahLst/>
              <a:cxnLst/>
              <a:rect l="l" t="t" r="r" b="b"/>
              <a:pathLst>
                <a:path w="12311" h="40894" extrusionOk="0">
                  <a:moveTo>
                    <a:pt x="10061" y="40894"/>
                  </a:moveTo>
                  <a:cubicBezTo>
                    <a:pt x="9013" y="40894"/>
                    <a:pt x="8156" y="40228"/>
                    <a:pt x="7870" y="39180"/>
                  </a:cubicBezTo>
                  <a:lnTo>
                    <a:pt x="60" y="2699"/>
                  </a:lnTo>
                  <a:cubicBezTo>
                    <a:pt x="-226" y="1461"/>
                    <a:pt x="536" y="318"/>
                    <a:pt x="1775" y="32"/>
                  </a:cubicBezTo>
                  <a:cubicBezTo>
                    <a:pt x="2917" y="-158"/>
                    <a:pt x="4156" y="508"/>
                    <a:pt x="4441" y="1747"/>
                  </a:cubicBezTo>
                  <a:lnTo>
                    <a:pt x="12252" y="38227"/>
                  </a:lnTo>
                  <a:cubicBezTo>
                    <a:pt x="12538" y="39466"/>
                    <a:pt x="11776" y="40609"/>
                    <a:pt x="10537" y="40894"/>
                  </a:cubicBezTo>
                  <a:cubicBezTo>
                    <a:pt x="10347" y="40894"/>
                    <a:pt x="10251" y="40894"/>
                    <a:pt x="10061" y="4089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5" name="Google Shape;1605;p48"/>
            <p:cNvSpPr/>
            <p:nvPr/>
          </p:nvSpPr>
          <p:spPr>
            <a:xfrm>
              <a:off x="5749394" y="2081269"/>
              <a:ext cx="33330" cy="470870"/>
            </a:xfrm>
            <a:custGeom>
              <a:avLst/>
              <a:gdLst/>
              <a:ahLst/>
              <a:cxnLst/>
              <a:rect l="l" t="t" r="r" b="b"/>
              <a:pathLst>
                <a:path w="23146" h="326993" extrusionOk="0">
                  <a:moveTo>
                    <a:pt x="20860" y="326993"/>
                  </a:moveTo>
                  <a:cubicBezTo>
                    <a:pt x="19717" y="326993"/>
                    <a:pt x="18669" y="326041"/>
                    <a:pt x="18669" y="324898"/>
                  </a:cubicBezTo>
                  <a:lnTo>
                    <a:pt x="0" y="2381"/>
                  </a:lnTo>
                  <a:cubicBezTo>
                    <a:pt x="0" y="1143"/>
                    <a:pt x="858" y="95"/>
                    <a:pt x="2096" y="0"/>
                  </a:cubicBezTo>
                  <a:cubicBezTo>
                    <a:pt x="3334" y="95"/>
                    <a:pt x="4382" y="857"/>
                    <a:pt x="4477" y="2096"/>
                  </a:cubicBezTo>
                  <a:lnTo>
                    <a:pt x="23146" y="324612"/>
                  </a:lnTo>
                  <a:cubicBezTo>
                    <a:pt x="23146" y="325850"/>
                    <a:pt x="22289" y="326898"/>
                    <a:pt x="21050" y="326993"/>
                  </a:cubicBezTo>
                  <a:lnTo>
                    <a:pt x="20955" y="326993"/>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6" name="Google Shape;1606;p48"/>
            <p:cNvSpPr/>
            <p:nvPr/>
          </p:nvSpPr>
          <p:spPr>
            <a:xfrm>
              <a:off x="6027461" y="2185932"/>
              <a:ext cx="68243" cy="422078"/>
            </a:xfrm>
            <a:custGeom>
              <a:avLst/>
              <a:gdLst/>
              <a:ahLst/>
              <a:cxnLst/>
              <a:rect l="l" t="t" r="r" b="b"/>
              <a:pathLst>
                <a:path w="47391" h="293110" extrusionOk="0">
                  <a:moveTo>
                    <a:pt x="2217" y="293111"/>
                  </a:moveTo>
                  <a:cubicBezTo>
                    <a:pt x="693" y="292920"/>
                    <a:pt x="-164" y="291777"/>
                    <a:pt x="26" y="290539"/>
                  </a:cubicBezTo>
                  <a:lnTo>
                    <a:pt x="42889" y="1932"/>
                  </a:lnTo>
                  <a:cubicBezTo>
                    <a:pt x="43079" y="693"/>
                    <a:pt x="44032" y="-164"/>
                    <a:pt x="45460" y="26"/>
                  </a:cubicBezTo>
                  <a:cubicBezTo>
                    <a:pt x="46698" y="217"/>
                    <a:pt x="47556" y="1360"/>
                    <a:pt x="47365" y="2598"/>
                  </a:cubicBezTo>
                  <a:lnTo>
                    <a:pt x="4503" y="291206"/>
                  </a:lnTo>
                  <a:cubicBezTo>
                    <a:pt x="4312" y="292349"/>
                    <a:pt x="3360" y="293111"/>
                    <a:pt x="2312" y="29311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7" name="Google Shape;1607;p48"/>
            <p:cNvSpPr/>
            <p:nvPr/>
          </p:nvSpPr>
          <p:spPr>
            <a:xfrm>
              <a:off x="6002193" y="2591965"/>
              <a:ext cx="11356" cy="20468"/>
            </a:xfrm>
            <a:custGeom>
              <a:avLst/>
              <a:gdLst/>
              <a:ahLst/>
              <a:cxnLst/>
              <a:rect l="l" t="t" r="r" b="b"/>
              <a:pathLst>
                <a:path w="7886" h="14214" extrusionOk="0">
                  <a:moveTo>
                    <a:pt x="2207" y="14119"/>
                  </a:moveTo>
                  <a:cubicBezTo>
                    <a:pt x="302" y="13548"/>
                    <a:pt x="-269" y="12310"/>
                    <a:pt x="111" y="11167"/>
                  </a:cubicBezTo>
                  <a:lnTo>
                    <a:pt x="3540" y="1451"/>
                  </a:lnTo>
                  <a:cubicBezTo>
                    <a:pt x="3922" y="308"/>
                    <a:pt x="5255" y="-263"/>
                    <a:pt x="6398" y="118"/>
                  </a:cubicBezTo>
                  <a:cubicBezTo>
                    <a:pt x="7541" y="499"/>
                    <a:pt x="8207" y="1832"/>
                    <a:pt x="7731" y="2975"/>
                  </a:cubicBezTo>
                  <a:lnTo>
                    <a:pt x="4302" y="12691"/>
                  </a:lnTo>
                  <a:cubicBezTo>
                    <a:pt x="4016" y="13643"/>
                    <a:pt x="3159" y="14215"/>
                    <a:pt x="2207" y="1421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8" name="Google Shape;1608;p48"/>
            <p:cNvSpPr/>
            <p:nvPr/>
          </p:nvSpPr>
          <p:spPr>
            <a:xfrm>
              <a:off x="6042259" y="2622421"/>
              <a:ext cx="211522" cy="285097"/>
            </a:xfrm>
            <a:custGeom>
              <a:avLst/>
              <a:gdLst/>
              <a:ahLst/>
              <a:cxnLst/>
              <a:rect l="l" t="t" r="r" b="b"/>
              <a:pathLst>
                <a:path w="146890" h="197984" extrusionOk="0">
                  <a:moveTo>
                    <a:pt x="144644" y="197984"/>
                  </a:moveTo>
                  <a:cubicBezTo>
                    <a:pt x="143978" y="197984"/>
                    <a:pt x="143311" y="197699"/>
                    <a:pt x="142835" y="197032"/>
                  </a:cubicBezTo>
                  <a:lnTo>
                    <a:pt x="436" y="3579"/>
                  </a:lnTo>
                  <a:cubicBezTo>
                    <a:pt x="-326" y="2627"/>
                    <a:pt x="-40" y="1198"/>
                    <a:pt x="912" y="436"/>
                  </a:cubicBezTo>
                  <a:cubicBezTo>
                    <a:pt x="1865" y="-326"/>
                    <a:pt x="3293" y="-40"/>
                    <a:pt x="4056" y="912"/>
                  </a:cubicBezTo>
                  <a:lnTo>
                    <a:pt x="146454" y="194365"/>
                  </a:lnTo>
                  <a:cubicBezTo>
                    <a:pt x="147216" y="195318"/>
                    <a:pt x="146931" y="196746"/>
                    <a:pt x="145978" y="197508"/>
                  </a:cubicBezTo>
                  <a:cubicBezTo>
                    <a:pt x="145597" y="197794"/>
                    <a:pt x="145121" y="197984"/>
                    <a:pt x="144644" y="19798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9" name="Google Shape;1609;p48"/>
            <p:cNvSpPr/>
            <p:nvPr/>
          </p:nvSpPr>
          <p:spPr>
            <a:xfrm>
              <a:off x="5889306" y="1828757"/>
              <a:ext cx="253015" cy="173884"/>
            </a:xfrm>
            <a:custGeom>
              <a:avLst/>
              <a:gdLst/>
              <a:ahLst/>
              <a:cxnLst/>
              <a:rect l="l" t="t" r="r" b="b"/>
              <a:pathLst>
                <a:path w="175705" h="120753" extrusionOk="0">
                  <a:moveTo>
                    <a:pt x="173331" y="120658"/>
                  </a:moveTo>
                  <a:cubicBezTo>
                    <a:pt x="173331" y="120658"/>
                    <a:pt x="172760" y="120658"/>
                    <a:pt x="172474" y="120467"/>
                  </a:cubicBezTo>
                  <a:cubicBezTo>
                    <a:pt x="136660" y="104942"/>
                    <a:pt x="102560" y="85701"/>
                    <a:pt x="70937" y="63222"/>
                  </a:cubicBezTo>
                  <a:cubicBezTo>
                    <a:pt x="45982" y="45506"/>
                    <a:pt x="22360" y="25503"/>
                    <a:pt x="643" y="3786"/>
                  </a:cubicBezTo>
                  <a:cubicBezTo>
                    <a:pt x="-214" y="2929"/>
                    <a:pt x="-214" y="1500"/>
                    <a:pt x="643" y="643"/>
                  </a:cubicBezTo>
                  <a:cubicBezTo>
                    <a:pt x="1500" y="-214"/>
                    <a:pt x="2929" y="-214"/>
                    <a:pt x="3786" y="643"/>
                  </a:cubicBezTo>
                  <a:cubicBezTo>
                    <a:pt x="25313" y="22169"/>
                    <a:pt x="48840" y="41981"/>
                    <a:pt x="73605" y="59603"/>
                  </a:cubicBezTo>
                  <a:cubicBezTo>
                    <a:pt x="105037" y="81986"/>
                    <a:pt x="138851" y="101036"/>
                    <a:pt x="174379" y="116467"/>
                  </a:cubicBezTo>
                  <a:cubicBezTo>
                    <a:pt x="175522" y="116943"/>
                    <a:pt x="175998" y="118277"/>
                    <a:pt x="175522" y="119420"/>
                  </a:cubicBezTo>
                  <a:cubicBezTo>
                    <a:pt x="175141" y="120277"/>
                    <a:pt x="174379" y="120753"/>
                    <a:pt x="173522" y="12075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0" name="Google Shape;1610;p48"/>
            <p:cNvSpPr/>
            <p:nvPr/>
          </p:nvSpPr>
          <p:spPr>
            <a:xfrm>
              <a:off x="6235105" y="3101493"/>
              <a:ext cx="197793" cy="1852615"/>
            </a:xfrm>
            <a:custGeom>
              <a:avLst/>
              <a:gdLst/>
              <a:ahLst/>
              <a:cxnLst/>
              <a:rect l="l" t="t" r="r" b="b"/>
              <a:pathLst>
                <a:path w="137356" h="1286538" extrusionOk="0">
                  <a:moveTo>
                    <a:pt x="135071" y="1286539"/>
                  </a:moveTo>
                  <a:cubicBezTo>
                    <a:pt x="133833" y="1286539"/>
                    <a:pt x="132880" y="1285491"/>
                    <a:pt x="132880" y="1284348"/>
                  </a:cubicBezTo>
                  <a:lnTo>
                    <a:pt x="132880" y="51337"/>
                  </a:lnTo>
                  <a:cubicBezTo>
                    <a:pt x="122117" y="24953"/>
                    <a:pt x="100591" y="6665"/>
                    <a:pt x="78112" y="4664"/>
                  </a:cubicBezTo>
                  <a:cubicBezTo>
                    <a:pt x="63253" y="3331"/>
                    <a:pt x="47822" y="8855"/>
                    <a:pt x="34678" y="20095"/>
                  </a:cubicBezTo>
                  <a:cubicBezTo>
                    <a:pt x="17247" y="34858"/>
                    <a:pt x="6293" y="57719"/>
                    <a:pt x="4483" y="82674"/>
                  </a:cubicBezTo>
                  <a:cubicBezTo>
                    <a:pt x="4483" y="83912"/>
                    <a:pt x="3435" y="84960"/>
                    <a:pt x="2102" y="84770"/>
                  </a:cubicBezTo>
                  <a:cubicBezTo>
                    <a:pt x="864" y="84770"/>
                    <a:pt x="-89" y="83626"/>
                    <a:pt x="7" y="82388"/>
                  </a:cubicBezTo>
                  <a:cubicBezTo>
                    <a:pt x="1912" y="56195"/>
                    <a:pt x="13437" y="32287"/>
                    <a:pt x="31725" y="16666"/>
                  </a:cubicBezTo>
                  <a:cubicBezTo>
                    <a:pt x="45822" y="4664"/>
                    <a:pt x="62586" y="-1146"/>
                    <a:pt x="78492" y="187"/>
                  </a:cubicBezTo>
                  <a:cubicBezTo>
                    <a:pt x="102781" y="2283"/>
                    <a:pt x="125737" y="21904"/>
                    <a:pt x="137166" y="50003"/>
                  </a:cubicBezTo>
                  <a:cubicBezTo>
                    <a:pt x="137357" y="50861"/>
                    <a:pt x="137357" y="1284253"/>
                    <a:pt x="137357" y="1284253"/>
                  </a:cubicBezTo>
                  <a:cubicBezTo>
                    <a:pt x="137357" y="1285491"/>
                    <a:pt x="136405" y="1286444"/>
                    <a:pt x="135166" y="128644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1" name="Google Shape;1611;p48"/>
            <p:cNvSpPr/>
            <p:nvPr/>
          </p:nvSpPr>
          <p:spPr>
            <a:xfrm>
              <a:off x="6262046" y="3046968"/>
              <a:ext cx="202236" cy="130120"/>
            </a:xfrm>
            <a:custGeom>
              <a:avLst/>
              <a:gdLst/>
              <a:ahLst/>
              <a:cxnLst/>
              <a:rect l="l" t="t" r="r" b="b"/>
              <a:pathLst>
                <a:path w="140442" h="90361" extrusionOk="0">
                  <a:moveTo>
                    <a:pt x="4572" y="75704"/>
                  </a:moveTo>
                  <a:cubicBezTo>
                    <a:pt x="17335" y="82086"/>
                    <a:pt x="41434" y="91801"/>
                    <a:pt x="72199" y="90182"/>
                  </a:cubicBezTo>
                  <a:cubicBezTo>
                    <a:pt x="85630" y="89515"/>
                    <a:pt x="97059" y="86753"/>
                    <a:pt x="106013" y="83800"/>
                  </a:cubicBezTo>
                  <a:cubicBezTo>
                    <a:pt x="126778" y="73894"/>
                    <a:pt x="141351" y="56559"/>
                    <a:pt x="140398" y="40652"/>
                  </a:cubicBezTo>
                  <a:cubicBezTo>
                    <a:pt x="139065" y="18363"/>
                    <a:pt x="107156" y="-6402"/>
                    <a:pt x="64389" y="1504"/>
                  </a:cubicBezTo>
                  <a:cubicBezTo>
                    <a:pt x="42957" y="15696"/>
                    <a:pt x="21431" y="29793"/>
                    <a:pt x="0" y="43986"/>
                  </a:cubicBezTo>
                  <a:cubicBezTo>
                    <a:pt x="1524" y="54558"/>
                    <a:pt x="3047" y="65131"/>
                    <a:pt x="4572" y="75704"/>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2" name="Google Shape;1612;p48"/>
            <p:cNvSpPr/>
            <p:nvPr/>
          </p:nvSpPr>
          <p:spPr>
            <a:xfrm>
              <a:off x="6736597" y="3733399"/>
              <a:ext cx="1547581" cy="824324"/>
            </a:xfrm>
            <a:custGeom>
              <a:avLst/>
              <a:gdLst/>
              <a:ahLst/>
              <a:cxnLst/>
              <a:rect l="l" t="t" r="r" b="b"/>
              <a:pathLst>
                <a:path w="1074709" h="572447" extrusionOk="0">
                  <a:moveTo>
                    <a:pt x="4885" y="209268"/>
                  </a:moveTo>
                  <a:cubicBezTo>
                    <a:pt x="10981" y="215079"/>
                    <a:pt x="20220" y="208697"/>
                    <a:pt x="32127" y="216507"/>
                  </a:cubicBezTo>
                  <a:cubicBezTo>
                    <a:pt x="41652" y="223175"/>
                    <a:pt x="44604" y="233271"/>
                    <a:pt x="50129" y="252702"/>
                  </a:cubicBezTo>
                  <a:cubicBezTo>
                    <a:pt x="60321" y="288040"/>
                    <a:pt x="65464" y="305471"/>
                    <a:pt x="70131" y="316139"/>
                  </a:cubicBezTo>
                  <a:cubicBezTo>
                    <a:pt x="70703" y="317282"/>
                    <a:pt x="71274" y="318996"/>
                    <a:pt x="72417" y="321092"/>
                  </a:cubicBezTo>
                  <a:cubicBezTo>
                    <a:pt x="76799" y="330045"/>
                    <a:pt x="86038" y="346333"/>
                    <a:pt x="100802" y="361383"/>
                  </a:cubicBezTo>
                  <a:cubicBezTo>
                    <a:pt x="118804" y="379671"/>
                    <a:pt x="138807" y="389196"/>
                    <a:pt x="151285" y="394149"/>
                  </a:cubicBezTo>
                  <a:cubicBezTo>
                    <a:pt x="155380" y="395863"/>
                    <a:pt x="158524" y="396720"/>
                    <a:pt x="160523" y="397673"/>
                  </a:cubicBezTo>
                  <a:cubicBezTo>
                    <a:pt x="190337" y="408150"/>
                    <a:pt x="214149" y="423771"/>
                    <a:pt x="239391" y="442059"/>
                  </a:cubicBezTo>
                  <a:cubicBezTo>
                    <a:pt x="251868" y="451013"/>
                    <a:pt x="264632" y="460633"/>
                    <a:pt x="279110" y="470444"/>
                  </a:cubicBezTo>
                  <a:cubicBezTo>
                    <a:pt x="299112" y="484350"/>
                    <a:pt x="322258" y="499114"/>
                    <a:pt x="351023" y="513592"/>
                  </a:cubicBezTo>
                  <a:cubicBezTo>
                    <a:pt x="477706" y="577695"/>
                    <a:pt x="617724" y="589220"/>
                    <a:pt x="659443" y="549216"/>
                  </a:cubicBezTo>
                  <a:cubicBezTo>
                    <a:pt x="678588" y="530928"/>
                    <a:pt x="697162" y="504543"/>
                    <a:pt x="697162" y="504543"/>
                  </a:cubicBezTo>
                  <a:cubicBezTo>
                    <a:pt x="710497" y="485970"/>
                    <a:pt x="719165" y="470063"/>
                    <a:pt x="725833" y="457299"/>
                  </a:cubicBezTo>
                  <a:cubicBezTo>
                    <a:pt x="732214" y="445679"/>
                    <a:pt x="740596" y="426248"/>
                    <a:pt x="751360" y="403102"/>
                  </a:cubicBezTo>
                  <a:cubicBezTo>
                    <a:pt x="773076" y="355287"/>
                    <a:pt x="771933" y="316139"/>
                    <a:pt x="782125" y="316139"/>
                  </a:cubicBezTo>
                  <a:cubicBezTo>
                    <a:pt x="787935" y="315853"/>
                    <a:pt x="787935" y="328617"/>
                    <a:pt x="798318" y="332331"/>
                  </a:cubicBezTo>
                  <a:cubicBezTo>
                    <a:pt x="810795" y="336427"/>
                    <a:pt x="825845" y="323949"/>
                    <a:pt x="841752" y="310614"/>
                  </a:cubicBezTo>
                  <a:cubicBezTo>
                    <a:pt x="857658" y="297279"/>
                    <a:pt x="858230" y="292898"/>
                    <a:pt x="876232" y="276134"/>
                  </a:cubicBezTo>
                  <a:cubicBezTo>
                    <a:pt x="897092" y="256417"/>
                    <a:pt x="907855" y="246606"/>
                    <a:pt x="919666" y="247178"/>
                  </a:cubicBezTo>
                  <a:cubicBezTo>
                    <a:pt x="934430" y="247749"/>
                    <a:pt x="935859" y="261370"/>
                    <a:pt x="954147" y="268895"/>
                  </a:cubicBezTo>
                  <a:cubicBezTo>
                    <a:pt x="983103" y="280801"/>
                    <a:pt x="1016440" y="261084"/>
                    <a:pt x="1024632" y="256131"/>
                  </a:cubicBezTo>
                  <a:cubicBezTo>
                    <a:pt x="1033014" y="251178"/>
                    <a:pt x="1059112" y="235271"/>
                    <a:pt x="1070161" y="201934"/>
                  </a:cubicBezTo>
                  <a:cubicBezTo>
                    <a:pt x="1083210" y="161643"/>
                    <a:pt x="1064351" y="127734"/>
                    <a:pt x="1061208" y="122210"/>
                  </a:cubicBezTo>
                  <a:cubicBezTo>
                    <a:pt x="1028441" y="124210"/>
                    <a:pt x="1014821" y="116114"/>
                    <a:pt x="1008439" y="107732"/>
                  </a:cubicBezTo>
                  <a:cubicBezTo>
                    <a:pt x="994532" y="88872"/>
                    <a:pt x="1013678" y="63917"/>
                    <a:pt x="997676" y="42486"/>
                  </a:cubicBezTo>
                  <a:cubicBezTo>
                    <a:pt x="994532" y="38104"/>
                    <a:pt x="993580" y="38961"/>
                    <a:pt x="977102" y="30293"/>
                  </a:cubicBezTo>
                  <a:cubicBezTo>
                    <a:pt x="971863" y="27722"/>
                    <a:pt x="964910" y="23912"/>
                    <a:pt x="955956" y="18673"/>
                  </a:cubicBezTo>
                  <a:cubicBezTo>
                    <a:pt x="934525" y="6481"/>
                    <a:pt x="929286" y="2480"/>
                    <a:pt x="917952" y="671"/>
                  </a:cubicBezTo>
                  <a:cubicBezTo>
                    <a:pt x="906903" y="-1044"/>
                    <a:pt x="899092" y="671"/>
                    <a:pt x="883471" y="4195"/>
                  </a:cubicBezTo>
                  <a:cubicBezTo>
                    <a:pt x="867850" y="8005"/>
                    <a:pt x="847562" y="12577"/>
                    <a:pt x="825464" y="26198"/>
                  </a:cubicBezTo>
                  <a:cubicBezTo>
                    <a:pt x="811272" y="34580"/>
                    <a:pt x="801366" y="43914"/>
                    <a:pt x="782030" y="62107"/>
                  </a:cubicBezTo>
                  <a:cubicBezTo>
                    <a:pt x="764028" y="79252"/>
                    <a:pt x="759742" y="85920"/>
                    <a:pt x="745835" y="93158"/>
                  </a:cubicBezTo>
                  <a:cubicBezTo>
                    <a:pt x="730785" y="100683"/>
                    <a:pt x="717736" y="102969"/>
                    <a:pt x="711354" y="103922"/>
                  </a:cubicBezTo>
                  <a:cubicBezTo>
                    <a:pt x="693067" y="106779"/>
                    <a:pt x="679160" y="104779"/>
                    <a:pt x="671635" y="103922"/>
                  </a:cubicBezTo>
                  <a:cubicBezTo>
                    <a:pt x="645822" y="101064"/>
                    <a:pt x="623248" y="104208"/>
                    <a:pt x="591340" y="110589"/>
                  </a:cubicBezTo>
                  <a:cubicBezTo>
                    <a:pt x="582672" y="112304"/>
                    <a:pt x="573337" y="114399"/>
                    <a:pt x="562955" y="116685"/>
                  </a:cubicBezTo>
                  <a:cubicBezTo>
                    <a:pt x="524950" y="124782"/>
                    <a:pt x="530189" y="128306"/>
                    <a:pt x="502947" y="132878"/>
                  </a:cubicBezTo>
                  <a:cubicBezTo>
                    <a:pt x="485231" y="136021"/>
                    <a:pt x="460942" y="138688"/>
                    <a:pt x="401506" y="132878"/>
                  </a:cubicBezTo>
                  <a:cubicBezTo>
                    <a:pt x="299207" y="123067"/>
                    <a:pt x="303208" y="109351"/>
                    <a:pt x="265870" y="116685"/>
                  </a:cubicBezTo>
                  <a:cubicBezTo>
                    <a:pt x="231676" y="123353"/>
                    <a:pt x="216054" y="137545"/>
                    <a:pt x="177192" y="134688"/>
                  </a:cubicBezTo>
                  <a:cubicBezTo>
                    <a:pt x="161857" y="133830"/>
                    <a:pt x="148236" y="130592"/>
                    <a:pt x="128234" y="125734"/>
                  </a:cubicBezTo>
                  <a:cubicBezTo>
                    <a:pt x="74894" y="113256"/>
                    <a:pt x="70798" y="104303"/>
                    <a:pt x="55748" y="107732"/>
                  </a:cubicBezTo>
                  <a:cubicBezTo>
                    <a:pt x="13743" y="116685"/>
                    <a:pt x="-11212" y="193838"/>
                    <a:pt x="4981" y="2091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3" name="Google Shape;1613;p48"/>
            <p:cNvSpPr/>
            <p:nvPr/>
          </p:nvSpPr>
          <p:spPr>
            <a:xfrm>
              <a:off x="7463775" y="4370544"/>
              <a:ext cx="450922" cy="508280"/>
            </a:xfrm>
            <a:custGeom>
              <a:avLst/>
              <a:gdLst/>
              <a:ahLst/>
              <a:cxnLst/>
              <a:rect l="l" t="t" r="r" b="b"/>
              <a:pathLst>
                <a:path w="313140" h="352972" extrusionOk="0">
                  <a:moveTo>
                    <a:pt x="177737" y="0"/>
                  </a:moveTo>
                  <a:cubicBezTo>
                    <a:pt x="153829" y="90107"/>
                    <a:pt x="167354" y="137446"/>
                    <a:pt x="184975" y="164306"/>
                  </a:cubicBezTo>
                  <a:cubicBezTo>
                    <a:pt x="193548" y="177355"/>
                    <a:pt x="213456" y="201168"/>
                    <a:pt x="228409" y="241649"/>
                  </a:cubicBezTo>
                  <a:cubicBezTo>
                    <a:pt x="235934" y="261938"/>
                    <a:pt x="239744" y="279559"/>
                    <a:pt x="241649" y="291179"/>
                  </a:cubicBezTo>
                  <a:cubicBezTo>
                    <a:pt x="292037" y="316992"/>
                    <a:pt x="315849" y="334709"/>
                    <a:pt x="312897" y="344329"/>
                  </a:cubicBezTo>
                  <a:cubicBezTo>
                    <a:pt x="309372" y="355854"/>
                    <a:pt x="267938" y="355854"/>
                    <a:pt x="188405" y="344329"/>
                  </a:cubicBezTo>
                  <a:cubicBezTo>
                    <a:pt x="182594" y="337947"/>
                    <a:pt x="169164" y="321278"/>
                    <a:pt x="165545" y="296037"/>
                  </a:cubicBezTo>
                  <a:cubicBezTo>
                    <a:pt x="162973" y="277844"/>
                    <a:pt x="166592" y="262985"/>
                    <a:pt x="169164" y="254984"/>
                  </a:cubicBezTo>
                  <a:cubicBezTo>
                    <a:pt x="145161" y="243745"/>
                    <a:pt x="110490" y="223933"/>
                    <a:pt x="77343" y="189738"/>
                  </a:cubicBezTo>
                  <a:cubicBezTo>
                    <a:pt x="27908" y="138875"/>
                    <a:pt x="8191" y="83534"/>
                    <a:pt x="0" y="54483"/>
                  </a:cubicBezTo>
                  <a:lnTo>
                    <a:pt x="177546" y="9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4" name="Google Shape;1614;p48"/>
            <p:cNvSpPr/>
            <p:nvPr/>
          </p:nvSpPr>
          <p:spPr>
            <a:xfrm>
              <a:off x="7304525" y="4269278"/>
              <a:ext cx="447159" cy="508257"/>
            </a:xfrm>
            <a:custGeom>
              <a:avLst/>
              <a:gdLst/>
              <a:ahLst/>
              <a:cxnLst/>
              <a:rect l="l" t="t" r="r" b="b"/>
              <a:pathLst>
                <a:path w="310527" h="352956" extrusionOk="0">
                  <a:moveTo>
                    <a:pt x="299561" y="5048"/>
                  </a:moveTo>
                  <a:cubicBezTo>
                    <a:pt x="322135" y="102489"/>
                    <a:pt x="306133" y="142780"/>
                    <a:pt x="285083" y="160877"/>
                  </a:cubicBezTo>
                  <a:cubicBezTo>
                    <a:pt x="257270" y="184785"/>
                    <a:pt x="226790" y="164783"/>
                    <a:pt x="177355" y="199168"/>
                  </a:cubicBezTo>
                  <a:cubicBezTo>
                    <a:pt x="152019" y="216789"/>
                    <a:pt x="144113" y="233458"/>
                    <a:pt x="107537" y="253841"/>
                  </a:cubicBezTo>
                  <a:cubicBezTo>
                    <a:pt x="88582" y="264414"/>
                    <a:pt x="71818" y="270701"/>
                    <a:pt x="60579" y="274415"/>
                  </a:cubicBezTo>
                  <a:cubicBezTo>
                    <a:pt x="42672" y="328136"/>
                    <a:pt x="28765" y="354330"/>
                    <a:pt x="18764" y="352901"/>
                  </a:cubicBezTo>
                  <a:cubicBezTo>
                    <a:pt x="6858" y="351187"/>
                    <a:pt x="571" y="310134"/>
                    <a:pt x="0" y="229838"/>
                  </a:cubicBezTo>
                  <a:cubicBezTo>
                    <a:pt x="5429" y="223171"/>
                    <a:pt x="19812" y="207359"/>
                    <a:pt x="44291" y="199930"/>
                  </a:cubicBezTo>
                  <a:cubicBezTo>
                    <a:pt x="61913" y="194596"/>
                    <a:pt x="77057" y="195929"/>
                    <a:pt x="85439" y="197358"/>
                  </a:cubicBezTo>
                  <a:cubicBezTo>
                    <a:pt x="92964" y="171926"/>
                    <a:pt x="107346" y="134684"/>
                    <a:pt x="136112" y="96774"/>
                  </a:cubicBezTo>
                  <a:cubicBezTo>
                    <a:pt x="178975" y="40291"/>
                    <a:pt x="230695" y="12383"/>
                    <a:pt x="258223" y="0"/>
                  </a:cubicBezTo>
                  <a:lnTo>
                    <a:pt x="299656" y="514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5" name="Google Shape;1615;p48"/>
            <p:cNvSpPr/>
            <p:nvPr/>
          </p:nvSpPr>
          <p:spPr>
            <a:xfrm>
              <a:off x="6660889" y="4024013"/>
              <a:ext cx="499301" cy="833246"/>
            </a:xfrm>
            <a:custGeom>
              <a:avLst/>
              <a:gdLst/>
              <a:ahLst/>
              <a:cxnLst/>
              <a:rect l="l" t="t" r="r" b="b"/>
              <a:pathLst>
                <a:path w="346737" h="578643" extrusionOk="0">
                  <a:moveTo>
                    <a:pt x="1170" y="359759"/>
                  </a:moveTo>
                  <a:cubicBezTo>
                    <a:pt x="3456" y="400336"/>
                    <a:pt x="4694" y="420624"/>
                    <a:pt x="6123" y="431102"/>
                  </a:cubicBezTo>
                  <a:cubicBezTo>
                    <a:pt x="14219" y="496062"/>
                    <a:pt x="34222" y="554546"/>
                    <a:pt x="42985" y="578644"/>
                  </a:cubicBezTo>
                  <a:lnTo>
                    <a:pt x="166715" y="578644"/>
                  </a:lnTo>
                  <a:cubicBezTo>
                    <a:pt x="162619" y="549688"/>
                    <a:pt x="151665" y="536067"/>
                    <a:pt x="142617" y="529114"/>
                  </a:cubicBezTo>
                  <a:cubicBezTo>
                    <a:pt x="119090" y="510826"/>
                    <a:pt x="90134" y="520732"/>
                    <a:pt x="75942" y="498634"/>
                  </a:cubicBezTo>
                  <a:cubicBezTo>
                    <a:pt x="70131" y="489966"/>
                    <a:pt x="68131" y="477488"/>
                    <a:pt x="67560" y="473393"/>
                  </a:cubicBezTo>
                  <a:cubicBezTo>
                    <a:pt x="65845" y="463201"/>
                    <a:pt x="66417" y="454533"/>
                    <a:pt x="67560" y="445580"/>
                  </a:cubicBezTo>
                  <a:cubicBezTo>
                    <a:pt x="70702" y="419767"/>
                    <a:pt x="77751" y="395478"/>
                    <a:pt x="80894" y="387572"/>
                  </a:cubicBezTo>
                  <a:cubicBezTo>
                    <a:pt x="90134" y="364427"/>
                    <a:pt x="120042" y="346424"/>
                    <a:pt x="154523" y="329565"/>
                  </a:cubicBezTo>
                  <a:cubicBezTo>
                    <a:pt x="189575" y="312134"/>
                    <a:pt x="229579" y="295656"/>
                    <a:pt x="257107" y="275368"/>
                  </a:cubicBezTo>
                  <a:cubicBezTo>
                    <a:pt x="268728" y="266700"/>
                    <a:pt x="280634" y="255365"/>
                    <a:pt x="291873" y="240602"/>
                  </a:cubicBezTo>
                  <a:cubicBezTo>
                    <a:pt x="306065" y="221742"/>
                    <a:pt x="319401" y="196501"/>
                    <a:pt x="329306" y="163163"/>
                  </a:cubicBezTo>
                  <a:cubicBezTo>
                    <a:pt x="337974" y="134493"/>
                    <a:pt x="344070" y="99346"/>
                    <a:pt x="346737" y="56769"/>
                  </a:cubicBezTo>
                  <a:lnTo>
                    <a:pt x="216340" y="27813"/>
                  </a:lnTo>
                  <a:lnTo>
                    <a:pt x="91658" y="0"/>
                  </a:lnTo>
                  <a:cubicBezTo>
                    <a:pt x="89086" y="5239"/>
                    <a:pt x="86704" y="10478"/>
                    <a:pt x="84990" y="15335"/>
                  </a:cubicBezTo>
                  <a:cubicBezTo>
                    <a:pt x="76322" y="34766"/>
                    <a:pt x="70226" y="52769"/>
                    <a:pt x="65845" y="69533"/>
                  </a:cubicBezTo>
                  <a:cubicBezTo>
                    <a:pt x="56034" y="105728"/>
                    <a:pt x="53653" y="136493"/>
                    <a:pt x="54224" y="160592"/>
                  </a:cubicBezTo>
                  <a:cubicBezTo>
                    <a:pt x="55367" y="197453"/>
                    <a:pt x="63178" y="231648"/>
                    <a:pt x="41175" y="262033"/>
                  </a:cubicBezTo>
                  <a:cubicBezTo>
                    <a:pt x="27554" y="280607"/>
                    <a:pt x="10124" y="287274"/>
                    <a:pt x="2313" y="312801"/>
                  </a:cubicBezTo>
                  <a:cubicBezTo>
                    <a:pt x="-544" y="322612"/>
                    <a:pt x="-544" y="329946"/>
                    <a:pt x="1170" y="35975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6" name="Google Shape;1616;p48"/>
            <p:cNvSpPr/>
            <p:nvPr/>
          </p:nvSpPr>
          <p:spPr>
            <a:xfrm>
              <a:off x="6880563" y="3953250"/>
              <a:ext cx="499196" cy="833109"/>
            </a:xfrm>
            <a:custGeom>
              <a:avLst/>
              <a:gdLst/>
              <a:ahLst/>
              <a:cxnLst/>
              <a:rect l="l" t="t" r="r" b="b"/>
              <a:pathLst>
                <a:path w="346664" h="578548" extrusionOk="0">
                  <a:moveTo>
                    <a:pt x="346474" y="56769"/>
                  </a:moveTo>
                  <a:cubicBezTo>
                    <a:pt x="338950" y="186785"/>
                    <a:pt x="296754" y="245840"/>
                    <a:pt x="257130" y="275368"/>
                  </a:cubicBezTo>
                  <a:cubicBezTo>
                    <a:pt x="202742" y="315849"/>
                    <a:pt x="99300" y="340900"/>
                    <a:pt x="80822" y="387667"/>
                  </a:cubicBezTo>
                  <a:cubicBezTo>
                    <a:pt x="77679" y="395573"/>
                    <a:pt x="70725" y="419862"/>
                    <a:pt x="67582" y="445675"/>
                  </a:cubicBezTo>
                  <a:cubicBezTo>
                    <a:pt x="66439" y="454723"/>
                    <a:pt x="65868" y="463201"/>
                    <a:pt x="67582" y="473488"/>
                  </a:cubicBezTo>
                  <a:cubicBezTo>
                    <a:pt x="68249" y="477393"/>
                    <a:pt x="70249" y="489871"/>
                    <a:pt x="76060" y="498824"/>
                  </a:cubicBezTo>
                  <a:cubicBezTo>
                    <a:pt x="90157" y="520827"/>
                    <a:pt x="119208" y="510730"/>
                    <a:pt x="142449" y="529019"/>
                  </a:cubicBezTo>
                  <a:cubicBezTo>
                    <a:pt x="151498" y="536162"/>
                    <a:pt x="162546" y="549783"/>
                    <a:pt x="166642" y="578548"/>
                  </a:cubicBezTo>
                  <a:lnTo>
                    <a:pt x="43008" y="578548"/>
                  </a:lnTo>
                  <a:cubicBezTo>
                    <a:pt x="34340" y="554736"/>
                    <a:pt x="14147" y="496062"/>
                    <a:pt x="6051" y="431197"/>
                  </a:cubicBezTo>
                  <a:cubicBezTo>
                    <a:pt x="4717" y="420814"/>
                    <a:pt x="3574" y="400526"/>
                    <a:pt x="1193" y="359950"/>
                  </a:cubicBezTo>
                  <a:cubicBezTo>
                    <a:pt x="-522" y="329851"/>
                    <a:pt x="-617" y="322612"/>
                    <a:pt x="2431" y="312801"/>
                  </a:cubicBezTo>
                  <a:cubicBezTo>
                    <a:pt x="10242" y="287274"/>
                    <a:pt x="27482" y="280607"/>
                    <a:pt x="41103" y="262033"/>
                  </a:cubicBezTo>
                  <a:cubicBezTo>
                    <a:pt x="63296" y="231743"/>
                    <a:pt x="55390" y="197263"/>
                    <a:pt x="54343" y="160592"/>
                  </a:cubicBezTo>
                  <a:cubicBezTo>
                    <a:pt x="53295" y="122396"/>
                    <a:pt x="59486" y="68199"/>
                    <a:pt x="91776" y="0"/>
                  </a:cubicBezTo>
                  <a:lnTo>
                    <a:pt x="346665" y="5676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7" name="Google Shape;1617;p48"/>
            <p:cNvSpPr/>
            <p:nvPr/>
          </p:nvSpPr>
          <p:spPr>
            <a:xfrm>
              <a:off x="6736460" y="3887607"/>
              <a:ext cx="940399" cy="569955"/>
            </a:xfrm>
            <a:custGeom>
              <a:avLst/>
              <a:gdLst/>
              <a:ahLst/>
              <a:cxnLst/>
              <a:rect l="l" t="t" r="r" b="b"/>
              <a:pathLst>
                <a:path w="653055" h="395802" extrusionOk="0">
                  <a:moveTo>
                    <a:pt x="32222" y="109608"/>
                  </a:moveTo>
                  <a:cubicBezTo>
                    <a:pt x="23840" y="129325"/>
                    <a:pt x="17744" y="147327"/>
                    <a:pt x="13363" y="164091"/>
                  </a:cubicBezTo>
                  <a:cubicBezTo>
                    <a:pt x="24126" y="161805"/>
                    <a:pt x="33365" y="160281"/>
                    <a:pt x="40318" y="166663"/>
                  </a:cubicBezTo>
                  <a:cubicBezTo>
                    <a:pt x="56511" y="181713"/>
                    <a:pt x="36222" y="218289"/>
                    <a:pt x="48415" y="226385"/>
                  </a:cubicBezTo>
                  <a:cubicBezTo>
                    <a:pt x="54225" y="230481"/>
                    <a:pt x="62035" y="223813"/>
                    <a:pt x="72513" y="214193"/>
                  </a:cubicBezTo>
                  <a:cubicBezTo>
                    <a:pt x="87276" y="200858"/>
                    <a:pt x="107565" y="181427"/>
                    <a:pt x="133664" y="177331"/>
                  </a:cubicBezTo>
                  <a:cubicBezTo>
                    <a:pt x="141188" y="176188"/>
                    <a:pt x="148141" y="176188"/>
                    <a:pt x="154809" y="177331"/>
                  </a:cubicBezTo>
                  <a:cubicBezTo>
                    <a:pt x="197671" y="184284"/>
                    <a:pt x="229294" y="231814"/>
                    <a:pt x="276824" y="257627"/>
                  </a:cubicBezTo>
                  <a:cubicBezTo>
                    <a:pt x="294826" y="267438"/>
                    <a:pt x="315115" y="274105"/>
                    <a:pt x="339117" y="274105"/>
                  </a:cubicBezTo>
                  <a:cubicBezTo>
                    <a:pt x="373026" y="274391"/>
                    <a:pt x="386647" y="260770"/>
                    <a:pt x="405792" y="263913"/>
                  </a:cubicBezTo>
                  <a:cubicBezTo>
                    <a:pt x="409317" y="264199"/>
                    <a:pt x="413031" y="265342"/>
                    <a:pt x="417413" y="267438"/>
                  </a:cubicBezTo>
                  <a:cubicBezTo>
                    <a:pt x="472467" y="292393"/>
                    <a:pt x="454846" y="383928"/>
                    <a:pt x="488470" y="394692"/>
                  </a:cubicBezTo>
                  <a:cubicBezTo>
                    <a:pt x="535142" y="409741"/>
                    <a:pt x="675731" y="269438"/>
                    <a:pt x="649918" y="123039"/>
                  </a:cubicBezTo>
                  <a:cubicBezTo>
                    <a:pt x="642680" y="82462"/>
                    <a:pt x="622391" y="38361"/>
                    <a:pt x="591340" y="3595"/>
                  </a:cubicBezTo>
                  <a:cubicBezTo>
                    <a:pt x="582672" y="5310"/>
                    <a:pt x="573337" y="7405"/>
                    <a:pt x="562955" y="9691"/>
                  </a:cubicBezTo>
                  <a:cubicBezTo>
                    <a:pt x="524950" y="17787"/>
                    <a:pt x="530189" y="21312"/>
                    <a:pt x="502947" y="25884"/>
                  </a:cubicBezTo>
                  <a:cubicBezTo>
                    <a:pt x="485231" y="29027"/>
                    <a:pt x="460942" y="31694"/>
                    <a:pt x="401506" y="25884"/>
                  </a:cubicBezTo>
                  <a:cubicBezTo>
                    <a:pt x="299207" y="16073"/>
                    <a:pt x="303208" y="2357"/>
                    <a:pt x="265870" y="9691"/>
                  </a:cubicBezTo>
                  <a:cubicBezTo>
                    <a:pt x="231676" y="16359"/>
                    <a:pt x="216054" y="30551"/>
                    <a:pt x="177192" y="27693"/>
                  </a:cubicBezTo>
                  <a:cubicBezTo>
                    <a:pt x="161857" y="26836"/>
                    <a:pt x="148236" y="23598"/>
                    <a:pt x="128234" y="18740"/>
                  </a:cubicBezTo>
                  <a:cubicBezTo>
                    <a:pt x="74894" y="6262"/>
                    <a:pt x="70798" y="-2691"/>
                    <a:pt x="55748" y="738"/>
                  </a:cubicBezTo>
                  <a:cubicBezTo>
                    <a:pt x="13743" y="9691"/>
                    <a:pt x="-11212" y="86844"/>
                    <a:pt x="4981" y="102179"/>
                  </a:cubicBezTo>
                  <a:cubicBezTo>
                    <a:pt x="11076" y="107989"/>
                    <a:pt x="20316" y="101607"/>
                    <a:pt x="32222" y="10941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8" name="Google Shape;1618;p48"/>
            <p:cNvSpPr/>
            <p:nvPr/>
          </p:nvSpPr>
          <p:spPr>
            <a:xfrm>
              <a:off x="7832132" y="3747800"/>
              <a:ext cx="170513" cy="196816"/>
            </a:xfrm>
            <a:custGeom>
              <a:avLst/>
              <a:gdLst/>
              <a:ahLst/>
              <a:cxnLst/>
              <a:rect l="l" t="t" r="r" b="b"/>
              <a:pathLst>
                <a:path w="118412" h="136678" extrusionOk="0">
                  <a:moveTo>
                    <a:pt x="15" y="67459"/>
                  </a:moveTo>
                  <a:cubicBezTo>
                    <a:pt x="682" y="93653"/>
                    <a:pt x="24780" y="110036"/>
                    <a:pt x="36210" y="117751"/>
                  </a:cubicBezTo>
                  <a:cubicBezTo>
                    <a:pt x="62309" y="135468"/>
                    <a:pt x="102504" y="143564"/>
                    <a:pt x="113172" y="129562"/>
                  </a:cubicBezTo>
                  <a:cubicBezTo>
                    <a:pt x="114029" y="128514"/>
                    <a:pt x="114410" y="127467"/>
                    <a:pt x="114791" y="126609"/>
                  </a:cubicBezTo>
                  <a:cubicBezTo>
                    <a:pt x="127079" y="96225"/>
                    <a:pt x="105743" y="-1692"/>
                    <a:pt x="86026" y="22"/>
                  </a:cubicBezTo>
                  <a:cubicBezTo>
                    <a:pt x="80215" y="499"/>
                    <a:pt x="73167" y="9642"/>
                    <a:pt x="60404" y="8404"/>
                  </a:cubicBezTo>
                  <a:cubicBezTo>
                    <a:pt x="59356" y="8309"/>
                    <a:pt x="58784" y="8214"/>
                    <a:pt x="58403" y="8118"/>
                  </a:cubicBezTo>
                  <a:cubicBezTo>
                    <a:pt x="44496" y="6023"/>
                    <a:pt x="-938" y="30883"/>
                    <a:pt x="15" y="6745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9" name="Google Shape;1619;p48"/>
            <p:cNvSpPr/>
            <p:nvPr/>
          </p:nvSpPr>
          <p:spPr>
            <a:xfrm>
              <a:off x="7811680" y="3733537"/>
              <a:ext cx="367176" cy="299644"/>
            </a:xfrm>
            <a:custGeom>
              <a:avLst/>
              <a:gdLst/>
              <a:ahLst/>
              <a:cxnLst/>
              <a:rect l="l" t="t" r="r" b="b"/>
              <a:pathLst>
                <a:path w="254983" h="208086" extrusionOk="0">
                  <a:moveTo>
                    <a:pt x="0" y="93540"/>
                  </a:moveTo>
                  <a:cubicBezTo>
                    <a:pt x="20860" y="168882"/>
                    <a:pt x="221171" y="234700"/>
                    <a:pt x="251936" y="197267"/>
                  </a:cubicBezTo>
                  <a:cubicBezTo>
                    <a:pt x="260318" y="187170"/>
                    <a:pt x="249364" y="177264"/>
                    <a:pt x="243554" y="85920"/>
                  </a:cubicBezTo>
                  <a:cubicBezTo>
                    <a:pt x="242411" y="70013"/>
                    <a:pt x="241840" y="56106"/>
                    <a:pt x="235172" y="37818"/>
                  </a:cubicBezTo>
                  <a:cubicBezTo>
                    <a:pt x="234315" y="35247"/>
                    <a:pt x="233172" y="32579"/>
                    <a:pt x="232029" y="30294"/>
                  </a:cubicBezTo>
                  <a:cubicBezTo>
                    <a:pt x="226790" y="27722"/>
                    <a:pt x="219837" y="23912"/>
                    <a:pt x="210884" y="18673"/>
                  </a:cubicBezTo>
                  <a:cubicBezTo>
                    <a:pt x="189452" y="6481"/>
                    <a:pt x="184214" y="2481"/>
                    <a:pt x="172879" y="671"/>
                  </a:cubicBezTo>
                  <a:cubicBezTo>
                    <a:pt x="161830" y="-1044"/>
                    <a:pt x="154019" y="671"/>
                    <a:pt x="138399" y="4195"/>
                  </a:cubicBezTo>
                  <a:cubicBezTo>
                    <a:pt x="122777" y="8005"/>
                    <a:pt x="102489" y="12577"/>
                    <a:pt x="80391" y="26198"/>
                  </a:cubicBezTo>
                  <a:cubicBezTo>
                    <a:pt x="66199" y="34580"/>
                    <a:pt x="56292" y="43914"/>
                    <a:pt x="36957" y="62107"/>
                  </a:cubicBezTo>
                  <a:cubicBezTo>
                    <a:pt x="18955" y="79252"/>
                    <a:pt x="14668" y="85920"/>
                    <a:pt x="762" y="93158"/>
                  </a:cubicBezTo>
                  <a:cubicBezTo>
                    <a:pt x="476" y="93158"/>
                    <a:pt x="476" y="93444"/>
                    <a:pt x="191" y="9344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0" name="Google Shape;1620;p48"/>
            <p:cNvSpPr/>
            <p:nvPr/>
          </p:nvSpPr>
          <p:spPr>
            <a:xfrm>
              <a:off x="7698726" y="4342969"/>
              <a:ext cx="29858" cy="170584"/>
            </a:xfrm>
            <a:custGeom>
              <a:avLst/>
              <a:gdLst/>
              <a:ahLst/>
              <a:cxnLst/>
              <a:rect l="l" t="t" r="r" b="b"/>
              <a:pathLst>
                <a:path w="20735" h="118461" extrusionOk="0">
                  <a:moveTo>
                    <a:pt x="2197" y="118461"/>
                  </a:moveTo>
                  <a:cubicBezTo>
                    <a:pt x="863" y="118461"/>
                    <a:pt x="-89" y="117414"/>
                    <a:pt x="7" y="116175"/>
                  </a:cubicBezTo>
                  <a:cubicBezTo>
                    <a:pt x="292" y="105317"/>
                    <a:pt x="863" y="94554"/>
                    <a:pt x="1721" y="84171"/>
                  </a:cubicBezTo>
                  <a:cubicBezTo>
                    <a:pt x="4198" y="56454"/>
                    <a:pt x="9055" y="28736"/>
                    <a:pt x="16294" y="1685"/>
                  </a:cubicBezTo>
                  <a:cubicBezTo>
                    <a:pt x="16580" y="447"/>
                    <a:pt x="17818" y="-220"/>
                    <a:pt x="19057" y="66"/>
                  </a:cubicBezTo>
                  <a:cubicBezTo>
                    <a:pt x="20200" y="351"/>
                    <a:pt x="20961" y="1590"/>
                    <a:pt x="20676" y="2828"/>
                  </a:cubicBezTo>
                  <a:cubicBezTo>
                    <a:pt x="13532" y="29688"/>
                    <a:pt x="8674" y="57120"/>
                    <a:pt x="6293" y="84552"/>
                  </a:cubicBezTo>
                  <a:cubicBezTo>
                    <a:pt x="5341" y="94840"/>
                    <a:pt x="4769" y="105603"/>
                    <a:pt x="4578" y="116271"/>
                  </a:cubicBezTo>
                  <a:cubicBezTo>
                    <a:pt x="4578" y="117509"/>
                    <a:pt x="3531" y="118461"/>
                    <a:pt x="2388" y="11846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1" name="Google Shape;1621;p48"/>
            <p:cNvSpPr/>
            <p:nvPr/>
          </p:nvSpPr>
          <p:spPr>
            <a:xfrm>
              <a:off x="7423155" y="4538365"/>
              <a:ext cx="102001" cy="53715"/>
            </a:xfrm>
            <a:custGeom>
              <a:avLst/>
              <a:gdLst/>
              <a:ahLst/>
              <a:cxnLst/>
              <a:rect l="l" t="t" r="r" b="b"/>
              <a:pathLst>
                <a:path w="70834" h="37302" extrusionOk="0">
                  <a:moveTo>
                    <a:pt x="68545" y="37303"/>
                  </a:moveTo>
                  <a:cubicBezTo>
                    <a:pt x="67592" y="37303"/>
                    <a:pt x="66640" y="36636"/>
                    <a:pt x="66449" y="35683"/>
                  </a:cubicBezTo>
                  <a:lnTo>
                    <a:pt x="57877" y="5870"/>
                  </a:lnTo>
                  <a:cubicBezTo>
                    <a:pt x="45399" y="7966"/>
                    <a:pt x="32826" y="8442"/>
                    <a:pt x="20348" y="7299"/>
                  </a:cubicBezTo>
                  <a:cubicBezTo>
                    <a:pt x="14157" y="6727"/>
                    <a:pt x="7870" y="5775"/>
                    <a:pt x="1774" y="4442"/>
                  </a:cubicBezTo>
                  <a:cubicBezTo>
                    <a:pt x="537" y="4156"/>
                    <a:pt x="-226" y="3013"/>
                    <a:pt x="60" y="1775"/>
                  </a:cubicBezTo>
                  <a:cubicBezTo>
                    <a:pt x="346" y="536"/>
                    <a:pt x="1489" y="-226"/>
                    <a:pt x="2727" y="60"/>
                  </a:cubicBezTo>
                  <a:cubicBezTo>
                    <a:pt x="8633" y="1393"/>
                    <a:pt x="14729" y="2251"/>
                    <a:pt x="20730" y="2822"/>
                  </a:cubicBezTo>
                  <a:cubicBezTo>
                    <a:pt x="33493" y="3965"/>
                    <a:pt x="46352" y="3394"/>
                    <a:pt x="59115" y="1108"/>
                  </a:cubicBezTo>
                  <a:cubicBezTo>
                    <a:pt x="60258" y="917"/>
                    <a:pt x="61306" y="1584"/>
                    <a:pt x="61687" y="2727"/>
                  </a:cubicBezTo>
                  <a:lnTo>
                    <a:pt x="70736" y="34445"/>
                  </a:lnTo>
                  <a:cubicBezTo>
                    <a:pt x="71117" y="35588"/>
                    <a:pt x="70354" y="36827"/>
                    <a:pt x="69211" y="37207"/>
                  </a:cubicBezTo>
                  <a:cubicBezTo>
                    <a:pt x="69021" y="37207"/>
                    <a:pt x="68831" y="37207"/>
                    <a:pt x="68640" y="3720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2" name="Google Shape;1622;p48"/>
            <p:cNvSpPr/>
            <p:nvPr/>
          </p:nvSpPr>
          <p:spPr>
            <a:xfrm>
              <a:off x="6884198" y="4153438"/>
              <a:ext cx="329888" cy="343045"/>
            </a:xfrm>
            <a:custGeom>
              <a:avLst/>
              <a:gdLst/>
              <a:ahLst/>
              <a:cxnLst/>
              <a:rect l="l" t="t" r="r" b="b"/>
              <a:pathLst>
                <a:path w="229089" h="238226" extrusionOk="0">
                  <a:moveTo>
                    <a:pt x="2198" y="238227"/>
                  </a:moveTo>
                  <a:cubicBezTo>
                    <a:pt x="1055" y="238227"/>
                    <a:pt x="103" y="237370"/>
                    <a:pt x="7" y="236226"/>
                  </a:cubicBezTo>
                  <a:cubicBezTo>
                    <a:pt x="-88" y="234988"/>
                    <a:pt x="769" y="233941"/>
                    <a:pt x="2008" y="233750"/>
                  </a:cubicBezTo>
                  <a:cubicBezTo>
                    <a:pt x="34774" y="230130"/>
                    <a:pt x="97734" y="216034"/>
                    <a:pt x="151645" y="162217"/>
                  </a:cubicBezTo>
                  <a:cubicBezTo>
                    <a:pt x="211558" y="102496"/>
                    <a:pt x="222606" y="30391"/>
                    <a:pt x="224607" y="2102"/>
                  </a:cubicBezTo>
                  <a:cubicBezTo>
                    <a:pt x="224702" y="864"/>
                    <a:pt x="225941" y="-89"/>
                    <a:pt x="226988" y="7"/>
                  </a:cubicBezTo>
                  <a:cubicBezTo>
                    <a:pt x="228226" y="7"/>
                    <a:pt x="229179" y="1150"/>
                    <a:pt x="229083" y="2388"/>
                  </a:cubicBezTo>
                  <a:cubicBezTo>
                    <a:pt x="226988" y="31153"/>
                    <a:pt x="215749" y="104591"/>
                    <a:pt x="154788" y="165360"/>
                  </a:cubicBezTo>
                  <a:cubicBezTo>
                    <a:pt x="99829" y="220129"/>
                    <a:pt x="35821" y="234512"/>
                    <a:pt x="2484" y="238132"/>
                  </a:cubicBezTo>
                  <a:cubicBezTo>
                    <a:pt x="2484" y="238132"/>
                    <a:pt x="2293" y="238132"/>
                    <a:pt x="2198" y="23813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3" name="Google Shape;1623;p48"/>
            <p:cNvSpPr/>
            <p:nvPr/>
          </p:nvSpPr>
          <p:spPr>
            <a:xfrm>
              <a:off x="7105848" y="4382645"/>
              <a:ext cx="41541" cy="33595"/>
            </a:xfrm>
            <a:custGeom>
              <a:avLst/>
              <a:gdLst/>
              <a:ahLst/>
              <a:cxnLst/>
              <a:rect l="l" t="t" r="r" b="b"/>
              <a:pathLst>
                <a:path w="28848" h="23330" extrusionOk="0">
                  <a:moveTo>
                    <a:pt x="26569" y="23330"/>
                  </a:moveTo>
                  <a:cubicBezTo>
                    <a:pt x="26092" y="23330"/>
                    <a:pt x="25616" y="23140"/>
                    <a:pt x="25236" y="22854"/>
                  </a:cubicBezTo>
                  <a:lnTo>
                    <a:pt x="852" y="3994"/>
                  </a:lnTo>
                  <a:cubicBezTo>
                    <a:pt x="-101" y="3232"/>
                    <a:pt x="-292" y="1804"/>
                    <a:pt x="470" y="851"/>
                  </a:cubicBezTo>
                  <a:cubicBezTo>
                    <a:pt x="1232" y="-101"/>
                    <a:pt x="2661" y="-292"/>
                    <a:pt x="3614" y="470"/>
                  </a:cubicBezTo>
                  <a:lnTo>
                    <a:pt x="27998" y="19330"/>
                  </a:lnTo>
                  <a:cubicBezTo>
                    <a:pt x="28950" y="20092"/>
                    <a:pt x="29141" y="21520"/>
                    <a:pt x="28378" y="22473"/>
                  </a:cubicBezTo>
                  <a:cubicBezTo>
                    <a:pt x="27902" y="23044"/>
                    <a:pt x="27235" y="23330"/>
                    <a:pt x="26664" y="2333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4" name="Google Shape;1624;p48"/>
            <p:cNvSpPr/>
            <p:nvPr/>
          </p:nvSpPr>
          <p:spPr>
            <a:xfrm>
              <a:off x="6779789" y="4020861"/>
              <a:ext cx="53064" cy="28109"/>
            </a:xfrm>
            <a:custGeom>
              <a:avLst/>
              <a:gdLst/>
              <a:ahLst/>
              <a:cxnLst/>
              <a:rect l="l" t="t" r="r" b="b"/>
              <a:pathLst>
                <a:path w="36850" h="19520" extrusionOk="0">
                  <a:moveTo>
                    <a:pt x="2185" y="19521"/>
                  </a:moveTo>
                  <a:cubicBezTo>
                    <a:pt x="1328" y="19521"/>
                    <a:pt x="566" y="19045"/>
                    <a:pt x="185" y="18187"/>
                  </a:cubicBezTo>
                  <a:cubicBezTo>
                    <a:pt x="-291" y="17044"/>
                    <a:pt x="185" y="15711"/>
                    <a:pt x="1233" y="15235"/>
                  </a:cubicBezTo>
                  <a:lnTo>
                    <a:pt x="33713" y="185"/>
                  </a:lnTo>
                  <a:cubicBezTo>
                    <a:pt x="34856" y="-291"/>
                    <a:pt x="36094" y="185"/>
                    <a:pt x="36666" y="1233"/>
                  </a:cubicBezTo>
                  <a:cubicBezTo>
                    <a:pt x="37142" y="2376"/>
                    <a:pt x="36666" y="3709"/>
                    <a:pt x="35618" y="4186"/>
                  </a:cubicBezTo>
                  <a:lnTo>
                    <a:pt x="3138" y="19235"/>
                  </a:lnTo>
                  <a:cubicBezTo>
                    <a:pt x="3138" y="19235"/>
                    <a:pt x="2471" y="19426"/>
                    <a:pt x="2185" y="1942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5" name="Google Shape;1625;p48"/>
            <p:cNvSpPr/>
            <p:nvPr/>
          </p:nvSpPr>
          <p:spPr>
            <a:xfrm>
              <a:off x="7704675" y="4735107"/>
              <a:ext cx="23800" cy="17660"/>
            </a:xfrm>
            <a:custGeom>
              <a:avLst/>
              <a:gdLst/>
              <a:ahLst/>
              <a:cxnLst/>
              <a:rect l="l" t="t" r="r" b="b"/>
              <a:pathLst>
                <a:path w="16528" h="12264" extrusionOk="0">
                  <a:moveTo>
                    <a:pt x="14361" y="12265"/>
                  </a:moveTo>
                  <a:cubicBezTo>
                    <a:pt x="14361" y="12265"/>
                    <a:pt x="13503" y="12170"/>
                    <a:pt x="13122" y="11884"/>
                  </a:cubicBezTo>
                  <a:lnTo>
                    <a:pt x="1025" y="4073"/>
                  </a:lnTo>
                  <a:cubicBezTo>
                    <a:pt x="-22" y="3407"/>
                    <a:pt x="-308" y="1978"/>
                    <a:pt x="359" y="1026"/>
                  </a:cubicBezTo>
                  <a:cubicBezTo>
                    <a:pt x="1025" y="-22"/>
                    <a:pt x="2359" y="-308"/>
                    <a:pt x="3407" y="359"/>
                  </a:cubicBezTo>
                  <a:lnTo>
                    <a:pt x="15504" y="8169"/>
                  </a:lnTo>
                  <a:cubicBezTo>
                    <a:pt x="16551" y="8836"/>
                    <a:pt x="16837" y="10265"/>
                    <a:pt x="16170" y="11217"/>
                  </a:cubicBezTo>
                  <a:cubicBezTo>
                    <a:pt x="15789" y="11884"/>
                    <a:pt x="15027" y="12265"/>
                    <a:pt x="14265" y="1226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6" name="Google Shape;1626;p48"/>
            <p:cNvSpPr/>
            <p:nvPr/>
          </p:nvSpPr>
          <p:spPr>
            <a:xfrm>
              <a:off x="7372865" y="4640911"/>
              <a:ext cx="10734" cy="27337"/>
            </a:xfrm>
            <a:custGeom>
              <a:avLst/>
              <a:gdLst/>
              <a:ahLst/>
              <a:cxnLst/>
              <a:rect l="l" t="t" r="r" b="b"/>
              <a:pathLst>
                <a:path w="7454" h="18984" extrusionOk="0">
                  <a:moveTo>
                    <a:pt x="5203" y="18984"/>
                  </a:moveTo>
                  <a:cubicBezTo>
                    <a:pt x="4156" y="18984"/>
                    <a:pt x="3203" y="18222"/>
                    <a:pt x="3013" y="17174"/>
                  </a:cubicBezTo>
                  <a:lnTo>
                    <a:pt x="60" y="2696"/>
                  </a:lnTo>
                  <a:cubicBezTo>
                    <a:pt x="-226" y="1458"/>
                    <a:pt x="536" y="315"/>
                    <a:pt x="1775" y="29"/>
                  </a:cubicBezTo>
                  <a:cubicBezTo>
                    <a:pt x="3108" y="-161"/>
                    <a:pt x="4156" y="601"/>
                    <a:pt x="4442" y="1744"/>
                  </a:cubicBezTo>
                  <a:lnTo>
                    <a:pt x="7395" y="16222"/>
                  </a:lnTo>
                  <a:cubicBezTo>
                    <a:pt x="7680" y="17460"/>
                    <a:pt x="6918" y="18603"/>
                    <a:pt x="5680" y="18889"/>
                  </a:cubicBezTo>
                  <a:cubicBezTo>
                    <a:pt x="5489" y="18889"/>
                    <a:pt x="5394" y="18889"/>
                    <a:pt x="5203" y="1888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7" name="Google Shape;1627;p48"/>
            <p:cNvSpPr/>
            <p:nvPr/>
          </p:nvSpPr>
          <p:spPr>
            <a:xfrm>
              <a:off x="6746905" y="4749876"/>
              <a:ext cx="35326" cy="11147"/>
            </a:xfrm>
            <a:custGeom>
              <a:avLst/>
              <a:gdLst/>
              <a:ahLst/>
              <a:cxnLst/>
              <a:rect l="l" t="t" r="r" b="b"/>
              <a:pathLst>
                <a:path w="24532" h="7741" extrusionOk="0">
                  <a:moveTo>
                    <a:pt x="2217" y="7742"/>
                  </a:moveTo>
                  <a:cubicBezTo>
                    <a:pt x="1170" y="7742"/>
                    <a:pt x="217" y="6980"/>
                    <a:pt x="27" y="5837"/>
                  </a:cubicBezTo>
                  <a:cubicBezTo>
                    <a:pt x="-164" y="4598"/>
                    <a:pt x="693" y="3455"/>
                    <a:pt x="1836" y="3265"/>
                  </a:cubicBezTo>
                  <a:lnTo>
                    <a:pt x="21934" y="27"/>
                  </a:lnTo>
                  <a:cubicBezTo>
                    <a:pt x="23172" y="-164"/>
                    <a:pt x="24315" y="693"/>
                    <a:pt x="24506" y="1836"/>
                  </a:cubicBezTo>
                  <a:cubicBezTo>
                    <a:pt x="24696" y="3074"/>
                    <a:pt x="23839" y="4218"/>
                    <a:pt x="22696" y="4408"/>
                  </a:cubicBezTo>
                  <a:lnTo>
                    <a:pt x="2599" y="7647"/>
                  </a:lnTo>
                  <a:cubicBezTo>
                    <a:pt x="2599" y="7647"/>
                    <a:pt x="2313" y="7647"/>
                    <a:pt x="2217" y="764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8" name="Google Shape;1628;p48"/>
            <p:cNvSpPr/>
            <p:nvPr/>
          </p:nvSpPr>
          <p:spPr>
            <a:xfrm>
              <a:off x="6985937" y="4691202"/>
              <a:ext cx="41183" cy="13621"/>
            </a:xfrm>
            <a:custGeom>
              <a:avLst/>
              <a:gdLst/>
              <a:ahLst/>
              <a:cxnLst/>
              <a:rect l="l" t="t" r="r" b="b"/>
              <a:pathLst>
                <a:path w="28599" h="9459" extrusionOk="0">
                  <a:moveTo>
                    <a:pt x="2251" y="9459"/>
                  </a:moveTo>
                  <a:cubicBezTo>
                    <a:pt x="1203" y="9459"/>
                    <a:pt x="251" y="8697"/>
                    <a:pt x="60" y="7649"/>
                  </a:cubicBezTo>
                  <a:cubicBezTo>
                    <a:pt x="-226" y="6411"/>
                    <a:pt x="537" y="5268"/>
                    <a:pt x="1775" y="4982"/>
                  </a:cubicBezTo>
                  <a:lnTo>
                    <a:pt x="25873" y="29"/>
                  </a:lnTo>
                  <a:cubicBezTo>
                    <a:pt x="27206" y="-161"/>
                    <a:pt x="28254" y="601"/>
                    <a:pt x="28540" y="1744"/>
                  </a:cubicBezTo>
                  <a:cubicBezTo>
                    <a:pt x="28826" y="2982"/>
                    <a:pt x="28063" y="4125"/>
                    <a:pt x="26826" y="4411"/>
                  </a:cubicBezTo>
                  <a:lnTo>
                    <a:pt x="2727" y="9364"/>
                  </a:lnTo>
                  <a:cubicBezTo>
                    <a:pt x="2727" y="9364"/>
                    <a:pt x="2441" y="9364"/>
                    <a:pt x="2251" y="936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9" name="Google Shape;1629;p48"/>
            <p:cNvSpPr/>
            <p:nvPr/>
          </p:nvSpPr>
          <p:spPr>
            <a:xfrm>
              <a:off x="8222790" y="3904786"/>
              <a:ext cx="65307" cy="78752"/>
            </a:xfrm>
            <a:custGeom>
              <a:avLst/>
              <a:gdLst/>
              <a:ahLst/>
              <a:cxnLst/>
              <a:rect l="l" t="t" r="r" b="b"/>
              <a:pathLst>
                <a:path w="45352" h="54689" extrusionOk="0">
                  <a:moveTo>
                    <a:pt x="0" y="16546"/>
                  </a:moveTo>
                  <a:cubicBezTo>
                    <a:pt x="0" y="21785"/>
                    <a:pt x="7811" y="23023"/>
                    <a:pt x="20384" y="32358"/>
                  </a:cubicBezTo>
                  <a:cubicBezTo>
                    <a:pt x="36957" y="44740"/>
                    <a:pt x="41244" y="56075"/>
                    <a:pt x="44483" y="54551"/>
                  </a:cubicBezTo>
                  <a:cubicBezTo>
                    <a:pt x="47054" y="53313"/>
                    <a:pt x="43625" y="46550"/>
                    <a:pt x="38100" y="16546"/>
                  </a:cubicBezTo>
                  <a:cubicBezTo>
                    <a:pt x="36767" y="9498"/>
                    <a:pt x="35719" y="2925"/>
                    <a:pt x="30861" y="735"/>
                  </a:cubicBezTo>
                  <a:cubicBezTo>
                    <a:pt x="27432" y="-884"/>
                    <a:pt x="23718" y="449"/>
                    <a:pt x="19050" y="2068"/>
                  </a:cubicBezTo>
                  <a:cubicBezTo>
                    <a:pt x="15812" y="3307"/>
                    <a:pt x="-95" y="9021"/>
                    <a:pt x="0" y="1654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0" name="Google Shape;1630;p48"/>
            <p:cNvSpPr/>
            <p:nvPr/>
          </p:nvSpPr>
          <p:spPr>
            <a:xfrm>
              <a:off x="8084592" y="3869115"/>
              <a:ext cx="62892" cy="53401"/>
            </a:xfrm>
            <a:custGeom>
              <a:avLst/>
              <a:gdLst/>
              <a:ahLst/>
              <a:cxnLst/>
              <a:rect l="l" t="t" r="r" b="b"/>
              <a:pathLst>
                <a:path w="43675" h="37084" extrusionOk="0">
                  <a:moveTo>
                    <a:pt x="2171" y="37084"/>
                  </a:moveTo>
                  <a:cubicBezTo>
                    <a:pt x="1408" y="37084"/>
                    <a:pt x="646" y="36703"/>
                    <a:pt x="266" y="35941"/>
                  </a:cubicBezTo>
                  <a:cubicBezTo>
                    <a:pt x="-306" y="34893"/>
                    <a:pt x="75" y="33464"/>
                    <a:pt x="1122" y="32893"/>
                  </a:cubicBezTo>
                  <a:cubicBezTo>
                    <a:pt x="6266" y="30035"/>
                    <a:pt x="11219" y="26892"/>
                    <a:pt x="15981" y="23368"/>
                  </a:cubicBezTo>
                  <a:cubicBezTo>
                    <a:pt x="24745" y="16891"/>
                    <a:pt x="32745" y="9271"/>
                    <a:pt x="39699" y="794"/>
                  </a:cubicBezTo>
                  <a:cubicBezTo>
                    <a:pt x="40461" y="-159"/>
                    <a:pt x="41890" y="-254"/>
                    <a:pt x="42842" y="508"/>
                  </a:cubicBezTo>
                  <a:cubicBezTo>
                    <a:pt x="43795" y="1270"/>
                    <a:pt x="43985" y="2699"/>
                    <a:pt x="43128" y="3651"/>
                  </a:cubicBezTo>
                  <a:cubicBezTo>
                    <a:pt x="35889" y="12414"/>
                    <a:pt x="27602" y="20225"/>
                    <a:pt x="18553" y="26988"/>
                  </a:cubicBezTo>
                  <a:cubicBezTo>
                    <a:pt x="13695" y="30607"/>
                    <a:pt x="8552" y="33845"/>
                    <a:pt x="3218" y="36798"/>
                  </a:cubicBezTo>
                  <a:cubicBezTo>
                    <a:pt x="2837" y="36989"/>
                    <a:pt x="2456" y="37084"/>
                    <a:pt x="2171" y="3708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1" name="Google Shape;1631;p48"/>
            <p:cNvSpPr/>
            <p:nvPr/>
          </p:nvSpPr>
          <p:spPr>
            <a:xfrm>
              <a:off x="8116028" y="3879465"/>
              <a:ext cx="21944" cy="58154"/>
            </a:xfrm>
            <a:custGeom>
              <a:avLst/>
              <a:gdLst/>
              <a:ahLst/>
              <a:cxnLst/>
              <a:rect l="l" t="t" r="r" b="b"/>
              <a:pathLst>
                <a:path w="15239" h="40385" extrusionOk="0">
                  <a:moveTo>
                    <a:pt x="0" y="20193"/>
                  </a:moveTo>
                  <a:cubicBezTo>
                    <a:pt x="0" y="31337"/>
                    <a:pt x="3429" y="40386"/>
                    <a:pt x="7620" y="40386"/>
                  </a:cubicBezTo>
                  <a:cubicBezTo>
                    <a:pt x="11811" y="40386"/>
                    <a:pt x="15240" y="31337"/>
                    <a:pt x="15240" y="20193"/>
                  </a:cubicBezTo>
                  <a:cubicBezTo>
                    <a:pt x="15240" y="9049"/>
                    <a:pt x="11811" y="0"/>
                    <a:pt x="7620" y="0"/>
                  </a:cubicBezTo>
                  <a:cubicBezTo>
                    <a:pt x="3429" y="0"/>
                    <a:pt x="0" y="9049"/>
                    <a:pt x="0" y="2019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2" name="Google Shape;1632;p48"/>
            <p:cNvSpPr/>
            <p:nvPr/>
          </p:nvSpPr>
          <p:spPr>
            <a:xfrm>
              <a:off x="7832866" y="3768856"/>
              <a:ext cx="168964" cy="178582"/>
            </a:xfrm>
            <a:custGeom>
              <a:avLst/>
              <a:gdLst/>
              <a:ahLst/>
              <a:cxnLst/>
              <a:rect l="l" t="t" r="r" b="b"/>
              <a:pathLst>
                <a:path w="117336" h="124015" extrusionOk="0">
                  <a:moveTo>
                    <a:pt x="78849" y="123920"/>
                  </a:moveTo>
                  <a:cubicBezTo>
                    <a:pt x="74849" y="123920"/>
                    <a:pt x="71610" y="123730"/>
                    <a:pt x="69515" y="123539"/>
                  </a:cubicBezTo>
                  <a:cubicBezTo>
                    <a:pt x="32653" y="120110"/>
                    <a:pt x="8841" y="90297"/>
                    <a:pt x="364" y="77724"/>
                  </a:cubicBezTo>
                  <a:cubicBezTo>
                    <a:pt x="-303" y="76676"/>
                    <a:pt x="-18" y="75343"/>
                    <a:pt x="935" y="74676"/>
                  </a:cubicBezTo>
                  <a:cubicBezTo>
                    <a:pt x="1983" y="74009"/>
                    <a:pt x="3316" y="74295"/>
                    <a:pt x="4078" y="75247"/>
                  </a:cubicBezTo>
                  <a:cubicBezTo>
                    <a:pt x="12270" y="87344"/>
                    <a:pt x="34939" y="115824"/>
                    <a:pt x="69896" y="119158"/>
                  </a:cubicBezTo>
                  <a:cubicBezTo>
                    <a:pt x="77706" y="119920"/>
                    <a:pt x="103805" y="121253"/>
                    <a:pt x="111235" y="108013"/>
                  </a:cubicBezTo>
                  <a:cubicBezTo>
                    <a:pt x="114854" y="101537"/>
                    <a:pt x="112092" y="94297"/>
                    <a:pt x="107615" y="82391"/>
                  </a:cubicBezTo>
                  <a:cubicBezTo>
                    <a:pt x="104948" y="75343"/>
                    <a:pt x="101614" y="66675"/>
                    <a:pt x="98852" y="55817"/>
                  </a:cubicBezTo>
                  <a:cubicBezTo>
                    <a:pt x="94375" y="38576"/>
                    <a:pt x="92375" y="20479"/>
                    <a:pt x="92851" y="2191"/>
                  </a:cubicBezTo>
                  <a:cubicBezTo>
                    <a:pt x="92851" y="952"/>
                    <a:pt x="93899" y="0"/>
                    <a:pt x="95042" y="0"/>
                  </a:cubicBezTo>
                  <a:cubicBezTo>
                    <a:pt x="96375" y="0"/>
                    <a:pt x="97328" y="1048"/>
                    <a:pt x="97233" y="2286"/>
                  </a:cubicBezTo>
                  <a:cubicBezTo>
                    <a:pt x="96756" y="20193"/>
                    <a:pt x="98662" y="37814"/>
                    <a:pt x="103043" y="54674"/>
                  </a:cubicBezTo>
                  <a:cubicBezTo>
                    <a:pt x="105805" y="65342"/>
                    <a:pt x="109044" y="73914"/>
                    <a:pt x="111711" y="80772"/>
                  </a:cubicBezTo>
                  <a:cubicBezTo>
                    <a:pt x="116569" y="93535"/>
                    <a:pt x="119711" y="101917"/>
                    <a:pt x="115044" y="110204"/>
                  </a:cubicBezTo>
                  <a:cubicBezTo>
                    <a:pt x="108472" y="121825"/>
                    <a:pt x="90756" y="124016"/>
                    <a:pt x="78754" y="12401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3" name="Google Shape;1633;p48"/>
            <p:cNvSpPr/>
            <p:nvPr/>
          </p:nvSpPr>
          <p:spPr>
            <a:xfrm>
              <a:off x="8130053" y="3978120"/>
              <a:ext cx="146078" cy="116997"/>
            </a:xfrm>
            <a:custGeom>
              <a:avLst/>
              <a:gdLst/>
              <a:ahLst/>
              <a:cxnLst/>
              <a:rect l="l" t="t" r="r" b="b"/>
              <a:pathLst>
                <a:path w="101443" h="81248" extrusionOk="0">
                  <a:moveTo>
                    <a:pt x="40666" y="81248"/>
                  </a:moveTo>
                  <a:cubicBezTo>
                    <a:pt x="39904" y="81248"/>
                    <a:pt x="39142" y="81248"/>
                    <a:pt x="38380" y="81248"/>
                  </a:cubicBezTo>
                  <a:cubicBezTo>
                    <a:pt x="18854" y="80105"/>
                    <a:pt x="5423" y="65437"/>
                    <a:pt x="470" y="59055"/>
                  </a:cubicBezTo>
                  <a:cubicBezTo>
                    <a:pt x="-292" y="58103"/>
                    <a:pt x="-102" y="56674"/>
                    <a:pt x="851" y="55912"/>
                  </a:cubicBezTo>
                  <a:cubicBezTo>
                    <a:pt x="1804" y="55150"/>
                    <a:pt x="3232" y="55340"/>
                    <a:pt x="3995" y="56293"/>
                  </a:cubicBezTo>
                  <a:cubicBezTo>
                    <a:pt x="8471" y="62103"/>
                    <a:pt x="20949" y="75724"/>
                    <a:pt x="38570" y="76676"/>
                  </a:cubicBezTo>
                  <a:cubicBezTo>
                    <a:pt x="39237" y="76676"/>
                    <a:pt x="39904" y="76676"/>
                    <a:pt x="40666" y="76676"/>
                  </a:cubicBezTo>
                  <a:cubicBezTo>
                    <a:pt x="67145" y="76676"/>
                    <a:pt x="84004" y="47911"/>
                    <a:pt x="88577" y="38862"/>
                  </a:cubicBezTo>
                  <a:cubicBezTo>
                    <a:pt x="94196" y="27908"/>
                    <a:pt x="97054" y="15240"/>
                    <a:pt x="96958" y="2286"/>
                  </a:cubicBezTo>
                  <a:cubicBezTo>
                    <a:pt x="96958" y="1048"/>
                    <a:pt x="97911" y="95"/>
                    <a:pt x="99149" y="0"/>
                  </a:cubicBezTo>
                  <a:cubicBezTo>
                    <a:pt x="100388" y="0"/>
                    <a:pt x="101435" y="953"/>
                    <a:pt x="101435" y="2191"/>
                  </a:cubicBezTo>
                  <a:cubicBezTo>
                    <a:pt x="101626" y="15812"/>
                    <a:pt x="98578" y="29242"/>
                    <a:pt x="92577" y="40862"/>
                  </a:cubicBezTo>
                  <a:cubicBezTo>
                    <a:pt x="87624" y="50483"/>
                    <a:pt x="69621" y="81058"/>
                    <a:pt x="40666" y="8105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4" name="Google Shape;1634;p48"/>
            <p:cNvSpPr/>
            <p:nvPr/>
          </p:nvSpPr>
          <p:spPr>
            <a:xfrm>
              <a:off x="8070930" y="3964609"/>
              <a:ext cx="32171" cy="102367"/>
            </a:xfrm>
            <a:custGeom>
              <a:avLst/>
              <a:gdLst/>
              <a:ahLst/>
              <a:cxnLst/>
              <a:rect l="l" t="t" r="r" b="b"/>
              <a:pathLst>
                <a:path w="22341" h="71088" extrusionOk="0">
                  <a:moveTo>
                    <a:pt x="4308" y="71088"/>
                  </a:moveTo>
                  <a:cubicBezTo>
                    <a:pt x="3260" y="71088"/>
                    <a:pt x="2403" y="70422"/>
                    <a:pt x="2117" y="69374"/>
                  </a:cubicBezTo>
                  <a:cubicBezTo>
                    <a:pt x="-359" y="58896"/>
                    <a:pt x="-645" y="48228"/>
                    <a:pt x="1165" y="37655"/>
                  </a:cubicBezTo>
                  <a:cubicBezTo>
                    <a:pt x="4213" y="20701"/>
                    <a:pt x="12214" y="8223"/>
                    <a:pt x="18405" y="794"/>
                  </a:cubicBezTo>
                  <a:cubicBezTo>
                    <a:pt x="19167" y="-159"/>
                    <a:pt x="20596" y="-254"/>
                    <a:pt x="21548" y="508"/>
                  </a:cubicBezTo>
                  <a:cubicBezTo>
                    <a:pt x="22500" y="1270"/>
                    <a:pt x="22596" y="2699"/>
                    <a:pt x="21834" y="3651"/>
                  </a:cubicBezTo>
                  <a:cubicBezTo>
                    <a:pt x="16024" y="10605"/>
                    <a:pt x="8404" y="22320"/>
                    <a:pt x="5546" y="38417"/>
                  </a:cubicBezTo>
                  <a:cubicBezTo>
                    <a:pt x="3832" y="48323"/>
                    <a:pt x="4117" y="58420"/>
                    <a:pt x="6403" y="68326"/>
                  </a:cubicBezTo>
                  <a:cubicBezTo>
                    <a:pt x="6689" y="69564"/>
                    <a:pt x="5927" y="70707"/>
                    <a:pt x="4689" y="70993"/>
                  </a:cubicBezTo>
                  <a:cubicBezTo>
                    <a:pt x="4499" y="70993"/>
                    <a:pt x="4403" y="70993"/>
                    <a:pt x="4213" y="7099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5" name="Google Shape;1635;p48"/>
            <p:cNvSpPr/>
            <p:nvPr/>
          </p:nvSpPr>
          <p:spPr>
            <a:xfrm>
              <a:off x="8104537" y="3919575"/>
              <a:ext cx="70487" cy="80112"/>
            </a:xfrm>
            <a:custGeom>
              <a:avLst/>
              <a:gdLst/>
              <a:ahLst/>
              <a:cxnLst/>
              <a:rect l="l" t="t" r="r" b="b"/>
              <a:pathLst>
                <a:path w="48949" h="55633" extrusionOk="0">
                  <a:moveTo>
                    <a:pt x="2251" y="55634"/>
                  </a:moveTo>
                  <a:cubicBezTo>
                    <a:pt x="1203" y="55634"/>
                    <a:pt x="346" y="54872"/>
                    <a:pt x="60" y="53920"/>
                  </a:cubicBezTo>
                  <a:cubicBezTo>
                    <a:pt x="-226" y="52681"/>
                    <a:pt x="536" y="51538"/>
                    <a:pt x="1775" y="51252"/>
                  </a:cubicBezTo>
                  <a:cubicBezTo>
                    <a:pt x="8251" y="49824"/>
                    <a:pt x="14252" y="47347"/>
                    <a:pt x="19586" y="43823"/>
                  </a:cubicBezTo>
                  <a:cubicBezTo>
                    <a:pt x="38446" y="31441"/>
                    <a:pt x="43208" y="10390"/>
                    <a:pt x="44446" y="1913"/>
                  </a:cubicBezTo>
                  <a:cubicBezTo>
                    <a:pt x="44637" y="675"/>
                    <a:pt x="45780" y="-87"/>
                    <a:pt x="47018" y="8"/>
                  </a:cubicBezTo>
                  <a:cubicBezTo>
                    <a:pt x="48257" y="199"/>
                    <a:pt x="49114" y="1342"/>
                    <a:pt x="48923" y="2580"/>
                  </a:cubicBezTo>
                  <a:cubicBezTo>
                    <a:pt x="47590" y="11629"/>
                    <a:pt x="42446" y="34203"/>
                    <a:pt x="22158" y="47633"/>
                  </a:cubicBezTo>
                  <a:cubicBezTo>
                    <a:pt x="16348" y="51443"/>
                    <a:pt x="9871" y="54110"/>
                    <a:pt x="2822" y="55634"/>
                  </a:cubicBezTo>
                  <a:cubicBezTo>
                    <a:pt x="2632" y="55634"/>
                    <a:pt x="2537" y="55634"/>
                    <a:pt x="2346" y="5563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6" name="Google Shape;1636;p48"/>
            <p:cNvSpPr/>
            <p:nvPr/>
          </p:nvSpPr>
          <p:spPr>
            <a:xfrm>
              <a:off x="7988708" y="3893490"/>
              <a:ext cx="48218" cy="215195"/>
            </a:xfrm>
            <a:custGeom>
              <a:avLst/>
              <a:gdLst/>
              <a:ahLst/>
              <a:cxnLst/>
              <a:rect l="l" t="t" r="r" b="b"/>
              <a:pathLst>
                <a:path w="33485" h="149441" extrusionOk="0">
                  <a:moveTo>
                    <a:pt x="2249" y="149346"/>
                  </a:moveTo>
                  <a:cubicBezTo>
                    <a:pt x="535" y="148965"/>
                    <a:pt x="-227" y="147822"/>
                    <a:pt x="59" y="146584"/>
                  </a:cubicBezTo>
                  <a:cubicBezTo>
                    <a:pt x="1583" y="140297"/>
                    <a:pt x="2821" y="133916"/>
                    <a:pt x="3583" y="127438"/>
                  </a:cubicBezTo>
                  <a:cubicBezTo>
                    <a:pt x="6250" y="107626"/>
                    <a:pt x="4917" y="93148"/>
                    <a:pt x="3868" y="81528"/>
                  </a:cubicBezTo>
                  <a:cubicBezTo>
                    <a:pt x="3488" y="76956"/>
                    <a:pt x="3107" y="72575"/>
                    <a:pt x="3012" y="68669"/>
                  </a:cubicBezTo>
                  <a:cubicBezTo>
                    <a:pt x="2535" y="46857"/>
                    <a:pt x="11489" y="23997"/>
                    <a:pt x="29491" y="851"/>
                  </a:cubicBezTo>
                  <a:cubicBezTo>
                    <a:pt x="30253" y="-101"/>
                    <a:pt x="31587" y="-292"/>
                    <a:pt x="32634" y="470"/>
                  </a:cubicBezTo>
                  <a:cubicBezTo>
                    <a:pt x="33586" y="1232"/>
                    <a:pt x="33777" y="2661"/>
                    <a:pt x="33015" y="3613"/>
                  </a:cubicBezTo>
                  <a:cubicBezTo>
                    <a:pt x="15680" y="25997"/>
                    <a:pt x="7107" y="47905"/>
                    <a:pt x="7488" y="68669"/>
                  </a:cubicBezTo>
                  <a:cubicBezTo>
                    <a:pt x="7488" y="72479"/>
                    <a:pt x="7965" y="76575"/>
                    <a:pt x="8345" y="81242"/>
                  </a:cubicBezTo>
                  <a:cubicBezTo>
                    <a:pt x="9488" y="93148"/>
                    <a:pt x="10822" y="107912"/>
                    <a:pt x="8059" y="128200"/>
                  </a:cubicBezTo>
                  <a:cubicBezTo>
                    <a:pt x="7203" y="134773"/>
                    <a:pt x="5964" y="141345"/>
                    <a:pt x="4345" y="147727"/>
                  </a:cubicBezTo>
                  <a:cubicBezTo>
                    <a:pt x="4059" y="148775"/>
                    <a:pt x="3202" y="149441"/>
                    <a:pt x="2154" y="14944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7" name="Google Shape;1637;p48"/>
            <p:cNvSpPr/>
            <p:nvPr/>
          </p:nvSpPr>
          <p:spPr>
            <a:xfrm>
              <a:off x="7485124" y="4437148"/>
              <a:ext cx="56956" cy="60250"/>
            </a:xfrm>
            <a:custGeom>
              <a:avLst/>
              <a:gdLst/>
              <a:ahLst/>
              <a:cxnLst/>
              <a:rect l="l" t="t" r="r" b="b"/>
              <a:pathLst>
                <a:path w="39553" h="41840" extrusionOk="0">
                  <a:moveTo>
                    <a:pt x="2251" y="41841"/>
                  </a:moveTo>
                  <a:cubicBezTo>
                    <a:pt x="1679" y="41841"/>
                    <a:pt x="1107" y="41650"/>
                    <a:pt x="727" y="41269"/>
                  </a:cubicBezTo>
                  <a:cubicBezTo>
                    <a:pt x="-226" y="40412"/>
                    <a:pt x="-226" y="38983"/>
                    <a:pt x="631" y="38126"/>
                  </a:cubicBezTo>
                  <a:lnTo>
                    <a:pt x="35683" y="692"/>
                  </a:lnTo>
                  <a:cubicBezTo>
                    <a:pt x="36541" y="-165"/>
                    <a:pt x="37970" y="-260"/>
                    <a:pt x="38827" y="597"/>
                  </a:cubicBezTo>
                  <a:cubicBezTo>
                    <a:pt x="39779" y="1455"/>
                    <a:pt x="39779" y="2883"/>
                    <a:pt x="38922" y="3741"/>
                  </a:cubicBezTo>
                  <a:lnTo>
                    <a:pt x="3870" y="41174"/>
                  </a:lnTo>
                  <a:cubicBezTo>
                    <a:pt x="3870" y="41174"/>
                    <a:pt x="2822" y="41841"/>
                    <a:pt x="2251" y="4184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8" name="Google Shape;1638;p48"/>
            <p:cNvSpPr/>
            <p:nvPr/>
          </p:nvSpPr>
          <p:spPr>
            <a:xfrm>
              <a:off x="7615880" y="3950915"/>
              <a:ext cx="192384" cy="249905"/>
            </a:xfrm>
            <a:custGeom>
              <a:avLst/>
              <a:gdLst/>
              <a:ahLst/>
              <a:cxnLst/>
              <a:rect l="l" t="t" r="r" b="b"/>
              <a:pathLst>
                <a:path w="133600" h="173545" extrusionOk="0">
                  <a:moveTo>
                    <a:pt x="131445" y="173546"/>
                  </a:moveTo>
                  <a:cubicBezTo>
                    <a:pt x="102680" y="163735"/>
                    <a:pt x="78010" y="148590"/>
                    <a:pt x="57436" y="128206"/>
                  </a:cubicBezTo>
                  <a:cubicBezTo>
                    <a:pt x="12954" y="84201"/>
                    <a:pt x="2381" y="30480"/>
                    <a:pt x="0" y="2381"/>
                  </a:cubicBezTo>
                  <a:cubicBezTo>
                    <a:pt x="0" y="1143"/>
                    <a:pt x="858" y="95"/>
                    <a:pt x="2000" y="0"/>
                  </a:cubicBezTo>
                  <a:cubicBezTo>
                    <a:pt x="3334" y="0"/>
                    <a:pt x="4286" y="857"/>
                    <a:pt x="4382" y="2000"/>
                  </a:cubicBezTo>
                  <a:cubicBezTo>
                    <a:pt x="6668" y="29527"/>
                    <a:pt x="17050" y="82010"/>
                    <a:pt x="60484" y="124968"/>
                  </a:cubicBezTo>
                  <a:cubicBezTo>
                    <a:pt x="80582" y="144875"/>
                    <a:pt x="104680" y="159734"/>
                    <a:pt x="132112" y="169164"/>
                  </a:cubicBezTo>
                  <a:cubicBezTo>
                    <a:pt x="133255" y="169545"/>
                    <a:pt x="133921" y="170879"/>
                    <a:pt x="133445" y="172021"/>
                  </a:cubicBezTo>
                  <a:cubicBezTo>
                    <a:pt x="133159" y="172974"/>
                    <a:pt x="132302" y="173546"/>
                    <a:pt x="131350" y="17354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9" name="Google Shape;1639;p48"/>
            <p:cNvSpPr/>
            <p:nvPr/>
          </p:nvSpPr>
          <p:spPr>
            <a:xfrm>
              <a:off x="7659043" y="3992841"/>
              <a:ext cx="143496" cy="150034"/>
            </a:xfrm>
            <a:custGeom>
              <a:avLst/>
              <a:gdLst/>
              <a:ahLst/>
              <a:cxnLst/>
              <a:rect l="l" t="t" r="r" b="b"/>
              <a:pathLst>
                <a:path w="99650" h="104190" extrusionOk="0">
                  <a:moveTo>
                    <a:pt x="97333" y="104095"/>
                  </a:moveTo>
                  <a:cubicBezTo>
                    <a:pt x="96857" y="104095"/>
                    <a:pt x="96285" y="103905"/>
                    <a:pt x="95904" y="103619"/>
                  </a:cubicBezTo>
                  <a:cubicBezTo>
                    <a:pt x="82188" y="92189"/>
                    <a:pt x="68662" y="79997"/>
                    <a:pt x="55899" y="67234"/>
                  </a:cubicBezTo>
                  <a:cubicBezTo>
                    <a:pt x="36087" y="47517"/>
                    <a:pt x="17418" y="26086"/>
                    <a:pt x="464" y="3607"/>
                  </a:cubicBezTo>
                  <a:cubicBezTo>
                    <a:pt x="-299" y="2654"/>
                    <a:pt x="-108" y="1225"/>
                    <a:pt x="940" y="463"/>
                  </a:cubicBezTo>
                  <a:cubicBezTo>
                    <a:pt x="1893" y="-298"/>
                    <a:pt x="3321" y="-108"/>
                    <a:pt x="4083" y="940"/>
                  </a:cubicBezTo>
                  <a:cubicBezTo>
                    <a:pt x="20943" y="23228"/>
                    <a:pt x="39516" y="44564"/>
                    <a:pt x="59137" y="64091"/>
                  </a:cubicBezTo>
                  <a:cubicBezTo>
                    <a:pt x="71806" y="76759"/>
                    <a:pt x="85236" y="88856"/>
                    <a:pt x="98857" y="100190"/>
                  </a:cubicBezTo>
                  <a:cubicBezTo>
                    <a:pt x="99809" y="100952"/>
                    <a:pt x="99905" y="102381"/>
                    <a:pt x="99142" y="103333"/>
                  </a:cubicBezTo>
                  <a:cubicBezTo>
                    <a:pt x="98666" y="103905"/>
                    <a:pt x="98095" y="104191"/>
                    <a:pt x="97428" y="10419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0" name="Google Shape;1640;p48"/>
            <p:cNvSpPr/>
            <p:nvPr/>
          </p:nvSpPr>
          <p:spPr>
            <a:xfrm>
              <a:off x="7178560" y="4223650"/>
              <a:ext cx="90775" cy="179415"/>
            </a:xfrm>
            <a:custGeom>
              <a:avLst/>
              <a:gdLst/>
              <a:ahLst/>
              <a:cxnLst/>
              <a:rect l="l" t="t" r="r" b="b"/>
              <a:pathLst>
                <a:path w="63038" h="124594" extrusionOk="0">
                  <a:moveTo>
                    <a:pt x="2262" y="124594"/>
                  </a:moveTo>
                  <a:cubicBezTo>
                    <a:pt x="1690" y="124594"/>
                    <a:pt x="1119" y="124404"/>
                    <a:pt x="643" y="123928"/>
                  </a:cubicBezTo>
                  <a:cubicBezTo>
                    <a:pt x="-214" y="123070"/>
                    <a:pt x="-214" y="121642"/>
                    <a:pt x="643" y="120784"/>
                  </a:cubicBezTo>
                  <a:cubicBezTo>
                    <a:pt x="11882" y="110021"/>
                    <a:pt x="21693" y="97924"/>
                    <a:pt x="29885" y="84970"/>
                  </a:cubicBezTo>
                  <a:cubicBezTo>
                    <a:pt x="45601" y="60110"/>
                    <a:pt x="55221" y="32107"/>
                    <a:pt x="58555" y="2008"/>
                  </a:cubicBezTo>
                  <a:cubicBezTo>
                    <a:pt x="58650" y="769"/>
                    <a:pt x="59793" y="-88"/>
                    <a:pt x="61031" y="7"/>
                  </a:cubicBezTo>
                  <a:cubicBezTo>
                    <a:pt x="62270" y="103"/>
                    <a:pt x="63127" y="1246"/>
                    <a:pt x="63031" y="2484"/>
                  </a:cubicBezTo>
                  <a:cubicBezTo>
                    <a:pt x="59698" y="33345"/>
                    <a:pt x="49792" y="61920"/>
                    <a:pt x="33695" y="87352"/>
                  </a:cubicBezTo>
                  <a:cubicBezTo>
                    <a:pt x="25313" y="100591"/>
                    <a:pt x="15216" y="112974"/>
                    <a:pt x="3786" y="124023"/>
                  </a:cubicBezTo>
                  <a:cubicBezTo>
                    <a:pt x="3310" y="124404"/>
                    <a:pt x="2834" y="124594"/>
                    <a:pt x="2262" y="12459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1" name="Google Shape;1641;p48"/>
            <p:cNvSpPr/>
            <p:nvPr/>
          </p:nvSpPr>
          <p:spPr>
            <a:xfrm>
              <a:off x="6759963" y="4078957"/>
              <a:ext cx="79330" cy="284486"/>
            </a:xfrm>
            <a:custGeom>
              <a:avLst/>
              <a:gdLst/>
              <a:ahLst/>
              <a:cxnLst/>
              <a:rect l="l" t="t" r="r" b="b"/>
              <a:pathLst>
                <a:path w="55090" h="197560" extrusionOk="0">
                  <a:moveTo>
                    <a:pt x="6786" y="197466"/>
                  </a:moveTo>
                  <a:cubicBezTo>
                    <a:pt x="6786" y="197466"/>
                    <a:pt x="5929" y="197370"/>
                    <a:pt x="5547" y="197085"/>
                  </a:cubicBezTo>
                  <a:cubicBezTo>
                    <a:pt x="4500" y="196418"/>
                    <a:pt x="4214" y="195084"/>
                    <a:pt x="4881" y="194037"/>
                  </a:cubicBezTo>
                  <a:cubicBezTo>
                    <a:pt x="8977" y="187655"/>
                    <a:pt x="11930" y="180892"/>
                    <a:pt x="13644" y="173844"/>
                  </a:cubicBezTo>
                  <a:cubicBezTo>
                    <a:pt x="18597" y="153460"/>
                    <a:pt x="11930" y="136125"/>
                    <a:pt x="6500" y="122123"/>
                  </a:cubicBezTo>
                  <a:cubicBezTo>
                    <a:pt x="4691" y="117360"/>
                    <a:pt x="2976" y="112884"/>
                    <a:pt x="1833" y="108788"/>
                  </a:cubicBezTo>
                  <a:cubicBezTo>
                    <a:pt x="-5882" y="80022"/>
                    <a:pt x="10787" y="43637"/>
                    <a:pt x="51268" y="679"/>
                  </a:cubicBezTo>
                  <a:cubicBezTo>
                    <a:pt x="52125" y="-178"/>
                    <a:pt x="53554" y="-273"/>
                    <a:pt x="54411" y="679"/>
                  </a:cubicBezTo>
                  <a:cubicBezTo>
                    <a:pt x="55268" y="1536"/>
                    <a:pt x="55364" y="2965"/>
                    <a:pt x="54411" y="3822"/>
                  </a:cubicBezTo>
                  <a:cubicBezTo>
                    <a:pt x="15072" y="45542"/>
                    <a:pt x="-1215" y="80499"/>
                    <a:pt x="6024" y="107740"/>
                  </a:cubicBezTo>
                  <a:cubicBezTo>
                    <a:pt x="7072" y="111645"/>
                    <a:pt x="8786" y="116027"/>
                    <a:pt x="10501" y="120599"/>
                  </a:cubicBezTo>
                  <a:cubicBezTo>
                    <a:pt x="16121" y="135172"/>
                    <a:pt x="23074" y="153270"/>
                    <a:pt x="17740" y="174987"/>
                  </a:cubicBezTo>
                  <a:cubicBezTo>
                    <a:pt x="15930" y="182416"/>
                    <a:pt x="12787" y="189655"/>
                    <a:pt x="8405" y="196513"/>
                  </a:cubicBezTo>
                  <a:cubicBezTo>
                    <a:pt x="7929" y="197180"/>
                    <a:pt x="7262" y="197561"/>
                    <a:pt x="6500" y="19756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2" name="Google Shape;1642;p48"/>
            <p:cNvSpPr/>
            <p:nvPr/>
          </p:nvSpPr>
          <p:spPr>
            <a:xfrm>
              <a:off x="7320510" y="4003370"/>
              <a:ext cx="37881" cy="331135"/>
            </a:xfrm>
            <a:custGeom>
              <a:avLst/>
              <a:gdLst/>
              <a:ahLst/>
              <a:cxnLst/>
              <a:rect l="l" t="t" r="r" b="b"/>
              <a:pathLst>
                <a:path w="26306" h="229955" extrusionOk="0">
                  <a:moveTo>
                    <a:pt x="2253" y="229956"/>
                  </a:moveTo>
                  <a:cubicBezTo>
                    <a:pt x="253" y="229384"/>
                    <a:pt x="-318" y="228051"/>
                    <a:pt x="158" y="226908"/>
                  </a:cubicBezTo>
                  <a:cubicBezTo>
                    <a:pt x="9302" y="203762"/>
                    <a:pt x="15684" y="179473"/>
                    <a:pt x="19017" y="154994"/>
                  </a:cubicBezTo>
                  <a:cubicBezTo>
                    <a:pt x="25876" y="104893"/>
                    <a:pt x="19970" y="52315"/>
                    <a:pt x="1968" y="2975"/>
                  </a:cubicBezTo>
                  <a:cubicBezTo>
                    <a:pt x="1586" y="1832"/>
                    <a:pt x="2158" y="499"/>
                    <a:pt x="3301" y="118"/>
                  </a:cubicBezTo>
                  <a:cubicBezTo>
                    <a:pt x="4444" y="-263"/>
                    <a:pt x="5682" y="308"/>
                    <a:pt x="6159" y="1451"/>
                  </a:cubicBezTo>
                  <a:cubicBezTo>
                    <a:pt x="24447" y="51457"/>
                    <a:pt x="30448" y="104797"/>
                    <a:pt x="23494" y="155566"/>
                  </a:cubicBezTo>
                  <a:cubicBezTo>
                    <a:pt x="20065" y="180521"/>
                    <a:pt x="13683" y="205000"/>
                    <a:pt x="4349" y="228527"/>
                  </a:cubicBezTo>
                  <a:cubicBezTo>
                    <a:pt x="3968" y="229384"/>
                    <a:pt x="3206" y="229956"/>
                    <a:pt x="2253" y="22995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3" name="Google Shape;1643;p48"/>
            <p:cNvSpPr/>
            <p:nvPr/>
          </p:nvSpPr>
          <p:spPr>
            <a:xfrm>
              <a:off x="7486538" y="3992606"/>
              <a:ext cx="66486" cy="376995"/>
            </a:xfrm>
            <a:custGeom>
              <a:avLst/>
              <a:gdLst/>
              <a:ahLst/>
              <a:cxnLst/>
              <a:rect l="l" t="t" r="r" b="b"/>
              <a:pathLst>
                <a:path w="46171" h="261802" extrusionOk="0">
                  <a:moveTo>
                    <a:pt x="2223" y="261802"/>
                  </a:moveTo>
                  <a:cubicBezTo>
                    <a:pt x="1556" y="261802"/>
                    <a:pt x="984" y="261517"/>
                    <a:pt x="508" y="261040"/>
                  </a:cubicBezTo>
                  <a:cubicBezTo>
                    <a:pt x="-254" y="260088"/>
                    <a:pt x="-159" y="258659"/>
                    <a:pt x="794" y="257897"/>
                  </a:cubicBezTo>
                  <a:cubicBezTo>
                    <a:pt x="4889" y="254373"/>
                    <a:pt x="8795" y="250468"/>
                    <a:pt x="12319" y="246372"/>
                  </a:cubicBezTo>
                  <a:cubicBezTo>
                    <a:pt x="26320" y="230084"/>
                    <a:pt x="40799" y="203414"/>
                    <a:pt x="41656" y="129119"/>
                  </a:cubicBezTo>
                  <a:cubicBezTo>
                    <a:pt x="42132" y="87209"/>
                    <a:pt x="38227" y="44632"/>
                    <a:pt x="29940" y="2722"/>
                  </a:cubicBezTo>
                  <a:cubicBezTo>
                    <a:pt x="29750" y="1484"/>
                    <a:pt x="30512" y="341"/>
                    <a:pt x="31654" y="55"/>
                  </a:cubicBezTo>
                  <a:cubicBezTo>
                    <a:pt x="32988" y="-230"/>
                    <a:pt x="34036" y="627"/>
                    <a:pt x="34322" y="1770"/>
                  </a:cubicBezTo>
                  <a:cubicBezTo>
                    <a:pt x="42704" y="43966"/>
                    <a:pt x="46609" y="86828"/>
                    <a:pt x="46133" y="129024"/>
                  </a:cubicBezTo>
                  <a:cubicBezTo>
                    <a:pt x="45180" y="204748"/>
                    <a:pt x="30226" y="232180"/>
                    <a:pt x="15748" y="249134"/>
                  </a:cubicBezTo>
                  <a:cubicBezTo>
                    <a:pt x="12033" y="253420"/>
                    <a:pt x="8033" y="257421"/>
                    <a:pt x="3746" y="261136"/>
                  </a:cubicBezTo>
                  <a:cubicBezTo>
                    <a:pt x="3366" y="261517"/>
                    <a:pt x="2794" y="261707"/>
                    <a:pt x="2318" y="26170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4" name="Google Shape;1644;p48"/>
            <p:cNvSpPr/>
            <p:nvPr/>
          </p:nvSpPr>
          <p:spPr>
            <a:xfrm>
              <a:off x="6940364" y="3940705"/>
              <a:ext cx="78127" cy="87276"/>
            </a:xfrm>
            <a:custGeom>
              <a:avLst/>
              <a:gdLst/>
              <a:ahLst/>
              <a:cxnLst/>
              <a:rect l="l" t="t" r="r" b="b"/>
              <a:pathLst>
                <a:path w="54255" h="60608" extrusionOk="0">
                  <a:moveTo>
                    <a:pt x="2220" y="60513"/>
                  </a:moveTo>
                  <a:cubicBezTo>
                    <a:pt x="1172" y="60513"/>
                    <a:pt x="219" y="59751"/>
                    <a:pt x="29" y="58703"/>
                  </a:cubicBezTo>
                  <a:cubicBezTo>
                    <a:pt x="-162" y="57465"/>
                    <a:pt x="601" y="56322"/>
                    <a:pt x="1839" y="56131"/>
                  </a:cubicBezTo>
                  <a:cubicBezTo>
                    <a:pt x="8125" y="55084"/>
                    <a:pt x="13935" y="52988"/>
                    <a:pt x="19269" y="50035"/>
                  </a:cubicBezTo>
                  <a:cubicBezTo>
                    <a:pt x="41843" y="37367"/>
                    <a:pt x="48226" y="12126"/>
                    <a:pt x="49845" y="1839"/>
                  </a:cubicBezTo>
                  <a:cubicBezTo>
                    <a:pt x="50035" y="601"/>
                    <a:pt x="51178" y="-161"/>
                    <a:pt x="52417" y="29"/>
                  </a:cubicBezTo>
                  <a:cubicBezTo>
                    <a:pt x="53655" y="220"/>
                    <a:pt x="54416" y="1363"/>
                    <a:pt x="54226" y="2601"/>
                  </a:cubicBezTo>
                  <a:cubicBezTo>
                    <a:pt x="52417" y="13555"/>
                    <a:pt x="45654" y="40415"/>
                    <a:pt x="21365" y="54036"/>
                  </a:cubicBezTo>
                  <a:cubicBezTo>
                    <a:pt x="15650" y="57274"/>
                    <a:pt x="9268" y="59465"/>
                    <a:pt x="2505" y="60608"/>
                  </a:cubicBezTo>
                  <a:cubicBezTo>
                    <a:pt x="2410" y="60608"/>
                    <a:pt x="2220" y="60608"/>
                    <a:pt x="2124" y="6060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5" name="Google Shape;1645;p48"/>
            <p:cNvSpPr/>
            <p:nvPr/>
          </p:nvSpPr>
          <p:spPr>
            <a:xfrm>
              <a:off x="7752559" y="3867374"/>
              <a:ext cx="140937" cy="375132"/>
            </a:xfrm>
            <a:custGeom>
              <a:avLst/>
              <a:gdLst/>
              <a:ahLst/>
              <a:cxnLst/>
              <a:rect l="l" t="t" r="r" b="b"/>
              <a:pathLst>
                <a:path w="97873" h="260508" extrusionOk="0">
                  <a:moveTo>
                    <a:pt x="74728" y="260509"/>
                  </a:moveTo>
                  <a:lnTo>
                    <a:pt x="97873" y="243078"/>
                  </a:lnTo>
                  <a:cubicBezTo>
                    <a:pt x="73394" y="210503"/>
                    <a:pt x="55106" y="174308"/>
                    <a:pt x="43390" y="135350"/>
                  </a:cubicBezTo>
                  <a:cubicBezTo>
                    <a:pt x="30532" y="92297"/>
                    <a:pt x="26245" y="47720"/>
                    <a:pt x="30722" y="2858"/>
                  </a:cubicBezTo>
                  <a:lnTo>
                    <a:pt x="1861" y="0"/>
                  </a:lnTo>
                  <a:cubicBezTo>
                    <a:pt x="-2997" y="48673"/>
                    <a:pt x="1671" y="96964"/>
                    <a:pt x="15673" y="143637"/>
                  </a:cubicBezTo>
                  <a:cubicBezTo>
                    <a:pt x="28341" y="185833"/>
                    <a:pt x="48153" y="225171"/>
                    <a:pt x="74728" y="260509"/>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6" name="Google Shape;1646;p48"/>
            <p:cNvSpPr/>
            <p:nvPr/>
          </p:nvSpPr>
          <p:spPr>
            <a:xfrm>
              <a:off x="6402483" y="2943374"/>
              <a:ext cx="1339947" cy="943760"/>
            </a:xfrm>
            <a:custGeom>
              <a:avLst/>
              <a:gdLst/>
              <a:ahLst/>
              <a:cxnLst/>
              <a:rect l="l" t="t" r="r" b="b"/>
              <a:pathLst>
                <a:path w="930519" h="655389" extrusionOk="0">
                  <a:moveTo>
                    <a:pt x="928204" y="655390"/>
                  </a:moveTo>
                  <a:cubicBezTo>
                    <a:pt x="661409" y="613765"/>
                    <a:pt x="471576" y="517087"/>
                    <a:pt x="363657" y="368211"/>
                  </a:cubicBezTo>
                  <a:cubicBezTo>
                    <a:pt x="332130" y="324682"/>
                    <a:pt x="304888" y="273437"/>
                    <a:pt x="278599" y="223812"/>
                  </a:cubicBezTo>
                  <a:cubicBezTo>
                    <a:pt x="220973" y="115227"/>
                    <a:pt x="166490" y="12548"/>
                    <a:pt x="75431" y="4927"/>
                  </a:cubicBezTo>
                  <a:cubicBezTo>
                    <a:pt x="51904" y="2927"/>
                    <a:pt x="27520" y="7499"/>
                    <a:pt x="3136" y="18358"/>
                  </a:cubicBezTo>
                  <a:cubicBezTo>
                    <a:pt x="1993" y="18834"/>
                    <a:pt x="660" y="18358"/>
                    <a:pt x="184" y="17215"/>
                  </a:cubicBezTo>
                  <a:cubicBezTo>
                    <a:pt x="-293" y="16072"/>
                    <a:pt x="184" y="14738"/>
                    <a:pt x="1326" y="14262"/>
                  </a:cubicBezTo>
                  <a:cubicBezTo>
                    <a:pt x="26377" y="3118"/>
                    <a:pt x="51428" y="-1550"/>
                    <a:pt x="75812" y="451"/>
                  </a:cubicBezTo>
                  <a:cubicBezTo>
                    <a:pt x="169348" y="8261"/>
                    <a:pt x="224306" y="111988"/>
                    <a:pt x="282599" y="221716"/>
                  </a:cubicBezTo>
                  <a:cubicBezTo>
                    <a:pt x="308793" y="271151"/>
                    <a:pt x="335940" y="322300"/>
                    <a:pt x="367372" y="365544"/>
                  </a:cubicBezTo>
                  <a:cubicBezTo>
                    <a:pt x="474624" y="513467"/>
                    <a:pt x="663504" y="609479"/>
                    <a:pt x="928680" y="650913"/>
                  </a:cubicBezTo>
                  <a:cubicBezTo>
                    <a:pt x="929919" y="651103"/>
                    <a:pt x="930681" y="652246"/>
                    <a:pt x="930490" y="653485"/>
                  </a:cubicBezTo>
                  <a:cubicBezTo>
                    <a:pt x="930299" y="654628"/>
                    <a:pt x="929347" y="655390"/>
                    <a:pt x="928300" y="65539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7" name="Google Shape;1647;p48"/>
            <p:cNvSpPr/>
            <p:nvPr/>
          </p:nvSpPr>
          <p:spPr>
            <a:xfrm>
              <a:off x="6446684" y="2845531"/>
              <a:ext cx="69434" cy="140911"/>
            </a:xfrm>
            <a:custGeom>
              <a:avLst/>
              <a:gdLst/>
              <a:ahLst/>
              <a:cxnLst/>
              <a:rect l="l" t="t" r="r" b="b"/>
              <a:pathLst>
                <a:path w="48218" h="97855" extrusionOk="0">
                  <a:moveTo>
                    <a:pt x="212" y="81993"/>
                  </a:moveTo>
                  <a:cubicBezTo>
                    <a:pt x="-1122" y="89708"/>
                    <a:pt x="4022" y="96661"/>
                    <a:pt x="10499" y="97709"/>
                  </a:cubicBezTo>
                  <a:cubicBezTo>
                    <a:pt x="15547" y="98566"/>
                    <a:pt x="21072" y="95613"/>
                    <a:pt x="23739" y="90470"/>
                  </a:cubicBezTo>
                  <a:lnTo>
                    <a:pt x="48218" y="21604"/>
                  </a:lnTo>
                  <a:cubicBezTo>
                    <a:pt x="37740" y="2744"/>
                    <a:pt x="20596" y="-3351"/>
                    <a:pt x="12214" y="1697"/>
                  </a:cubicBezTo>
                  <a:cubicBezTo>
                    <a:pt x="7451" y="4554"/>
                    <a:pt x="6213" y="11222"/>
                    <a:pt x="4974" y="21604"/>
                  </a:cubicBezTo>
                  <a:cubicBezTo>
                    <a:pt x="3165" y="36463"/>
                    <a:pt x="1165" y="56942"/>
                    <a:pt x="117" y="81993"/>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8" name="Google Shape;1648;p48"/>
            <p:cNvSpPr/>
            <p:nvPr/>
          </p:nvSpPr>
          <p:spPr>
            <a:xfrm>
              <a:off x="6478245" y="2886574"/>
              <a:ext cx="45137" cy="87247"/>
            </a:xfrm>
            <a:custGeom>
              <a:avLst/>
              <a:gdLst/>
              <a:ahLst/>
              <a:cxnLst/>
              <a:rect l="l" t="t" r="r" b="b"/>
              <a:pathLst>
                <a:path w="31345" h="60588" extrusionOk="0">
                  <a:moveTo>
                    <a:pt x="2243" y="60589"/>
                  </a:moveTo>
                  <a:cubicBezTo>
                    <a:pt x="2243" y="60589"/>
                    <a:pt x="1576" y="60589"/>
                    <a:pt x="1290" y="60399"/>
                  </a:cubicBezTo>
                  <a:cubicBezTo>
                    <a:pt x="147" y="59827"/>
                    <a:pt x="-329" y="58493"/>
                    <a:pt x="242" y="57446"/>
                  </a:cubicBezTo>
                  <a:lnTo>
                    <a:pt x="27103" y="1248"/>
                  </a:lnTo>
                  <a:cubicBezTo>
                    <a:pt x="27674" y="105"/>
                    <a:pt x="29008" y="-276"/>
                    <a:pt x="30055" y="201"/>
                  </a:cubicBezTo>
                  <a:cubicBezTo>
                    <a:pt x="31198" y="772"/>
                    <a:pt x="31675" y="2106"/>
                    <a:pt x="31104" y="3153"/>
                  </a:cubicBezTo>
                  <a:lnTo>
                    <a:pt x="4243" y="59351"/>
                  </a:lnTo>
                  <a:cubicBezTo>
                    <a:pt x="3862" y="60113"/>
                    <a:pt x="3100" y="60589"/>
                    <a:pt x="2243" y="6058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9" name="Google Shape;1649;p48"/>
            <p:cNvSpPr/>
            <p:nvPr/>
          </p:nvSpPr>
          <p:spPr>
            <a:xfrm>
              <a:off x="6456875" y="2881918"/>
              <a:ext cx="9756" cy="64053"/>
            </a:xfrm>
            <a:custGeom>
              <a:avLst/>
              <a:gdLst/>
              <a:ahLst/>
              <a:cxnLst/>
              <a:rect l="l" t="t" r="r" b="b"/>
              <a:pathLst>
                <a:path w="6775" h="44481" extrusionOk="0">
                  <a:moveTo>
                    <a:pt x="2197" y="44482"/>
                  </a:moveTo>
                  <a:cubicBezTo>
                    <a:pt x="863" y="44482"/>
                    <a:pt x="-89" y="43339"/>
                    <a:pt x="7" y="42100"/>
                  </a:cubicBezTo>
                  <a:lnTo>
                    <a:pt x="2388" y="2096"/>
                  </a:lnTo>
                  <a:cubicBezTo>
                    <a:pt x="2388" y="953"/>
                    <a:pt x="3435" y="0"/>
                    <a:pt x="4578" y="0"/>
                  </a:cubicBezTo>
                  <a:cubicBezTo>
                    <a:pt x="5912" y="0"/>
                    <a:pt x="6864" y="1143"/>
                    <a:pt x="6769" y="2381"/>
                  </a:cubicBezTo>
                  <a:lnTo>
                    <a:pt x="4388" y="42386"/>
                  </a:lnTo>
                  <a:cubicBezTo>
                    <a:pt x="4388" y="43529"/>
                    <a:pt x="3340" y="44482"/>
                    <a:pt x="2197" y="4448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9"/>
        <p:cNvGrpSpPr/>
        <p:nvPr/>
      </p:nvGrpSpPr>
      <p:grpSpPr>
        <a:xfrm>
          <a:off x="0" y="0"/>
          <a:ext cx="0" cy="0"/>
          <a:chOff x="0" y="0"/>
          <a:chExt cx="0" cy="0"/>
        </a:xfrm>
      </p:grpSpPr>
      <p:sp>
        <p:nvSpPr>
          <p:cNvPr id="1660" name="Google Shape;1660;p50"/>
          <p:cNvSpPr txBox="1">
            <a:spLocks noGrp="1"/>
          </p:cNvSpPr>
          <p:nvPr>
            <p:ph type="title"/>
          </p:nvPr>
        </p:nvSpPr>
        <p:spPr>
          <a:xfrm>
            <a:off x="1741526" y="23841"/>
            <a:ext cx="5186700" cy="53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000" b="1" dirty="0"/>
              <a:t>MY CRAZY IDEA</a:t>
            </a:r>
            <a:endParaRPr sz="4000" b="1" dirty="0"/>
          </a:p>
        </p:txBody>
      </p:sp>
      <p:sp>
        <p:nvSpPr>
          <p:cNvPr id="1661" name="Google Shape;1661;p50"/>
          <p:cNvSpPr txBox="1">
            <a:spLocks noGrp="1"/>
          </p:cNvSpPr>
          <p:nvPr>
            <p:ph type="subTitle" idx="1"/>
          </p:nvPr>
        </p:nvSpPr>
        <p:spPr>
          <a:xfrm>
            <a:off x="3408910" y="1181606"/>
            <a:ext cx="5186700" cy="2604170"/>
          </a:xfrm>
          <a:prstGeom prst="rect">
            <a:avLst/>
          </a:prstGeom>
        </p:spPr>
        <p:txBody>
          <a:bodyPr spcFirstLastPara="1" wrap="square" lIns="91425" tIns="91425" rIns="91425" bIns="91425" anchor="b" anchorCtr="0">
            <a:noAutofit/>
          </a:bodyPr>
          <a:lstStyle/>
          <a:p>
            <a:pPr marL="0" lvl="0" indent="0" algn="l"/>
            <a:r>
              <a:rPr lang="en-US" dirty="0"/>
              <a:t>What if we combined AI brilliance with real-world truth?</a:t>
            </a:r>
          </a:p>
          <a:p>
            <a:pPr marL="0" lvl="0" indent="0" algn="l"/>
            <a:endParaRPr lang="en-US" dirty="0"/>
          </a:p>
          <a:p>
            <a:pPr marL="0" lvl="0" indent="0" algn="l"/>
            <a:endParaRPr lang="en-US" dirty="0"/>
          </a:p>
          <a:p>
            <a:pPr marL="0" lvl="0" indent="0" algn="l"/>
            <a:r>
              <a:rPr lang="en-US" dirty="0"/>
              <a:t>The insight </a:t>
            </a:r>
          </a:p>
          <a:p>
            <a:pPr marL="0" lvl="0" indent="0" algn="l"/>
            <a:r>
              <a:rPr lang="en-US" dirty="0"/>
              <a:t>- Most people would use AI </a:t>
            </a:r>
            <a:r>
              <a:rPr lang="en-US" b="1" dirty="0"/>
              <a:t>or</a:t>
            </a:r>
            <a:r>
              <a:rPr lang="en-US" dirty="0"/>
              <a:t> carrier data </a:t>
            </a:r>
          </a:p>
          <a:p>
            <a:pPr marL="0" lvl="0" indent="0" algn="l"/>
            <a:r>
              <a:rPr lang="en-US" dirty="0"/>
              <a:t>- I thought: </a:t>
            </a:r>
            <a:r>
              <a:rPr lang="en-US" b="1" dirty="0"/>
              <a:t>Why not BOTH?</a:t>
            </a:r>
          </a:p>
          <a:p>
            <a:pPr marL="0" lvl="0" indent="0" algn="l"/>
            <a:r>
              <a:rPr lang="en-US" dirty="0"/>
              <a:t>- Dual-Source Validation Methodology</a:t>
            </a:r>
            <a:endParaRPr dirty="0"/>
          </a:p>
        </p:txBody>
      </p:sp>
      <p:grpSp>
        <p:nvGrpSpPr>
          <p:cNvPr id="1662" name="Google Shape;1662;p50"/>
          <p:cNvGrpSpPr/>
          <p:nvPr/>
        </p:nvGrpSpPr>
        <p:grpSpPr>
          <a:xfrm flipH="1">
            <a:off x="1152751" y="1390523"/>
            <a:ext cx="1428064" cy="3558020"/>
            <a:chOff x="862850" y="1390525"/>
            <a:chExt cx="1428064" cy="3558020"/>
          </a:xfrm>
        </p:grpSpPr>
        <p:sp>
          <p:nvSpPr>
            <p:cNvPr id="1663" name="Google Shape;1663;p50"/>
            <p:cNvSpPr/>
            <p:nvPr/>
          </p:nvSpPr>
          <p:spPr>
            <a:xfrm>
              <a:off x="1364515" y="1724752"/>
              <a:ext cx="499083" cy="528403"/>
            </a:xfrm>
            <a:custGeom>
              <a:avLst/>
              <a:gdLst/>
              <a:ahLst/>
              <a:cxnLst/>
              <a:rect l="l" t="t" r="r" b="b"/>
              <a:pathLst>
                <a:path w="301561" h="319277" extrusionOk="0">
                  <a:moveTo>
                    <a:pt x="301562" y="159639"/>
                  </a:moveTo>
                  <a:cubicBezTo>
                    <a:pt x="301562" y="247805"/>
                    <a:pt x="234055" y="319278"/>
                    <a:pt x="150781" y="319278"/>
                  </a:cubicBezTo>
                  <a:cubicBezTo>
                    <a:pt x="67507" y="319278"/>
                    <a:pt x="0" y="247805"/>
                    <a:pt x="0" y="159639"/>
                  </a:cubicBezTo>
                  <a:cubicBezTo>
                    <a:pt x="0" y="71473"/>
                    <a:pt x="67507" y="0"/>
                    <a:pt x="150781" y="0"/>
                  </a:cubicBezTo>
                  <a:cubicBezTo>
                    <a:pt x="234055" y="0"/>
                    <a:pt x="301562" y="71473"/>
                    <a:pt x="301562" y="15963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4" name="Google Shape;1664;p50"/>
            <p:cNvSpPr/>
            <p:nvPr/>
          </p:nvSpPr>
          <p:spPr>
            <a:xfrm>
              <a:off x="1578419" y="1390525"/>
              <a:ext cx="712494" cy="802665"/>
            </a:xfrm>
            <a:custGeom>
              <a:avLst/>
              <a:gdLst/>
              <a:ahLst/>
              <a:cxnLst/>
              <a:rect l="l" t="t" r="r" b="b"/>
              <a:pathLst>
                <a:path w="430510" h="484994" extrusionOk="0">
                  <a:moveTo>
                    <a:pt x="155263" y="455673"/>
                  </a:moveTo>
                  <a:cubicBezTo>
                    <a:pt x="218890" y="489106"/>
                    <a:pt x="312521" y="495487"/>
                    <a:pt x="335286" y="466817"/>
                  </a:cubicBezTo>
                  <a:cubicBezTo>
                    <a:pt x="339191" y="461864"/>
                    <a:pt x="344811" y="451101"/>
                    <a:pt x="358717" y="438432"/>
                  </a:cubicBezTo>
                  <a:cubicBezTo>
                    <a:pt x="377958" y="420906"/>
                    <a:pt x="389959" y="420811"/>
                    <a:pt x="394436" y="407571"/>
                  </a:cubicBezTo>
                  <a:cubicBezTo>
                    <a:pt x="399389" y="393189"/>
                    <a:pt x="387959" y="385188"/>
                    <a:pt x="394436" y="372424"/>
                  </a:cubicBezTo>
                  <a:cubicBezTo>
                    <a:pt x="399674" y="362042"/>
                    <a:pt x="408914" y="364042"/>
                    <a:pt x="418439" y="353946"/>
                  </a:cubicBezTo>
                  <a:cubicBezTo>
                    <a:pt x="434536" y="336991"/>
                    <a:pt x="430059" y="309083"/>
                    <a:pt x="429583" y="305844"/>
                  </a:cubicBezTo>
                  <a:cubicBezTo>
                    <a:pt x="425583" y="282508"/>
                    <a:pt x="410438" y="280222"/>
                    <a:pt x="388912" y="250314"/>
                  </a:cubicBezTo>
                  <a:cubicBezTo>
                    <a:pt x="360337" y="210785"/>
                    <a:pt x="373004" y="195545"/>
                    <a:pt x="346334" y="168303"/>
                  </a:cubicBezTo>
                  <a:cubicBezTo>
                    <a:pt x="326332" y="147920"/>
                    <a:pt x="318236" y="155445"/>
                    <a:pt x="294518" y="131918"/>
                  </a:cubicBezTo>
                  <a:cubicBezTo>
                    <a:pt x="268611" y="106200"/>
                    <a:pt x="275659" y="94580"/>
                    <a:pt x="253846" y="76387"/>
                  </a:cubicBezTo>
                  <a:cubicBezTo>
                    <a:pt x="229272" y="55908"/>
                    <a:pt x="216604" y="67624"/>
                    <a:pt x="181743" y="46764"/>
                  </a:cubicBezTo>
                  <a:cubicBezTo>
                    <a:pt x="147548" y="26381"/>
                    <a:pt x="147834" y="8093"/>
                    <a:pt x="125640" y="1806"/>
                  </a:cubicBezTo>
                  <a:cubicBezTo>
                    <a:pt x="91921" y="-7814"/>
                    <a:pt x="52584" y="23333"/>
                    <a:pt x="37248" y="40002"/>
                  </a:cubicBezTo>
                  <a:cubicBezTo>
                    <a:pt x="-42095" y="126012"/>
                    <a:pt x="9054" y="378806"/>
                    <a:pt x="155168" y="4555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5" name="Google Shape;1665;p50"/>
            <p:cNvSpPr/>
            <p:nvPr/>
          </p:nvSpPr>
          <p:spPr>
            <a:xfrm>
              <a:off x="1317084" y="2109997"/>
              <a:ext cx="709846" cy="1104943"/>
            </a:xfrm>
            <a:custGeom>
              <a:avLst/>
              <a:gdLst/>
              <a:ahLst/>
              <a:cxnLst/>
              <a:rect l="l" t="t" r="r" b="b"/>
              <a:pathLst>
                <a:path w="428910" h="667639" extrusionOk="0">
                  <a:moveTo>
                    <a:pt x="53530" y="454756"/>
                  </a:moveTo>
                  <a:cubicBezTo>
                    <a:pt x="71628" y="423609"/>
                    <a:pt x="91630" y="398939"/>
                    <a:pt x="109538" y="379984"/>
                  </a:cubicBezTo>
                  <a:cubicBezTo>
                    <a:pt x="97822" y="319215"/>
                    <a:pt x="86201" y="258350"/>
                    <a:pt x="74485" y="197580"/>
                  </a:cubicBezTo>
                  <a:cubicBezTo>
                    <a:pt x="52006" y="186246"/>
                    <a:pt x="36671" y="163672"/>
                    <a:pt x="36671" y="137573"/>
                  </a:cubicBezTo>
                  <a:cubicBezTo>
                    <a:pt x="36671" y="120428"/>
                    <a:pt x="43339" y="104712"/>
                    <a:pt x="54292" y="92805"/>
                  </a:cubicBezTo>
                  <a:cubicBezTo>
                    <a:pt x="51244" y="76804"/>
                    <a:pt x="48101" y="60706"/>
                    <a:pt x="45053" y="44704"/>
                  </a:cubicBezTo>
                  <a:cubicBezTo>
                    <a:pt x="53816" y="34322"/>
                    <a:pt x="66865" y="22035"/>
                    <a:pt x="85249" y="12986"/>
                  </a:cubicBezTo>
                  <a:cubicBezTo>
                    <a:pt x="143542" y="-16065"/>
                    <a:pt x="204406" y="12033"/>
                    <a:pt x="214122" y="16701"/>
                  </a:cubicBezTo>
                  <a:cubicBezTo>
                    <a:pt x="224885" y="12033"/>
                    <a:pt x="285654" y="-16065"/>
                    <a:pt x="343948" y="12986"/>
                  </a:cubicBezTo>
                  <a:cubicBezTo>
                    <a:pt x="362236" y="22130"/>
                    <a:pt x="375285" y="34417"/>
                    <a:pt x="384143" y="44704"/>
                  </a:cubicBezTo>
                  <a:lnTo>
                    <a:pt x="374904" y="92805"/>
                  </a:lnTo>
                  <a:cubicBezTo>
                    <a:pt x="385858" y="104712"/>
                    <a:pt x="392525" y="120428"/>
                    <a:pt x="392525" y="137573"/>
                  </a:cubicBezTo>
                  <a:cubicBezTo>
                    <a:pt x="392525" y="163672"/>
                    <a:pt x="377190" y="186246"/>
                    <a:pt x="354711" y="197580"/>
                  </a:cubicBezTo>
                  <a:cubicBezTo>
                    <a:pt x="342995" y="258350"/>
                    <a:pt x="331375" y="319215"/>
                    <a:pt x="319659" y="379984"/>
                  </a:cubicBezTo>
                  <a:cubicBezTo>
                    <a:pt x="337566" y="398844"/>
                    <a:pt x="357569" y="423609"/>
                    <a:pt x="375666" y="454756"/>
                  </a:cubicBezTo>
                  <a:cubicBezTo>
                    <a:pt x="413766" y="520383"/>
                    <a:pt x="425196" y="583152"/>
                    <a:pt x="428911" y="622872"/>
                  </a:cubicBezTo>
                  <a:cubicBezTo>
                    <a:pt x="393954" y="637255"/>
                    <a:pt x="349567" y="651732"/>
                    <a:pt x="297180" y="660210"/>
                  </a:cubicBezTo>
                  <a:cubicBezTo>
                    <a:pt x="268414" y="664877"/>
                    <a:pt x="241744" y="667068"/>
                    <a:pt x="217742" y="667639"/>
                  </a:cubicBezTo>
                  <a:cubicBezTo>
                    <a:pt x="216693" y="653923"/>
                    <a:pt x="212312" y="653923"/>
                    <a:pt x="211169" y="667639"/>
                  </a:cubicBezTo>
                  <a:cubicBezTo>
                    <a:pt x="187262" y="666972"/>
                    <a:pt x="160496" y="664877"/>
                    <a:pt x="131731" y="660210"/>
                  </a:cubicBezTo>
                  <a:cubicBezTo>
                    <a:pt x="79343" y="651732"/>
                    <a:pt x="35052" y="637255"/>
                    <a:pt x="0" y="622872"/>
                  </a:cubicBezTo>
                  <a:cubicBezTo>
                    <a:pt x="3715" y="583152"/>
                    <a:pt x="15145" y="520288"/>
                    <a:pt x="53245" y="454756"/>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6" name="Google Shape;1666;p50"/>
            <p:cNvSpPr/>
            <p:nvPr/>
          </p:nvSpPr>
          <p:spPr>
            <a:xfrm>
              <a:off x="1674547" y="3143889"/>
              <a:ext cx="353932" cy="723561"/>
            </a:xfrm>
            <a:custGeom>
              <a:avLst/>
              <a:gdLst/>
              <a:ahLst/>
              <a:cxnLst/>
              <a:rect l="l" t="t" r="r" b="b"/>
              <a:pathLst>
                <a:path w="213856" h="437197" extrusionOk="0">
                  <a:moveTo>
                    <a:pt x="25056" y="437197"/>
                  </a:moveTo>
                  <a:cubicBezTo>
                    <a:pt x="62775" y="430054"/>
                    <a:pt x="100399" y="422910"/>
                    <a:pt x="138119" y="415671"/>
                  </a:cubicBezTo>
                  <a:cubicBezTo>
                    <a:pt x="160121" y="358140"/>
                    <a:pt x="182314" y="286226"/>
                    <a:pt x="196983" y="201740"/>
                  </a:cubicBezTo>
                  <a:cubicBezTo>
                    <a:pt x="210222" y="125540"/>
                    <a:pt x="214128" y="57150"/>
                    <a:pt x="213842" y="0"/>
                  </a:cubicBezTo>
                  <a:cubicBezTo>
                    <a:pt x="147357" y="17716"/>
                    <a:pt x="79063" y="32480"/>
                    <a:pt x="8960" y="43815"/>
                  </a:cubicBezTo>
                  <a:cubicBezTo>
                    <a:pt x="6864" y="44196"/>
                    <a:pt x="4768" y="44482"/>
                    <a:pt x="2768" y="44767"/>
                  </a:cubicBezTo>
                  <a:cubicBezTo>
                    <a:pt x="958" y="76581"/>
                    <a:pt x="-89" y="109633"/>
                    <a:pt x="6" y="143828"/>
                  </a:cubicBezTo>
                  <a:cubicBezTo>
                    <a:pt x="6" y="251651"/>
                    <a:pt x="10197" y="350043"/>
                    <a:pt x="25247" y="437102"/>
                  </a:cubicBezTo>
                  <a:close/>
                </a:path>
              </a:pathLst>
            </a:custGeom>
            <a:solidFill>
              <a:srgbClr val="FF5A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7" name="Google Shape;1667;p50"/>
            <p:cNvSpPr/>
            <p:nvPr/>
          </p:nvSpPr>
          <p:spPr>
            <a:xfrm>
              <a:off x="1714557" y="3785778"/>
              <a:ext cx="196260" cy="202575"/>
            </a:xfrm>
            <a:custGeom>
              <a:avLst/>
              <a:gdLst/>
              <a:ahLst/>
              <a:cxnLst/>
              <a:rect l="l" t="t" r="r" b="b"/>
              <a:pathLst>
                <a:path w="118586" h="122402" extrusionOk="0">
                  <a:moveTo>
                    <a:pt x="0" y="61252"/>
                  </a:moveTo>
                  <a:cubicBezTo>
                    <a:pt x="0" y="96018"/>
                    <a:pt x="29718" y="122307"/>
                    <a:pt x="61150" y="122402"/>
                  </a:cubicBezTo>
                  <a:cubicBezTo>
                    <a:pt x="85344" y="122402"/>
                    <a:pt x="108014" y="107067"/>
                    <a:pt x="118586" y="83159"/>
                  </a:cubicBezTo>
                  <a:cubicBezTo>
                    <a:pt x="117539" y="74110"/>
                    <a:pt x="116586" y="64681"/>
                    <a:pt x="115824" y="55156"/>
                  </a:cubicBezTo>
                  <a:cubicBezTo>
                    <a:pt x="115062" y="46202"/>
                    <a:pt x="114491" y="37535"/>
                    <a:pt x="113919" y="28962"/>
                  </a:cubicBezTo>
                  <a:cubicBezTo>
                    <a:pt x="112205" y="26391"/>
                    <a:pt x="92869" y="-470"/>
                    <a:pt x="61150" y="6"/>
                  </a:cubicBezTo>
                  <a:cubicBezTo>
                    <a:pt x="30671" y="387"/>
                    <a:pt x="0" y="25914"/>
                    <a:pt x="0" y="61157"/>
                  </a:cubicBezTo>
                  <a:close/>
                </a:path>
              </a:pathLst>
            </a:custGeom>
            <a:solidFill>
              <a:srgbClr val="FF5A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8" name="Google Shape;1668;p50"/>
            <p:cNvSpPr/>
            <p:nvPr/>
          </p:nvSpPr>
          <p:spPr>
            <a:xfrm>
              <a:off x="1713635" y="3894565"/>
              <a:ext cx="225548" cy="902796"/>
            </a:xfrm>
            <a:custGeom>
              <a:avLst/>
              <a:gdLst/>
              <a:ahLst/>
              <a:cxnLst/>
              <a:rect l="l" t="t" r="r" b="b"/>
              <a:pathLst>
                <a:path w="136283" h="545496" extrusionOk="0">
                  <a:moveTo>
                    <a:pt x="7127" y="545402"/>
                  </a:moveTo>
                  <a:cubicBezTo>
                    <a:pt x="23320" y="541401"/>
                    <a:pt x="39512" y="537305"/>
                    <a:pt x="55705" y="533305"/>
                  </a:cubicBezTo>
                  <a:cubicBezTo>
                    <a:pt x="55514" y="522637"/>
                    <a:pt x="55419" y="505968"/>
                    <a:pt x="56657" y="485680"/>
                  </a:cubicBezTo>
                  <a:cubicBezTo>
                    <a:pt x="65992" y="328898"/>
                    <a:pt x="132095" y="266985"/>
                    <a:pt x="136096" y="143827"/>
                  </a:cubicBezTo>
                  <a:cubicBezTo>
                    <a:pt x="137048" y="114585"/>
                    <a:pt x="134857" y="71533"/>
                    <a:pt x="118379" y="18669"/>
                  </a:cubicBezTo>
                  <a:cubicBezTo>
                    <a:pt x="79136" y="12478"/>
                    <a:pt x="39893" y="6191"/>
                    <a:pt x="650" y="0"/>
                  </a:cubicBezTo>
                  <a:cubicBezTo>
                    <a:pt x="-1540" y="114490"/>
                    <a:pt x="2174" y="203359"/>
                    <a:pt x="6270" y="265271"/>
                  </a:cubicBezTo>
                  <a:cubicBezTo>
                    <a:pt x="8556" y="299561"/>
                    <a:pt x="12937" y="357378"/>
                    <a:pt x="11890" y="437102"/>
                  </a:cubicBezTo>
                  <a:cubicBezTo>
                    <a:pt x="11318" y="482536"/>
                    <a:pt x="9032" y="520065"/>
                    <a:pt x="7223" y="545496"/>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9" name="Google Shape;1669;p50"/>
            <p:cNvSpPr/>
            <p:nvPr/>
          </p:nvSpPr>
          <p:spPr>
            <a:xfrm>
              <a:off x="1698398" y="4779628"/>
              <a:ext cx="214480" cy="168673"/>
            </a:xfrm>
            <a:custGeom>
              <a:avLst/>
              <a:gdLst/>
              <a:ahLst/>
              <a:cxnLst/>
              <a:rect l="l" t="t" r="r" b="b"/>
              <a:pathLst>
                <a:path w="129595" h="101917" extrusionOk="0">
                  <a:moveTo>
                    <a:pt x="2210" y="101918"/>
                  </a:moveTo>
                  <a:cubicBezTo>
                    <a:pt x="42977" y="101632"/>
                    <a:pt x="83744" y="101251"/>
                    <a:pt x="124606" y="100965"/>
                  </a:cubicBezTo>
                  <a:cubicBezTo>
                    <a:pt x="127559" y="96679"/>
                    <a:pt x="130607" y="90488"/>
                    <a:pt x="129273" y="84106"/>
                  </a:cubicBezTo>
                  <a:cubicBezTo>
                    <a:pt x="126892" y="72771"/>
                    <a:pt x="112319" y="67913"/>
                    <a:pt x="104033" y="63532"/>
                  </a:cubicBezTo>
                  <a:cubicBezTo>
                    <a:pt x="90316" y="56293"/>
                    <a:pt x="74409" y="39910"/>
                    <a:pt x="64790" y="0"/>
                  </a:cubicBezTo>
                  <a:cubicBezTo>
                    <a:pt x="48882" y="1524"/>
                    <a:pt x="33071" y="3143"/>
                    <a:pt x="17165" y="4667"/>
                  </a:cubicBezTo>
                  <a:cubicBezTo>
                    <a:pt x="12402" y="22289"/>
                    <a:pt x="8211" y="38767"/>
                    <a:pt x="4115" y="55150"/>
                  </a:cubicBezTo>
                  <a:cubicBezTo>
                    <a:pt x="1639" y="64675"/>
                    <a:pt x="-1029" y="76009"/>
                    <a:pt x="400" y="90678"/>
                  </a:cubicBezTo>
                  <a:cubicBezTo>
                    <a:pt x="877" y="95441"/>
                    <a:pt x="1639" y="99250"/>
                    <a:pt x="2306" y="101918"/>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0" name="Google Shape;1670;p50"/>
            <p:cNvSpPr/>
            <p:nvPr/>
          </p:nvSpPr>
          <p:spPr>
            <a:xfrm>
              <a:off x="1171867" y="3777241"/>
              <a:ext cx="200277" cy="201975"/>
            </a:xfrm>
            <a:custGeom>
              <a:avLst/>
              <a:gdLst/>
              <a:ahLst/>
              <a:cxnLst/>
              <a:rect l="l" t="t" r="r" b="b"/>
              <a:pathLst>
                <a:path w="121013" h="122039" extrusionOk="0">
                  <a:moveTo>
                    <a:pt x="618" y="51727"/>
                  </a:moveTo>
                  <a:cubicBezTo>
                    <a:pt x="-4049" y="83064"/>
                    <a:pt x="18334" y="112592"/>
                    <a:pt x="47385" y="120117"/>
                  </a:cubicBezTo>
                  <a:cubicBezTo>
                    <a:pt x="69388" y="125831"/>
                    <a:pt x="93486" y="118592"/>
                    <a:pt x="110441" y="101257"/>
                  </a:cubicBezTo>
                  <a:cubicBezTo>
                    <a:pt x="112060" y="90017"/>
                    <a:pt x="113775" y="78588"/>
                    <a:pt x="115775" y="66967"/>
                  </a:cubicBezTo>
                  <a:cubicBezTo>
                    <a:pt x="117490" y="57157"/>
                    <a:pt x="119204" y="47536"/>
                    <a:pt x="121014" y="38107"/>
                  </a:cubicBezTo>
                  <a:cubicBezTo>
                    <a:pt x="119204" y="34487"/>
                    <a:pt x="104917" y="6484"/>
                    <a:pt x="74913" y="959"/>
                  </a:cubicBezTo>
                  <a:cubicBezTo>
                    <a:pt x="43385" y="-4851"/>
                    <a:pt x="5857" y="16199"/>
                    <a:pt x="523" y="51727"/>
                  </a:cubicBezTo>
                  <a:close/>
                </a:path>
              </a:pathLst>
            </a:custGeom>
            <a:solidFill>
              <a:srgbClr val="FF5A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1" name="Google Shape;1671;p50"/>
            <p:cNvSpPr/>
            <p:nvPr/>
          </p:nvSpPr>
          <p:spPr>
            <a:xfrm>
              <a:off x="1182062" y="3129342"/>
              <a:ext cx="503181" cy="724349"/>
            </a:xfrm>
            <a:custGeom>
              <a:avLst/>
              <a:gdLst/>
              <a:ahLst/>
              <a:cxnLst/>
              <a:rect l="l" t="t" r="r" b="b"/>
              <a:pathLst>
                <a:path w="304037" h="437673" extrusionOk="0">
                  <a:moveTo>
                    <a:pt x="0" y="424815"/>
                  </a:moveTo>
                  <a:cubicBezTo>
                    <a:pt x="36004" y="429101"/>
                    <a:pt x="72009" y="433388"/>
                    <a:pt x="108109" y="437674"/>
                  </a:cubicBezTo>
                  <a:cubicBezTo>
                    <a:pt x="155543" y="369475"/>
                    <a:pt x="205454" y="285560"/>
                    <a:pt x="249460" y="185738"/>
                  </a:cubicBezTo>
                  <a:cubicBezTo>
                    <a:pt x="271558" y="135636"/>
                    <a:pt x="289465" y="87535"/>
                    <a:pt x="304038" y="42386"/>
                  </a:cubicBezTo>
                  <a:cubicBezTo>
                    <a:pt x="230219" y="28289"/>
                    <a:pt x="156400" y="14097"/>
                    <a:pt x="82582" y="0"/>
                  </a:cubicBezTo>
                  <a:cubicBezTo>
                    <a:pt x="56674" y="85916"/>
                    <a:pt x="33338" y="182785"/>
                    <a:pt x="16764" y="289465"/>
                  </a:cubicBezTo>
                  <a:cubicBezTo>
                    <a:pt x="9430" y="336232"/>
                    <a:pt x="4000" y="381381"/>
                    <a:pt x="95" y="424720"/>
                  </a:cubicBezTo>
                  <a:close/>
                </a:path>
              </a:pathLst>
            </a:custGeom>
            <a:solidFill>
              <a:srgbClr val="FF5A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2" name="Google Shape;1672;p50"/>
            <p:cNvSpPr/>
            <p:nvPr/>
          </p:nvSpPr>
          <p:spPr>
            <a:xfrm>
              <a:off x="1118505" y="3880177"/>
              <a:ext cx="277797" cy="869535"/>
            </a:xfrm>
            <a:custGeom>
              <a:avLst/>
              <a:gdLst/>
              <a:ahLst/>
              <a:cxnLst/>
              <a:rect l="l" t="t" r="r" b="b"/>
              <a:pathLst>
                <a:path w="167853" h="525399" extrusionOk="0">
                  <a:moveTo>
                    <a:pt x="0" y="512255"/>
                  </a:moveTo>
                  <a:cubicBezTo>
                    <a:pt x="13144" y="516637"/>
                    <a:pt x="26289" y="521018"/>
                    <a:pt x="39433" y="525399"/>
                  </a:cubicBezTo>
                  <a:cubicBezTo>
                    <a:pt x="46958" y="502444"/>
                    <a:pt x="59436" y="466154"/>
                    <a:pt x="76676" y="422243"/>
                  </a:cubicBezTo>
                  <a:cubicBezTo>
                    <a:pt x="129921" y="286798"/>
                    <a:pt x="163354" y="246412"/>
                    <a:pt x="167449" y="171736"/>
                  </a:cubicBezTo>
                  <a:cubicBezTo>
                    <a:pt x="169164" y="140684"/>
                    <a:pt x="166306" y="94012"/>
                    <a:pt x="141351" y="35529"/>
                  </a:cubicBezTo>
                  <a:cubicBezTo>
                    <a:pt x="104965" y="23718"/>
                    <a:pt x="68580" y="11811"/>
                    <a:pt x="32194" y="0"/>
                  </a:cubicBezTo>
                  <a:cubicBezTo>
                    <a:pt x="32671" y="92393"/>
                    <a:pt x="29813" y="191167"/>
                    <a:pt x="22193" y="295561"/>
                  </a:cubicBezTo>
                  <a:cubicBezTo>
                    <a:pt x="16669" y="371285"/>
                    <a:pt x="9049" y="443579"/>
                    <a:pt x="0" y="512159"/>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3" name="Google Shape;1673;p50"/>
            <p:cNvSpPr/>
            <p:nvPr/>
          </p:nvSpPr>
          <p:spPr>
            <a:xfrm>
              <a:off x="869806" y="4724608"/>
              <a:ext cx="359479" cy="223531"/>
            </a:xfrm>
            <a:custGeom>
              <a:avLst/>
              <a:gdLst/>
              <a:ahLst/>
              <a:cxnLst/>
              <a:rect l="l" t="t" r="r" b="b"/>
              <a:pathLst>
                <a:path w="217208" h="135064" extrusionOk="0">
                  <a:moveTo>
                    <a:pt x="0" y="135064"/>
                  </a:moveTo>
                  <a:lnTo>
                    <a:pt x="215074" y="135064"/>
                  </a:lnTo>
                  <a:cubicBezTo>
                    <a:pt x="217265" y="125444"/>
                    <a:pt x="218980" y="110966"/>
                    <a:pt x="213836" y="95535"/>
                  </a:cubicBezTo>
                  <a:cubicBezTo>
                    <a:pt x="211741" y="89440"/>
                    <a:pt x="209360" y="85344"/>
                    <a:pt x="208502" y="83725"/>
                  </a:cubicBezTo>
                  <a:cubicBezTo>
                    <a:pt x="202121" y="72390"/>
                    <a:pt x="194977" y="51435"/>
                    <a:pt x="191643" y="9715"/>
                  </a:cubicBezTo>
                  <a:cubicBezTo>
                    <a:pt x="177832" y="6477"/>
                    <a:pt x="164116" y="3238"/>
                    <a:pt x="150304" y="0"/>
                  </a:cubicBezTo>
                  <a:cubicBezTo>
                    <a:pt x="98774" y="92487"/>
                    <a:pt x="69247" y="111919"/>
                    <a:pt x="51625" y="110776"/>
                  </a:cubicBezTo>
                  <a:cubicBezTo>
                    <a:pt x="47149" y="110490"/>
                    <a:pt x="29908" y="108013"/>
                    <a:pt x="15145" y="117824"/>
                  </a:cubicBezTo>
                  <a:cubicBezTo>
                    <a:pt x="7334" y="122967"/>
                    <a:pt x="2762" y="129921"/>
                    <a:pt x="95" y="135064"/>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4" name="Google Shape;1674;p50"/>
            <p:cNvSpPr/>
            <p:nvPr/>
          </p:nvSpPr>
          <p:spPr>
            <a:xfrm>
              <a:off x="1668073" y="2883650"/>
              <a:ext cx="386884" cy="1882637"/>
            </a:xfrm>
            <a:custGeom>
              <a:avLst/>
              <a:gdLst/>
              <a:ahLst/>
              <a:cxnLst/>
              <a:rect l="l" t="t" r="r" b="b"/>
              <a:pathLst>
                <a:path w="233767" h="1137545" extrusionOk="0">
                  <a:moveTo>
                    <a:pt x="95" y="1106043"/>
                  </a:moveTo>
                  <a:cubicBezTo>
                    <a:pt x="4096" y="1110615"/>
                    <a:pt x="27051" y="1135952"/>
                    <a:pt x="64865" y="1137475"/>
                  </a:cubicBezTo>
                  <a:cubicBezTo>
                    <a:pt x="93345" y="1138618"/>
                    <a:pt x="113729" y="1125569"/>
                    <a:pt x="120396" y="1120807"/>
                  </a:cubicBezTo>
                  <a:cubicBezTo>
                    <a:pt x="160115" y="978694"/>
                    <a:pt x="169355" y="864870"/>
                    <a:pt x="170307" y="786003"/>
                  </a:cubicBezTo>
                  <a:cubicBezTo>
                    <a:pt x="170974" y="727805"/>
                    <a:pt x="167068" y="693896"/>
                    <a:pt x="172784" y="620173"/>
                  </a:cubicBezTo>
                  <a:cubicBezTo>
                    <a:pt x="180213" y="524732"/>
                    <a:pt x="193167" y="511207"/>
                    <a:pt x="212979" y="381285"/>
                  </a:cubicBezTo>
                  <a:cubicBezTo>
                    <a:pt x="238792" y="211645"/>
                    <a:pt x="244507" y="136112"/>
                    <a:pt x="207264" y="57340"/>
                  </a:cubicBezTo>
                  <a:cubicBezTo>
                    <a:pt x="195072" y="31432"/>
                    <a:pt x="181356" y="12001"/>
                    <a:pt x="172117" y="0"/>
                  </a:cubicBezTo>
                  <a:cubicBezTo>
                    <a:pt x="114776" y="67246"/>
                    <a:pt x="57341" y="134398"/>
                    <a:pt x="0" y="201644"/>
                  </a:cubicBezTo>
                  <a:cubicBezTo>
                    <a:pt x="0" y="503111"/>
                    <a:pt x="0" y="804577"/>
                    <a:pt x="95" y="110604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5" name="Google Shape;1675;p50"/>
            <p:cNvSpPr/>
            <p:nvPr/>
          </p:nvSpPr>
          <p:spPr>
            <a:xfrm>
              <a:off x="1087042" y="2883650"/>
              <a:ext cx="864018" cy="1849611"/>
            </a:xfrm>
            <a:custGeom>
              <a:avLst/>
              <a:gdLst/>
              <a:ahLst/>
              <a:cxnLst/>
              <a:rect l="l" t="t" r="r" b="b"/>
              <a:pathLst>
                <a:path w="522065" h="1117590" extrusionOk="0">
                  <a:moveTo>
                    <a:pt x="45625" y="581977"/>
                  </a:moveTo>
                  <a:cubicBezTo>
                    <a:pt x="30385" y="754570"/>
                    <a:pt x="15240" y="927259"/>
                    <a:pt x="0" y="1099852"/>
                  </a:cubicBezTo>
                  <a:cubicBezTo>
                    <a:pt x="5810" y="1104709"/>
                    <a:pt x="19526" y="1114711"/>
                    <a:pt x="39434" y="1117092"/>
                  </a:cubicBezTo>
                  <a:cubicBezTo>
                    <a:pt x="72390" y="1120997"/>
                    <a:pt x="95917" y="1100804"/>
                    <a:pt x="99822" y="1097375"/>
                  </a:cubicBezTo>
                  <a:cubicBezTo>
                    <a:pt x="128588" y="1049655"/>
                    <a:pt x="169069" y="969264"/>
                    <a:pt x="187357" y="861822"/>
                  </a:cubicBezTo>
                  <a:cubicBezTo>
                    <a:pt x="206788" y="747713"/>
                    <a:pt x="192596" y="653510"/>
                    <a:pt x="179927" y="597979"/>
                  </a:cubicBezTo>
                  <a:cubicBezTo>
                    <a:pt x="207645" y="554736"/>
                    <a:pt x="235553" y="507016"/>
                    <a:pt x="262509" y="454914"/>
                  </a:cubicBezTo>
                  <a:cubicBezTo>
                    <a:pt x="311182" y="361093"/>
                    <a:pt x="346900" y="272034"/>
                    <a:pt x="373475" y="192310"/>
                  </a:cubicBezTo>
                  <a:cubicBezTo>
                    <a:pt x="423006" y="128206"/>
                    <a:pt x="472535" y="64103"/>
                    <a:pt x="522065" y="0"/>
                  </a:cubicBezTo>
                  <a:cubicBezTo>
                    <a:pt x="401479" y="14764"/>
                    <a:pt x="280797" y="29623"/>
                    <a:pt x="160211" y="44387"/>
                  </a:cubicBezTo>
                  <a:cubicBezTo>
                    <a:pt x="148590" y="80296"/>
                    <a:pt x="137541" y="117253"/>
                    <a:pt x="126968" y="155353"/>
                  </a:cubicBezTo>
                  <a:cubicBezTo>
                    <a:pt x="85249" y="306705"/>
                    <a:pt x="59912" y="450152"/>
                    <a:pt x="45529" y="58197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6" name="Google Shape;1676;p50"/>
            <p:cNvSpPr/>
            <p:nvPr/>
          </p:nvSpPr>
          <p:spPr>
            <a:xfrm>
              <a:off x="1270916" y="1812183"/>
              <a:ext cx="782676" cy="370924"/>
            </a:xfrm>
            <a:custGeom>
              <a:avLst/>
              <a:gdLst/>
              <a:ahLst/>
              <a:cxnLst/>
              <a:rect l="l" t="t" r="r" b="b"/>
              <a:pathLst>
                <a:path w="472916" h="224123" extrusionOk="0">
                  <a:moveTo>
                    <a:pt x="0" y="224123"/>
                  </a:moveTo>
                  <a:cubicBezTo>
                    <a:pt x="157734" y="223266"/>
                    <a:pt x="315183" y="222313"/>
                    <a:pt x="472916" y="221171"/>
                  </a:cubicBezTo>
                  <a:cubicBezTo>
                    <a:pt x="469678" y="205454"/>
                    <a:pt x="462534" y="183928"/>
                    <a:pt x="445103" y="166688"/>
                  </a:cubicBezTo>
                  <a:cubicBezTo>
                    <a:pt x="418243" y="140208"/>
                    <a:pt x="362617" y="142589"/>
                    <a:pt x="330327" y="122873"/>
                  </a:cubicBezTo>
                  <a:cubicBezTo>
                    <a:pt x="308515" y="109538"/>
                    <a:pt x="285845" y="78486"/>
                    <a:pt x="283369" y="0"/>
                  </a:cubicBezTo>
                  <a:cubicBezTo>
                    <a:pt x="282035" y="3238"/>
                    <a:pt x="278702" y="9525"/>
                    <a:pt x="271843" y="13907"/>
                  </a:cubicBezTo>
                  <a:cubicBezTo>
                    <a:pt x="256984" y="23336"/>
                    <a:pt x="239649" y="14859"/>
                    <a:pt x="238601" y="14288"/>
                  </a:cubicBezTo>
                  <a:cubicBezTo>
                    <a:pt x="224124" y="15145"/>
                    <a:pt x="209645" y="16097"/>
                    <a:pt x="195358" y="17240"/>
                  </a:cubicBezTo>
                  <a:cubicBezTo>
                    <a:pt x="192977" y="17240"/>
                    <a:pt x="190595" y="17526"/>
                    <a:pt x="188214" y="17812"/>
                  </a:cubicBezTo>
                  <a:cubicBezTo>
                    <a:pt x="187928" y="24289"/>
                    <a:pt x="187643" y="30290"/>
                    <a:pt x="186690" y="35909"/>
                  </a:cubicBezTo>
                  <a:cubicBezTo>
                    <a:pt x="184595" y="57245"/>
                    <a:pt x="180213" y="73819"/>
                    <a:pt x="174593" y="86487"/>
                  </a:cubicBezTo>
                  <a:cubicBezTo>
                    <a:pt x="166592" y="104585"/>
                    <a:pt x="156496" y="115824"/>
                    <a:pt x="146780" y="122873"/>
                  </a:cubicBezTo>
                  <a:cubicBezTo>
                    <a:pt x="111252" y="149543"/>
                    <a:pt x="68675" y="133255"/>
                    <a:pt x="32004" y="166688"/>
                  </a:cubicBezTo>
                  <a:cubicBezTo>
                    <a:pt x="12478" y="184404"/>
                    <a:pt x="4191" y="207264"/>
                    <a:pt x="0" y="22412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7" name="Google Shape;1677;p50"/>
            <p:cNvSpPr/>
            <p:nvPr/>
          </p:nvSpPr>
          <p:spPr>
            <a:xfrm>
              <a:off x="1418445" y="2152536"/>
              <a:ext cx="526641" cy="35038"/>
            </a:xfrm>
            <a:custGeom>
              <a:avLst/>
              <a:gdLst/>
              <a:ahLst/>
              <a:cxnLst/>
              <a:rect l="l" t="t" r="r" b="b"/>
              <a:pathLst>
                <a:path w="318212" h="21171" extrusionOk="0">
                  <a:moveTo>
                    <a:pt x="8372" y="8693"/>
                  </a:moveTo>
                  <a:cubicBezTo>
                    <a:pt x="7419" y="8693"/>
                    <a:pt x="5038" y="8693"/>
                    <a:pt x="3038" y="10408"/>
                  </a:cubicBezTo>
                  <a:cubicBezTo>
                    <a:pt x="180" y="12694"/>
                    <a:pt x="-772" y="16980"/>
                    <a:pt x="656" y="21171"/>
                  </a:cubicBezTo>
                  <a:lnTo>
                    <a:pt x="317648" y="21171"/>
                  </a:lnTo>
                  <a:cubicBezTo>
                    <a:pt x="318887" y="17838"/>
                    <a:pt x="318030" y="14218"/>
                    <a:pt x="315648" y="12122"/>
                  </a:cubicBezTo>
                  <a:cubicBezTo>
                    <a:pt x="313077" y="9836"/>
                    <a:pt x="309742" y="10313"/>
                    <a:pt x="309266" y="10408"/>
                  </a:cubicBezTo>
                  <a:cubicBezTo>
                    <a:pt x="267166" y="-641"/>
                    <a:pt x="234305" y="-355"/>
                    <a:pt x="211921" y="2026"/>
                  </a:cubicBezTo>
                  <a:cubicBezTo>
                    <a:pt x="193633" y="3931"/>
                    <a:pt x="188870" y="6598"/>
                    <a:pt x="168582" y="7550"/>
                  </a:cubicBezTo>
                  <a:cubicBezTo>
                    <a:pt x="132578" y="9265"/>
                    <a:pt x="116861" y="2407"/>
                    <a:pt x="87524" y="502"/>
                  </a:cubicBezTo>
                  <a:cubicBezTo>
                    <a:pt x="69332" y="-736"/>
                    <a:pt x="42376" y="-260"/>
                    <a:pt x="8467" y="869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8" name="Google Shape;1678;p50"/>
            <p:cNvSpPr/>
            <p:nvPr/>
          </p:nvSpPr>
          <p:spPr>
            <a:xfrm>
              <a:off x="1645781" y="2049811"/>
              <a:ext cx="52177" cy="19489"/>
            </a:xfrm>
            <a:custGeom>
              <a:avLst/>
              <a:gdLst/>
              <a:ahLst/>
              <a:cxnLst/>
              <a:rect l="l" t="t" r="r" b="b"/>
              <a:pathLst>
                <a:path w="31527" h="11776" extrusionOk="0">
                  <a:moveTo>
                    <a:pt x="31528" y="4667"/>
                  </a:moveTo>
                  <a:cubicBezTo>
                    <a:pt x="27146" y="10192"/>
                    <a:pt x="20098" y="12763"/>
                    <a:pt x="13430" y="11430"/>
                  </a:cubicBezTo>
                  <a:cubicBezTo>
                    <a:pt x="3905" y="9525"/>
                    <a:pt x="285" y="667"/>
                    <a:pt x="0" y="0"/>
                  </a:cubicBezTo>
                  <a:lnTo>
                    <a:pt x="31528" y="4667"/>
                  </a:lnTo>
                  <a:close/>
                </a:path>
              </a:pathLst>
            </a:custGeom>
            <a:solidFill>
              <a:srgbClr val="210B0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9" name="Google Shape;1679;p50"/>
            <p:cNvSpPr/>
            <p:nvPr/>
          </p:nvSpPr>
          <p:spPr>
            <a:xfrm>
              <a:off x="1445780" y="2082064"/>
              <a:ext cx="196260" cy="15497"/>
            </a:xfrm>
            <a:custGeom>
              <a:avLst/>
              <a:gdLst/>
              <a:ahLst/>
              <a:cxnLst/>
              <a:rect l="l" t="t" r="r" b="b"/>
              <a:pathLst>
                <a:path w="118586" h="9364" extrusionOk="0">
                  <a:moveTo>
                    <a:pt x="118491" y="1714"/>
                  </a:moveTo>
                  <a:cubicBezTo>
                    <a:pt x="116205" y="2762"/>
                    <a:pt x="112586" y="4381"/>
                    <a:pt x="108109" y="5715"/>
                  </a:cubicBezTo>
                  <a:cubicBezTo>
                    <a:pt x="92964" y="10382"/>
                    <a:pt x="80296" y="9525"/>
                    <a:pt x="71533" y="8763"/>
                  </a:cubicBezTo>
                  <a:cubicBezTo>
                    <a:pt x="39529" y="6096"/>
                    <a:pt x="10001" y="1619"/>
                    <a:pt x="0" y="0"/>
                  </a:cubicBezTo>
                  <a:cubicBezTo>
                    <a:pt x="22955" y="762"/>
                    <a:pt x="45911" y="1524"/>
                    <a:pt x="68866" y="2381"/>
                  </a:cubicBezTo>
                  <a:lnTo>
                    <a:pt x="118586" y="1714"/>
                  </a:lnTo>
                  <a:close/>
                </a:path>
              </a:pathLst>
            </a:custGeom>
            <a:solidFill>
              <a:srgbClr val="210B0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0" name="Google Shape;1680;p50"/>
            <p:cNvSpPr/>
            <p:nvPr/>
          </p:nvSpPr>
          <p:spPr>
            <a:xfrm>
              <a:off x="1690682" y="2082064"/>
              <a:ext cx="196260" cy="15497"/>
            </a:xfrm>
            <a:custGeom>
              <a:avLst/>
              <a:gdLst/>
              <a:ahLst/>
              <a:cxnLst/>
              <a:rect l="l" t="t" r="r" b="b"/>
              <a:pathLst>
                <a:path w="118586" h="9364" extrusionOk="0">
                  <a:moveTo>
                    <a:pt x="95" y="1714"/>
                  </a:moveTo>
                  <a:cubicBezTo>
                    <a:pt x="2381" y="2762"/>
                    <a:pt x="6001" y="4381"/>
                    <a:pt x="10478" y="5715"/>
                  </a:cubicBezTo>
                  <a:cubicBezTo>
                    <a:pt x="25622" y="10382"/>
                    <a:pt x="38291" y="9525"/>
                    <a:pt x="47054" y="8763"/>
                  </a:cubicBezTo>
                  <a:cubicBezTo>
                    <a:pt x="79057" y="6096"/>
                    <a:pt x="108585" y="1619"/>
                    <a:pt x="118586" y="0"/>
                  </a:cubicBezTo>
                  <a:cubicBezTo>
                    <a:pt x="95631" y="762"/>
                    <a:pt x="72676" y="1524"/>
                    <a:pt x="49721" y="2381"/>
                  </a:cubicBezTo>
                  <a:lnTo>
                    <a:pt x="0" y="1714"/>
                  </a:lnTo>
                  <a:close/>
                </a:path>
              </a:pathLst>
            </a:custGeom>
            <a:solidFill>
              <a:srgbClr val="210B0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1" name="Google Shape;1681;p50"/>
            <p:cNvSpPr/>
            <p:nvPr/>
          </p:nvSpPr>
          <p:spPr>
            <a:xfrm>
              <a:off x="1245455" y="2151550"/>
              <a:ext cx="178768" cy="538100"/>
            </a:xfrm>
            <a:custGeom>
              <a:avLst/>
              <a:gdLst/>
              <a:ahLst/>
              <a:cxnLst/>
              <a:rect l="l" t="t" r="r" b="b"/>
              <a:pathLst>
                <a:path w="108017" h="325136" extrusionOk="0">
                  <a:moveTo>
                    <a:pt x="82776" y="325136"/>
                  </a:moveTo>
                  <a:cubicBezTo>
                    <a:pt x="57249" y="316374"/>
                    <a:pt x="31722" y="307706"/>
                    <a:pt x="6195" y="298943"/>
                  </a:cubicBezTo>
                  <a:cubicBezTo>
                    <a:pt x="-282" y="242650"/>
                    <a:pt x="-2854" y="175975"/>
                    <a:pt x="4290" y="101870"/>
                  </a:cubicBezTo>
                  <a:cubicBezTo>
                    <a:pt x="7243" y="71676"/>
                    <a:pt x="11434" y="43292"/>
                    <a:pt x="16482" y="16908"/>
                  </a:cubicBezTo>
                  <a:cubicBezTo>
                    <a:pt x="33246" y="1572"/>
                    <a:pt x="56106" y="-3952"/>
                    <a:pt x="76299" y="2906"/>
                  </a:cubicBezTo>
                  <a:cubicBezTo>
                    <a:pt x="95921" y="9573"/>
                    <a:pt x="105541" y="25385"/>
                    <a:pt x="108017" y="29957"/>
                  </a:cubicBezTo>
                  <a:cubicBezTo>
                    <a:pt x="99635" y="128350"/>
                    <a:pt x="91158" y="226743"/>
                    <a:pt x="82776" y="325136"/>
                  </a:cubicBezTo>
                  <a:close/>
                </a:path>
              </a:pathLst>
            </a:custGeom>
            <a:solidFill>
              <a:srgbClr val="FF5A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2" name="Google Shape;1682;p50"/>
            <p:cNvSpPr/>
            <p:nvPr/>
          </p:nvSpPr>
          <p:spPr>
            <a:xfrm>
              <a:off x="1560722" y="1868783"/>
              <a:ext cx="86846" cy="91119"/>
            </a:xfrm>
            <a:custGeom>
              <a:avLst/>
              <a:gdLst/>
              <a:ahLst/>
              <a:cxnLst/>
              <a:rect l="l" t="t" r="r" b="b"/>
              <a:pathLst>
                <a:path w="52475" h="55057" extrusionOk="0">
                  <a:moveTo>
                    <a:pt x="0" y="52388"/>
                  </a:moveTo>
                  <a:cubicBezTo>
                    <a:pt x="20764" y="59817"/>
                    <a:pt x="42958" y="51245"/>
                    <a:pt x="50006" y="32861"/>
                  </a:cubicBezTo>
                  <a:cubicBezTo>
                    <a:pt x="54483" y="21907"/>
                    <a:pt x="52673" y="9811"/>
                    <a:pt x="46196" y="0"/>
                  </a:cubicBezTo>
                  <a:cubicBezTo>
                    <a:pt x="33433" y="1810"/>
                    <a:pt x="22193" y="2096"/>
                    <a:pt x="12192" y="1810"/>
                  </a:cubicBezTo>
                  <a:cubicBezTo>
                    <a:pt x="10096" y="23146"/>
                    <a:pt x="5715" y="39719"/>
                    <a:pt x="95" y="52388"/>
                  </a:cubicBezTo>
                  <a:close/>
                </a:path>
              </a:pathLst>
            </a:custGeom>
            <a:solidFill>
              <a:srgbClr val="210B0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3" name="Google Shape;1683;p50"/>
            <p:cNvSpPr/>
            <p:nvPr/>
          </p:nvSpPr>
          <p:spPr>
            <a:xfrm>
              <a:off x="1405967" y="1497078"/>
              <a:ext cx="358829" cy="447105"/>
            </a:xfrm>
            <a:custGeom>
              <a:avLst/>
              <a:gdLst/>
              <a:ahLst/>
              <a:cxnLst/>
              <a:rect l="l" t="t" r="r" b="b"/>
              <a:pathLst>
                <a:path w="216815" h="270154" extrusionOk="0">
                  <a:moveTo>
                    <a:pt x="8841" y="126875"/>
                  </a:moveTo>
                  <a:cubicBezTo>
                    <a:pt x="8841" y="126875"/>
                    <a:pt x="9126" y="127733"/>
                    <a:pt x="9412" y="128018"/>
                  </a:cubicBezTo>
                  <a:cubicBezTo>
                    <a:pt x="10555" y="131542"/>
                    <a:pt x="12079" y="134495"/>
                    <a:pt x="13603" y="137448"/>
                  </a:cubicBezTo>
                  <a:cubicBezTo>
                    <a:pt x="13889" y="137734"/>
                    <a:pt x="13889" y="138305"/>
                    <a:pt x="14175" y="138591"/>
                  </a:cubicBezTo>
                  <a:cubicBezTo>
                    <a:pt x="15318" y="141544"/>
                    <a:pt x="16842" y="143925"/>
                    <a:pt x="17985" y="146306"/>
                  </a:cubicBezTo>
                  <a:cubicBezTo>
                    <a:pt x="21795" y="154022"/>
                    <a:pt x="25128" y="158403"/>
                    <a:pt x="29796" y="170024"/>
                  </a:cubicBezTo>
                  <a:cubicBezTo>
                    <a:pt x="38368" y="190693"/>
                    <a:pt x="36939" y="197265"/>
                    <a:pt x="42845" y="209933"/>
                  </a:cubicBezTo>
                  <a:cubicBezTo>
                    <a:pt x="49989" y="225650"/>
                    <a:pt x="60942" y="234793"/>
                    <a:pt x="75135" y="246033"/>
                  </a:cubicBezTo>
                  <a:cubicBezTo>
                    <a:pt x="77516" y="248128"/>
                    <a:pt x="107710" y="272036"/>
                    <a:pt x="128380" y="270036"/>
                  </a:cubicBezTo>
                  <a:cubicBezTo>
                    <a:pt x="135523" y="269465"/>
                    <a:pt x="142286" y="267083"/>
                    <a:pt x="142286" y="267083"/>
                  </a:cubicBezTo>
                  <a:cubicBezTo>
                    <a:pt x="146763" y="265274"/>
                    <a:pt x="150858" y="263273"/>
                    <a:pt x="154763" y="260606"/>
                  </a:cubicBezTo>
                  <a:cubicBezTo>
                    <a:pt x="159240" y="257368"/>
                    <a:pt x="194102" y="229841"/>
                    <a:pt x="208294" y="186597"/>
                  </a:cubicBezTo>
                  <a:cubicBezTo>
                    <a:pt x="226392" y="133067"/>
                    <a:pt x="218676" y="39245"/>
                    <a:pt x="155621" y="9051"/>
                  </a:cubicBezTo>
                  <a:cubicBezTo>
                    <a:pt x="116854" y="-9332"/>
                    <a:pt x="74849" y="4860"/>
                    <a:pt x="58561" y="11718"/>
                  </a:cubicBezTo>
                  <a:cubicBezTo>
                    <a:pt x="56751" y="12575"/>
                    <a:pt x="54751" y="13528"/>
                    <a:pt x="52656" y="14671"/>
                  </a:cubicBezTo>
                  <a:cubicBezTo>
                    <a:pt x="52656" y="14671"/>
                    <a:pt x="44369" y="18767"/>
                    <a:pt x="37225" y="23815"/>
                  </a:cubicBezTo>
                  <a:cubicBezTo>
                    <a:pt x="11508" y="42484"/>
                    <a:pt x="3507" y="65249"/>
                    <a:pt x="3507" y="65249"/>
                  </a:cubicBezTo>
                  <a:cubicBezTo>
                    <a:pt x="-3923" y="86870"/>
                    <a:pt x="1697" y="109635"/>
                    <a:pt x="8841" y="126780"/>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4" name="Google Shape;1684;p50"/>
            <p:cNvSpPr/>
            <p:nvPr/>
          </p:nvSpPr>
          <p:spPr>
            <a:xfrm>
              <a:off x="1596997" y="1692607"/>
              <a:ext cx="41635" cy="36829"/>
            </a:xfrm>
            <a:custGeom>
              <a:avLst/>
              <a:gdLst/>
              <a:ahLst/>
              <a:cxnLst/>
              <a:rect l="l" t="t" r="r" b="b"/>
              <a:pathLst>
                <a:path w="25157" h="22253" extrusionOk="0">
                  <a:moveTo>
                    <a:pt x="911" y="16413"/>
                  </a:moveTo>
                  <a:cubicBezTo>
                    <a:pt x="3482" y="21842"/>
                    <a:pt x="10817" y="23843"/>
                    <a:pt x="17294" y="20890"/>
                  </a:cubicBezTo>
                  <a:cubicBezTo>
                    <a:pt x="23771" y="17937"/>
                    <a:pt x="26819" y="11269"/>
                    <a:pt x="24247" y="5840"/>
                  </a:cubicBezTo>
                  <a:cubicBezTo>
                    <a:pt x="21675" y="411"/>
                    <a:pt x="14341" y="-1589"/>
                    <a:pt x="7864" y="1364"/>
                  </a:cubicBezTo>
                  <a:cubicBezTo>
                    <a:pt x="1387" y="4316"/>
                    <a:pt x="-1661" y="10984"/>
                    <a:pt x="911" y="1641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5" name="Google Shape;1685;p50"/>
            <p:cNvSpPr/>
            <p:nvPr/>
          </p:nvSpPr>
          <p:spPr>
            <a:xfrm>
              <a:off x="1574514" y="1679035"/>
              <a:ext cx="90921" cy="41640"/>
            </a:xfrm>
            <a:custGeom>
              <a:avLst/>
              <a:gdLst/>
              <a:ahLst/>
              <a:cxnLst/>
              <a:rect l="l" t="t" r="r" b="b"/>
              <a:pathLst>
                <a:path w="54937" h="25160" extrusionOk="0">
                  <a:moveTo>
                    <a:pt x="12265" y="25065"/>
                  </a:moveTo>
                  <a:cubicBezTo>
                    <a:pt x="11503" y="24970"/>
                    <a:pt x="1407" y="20969"/>
                    <a:pt x="1407" y="20969"/>
                  </a:cubicBezTo>
                  <a:cubicBezTo>
                    <a:pt x="264" y="20493"/>
                    <a:pt x="-308" y="19255"/>
                    <a:pt x="168" y="18112"/>
                  </a:cubicBezTo>
                  <a:cubicBezTo>
                    <a:pt x="645" y="16969"/>
                    <a:pt x="1883" y="16397"/>
                    <a:pt x="3026" y="16874"/>
                  </a:cubicBezTo>
                  <a:lnTo>
                    <a:pt x="10931" y="19922"/>
                  </a:lnTo>
                  <a:cubicBezTo>
                    <a:pt x="11408" y="18683"/>
                    <a:pt x="11884" y="17540"/>
                    <a:pt x="12551" y="16397"/>
                  </a:cubicBezTo>
                  <a:cubicBezTo>
                    <a:pt x="21790" y="-176"/>
                    <a:pt x="47794" y="-81"/>
                    <a:pt x="52746" y="14"/>
                  </a:cubicBezTo>
                  <a:cubicBezTo>
                    <a:pt x="53985" y="14"/>
                    <a:pt x="54937" y="1062"/>
                    <a:pt x="54937" y="2300"/>
                  </a:cubicBezTo>
                  <a:cubicBezTo>
                    <a:pt x="54937" y="3539"/>
                    <a:pt x="53699" y="4396"/>
                    <a:pt x="52651" y="4491"/>
                  </a:cubicBezTo>
                  <a:cubicBezTo>
                    <a:pt x="47888" y="4205"/>
                    <a:pt x="24457" y="4300"/>
                    <a:pt x="16456" y="18588"/>
                  </a:cubicBezTo>
                  <a:cubicBezTo>
                    <a:pt x="15599" y="20112"/>
                    <a:pt x="14932" y="21731"/>
                    <a:pt x="14551" y="23446"/>
                  </a:cubicBezTo>
                  <a:cubicBezTo>
                    <a:pt x="14361" y="24113"/>
                    <a:pt x="13979" y="24589"/>
                    <a:pt x="13408" y="24875"/>
                  </a:cubicBezTo>
                  <a:cubicBezTo>
                    <a:pt x="13123" y="25065"/>
                    <a:pt x="12741" y="25160"/>
                    <a:pt x="12360" y="2516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6" name="Google Shape;1686;p50"/>
            <p:cNvSpPr/>
            <p:nvPr/>
          </p:nvSpPr>
          <p:spPr>
            <a:xfrm>
              <a:off x="1453923" y="1750714"/>
              <a:ext cx="42401" cy="36031"/>
            </a:xfrm>
            <a:custGeom>
              <a:avLst/>
              <a:gdLst/>
              <a:ahLst/>
              <a:cxnLst/>
              <a:rect l="l" t="t" r="r" b="b"/>
              <a:pathLst>
                <a:path w="25620" h="21771" extrusionOk="0">
                  <a:moveTo>
                    <a:pt x="142" y="12838"/>
                  </a:moveTo>
                  <a:cubicBezTo>
                    <a:pt x="1190" y="18744"/>
                    <a:pt x="7762" y="22649"/>
                    <a:pt x="14715" y="21601"/>
                  </a:cubicBezTo>
                  <a:cubicBezTo>
                    <a:pt x="21669" y="20553"/>
                    <a:pt x="26527" y="14838"/>
                    <a:pt x="25479" y="8933"/>
                  </a:cubicBezTo>
                  <a:cubicBezTo>
                    <a:pt x="24431" y="3028"/>
                    <a:pt x="17859" y="-878"/>
                    <a:pt x="10905" y="170"/>
                  </a:cubicBezTo>
                  <a:cubicBezTo>
                    <a:pt x="3952" y="1218"/>
                    <a:pt x="-905" y="6933"/>
                    <a:pt x="142" y="1283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7" name="Google Shape;1687;p50"/>
            <p:cNvSpPr/>
            <p:nvPr/>
          </p:nvSpPr>
          <p:spPr>
            <a:xfrm>
              <a:off x="1427416" y="1743767"/>
              <a:ext cx="95115" cy="29908"/>
            </a:xfrm>
            <a:custGeom>
              <a:avLst/>
              <a:gdLst/>
              <a:ahLst/>
              <a:cxnLst/>
              <a:rect l="l" t="t" r="r" b="b"/>
              <a:pathLst>
                <a:path w="57471" h="18071" extrusionOk="0">
                  <a:moveTo>
                    <a:pt x="10872" y="18071"/>
                  </a:moveTo>
                  <a:cubicBezTo>
                    <a:pt x="10872" y="18071"/>
                    <a:pt x="9920" y="17881"/>
                    <a:pt x="9539" y="17595"/>
                  </a:cubicBezTo>
                  <a:lnTo>
                    <a:pt x="871" y="11118"/>
                  </a:lnTo>
                  <a:cubicBezTo>
                    <a:pt x="-81" y="10356"/>
                    <a:pt x="-272" y="9022"/>
                    <a:pt x="395" y="7975"/>
                  </a:cubicBezTo>
                  <a:cubicBezTo>
                    <a:pt x="1157" y="7022"/>
                    <a:pt x="2586" y="6737"/>
                    <a:pt x="3538" y="7499"/>
                  </a:cubicBezTo>
                  <a:lnTo>
                    <a:pt x="9634" y="12071"/>
                  </a:lnTo>
                  <a:cubicBezTo>
                    <a:pt x="10205" y="10642"/>
                    <a:pt x="10967" y="9309"/>
                    <a:pt x="11825" y="8070"/>
                  </a:cubicBezTo>
                  <a:cubicBezTo>
                    <a:pt x="18969" y="-1360"/>
                    <a:pt x="36304" y="-2598"/>
                    <a:pt x="56021" y="4736"/>
                  </a:cubicBezTo>
                  <a:cubicBezTo>
                    <a:pt x="57164" y="5213"/>
                    <a:pt x="57735" y="6451"/>
                    <a:pt x="57354" y="7594"/>
                  </a:cubicBezTo>
                  <a:cubicBezTo>
                    <a:pt x="56973" y="8737"/>
                    <a:pt x="55640" y="9309"/>
                    <a:pt x="54497" y="8927"/>
                  </a:cubicBezTo>
                  <a:cubicBezTo>
                    <a:pt x="36875" y="2355"/>
                    <a:pt x="21159" y="3117"/>
                    <a:pt x="15444" y="10737"/>
                  </a:cubicBezTo>
                  <a:cubicBezTo>
                    <a:pt x="14301" y="12261"/>
                    <a:pt x="13539" y="14071"/>
                    <a:pt x="13063" y="16166"/>
                  </a:cubicBezTo>
                  <a:cubicBezTo>
                    <a:pt x="12872" y="16928"/>
                    <a:pt x="12396" y="17500"/>
                    <a:pt x="11634" y="17786"/>
                  </a:cubicBezTo>
                  <a:cubicBezTo>
                    <a:pt x="11348" y="17786"/>
                    <a:pt x="11063" y="17881"/>
                    <a:pt x="10872" y="1788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8" name="Google Shape;1688;p50"/>
            <p:cNvSpPr/>
            <p:nvPr/>
          </p:nvSpPr>
          <p:spPr>
            <a:xfrm>
              <a:off x="1542448" y="1628308"/>
              <a:ext cx="119896" cy="62109"/>
            </a:xfrm>
            <a:custGeom>
              <a:avLst/>
              <a:gdLst/>
              <a:ahLst/>
              <a:cxnLst/>
              <a:rect l="l" t="t" r="r" b="b"/>
              <a:pathLst>
                <a:path w="72445" h="37528" extrusionOk="0">
                  <a:moveTo>
                    <a:pt x="72446" y="5906"/>
                  </a:moveTo>
                  <a:cubicBezTo>
                    <a:pt x="62254" y="7811"/>
                    <a:pt x="48347" y="11430"/>
                    <a:pt x="33107" y="18669"/>
                  </a:cubicBezTo>
                  <a:cubicBezTo>
                    <a:pt x="19962" y="24860"/>
                    <a:pt x="9771" y="31814"/>
                    <a:pt x="2341" y="37529"/>
                  </a:cubicBezTo>
                  <a:cubicBezTo>
                    <a:pt x="1579" y="35719"/>
                    <a:pt x="912" y="33624"/>
                    <a:pt x="436" y="31147"/>
                  </a:cubicBezTo>
                  <a:cubicBezTo>
                    <a:pt x="-611" y="25146"/>
                    <a:pt x="436" y="20003"/>
                    <a:pt x="1389" y="16669"/>
                  </a:cubicBezTo>
                  <a:cubicBezTo>
                    <a:pt x="11866" y="11906"/>
                    <a:pt x="20820" y="8382"/>
                    <a:pt x="27487" y="6096"/>
                  </a:cubicBezTo>
                  <a:cubicBezTo>
                    <a:pt x="43585" y="381"/>
                    <a:pt x="48538" y="0"/>
                    <a:pt x="51871" y="0"/>
                  </a:cubicBezTo>
                  <a:cubicBezTo>
                    <a:pt x="61206" y="95"/>
                    <a:pt x="68349" y="3429"/>
                    <a:pt x="72446" y="590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9" name="Google Shape;1689;p50"/>
            <p:cNvSpPr/>
            <p:nvPr/>
          </p:nvSpPr>
          <p:spPr>
            <a:xfrm>
              <a:off x="1534428" y="1656609"/>
              <a:ext cx="7186" cy="35791"/>
            </a:xfrm>
            <a:custGeom>
              <a:avLst/>
              <a:gdLst/>
              <a:ahLst/>
              <a:cxnLst/>
              <a:rect l="l" t="t" r="r" b="b"/>
              <a:pathLst>
                <a:path w="4342" h="21626" extrusionOk="0">
                  <a:moveTo>
                    <a:pt x="220" y="2000"/>
                  </a:moveTo>
                  <a:cubicBezTo>
                    <a:pt x="30" y="4096"/>
                    <a:pt x="-161" y="7049"/>
                    <a:pt x="220" y="10478"/>
                  </a:cubicBezTo>
                  <a:cubicBezTo>
                    <a:pt x="1077" y="16574"/>
                    <a:pt x="3458" y="21812"/>
                    <a:pt x="4125" y="21622"/>
                  </a:cubicBezTo>
                  <a:cubicBezTo>
                    <a:pt x="4792" y="21431"/>
                    <a:pt x="3744" y="14288"/>
                    <a:pt x="3363" y="12192"/>
                  </a:cubicBezTo>
                  <a:cubicBezTo>
                    <a:pt x="2887" y="9049"/>
                    <a:pt x="2315" y="6382"/>
                    <a:pt x="2601" y="2381"/>
                  </a:cubicBezTo>
                  <a:cubicBezTo>
                    <a:pt x="2601" y="1429"/>
                    <a:pt x="2792" y="571"/>
                    <a:pt x="2887" y="0"/>
                  </a:cubicBezTo>
                  <a:lnTo>
                    <a:pt x="125" y="200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0" name="Google Shape;1690;p50"/>
            <p:cNvSpPr/>
            <p:nvPr/>
          </p:nvSpPr>
          <p:spPr>
            <a:xfrm>
              <a:off x="1420641" y="1693604"/>
              <a:ext cx="61164" cy="33418"/>
            </a:xfrm>
            <a:custGeom>
              <a:avLst/>
              <a:gdLst/>
              <a:ahLst/>
              <a:cxnLst/>
              <a:rect l="l" t="t" r="r" b="b"/>
              <a:pathLst>
                <a:path w="36957" h="20192" extrusionOk="0">
                  <a:moveTo>
                    <a:pt x="0" y="8477"/>
                  </a:moveTo>
                  <a:cubicBezTo>
                    <a:pt x="0" y="8477"/>
                    <a:pt x="286" y="9335"/>
                    <a:pt x="571" y="9620"/>
                  </a:cubicBezTo>
                  <a:cubicBezTo>
                    <a:pt x="1714" y="13145"/>
                    <a:pt x="3238" y="16097"/>
                    <a:pt x="4763" y="19050"/>
                  </a:cubicBezTo>
                  <a:cubicBezTo>
                    <a:pt x="5048" y="19336"/>
                    <a:pt x="5048" y="19907"/>
                    <a:pt x="5334" y="20193"/>
                  </a:cubicBezTo>
                  <a:cubicBezTo>
                    <a:pt x="17717" y="17240"/>
                    <a:pt x="28385" y="16002"/>
                    <a:pt x="36957" y="15716"/>
                  </a:cubicBezTo>
                  <a:cubicBezTo>
                    <a:pt x="36386" y="13907"/>
                    <a:pt x="35433" y="11906"/>
                    <a:pt x="34290" y="9811"/>
                  </a:cubicBezTo>
                  <a:cubicBezTo>
                    <a:pt x="31337" y="5048"/>
                    <a:pt x="27527" y="1810"/>
                    <a:pt x="24860" y="0"/>
                  </a:cubicBezTo>
                  <a:cubicBezTo>
                    <a:pt x="14478" y="2953"/>
                    <a:pt x="6191" y="5905"/>
                    <a:pt x="0" y="828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1" name="Google Shape;1691;p50"/>
            <p:cNvSpPr/>
            <p:nvPr/>
          </p:nvSpPr>
          <p:spPr>
            <a:xfrm>
              <a:off x="1466334" y="1690759"/>
              <a:ext cx="20325" cy="27288"/>
            </a:xfrm>
            <a:custGeom>
              <a:avLst/>
              <a:gdLst/>
              <a:ahLst/>
              <a:cxnLst/>
              <a:rect l="l" t="t" r="r" b="b"/>
              <a:pathLst>
                <a:path w="12281" h="16488" extrusionOk="0">
                  <a:moveTo>
                    <a:pt x="3143" y="95"/>
                  </a:moveTo>
                  <a:cubicBezTo>
                    <a:pt x="4572" y="1429"/>
                    <a:pt x="6477" y="3429"/>
                    <a:pt x="8191" y="6191"/>
                  </a:cubicBezTo>
                  <a:cubicBezTo>
                    <a:pt x="11239" y="11049"/>
                    <a:pt x="12668" y="16288"/>
                    <a:pt x="12192" y="16478"/>
                  </a:cubicBezTo>
                  <a:cubicBezTo>
                    <a:pt x="11621" y="16764"/>
                    <a:pt x="8001" y="10954"/>
                    <a:pt x="6953" y="9239"/>
                  </a:cubicBezTo>
                  <a:cubicBezTo>
                    <a:pt x="5429" y="6668"/>
                    <a:pt x="4191" y="4477"/>
                    <a:pt x="1619" y="1810"/>
                  </a:cubicBezTo>
                  <a:cubicBezTo>
                    <a:pt x="952" y="1143"/>
                    <a:pt x="381" y="667"/>
                    <a:pt x="0" y="286"/>
                  </a:cubicBezTo>
                  <a:lnTo>
                    <a:pt x="314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2" name="Google Shape;1692;p50"/>
            <p:cNvSpPr/>
            <p:nvPr/>
          </p:nvSpPr>
          <p:spPr>
            <a:xfrm>
              <a:off x="1537005" y="1802316"/>
              <a:ext cx="29793" cy="12896"/>
            </a:xfrm>
            <a:custGeom>
              <a:avLst/>
              <a:gdLst/>
              <a:ahLst/>
              <a:cxnLst/>
              <a:rect l="l" t="t" r="r" b="b"/>
              <a:pathLst>
                <a:path w="18002" h="7792" extrusionOk="0">
                  <a:moveTo>
                    <a:pt x="18002" y="134"/>
                  </a:moveTo>
                  <a:cubicBezTo>
                    <a:pt x="14288" y="-343"/>
                    <a:pt x="11144" y="515"/>
                    <a:pt x="8096" y="1753"/>
                  </a:cubicBezTo>
                  <a:cubicBezTo>
                    <a:pt x="5143" y="3086"/>
                    <a:pt x="2286" y="4705"/>
                    <a:pt x="0" y="7658"/>
                  </a:cubicBezTo>
                  <a:cubicBezTo>
                    <a:pt x="3715" y="8135"/>
                    <a:pt x="6858" y="7277"/>
                    <a:pt x="9906" y="6039"/>
                  </a:cubicBezTo>
                  <a:cubicBezTo>
                    <a:pt x="12859" y="4705"/>
                    <a:pt x="15716" y="3086"/>
                    <a:pt x="18002" y="13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3" name="Google Shape;1693;p50"/>
            <p:cNvSpPr/>
            <p:nvPr/>
          </p:nvSpPr>
          <p:spPr>
            <a:xfrm>
              <a:off x="1534534" y="1818998"/>
              <a:ext cx="89795" cy="47343"/>
            </a:xfrm>
            <a:custGeom>
              <a:avLst/>
              <a:gdLst/>
              <a:ahLst/>
              <a:cxnLst/>
              <a:rect l="l" t="t" r="r" b="b"/>
              <a:pathLst>
                <a:path w="54257" h="28606" extrusionOk="0">
                  <a:moveTo>
                    <a:pt x="5871" y="28279"/>
                  </a:moveTo>
                  <a:cubicBezTo>
                    <a:pt x="18539" y="29803"/>
                    <a:pt x="29017" y="25516"/>
                    <a:pt x="29017" y="25516"/>
                  </a:cubicBezTo>
                  <a:cubicBezTo>
                    <a:pt x="36827" y="22278"/>
                    <a:pt x="41304" y="18182"/>
                    <a:pt x="49305" y="10562"/>
                  </a:cubicBezTo>
                  <a:cubicBezTo>
                    <a:pt x="53686" y="6466"/>
                    <a:pt x="54258" y="5133"/>
                    <a:pt x="54258" y="4466"/>
                  </a:cubicBezTo>
                  <a:cubicBezTo>
                    <a:pt x="53210" y="-1154"/>
                    <a:pt x="20349" y="-1249"/>
                    <a:pt x="18158" y="2942"/>
                  </a:cubicBezTo>
                  <a:cubicBezTo>
                    <a:pt x="18158" y="3037"/>
                    <a:pt x="17872" y="3418"/>
                    <a:pt x="17491" y="3895"/>
                  </a:cubicBezTo>
                  <a:cubicBezTo>
                    <a:pt x="15872" y="5609"/>
                    <a:pt x="13015" y="5419"/>
                    <a:pt x="12348" y="5419"/>
                  </a:cubicBezTo>
                  <a:cubicBezTo>
                    <a:pt x="10252" y="5419"/>
                    <a:pt x="7014" y="8371"/>
                    <a:pt x="2537" y="21230"/>
                  </a:cubicBezTo>
                  <a:cubicBezTo>
                    <a:pt x="2061" y="21611"/>
                    <a:pt x="-416" y="23897"/>
                    <a:pt x="60" y="25802"/>
                  </a:cubicBezTo>
                  <a:cubicBezTo>
                    <a:pt x="537" y="27326"/>
                    <a:pt x="2727" y="27993"/>
                    <a:pt x="5871" y="2837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4" name="Google Shape;1694;p50"/>
            <p:cNvSpPr/>
            <p:nvPr/>
          </p:nvSpPr>
          <p:spPr>
            <a:xfrm>
              <a:off x="1576799" y="1865403"/>
              <a:ext cx="41094" cy="24335"/>
            </a:xfrm>
            <a:custGeom>
              <a:avLst/>
              <a:gdLst/>
              <a:ahLst/>
              <a:cxnLst/>
              <a:rect l="l" t="t" r="r" b="b"/>
              <a:pathLst>
                <a:path w="24830" h="14704" extrusionOk="0">
                  <a:moveTo>
                    <a:pt x="2220" y="14705"/>
                  </a:moveTo>
                  <a:cubicBezTo>
                    <a:pt x="1172" y="14705"/>
                    <a:pt x="219" y="13943"/>
                    <a:pt x="29" y="12895"/>
                  </a:cubicBezTo>
                  <a:cubicBezTo>
                    <a:pt x="-161" y="11657"/>
                    <a:pt x="601" y="10514"/>
                    <a:pt x="1839" y="10323"/>
                  </a:cubicBezTo>
                  <a:cubicBezTo>
                    <a:pt x="4030" y="9942"/>
                    <a:pt x="6125" y="9371"/>
                    <a:pt x="8221" y="8609"/>
                  </a:cubicBezTo>
                  <a:cubicBezTo>
                    <a:pt x="12983" y="6894"/>
                    <a:pt x="17269" y="4132"/>
                    <a:pt x="21079" y="608"/>
                  </a:cubicBezTo>
                  <a:cubicBezTo>
                    <a:pt x="21937" y="-250"/>
                    <a:pt x="23365" y="-154"/>
                    <a:pt x="24223" y="608"/>
                  </a:cubicBezTo>
                  <a:cubicBezTo>
                    <a:pt x="25080" y="1465"/>
                    <a:pt x="24985" y="2894"/>
                    <a:pt x="24223" y="3751"/>
                  </a:cubicBezTo>
                  <a:cubicBezTo>
                    <a:pt x="20032" y="7752"/>
                    <a:pt x="15174" y="10704"/>
                    <a:pt x="9935" y="12705"/>
                  </a:cubicBezTo>
                  <a:cubicBezTo>
                    <a:pt x="7649" y="13562"/>
                    <a:pt x="5173" y="14229"/>
                    <a:pt x="2791" y="14705"/>
                  </a:cubicBezTo>
                  <a:cubicBezTo>
                    <a:pt x="2696" y="14705"/>
                    <a:pt x="2505" y="14705"/>
                    <a:pt x="2410" y="1470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5" name="Google Shape;1695;p50"/>
            <p:cNvSpPr/>
            <p:nvPr/>
          </p:nvSpPr>
          <p:spPr>
            <a:xfrm>
              <a:off x="1540167" y="1829708"/>
              <a:ext cx="75672" cy="44556"/>
            </a:xfrm>
            <a:custGeom>
              <a:avLst/>
              <a:gdLst/>
              <a:ahLst/>
              <a:cxnLst/>
              <a:rect l="l" t="t" r="r" b="b"/>
              <a:pathLst>
                <a:path w="45723" h="26922" extrusionOk="0">
                  <a:moveTo>
                    <a:pt x="0" y="21350"/>
                  </a:moveTo>
                  <a:cubicBezTo>
                    <a:pt x="0" y="24398"/>
                    <a:pt x="12763" y="29161"/>
                    <a:pt x="24098" y="25732"/>
                  </a:cubicBezTo>
                  <a:cubicBezTo>
                    <a:pt x="39624" y="20969"/>
                    <a:pt x="47625" y="2300"/>
                    <a:pt x="45339" y="205"/>
                  </a:cubicBezTo>
                  <a:cubicBezTo>
                    <a:pt x="43910" y="-1224"/>
                    <a:pt x="38672" y="5062"/>
                    <a:pt x="24003" y="11825"/>
                  </a:cubicBezTo>
                  <a:cubicBezTo>
                    <a:pt x="8858" y="18778"/>
                    <a:pt x="0" y="18873"/>
                    <a:pt x="0" y="2144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6" name="Google Shape;1696;p50"/>
            <p:cNvSpPr/>
            <p:nvPr/>
          </p:nvSpPr>
          <p:spPr>
            <a:xfrm>
              <a:off x="1304119" y="1964277"/>
              <a:ext cx="718990" cy="990021"/>
            </a:xfrm>
            <a:custGeom>
              <a:avLst/>
              <a:gdLst/>
              <a:ahLst/>
              <a:cxnLst/>
              <a:rect l="l" t="t" r="r" b="b"/>
              <a:pathLst>
                <a:path w="434435" h="598200" extrusionOk="0">
                  <a:moveTo>
                    <a:pt x="28004" y="580263"/>
                  </a:moveTo>
                  <a:cubicBezTo>
                    <a:pt x="75629" y="591598"/>
                    <a:pt x="145161" y="602552"/>
                    <a:pt x="228600" y="596456"/>
                  </a:cubicBezTo>
                  <a:cubicBezTo>
                    <a:pt x="306324" y="590836"/>
                    <a:pt x="369475" y="572358"/>
                    <a:pt x="413576" y="555784"/>
                  </a:cubicBezTo>
                  <a:cubicBezTo>
                    <a:pt x="420529" y="396621"/>
                    <a:pt x="427482" y="237554"/>
                    <a:pt x="434435" y="78391"/>
                  </a:cubicBezTo>
                  <a:cubicBezTo>
                    <a:pt x="426339" y="69818"/>
                    <a:pt x="417005" y="61151"/>
                    <a:pt x="406146" y="52674"/>
                  </a:cubicBezTo>
                  <a:cubicBezTo>
                    <a:pt x="363188" y="19145"/>
                    <a:pt x="317944" y="5715"/>
                    <a:pt x="286893" y="0"/>
                  </a:cubicBezTo>
                  <a:cubicBezTo>
                    <a:pt x="240792" y="2191"/>
                    <a:pt x="194691" y="4477"/>
                    <a:pt x="148590" y="6668"/>
                  </a:cubicBezTo>
                  <a:cubicBezTo>
                    <a:pt x="130112" y="6763"/>
                    <a:pt x="80772" y="9716"/>
                    <a:pt x="37243" y="45339"/>
                  </a:cubicBezTo>
                  <a:cubicBezTo>
                    <a:pt x="19431" y="59817"/>
                    <a:pt x="7620" y="75724"/>
                    <a:pt x="0" y="88392"/>
                  </a:cubicBezTo>
                  <a:cubicBezTo>
                    <a:pt x="9335" y="252317"/>
                    <a:pt x="18669" y="416338"/>
                    <a:pt x="28004" y="58026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7" name="Google Shape;1697;p50"/>
            <p:cNvSpPr/>
            <p:nvPr/>
          </p:nvSpPr>
          <p:spPr>
            <a:xfrm>
              <a:off x="1133710" y="2072578"/>
              <a:ext cx="275839" cy="767385"/>
            </a:xfrm>
            <a:custGeom>
              <a:avLst/>
              <a:gdLst/>
              <a:ahLst/>
              <a:cxnLst/>
              <a:rect l="l" t="t" r="r" b="b"/>
              <a:pathLst>
                <a:path w="166670" h="463677" extrusionOk="0">
                  <a:moveTo>
                    <a:pt x="56657" y="463677"/>
                  </a:moveTo>
                  <a:cubicBezTo>
                    <a:pt x="93328" y="401098"/>
                    <a:pt x="129999" y="338519"/>
                    <a:pt x="166671" y="275939"/>
                  </a:cubicBezTo>
                  <a:lnTo>
                    <a:pt x="166671" y="52197"/>
                  </a:lnTo>
                  <a:cubicBezTo>
                    <a:pt x="150954" y="34766"/>
                    <a:pt x="135143" y="17336"/>
                    <a:pt x="119427" y="0"/>
                  </a:cubicBezTo>
                  <a:cubicBezTo>
                    <a:pt x="109902" y="7429"/>
                    <a:pt x="101234" y="15145"/>
                    <a:pt x="93328" y="23146"/>
                  </a:cubicBezTo>
                  <a:cubicBezTo>
                    <a:pt x="-21448" y="139065"/>
                    <a:pt x="-3351" y="328136"/>
                    <a:pt x="9508" y="409099"/>
                  </a:cubicBezTo>
                  <a:cubicBezTo>
                    <a:pt x="25224" y="427292"/>
                    <a:pt x="40940" y="445484"/>
                    <a:pt x="56657" y="46367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8" name="Google Shape;1698;p50"/>
            <p:cNvSpPr/>
            <p:nvPr/>
          </p:nvSpPr>
          <p:spPr>
            <a:xfrm>
              <a:off x="1500168" y="1872184"/>
              <a:ext cx="314331" cy="147091"/>
            </a:xfrm>
            <a:custGeom>
              <a:avLst/>
              <a:gdLst/>
              <a:ahLst/>
              <a:cxnLst/>
              <a:rect l="l" t="t" r="r" b="b"/>
              <a:pathLst>
                <a:path w="189928" h="88877" extrusionOk="0">
                  <a:moveTo>
                    <a:pt x="0" y="71579"/>
                  </a:moveTo>
                  <a:cubicBezTo>
                    <a:pt x="18097" y="79390"/>
                    <a:pt x="56388" y="92820"/>
                    <a:pt x="105442" y="87772"/>
                  </a:cubicBezTo>
                  <a:cubicBezTo>
                    <a:pt x="144494" y="83676"/>
                    <a:pt x="173641" y="69579"/>
                    <a:pt x="189929" y="60150"/>
                  </a:cubicBezTo>
                  <a:cubicBezTo>
                    <a:pt x="182404" y="41576"/>
                    <a:pt x="174879" y="23097"/>
                    <a:pt x="167354" y="4524"/>
                  </a:cubicBezTo>
                  <a:cubicBezTo>
                    <a:pt x="159068" y="1571"/>
                    <a:pt x="145542" y="-1858"/>
                    <a:pt x="130302" y="1190"/>
                  </a:cubicBezTo>
                  <a:cubicBezTo>
                    <a:pt x="101822" y="6809"/>
                    <a:pt x="93726" y="29765"/>
                    <a:pt x="67533" y="36909"/>
                  </a:cubicBezTo>
                  <a:cubicBezTo>
                    <a:pt x="56483" y="39957"/>
                    <a:pt x="38957" y="41100"/>
                    <a:pt x="13430" y="28622"/>
                  </a:cubicBezTo>
                  <a:cubicBezTo>
                    <a:pt x="8954" y="42909"/>
                    <a:pt x="4477" y="57292"/>
                    <a:pt x="0" y="7157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9" name="Google Shape;1699;p50"/>
            <p:cNvSpPr/>
            <p:nvPr/>
          </p:nvSpPr>
          <p:spPr>
            <a:xfrm>
              <a:off x="1160802" y="2721594"/>
              <a:ext cx="568203" cy="240938"/>
            </a:xfrm>
            <a:custGeom>
              <a:avLst/>
              <a:gdLst/>
              <a:ahLst/>
              <a:cxnLst/>
              <a:rect l="l" t="t" r="r" b="b"/>
              <a:pathLst>
                <a:path w="343325" h="145582" extrusionOk="0">
                  <a:moveTo>
                    <a:pt x="343230" y="90392"/>
                  </a:moveTo>
                  <a:lnTo>
                    <a:pt x="340944" y="121158"/>
                  </a:lnTo>
                  <a:cubicBezTo>
                    <a:pt x="288557" y="135160"/>
                    <a:pt x="165398" y="162877"/>
                    <a:pt x="70529" y="130492"/>
                  </a:cubicBezTo>
                  <a:cubicBezTo>
                    <a:pt x="46907" y="122396"/>
                    <a:pt x="11284" y="109633"/>
                    <a:pt x="2140" y="78962"/>
                  </a:cubicBezTo>
                  <a:cubicBezTo>
                    <a:pt x="-4432" y="56864"/>
                    <a:pt x="5664" y="35338"/>
                    <a:pt x="11855" y="24574"/>
                  </a:cubicBezTo>
                  <a:cubicBezTo>
                    <a:pt x="18904" y="16383"/>
                    <a:pt x="25952" y="8191"/>
                    <a:pt x="33001" y="0"/>
                  </a:cubicBezTo>
                  <a:cubicBezTo>
                    <a:pt x="46907" y="18479"/>
                    <a:pt x="60433" y="30289"/>
                    <a:pt x="68815" y="36957"/>
                  </a:cubicBezTo>
                  <a:cubicBezTo>
                    <a:pt x="129203" y="84963"/>
                    <a:pt x="206165" y="84677"/>
                    <a:pt x="299701" y="90297"/>
                  </a:cubicBezTo>
                  <a:cubicBezTo>
                    <a:pt x="319418" y="91535"/>
                    <a:pt x="335134" y="90868"/>
                    <a:pt x="343325" y="90392"/>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0" name="Google Shape;1700;p50"/>
            <p:cNvSpPr/>
            <p:nvPr/>
          </p:nvSpPr>
          <p:spPr>
            <a:xfrm>
              <a:off x="1335484" y="1995886"/>
              <a:ext cx="419183" cy="307338"/>
            </a:xfrm>
            <a:custGeom>
              <a:avLst/>
              <a:gdLst/>
              <a:ahLst/>
              <a:cxnLst/>
              <a:rect l="l" t="t" r="r" b="b"/>
              <a:pathLst>
                <a:path w="253283" h="185703" extrusionOk="0">
                  <a:moveTo>
                    <a:pt x="154" y="97163"/>
                  </a:moveTo>
                  <a:cubicBezTo>
                    <a:pt x="345" y="98496"/>
                    <a:pt x="1202" y="103354"/>
                    <a:pt x="1964" y="110688"/>
                  </a:cubicBezTo>
                  <a:cubicBezTo>
                    <a:pt x="3869" y="128976"/>
                    <a:pt x="2440" y="137358"/>
                    <a:pt x="3202" y="144026"/>
                  </a:cubicBezTo>
                  <a:cubicBezTo>
                    <a:pt x="5869" y="166886"/>
                    <a:pt x="36444" y="181554"/>
                    <a:pt x="38064" y="182221"/>
                  </a:cubicBezTo>
                  <a:cubicBezTo>
                    <a:pt x="50351" y="187936"/>
                    <a:pt x="60162" y="187555"/>
                    <a:pt x="129409" y="173934"/>
                  </a:cubicBezTo>
                  <a:cubicBezTo>
                    <a:pt x="171318" y="165743"/>
                    <a:pt x="180367" y="163362"/>
                    <a:pt x="191892" y="159361"/>
                  </a:cubicBezTo>
                  <a:cubicBezTo>
                    <a:pt x="224754" y="148026"/>
                    <a:pt x="241137" y="142311"/>
                    <a:pt x="248947" y="127643"/>
                  </a:cubicBezTo>
                  <a:cubicBezTo>
                    <a:pt x="265711" y="95734"/>
                    <a:pt x="228659" y="49633"/>
                    <a:pt x="225801" y="45823"/>
                  </a:cubicBezTo>
                  <a:cubicBezTo>
                    <a:pt x="190464" y="8"/>
                    <a:pt x="134838" y="-87"/>
                    <a:pt x="127789" y="8"/>
                  </a:cubicBezTo>
                  <a:cubicBezTo>
                    <a:pt x="50827" y="1151"/>
                    <a:pt x="-3275" y="73160"/>
                    <a:pt x="154" y="9706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1" name="Google Shape;1701;p50"/>
            <p:cNvSpPr/>
            <p:nvPr/>
          </p:nvSpPr>
          <p:spPr>
            <a:xfrm>
              <a:off x="1588321" y="1927906"/>
              <a:ext cx="101097" cy="123453"/>
            </a:xfrm>
            <a:custGeom>
              <a:avLst/>
              <a:gdLst/>
              <a:ahLst/>
              <a:cxnLst/>
              <a:rect l="l" t="t" r="r" b="b"/>
              <a:pathLst>
                <a:path w="61086" h="74594" extrusionOk="0">
                  <a:moveTo>
                    <a:pt x="42" y="47440"/>
                  </a:moveTo>
                  <a:cubicBezTo>
                    <a:pt x="1376" y="63156"/>
                    <a:pt x="28998" y="75634"/>
                    <a:pt x="37856" y="69538"/>
                  </a:cubicBezTo>
                  <a:cubicBezTo>
                    <a:pt x="40904" y="67442"/>
                    <a:pt x="41476" y="63251"/>
                    <a:pt x="44333" y="63061"/>
                  </a:cubicBezTo>
                  <a:cubicBezTo>
                    <a:pt x="49286" y="62775"/>
                    <a:pt x="51763" y="74967"/>
                    <a:pt x="55001" y="74586"/>
                  </a:cubicBezTo>
                  <a:cubicBezTo>
                    <a:pt x="56716" y="74395"/>
                    <a:pt x="59478" y="70395"/>
                    <a:pt x="60526" y="40391"/>
                  </a:cubicBezTo>
                  <a:cubicBezTo>
                    <a:pt x="61478" y="15626"/>
                    <a:pt x="61764" y="3149"/>
                    <a:pt x="56811" y="672"/>
                  </a:cubicBezTo>
                  <a:cubicBezTo>
                    <a:pt x="51287" y="-2186"/>
                    <a:pt x="43000" y="4292"/>
                    <a:pt x="28141" y="15912"/>
                  </a:cubicBezTo>
                  <a:cubicBezTo>
                    <a:pt x="8900" y="30961"/>
                    <a:pt x="-720" y="38486"/>
                    <a:pt x="42" y="4744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2" name="Google Shape;1702;p50"/>
            <p:cNvSpPr/>
            <p:nvPr/>
          </p:nvSpPr>
          <p:spPr>
            <a:xfrm>
              <a:off x="1338213" y="1981673"/>
              <a:ext cx="112706" cy="120918"/>
            </a:xfrm>
            <a:custGeom>
              <a:avLst/>
              <a:gdLst/>
              <a:ahLst/>
              <a:cxnLst/>
              <a:rect l="l" t="t" r="r" b="b"/>
              <a:pathLst>
                <a:path w="68100" h="73062" extrusionOk="0">
                  <a:moveTo>
                    <a:pt x="67947" y="33812"/>
                  </a:moveTo>
                  <a:cubicBezTo>
                    <a:pt x="70233" y="49433"/>
                    <a:pt x="46325" y="67911"/>
                    <a:pt x="36324" y="64101"/>
                  </a:cubicBezTo>
                  <a:cubicBezTo>
                    <a:pt x="32800" y="62767"/>
                    <a:pt x="31371" y="58767"/>
                    <a:pt x="28514" y="59339"/>
                  </a:cubicBezTo>
                  <a:cubicBezTo>
                    <a:pt x="23656" y="60196"/>
                    <a:pt x="24037" y="72674"/>
                    <a:pt x="20894" y="73055"/>
                  </a:cubicBezTo>
                  <a:cubicBezTo>
                    <a:pt x="19179" y="73245"/>
                    <a:pt x="15655" y="70007"/>
                    <a:pt x="7558" y="41050"/>
                  </a:cubicBezTo>
                  <a:cubicBezTo>
                    <a:pt x="891" y="17143"/>
                    <a:pt x="-2347" y="5141"/>
                    <a:pt x="1939" y="1522"/>
                  </a:cubicBezTo>
                  <a:cubicBezTo>
                    <a:pt x="6701" y="-2479"/>
                    <a:pt x="16226" y="1808"/>
                    <a:pt x="33371" y="9713"/>
                  </a:cubicBezTo>
                  <a:cubicBezTo>
                    <a:pt x="55565" y="19905"/>
                    <a:pt x="66709" y="24953"/>
                    <a:pt x="68042" y="3390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3" name="Google Shape;1703;p50"/>
            <p:cNvSpPr/>
            <p:nvPr/>
          </p:nvSpPr>
          <p:spPr>
            <a:xfrm>
              <a:off x="1218792" y="2175690"/>
              <a:ext cx="565470" cy="762348"/>
            </a:xfrm>
            <a:custGeom>
              <a:avLst/>
              <a:gdLst/>
              <a:ahLst/>
              <a:cxnLst/>
              <a:rect l="l" t="t" r="r" b="b"/>
              <a:pathLst>
                <a:path w="341674" h="460633" extrusionOk="0">
                  <a:moveTo>
                    <a:pt x="17401" y="413559"/>
                  </a:moveTo>
                  <a:cubicBezTo>
                    <a:pt x="49786" y="457660"/>
                    <a:pt x="112841" y="459565"/>
                    <a:pt x="140654" y="460422"/>
                  </a:cubicBezTo>
                  <a:cubicBezTo>
                    <a:pt x="163895" y="461089"/>
                    <a:pt x="260098" y="463946"/>
                    <a:pt x="312104" y="396319"/>
                  </a:cubicBezTo>
                  <a:cubicBezTo>
                    <a:pt x="369635" y="321453"/>
                    <a:pt x="329345" y="217154"/>
                    <a:pt x="307151" y="159623"/>
                  </a:cubicBezTo>
                  <a:cubicBezTo>
                    <a:pt x="292102" y="120570"/>
                    <a:pt x="265336" y="54086"/>
                    <a:pt x="198661" y="20272"/>
                  </a:cubicBezTo>
                  <a:cubicBezTo>
                    <a:pt x="185517" y="13604"/>
                    <a:pt x="130653" y="-14209"/>
                    <a:pt x="91410" y="9223"/>
                  </a:cubicBezTo>
                  <a:cubicBezTo>
                    <a:pt x="70645" y="21605"/>
                    <a:pt x="67312" y="40560"/>
                    <a:pt x="48262" y="110379"/>
                  </a:cubicBezTo>
                  <a:cubicBezTo>
                    <a:pt x="12829" y="240299"/>
                    <a:pt x="922" y="260492"/>
                    <a:pt x="160" y="318786"/>
                  </a:cubicBezTo>
                  <a:cubicBezTo>
                    <a:pt x="-411" y="363839"/>
                    <a:pt x="-411" y="389461"/>
                    <a:pt x="17401" y="41375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4" name="Google Shape;1704;p50"/>
            <p:cNvSpPr/>
            <p:nvPr/>
          </p:nvSpPr>
          <p:spPr>
            <a:xfrm>
              <a:off x="1282865" y="2179288"/>
              <a:ext cx="354911" cy="214167"/>
            </a:xfrm>
            <a:custGeom>
              <a:avLst/>
              <a:gdLst/>
              <a:ahLst/>
              <a:cxnLst/>
              <a:rect l="l" t="t" r="r" b="b"/>
              <a:pathLst>
                <a:path w="214448" h="129406" extrusionOk="0">
                  <a:moveTo>
                    <a:pt x="33664" y="197"/>
                  </a:moveTo>
                  <a:cubicBezTo>
                    <a:pt x="25663" y="-2851"/>
                    <a:pt x="-3388" y="29915"/>
                    <a:pt x="326" y="65253"/>
                  </a:cubicBezTo>
                  <a:cubicBezTo>
                    <a:pt x="1850" y="79921"/>
                    <a:pt x="8708" y="90780"/>
                    <a:pt x="12804" y="96304"/>
                  </a:cubicBezTo>
                  <a:cubicBezTo>
                    <a:pt x="18233" y="88684"/>
                    <a:pt x="23663" y="81160"/>
                    <a:pt x="28996" y="73540"/>
                  </a:cubicBezTo>
                  <a:cubicBezTo>
                    <a:pt x="70716" y="85446"/>
                    <a:pt x="100244" y="99448"/>
                    <a:pt x="120342" y="110687"/>
                  </a:cubicBezTo>
                  <a:cubicBezTo>
                    <a:pt x="135010" y="118879"/>
                    <a:pt x="155298" y="131642"/>
                    <a:pt x="181587" y="129070"/>
                  </a:cubicBezTo>
                  <a:cubicBezTo>
                    <a:pt x="192350" y="128023"/>
                    <a:pt x="200828" y="124689"/>
                    <a:pt x="206352" y="122117"/>
                  </a:cubicBezTo>
                  <a:lnTo>
                    <a:pt x="214449" y="50203"/>
                  </a:lnTo>
                  <a:cubicBezTo>
                    <a:pt x="199875" y="44488"/>
                    <a:pt x="183111" y="39154"/>
                    <a:pt x="164442" y="35154"/>
                  </a:cubicBezTo>
                  <a:cubicBezTo>
                    <a:pt x="112150" y="23914"/>
                    <a:pt x="66620" y="27724"/>
                    <a:pt x="34807" y="33439"/>
                  </a:cubicBezTo>
                  <a:cubicBezTo>
                    <a:pt x="38808" y="7246"/>
                    <a:pt x="36331" y="1149"/>
                    <a:pt x="33569" y="102"/>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5" name="Google Shape;1705;p50"/>
            <p:cNvSpPr/>
            <p:nvPr/>
          </p:nvSpPr>
          <p:spPr>
            <a:xfrm>
              <a:off x="1138047" y="2707049"/>
              <a:ext cx="557631" cy="269533"/>
            </a:xfrm>
            <a:custGeom>
              <a:avLst/>
              <a:gdLst/>
              <a:ahLst/>
              <a:cxnLst/>
              <a:rect l="l" t="t" r="r" b="b"/>
              <a:pathLst>
                <a:path w="336937" h="162860" extrusionOk="0">
                  <a:moveTo>
                    <a:pt x="41091" y="130493"/>
                  </a:moveTo>
                  <a:cubicBezTo>
                    <a:pt x="76619" y="146018"/>
                    <a:pt x="145008" y="169736"/>
                    <a:pt x="230638" y="160972"/>
                  </a:cubicBezTo>
                  <a:cubicBezTo>
                    <a:pt x="272358" y="156686"/>
                    <a:pt x="306933" y="145923"/>
                    <a:pt x="332841" y="135350"/>
                  </a:cubicBezTo>
                  <a:cubicBezTo>
                    <a:pt x="334175" y="119253"/>
                    <a:pt x="335604" y="103156"/>
                    <a:pt x="336937" y="86963"/>
                  </a:cubicBezTo>
                  <a:cubicBezTo>
                    <a:pt x="336937" y="78677"/>
                    <a:pt x="334556" y="73438"/>
                    <a:pt x="332936" y="70580"/>
                  </a:cubicBezTo>
                  <a:cubicBezTo>
                    <a:pt x="310172" y="30194"/>
                    <a:pt x="210064" y="75819"/>
                    <a:pt x="109480" y="38862"/>
                  </a:cubicBezTo>
                  <a:cubicBezTo>
                    <a:pt x="77285" y="27051"/>
                    <a:pt x="54330" y="10096"/>
                    <a:pt x="41948" y="0"/>
                  </a:cubicBezTo>
                  <a:cubicBezTo>
                    <a:pt x="31089" y="3715"/>
                    <a:pt x="15468" y="11335"/>
                    <a:pt x="6801" y="26861"/>
                  </a:cubicBezTo>
                  <a:cubicBezTo>
                    <a:pt x="-9011" y="54864"/>
                    <a:pt x="2895" y="99346"/>
                    <a:pt x="40995" y="13039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6" name="Google Shape;1706;p50"/>
            <p:cNvSpPr/>
            <p:nvPr/>
          </p:nvSpPr>
          <p:spPr>
            <a:xfrm>
              <a:off x="1329098" y="2031156"/>
              <a:ext cx="767584" cy="432756"/>
            </a:xfrm>
            <a:custGeom>
              <a:avLst/>
              <a:gdLst/>
              <a:ahLst/>
              <a:cxnLst/>
              <a:rect l="l" t="t" r="r" b="b"/>
              <a:pathLst>
                <a:path w="463797" h="261484" extrusionOk="0">
                  <a:moveTo>
                    <a:pt x="189548" y="260223"/>
                  </a:moveTo>
                  <a:cubicBezTo>
                    <a:pt x="212122" y="261652"/>
                    <a:pt x="238696" y="261366"/>
                    <a:pt x="268129" y="257461"/>
                  </a:cubicBezTo>
                  <a:cubicBezTo>
                    <a:pt x="328422" y="249460"/>
                    <a:pt x="375952" y="229171"/>
                    <a:pt x="407765" y="212122"/>
                  </a:cubicBezTo>
                  <a:cubicBezTo>
                    <a:pt x="463105" y="165830"/>
                    <a:pt x="477774" y="95440"/>
                    <a:pt x="450342" y="49339"/>
                  </a:cubicBezTo>
                  <a:cubicBezTo>
                    <a:pt x="427958" y="11906"/>
                    <a:pt x="384715" y="2096"/>
                    <a:pt x="373856" y="0"/>
                  </a:cubicBezTo>
                  <a:cubicBezTo>
                    <a:pt x="307181" y="41148"/>
                    <a:pt x="240506" y="82201"/>
                    <a:pt x="173831" y="123349"/>
                  </a:cubicBezTo>
                  <a:cubicBezTo>
                    <a:pt x="122968" y="120872"/>
                    <a:pt x="72104" y="118396"/>
                    <a:pt x="21241" y="115919"/>
                  </a:cubicBezTo>
                  <a:cubicBezTo>
                    <a:pt x="14192" y="140303"/>
                    <a:pt x="7049" y="164592"/>
                    <a:pt x="0" y="188976"/>
                  </a:cubicBezTo>
                  <a:cubicBezTo>
                    <a:pt x="13621" y="203740"/>
                    <a:pt x="39624" y="227933"/>
                    <a:pt x="79534" y="244507"/>
                  </a:cubicBezTo>
                  <a:cubicBezTo>
                    <a:pt x="126873" y="264033"/>
                    <a:pt x="168973" y="262414"/>
                    <a:pt x="189548" y="26022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7" name="Google Shape;1707;p50"/>
            <p:cNvSpPr/>
            <p:nvPr/>
          </p:nvSpPr>
          <p:spPr>
            <a:xfrm>
              <a:off x="1741581" y="2379654"/>
              <a:ext cx="267327" cy="85559"/>
            </a:xfrm>
            <a:custGeom>
              <a:avLst/>
              <a:gdLst/>
              <a:ahLst/>
              <a:cxnLst/>
              <a:rect l="l" t="t" r="r" b="b"/>
              <a:pathLst>
                <a:path w="161527" h="51697" extrusionOk="0">
                  <a:moveTo>
                    <a:pt x="2198" y="51602"/>
                  </a:moveTo>
                  <a:cubicBezTo>
                    <a:pt x="1055" y="51602"/>
                    <a:pt x="103" y="50745"/>
                    <a:pt x="7" y="49602"/>
                  </a:cubicBezTo>
                  <a:cubicBezTo>
                    <a:pt x="-88" y="48364"/>
                    <a:pt x="769" y="47316"/>
                    <a:pt x="2007" y="47221"/>
                  </a:cubicBezTo>
                  <a:cubicBezTo>
                    <a:pt x="25725" y="45030"/>
                    <a:pt x="49251" y="40839"/>
                    <a:pt x="71921" y="34648"/>
                  </a:cubicBezTo>
                  <a:cubicBezTo>
                    <a:pt x="101734" y="26552"/>
                    <a:pt x="130785" y="15026"/>
                    <a:pt x="158217" y="263"/>
                  </a:cubicBezTo>
                  <a:cubicBezTo>
                    <a:pt x="159360" y="-309"/>
                    <a:pt x="160694" y="72"/>
                    <a:pt x="161265" y="1215"/>
                  </a:cubicBezTo>
                  <a:cubicBezTo>
                    <a:pt x="161837" y="2358"/>
                    <a:pt x="161456" y="3691"/>
                    <a:pt x="160313" y="4263"/>
                  </a:cubicBezTo>
                  <a:cubicBezTo>
                    <a:pt x="132595" y="19122"/>
                    <a:pt x="103258" y="30838"/>
                    <a:pt x="73064" y="39029"/>
                  </a:cubicBezTo>
                  <a:cubicBezTo>
                    <a:pt x="50109" y="45221"/>
                    <a:pt x="26296" y="49507"/>
                    <a:pt x="2388" y="51697"/>
                  </a:cubicBezTo>
                  <a:cubicBezTo>
                    <a:pt x="2388" y="51697"/>
                    <a:pt x="2293" y="51697"/>
                    <a:pt x="2198" y="5169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8" name="Google Shape;1708;p50"/>
            <p:cNvSpPr/>
            <p:nvPr/>
          </p:nvSpPr>
          <p:spPr>
            <a:xfrm>
              <a:off x="1750672" y="2093902"/>
              <a:ext cx="108318" cy="59606"/>
            </a:xfrm>
            <a:custGeom>
              <a:avLst/>
              <a:gdLst/>
              <a:ahLst/>
              <a:cxnLst/>
              <a:rect l="l" t="t" r="r" b="b"/>
              <a:pathLst>
                <a:path w="65449" h="36016" extrusionOk="0">
                  <a:moveTo>
                    <a:pt x="2245" y="36017"/>
                  </a:moveTo>
                  <a:cubicBezTo>
                    <a:pt x="1483" y="36017"/>
                    <a:pt x="625" y="35541"/>
                    <a:pt x="244" y="34778"/>
                  </a:cubicBezTo>
                  <a:cubicBezTo>
                    <a:pt x="-327" y="33635"/>
                    <a:pt x="149" y="32302"/>
                    <a:pt x="1197" y="31731"/>
                  </a:cubicBezTo>
                  <a:lnTo>
                    <a:pt x="62157" y="203"/>
                  </a:lnTo>
                  <a:cubicBezTo>
                    <a:pt x="63205" y="-273"/>
                    <a:pt x="64634" y="108"/>
                    <a:pt x="65205" y="1155"/>
                  </a:cubicBezTo>
                  <a:cubicBezTo>
                    <a:pt x="65777" y="2298"/>
                    <a:pt x="65300" y="3632"/>
                    <a:pt x="64253" y="4203"/>
                  </a:cubicBezTo>
                  <a:lnTo>
                    <a:pt x="3293" y="35731"/>
                  </a:lnTo>
                  <a:cubicBezTo>
                    <a:pt x="3293" y="35731"/>
                    <a:pt x="2626" y="36017"/>
                    <a:pt x="2245" y="3601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9" name="Google Shape;1709;p50"/>
            <p:cNvSpPr/>
            <p:nvPr/>
          </p:nvSpPr>
          <p:spPr>
            <a:xfrm>
              <a:off x="1406930" y="1454580"/>
              <a:ext cx="366728" cy="247204"/>
            </a:xfrm>
            <a:custGeom>
              <a:avLst/>
              <a:gdLst/>
              <a:ahLst/>
              <a:cxnLst/>
              <a:rect l="l" t="t" r="r" b="b"/>
              <a:pathLst>
                <a:path w="221588" h="149368" extrusionOk="0">
                  <a:moveTo>
                    <a:pt x="831" y="98758"/>
                  </a:moveTo>
                  <a:cubicBezTo>
                    <a:pt x="4546" y="108569"/>
                    <a:pt x="22644" y="112569"/>
                    <a:pt x="33502" y="112855"/>
                  </a:cubicBezTo>
                  <a:cubicBezTo>
                    <a:pt x="51695" y="113236"/>
                    <a:pt x="57886" y="103044"/>
                    <a:pt x="75126" y="97139"/>
                  </a:cubicBezTo>
                  <a:cubicBezTo>
                    <a:pt x="108845" y="85518"/>
                    <a:pt x="152469" y="113998"/>
                    <a:pt x="173139" y="131333"/>
                  </a:cubicBezTo>
                  <a:cubicBezTo>
                    <a:pt x="183330" y="139906"/>
                    <a:pt x="194665" y="152002"/>
                    <a:pt x="199999" y="148859"/>
                  </a:cubicBezTo>
                  <a:cubicBezTo>
                    <a:pt x="202571" y="147335"/>
                    <a:pt x="198570" y="140954"/>
                    <a:pt x="201808" y="134096"/>
                  </a:cubicBezTo>
                  <a:cubicBezTo>
                    <a:pt x="204761" y="128000"/>
                    <a:pt x="210667" y="126666"/>
                    <a:pt x="214096" y="124190"/>
                  </a:cubicBezTo>
                  <a:cubicBezTo>
                    <a:pt x="226478" y="115331"/>
                    <a:pt x="222001" y="81422"/>
                    <a:pt x="211620" y="58848"/>
                  </a:cubicBezTo>
                  <a:cubicBezTo>
                    <a:pt x="210572" y="56657"/>
                    <a:pt x="190379" y="13985"/>
                    <a:pt x="147230" y="2746"/>
                  </a:cubicBezTo>
                  <a:cubicBezTo>
                    <a:pt x="72936" y="-16685"/>
                    <a:pt x="-9170" y="72469"/>
                    <a:pt x="831" y="9875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0" name="Google Shape;1710;p50"/>
            <p:cNvSpPr/>
            <p:nvPr/>
          </p:nvSpPr>
          <p:spPr>
            <a:xfrm>
              <a:off x="1702139" y="1627247"/>
              <a:ext cx="78674" cy="97172"/>
            </a:xfrm>
            <a:custGeom>
              <a:avLst/>
              <a:gdLst/>
              <a:ahLst/>
              <a:cxnLst/>
              <a:rect l="l" t="t" r="r" b="b"/>
              <a:pathLst>
                <a:path w="47537" h="58714" extrusionOk="0">
                  <a:moveTo>
                    <a:pt x="44438" y="20737"/>
                  </a:moveTo>
                  <a:cubicBezTo>
                    <a:pt x="50915" y="36263"/>
                    <a:pt x="46915" y="52646"/>
                    <a:pt x="35485" y="57408"/>
                  </a:cubicBezTo>
                  <a:cubicBezTo>
                    <a:pt x="24055" y="62171"/>
                    <a:pt x="9577" y="53503"/>
                    <a:pt x="3100" y="37977"/>
                  </a:cubicBezTo>
                  <a:cubicBezTo>
                    <a:pt x="-3377" y="22451"/>
                    <a:pt x="624" y="6068"/>
                    <a:pt x="12053" y="1306"/>
                  </a:cubicBezTo>
                  <a:cubicBezTo>
                    <a:pt x="23483" y="-3457"/>
                    <a:pt x="37961" y="5211"/>
                    <a:pt x="44438" y="20737"/>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1" name="Google Shape;1711;p50"/>
            <p:cNvSpPr/>
            <p:nvPr/>
          </p:nvSpPr>
          <p:spPr>
            <a:xfrm>
              <a:off x="1739378" y="1647755"/>
              <a:ext cx="8038" cy="57064"/>
            </a:xfrm>
            <a:custGeom>
              <a:avLst/>
              <a:gdLst/>
              <a:ahLst/>
              <a:cxnLst/>
              <a:rect l="l" t="t" r="r" b="b"/>
              <a:pathLst>
                <a:path w="4857" h="34480" extrusionOk="0">
                  <a:moveTo>
                    <a:pt x="2572" y="34480"/>
                  </a:moveTo>
                  <a:cubicBezTo>
                    <a:pt x="1334" y="34480"/>
                    <a:pt x="381" y="33528"/>
                    <a:pt x="381" y="32290"/>
                  </a:cubicBezTo>
                  <a:lnTo>
                    <a:pt x="0" y="2286"/>
                  </a:lnTo>
                  <a:cubicBezTo>
                    <a:pt x="0" y="1048"/>
                    <a:pt x="952" y="0"/>
                    <a:pt x="2191" y="0"/>
                  </a:cubicBezTo>
                  <a:cubicBezTo>
                    <a:pt x="3429" y="0"/>
                    <a:pt x="4476" y="953"/>
                    <a:pt x="4476" y="2191"/>
                  </a:cubicBezTo>
                  <a:lnTo>
                    <a:pt x="4858" y="32195"/>
                  </a:lnTo>
                  <a:cubicBezTo>
                    <a:pt x="4858" y="33433"/>
                    <a:pt x="3905" y="34290"/>
                    <a:pt x="2667" y="344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2" name="Google Shape;1712;p50"/>
            <p:cNvSpPr/>
            <p:nvPr/>
          </p:nvSpPr>
          <p:spPr>
            <a:xfrm>
              <a:off x="1724109" y="1659001"/>
              <a:ext cx="21305" cy="17477"/>
            </a:xfrm>
            <a:custGeom>
              <a:avLst/>
              <a:gdLst/>
              <a:ahLst/>
              <a:cxnLst/>
              <a:rect l="l" t="t" r="r" b="b"/>
              <a:pathLst>
                <a:path w="12873" h="10560" extrusionOk="0">
                  <a:moveTo>
                    <a:pt x="10628" y="10465"/>
                  </a:moveTo>
                  <a:cubicBezTo>
                    <a:pt x="10628" y="10465"/>
                    <a:pt x="9675" y="10370"/>
                    <a:pt x="9294" y="10084"/>
                  </a:cubicBezTo>
                  <a:lnTo>
                    <a:pt x="912" y="4083"/>
                  </a:lnTo>
                  <a:cubicBezTo>
                    <a:pt x="-40" y="3321"/>
                    <a:pt x="-326" y="1988"/>
                    <a:pt x="436" y="940"/>
                  </a:cubicBezTo>
                  <a:cubicBezTo>
                    <a:pt x="1103" y="-108"/>
                    <a:pt x="2531" y="-299"/>
                    <a:pt x="3579" y="464"/>
                  </a:cubicBezTo>
                  <a:lnTo>
                    <a:pt x="11961" y="6464"/>
                  </a:lnTo>
                  <a:cubicBezTo>
                    <a:pt x="12914" y="7226"/>
                    <a:pt x="13199" y="8560"/>
                    <a:pt x="12438" y="9607"/>
                  </a:cubicBezTo>
                  <a:cubicBezTo>
                    <a:pt x="11961" y="10179"/>
                    <a:pt x="11294" y="10560"/>
                    <a:pt x="10628" y="1056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3" name="Google Shape;1713;p50"/>
            <p:cNvSpPr/>
            <p:nvPr/>
          </p:nvSpPr>
          <p:spPr>
            <a:xfrm>
              <a:off x="1694477" y="1971460"/>
              <a:ext cx="118793" cy="47067"/>
            </a:xfrm>
            <a:custGeom>
              <a:avLst/>
              <a:gdLst/>
              <a:ahLst/>
              <a:cxnLst/>
              <a:rect l="l" t="t" r="r" b="b"/>
              <a:pathLst>
                <a:path w="71778" h="28439" extrusionOk="0">
                  <a:moveTo>
                    <a:pt x="2191" y="28344"/>
                  </a:moveTo>
                  <a:cubicBezTo>
                    <a:pt x="1048" y="28344"/>
                    <a:pt x="0" y="27392"/>
                    <a:pt x="0" y="26249"/>
                  </a:cubicBezTo>
                  <a:cubicBezTo>
                    <a:pt x="0" y="25011"/>
                    <a:pt x="858" y="23963"/>
                    <a:pt x="2096" y="23868"/>
                  </a:cubicBezTo>
                  <a:cubicBezTo>
                    <a:pt x="13335" y="23296"/>
                    <a:pt x="24479" y="21201"/>
                    <a:pt x="35243" y="17581"/>
                  </a:cubicBezTo>
                  <a:cubicBezTo>
                    <a:pt x="46959" y="13581"/>
                    <a:pt x="58103" y="7866"/>
                    <a:pt x="68199" y="436"/>
                  </a:cubicBezTo>
                  <a:cubicBezTo>
                    <a:pt x="69152" y="-326"/>
                    <a:pt x="70581" y="-40"/>
                    <a:pt x="71343" y="912"/>
                  </a:cubicBezTo>
                  <a:cubicBezTo>
                    <a:pt x="72104" y="1960"/>
                    <a:pt x="71819" y="3294"/>
                    <a:pt x="70866" y="4056"/>
                  </a:cubicBezTo>
                  <a:cubicBezTo>
                    <a:pt x="60389" y="11676"/>
                    <a:pt x="48863" y="17676"/>
                    <a:pt x="36672" y="21867"/>
                  </a:cubicBezTo>
                  <a:cubicBezTo>
                    <a:pt x="25528" y="25677"/>
                    <a:pt x="14002" y="27868"/>
                    <a:pt x="2286" y="28439"/>
                  </a:cubicBezTo>
                  <a:lnTo>
                    <a:pt x="2191" y="28439"/>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4" name="Google Shape;1714;p50"/>
            <p:cNvSpPr/>
            <p:nvPr/>
          </p:nvSpPr>
          <p:spPr>
            <a:xfrm>
              <a:off x="1696216" y="2664637"/>
              <a:ext cx="127473" cy="257619"/>
            </a:xfrm>
            <a:custGeom>
              <a:avLst/>
              <a:gdLst/>
              <a:ahLst/>
              <a:cxnLst/>
              <a:rect l="l" t="t" r="r" b="b"/>
              <a:pathLst>
                <a:path w="77023" h="155661" extrusionOk="0">
                  <a:moveTo>
                    <a:pt x="9334" y="155662"/>
                  </a:moveTo>
                  <a:cubicBezTo>
                    <a:pt x="12287" y="155662"/>
                    <a:pt x="15335" y="155472"/>
                    <a:pt x="18288" y="155376"/>
                  </a:cubicBezTo>
                  <a:cubicBezTo>
                    <a:pt x="36766" y="149757"/>
                    <a:pt x="59626" y="139184"/>
                    <a:pt x="70389" y="117848"/>
                  </a:cubicBezTo>
                  <a:cubicBezTo>
                    <a:pt x="93821" y="71366"/>
                    <a:pt x="48006" y="-1501"/>
                    <a:pt x="43529" y="24"/>
                  </a:cubicBezTo>
                  <a:cubicBezTo>
                    <a:pt x="42100" y="500"/>
                    <a:pt x="42957" y="8786"/>
                    <a:pt x="51339" y="39648"/>
                  </a:cubicBezTo>
                  <a:cubicBezTo>
                    <a:pt x="34194" y="66508"/>
                    <a:pt x="17145" y="93368"/>
                    <a:pt x="0" y="120229"/>
                  </a:cubicBezTo>
                  <a:cubicBezTo>
                    <a:pt x="3143" y="132040"/>
                    <a:pt x="6191" y="143851"/>
                    <a:pt x="9334" y="155567"/>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5" name="Google Shape;1715;p50"/>
            <p:cNvSpPr/>
            <p:nvPr/>
          </p:nvSpPr>
          <p:spPr>
            <a:xfrm>
              <a:off x="1533996" y="2102776"/>
              <a:ext cx="54238" cy="29524"/>
            </a:xfrm>
            <a:custGeom>
              <a:avLst/>
              <a:gdLst/>
              <a:ahLst/>
              <a:cxnLst/>
              <a:rect l="l" t="t" r="r" b="b"/>
              <a:pathLst>
                <a:path w="32772" h="17839" extrusionOk="0">
                  <a:moveTo>
                    <a:pt x="3" y="4953"/>
                  </a:moveTo>
                  <a:cubicBezTo>
                    <a:pt x="98" y="6287"/>
                    <a:pt x="4289" y="5525"/>
                    <a:pt x="9433" y="8763"/>
                  </a:cubicBezTo>
                  <a:cubicBezTo>
                    <a:pt x="15243" y="12478"/>
                    <a:pt x="17339" y="18288"/>
                    <a:pt x="18482" y="17812"/>
                  </a:cubicBezTo>
                  <a:cubicBezTo>
                    <a:pt x="19434" y="17431"/>
                    <a:pt x="17339" y="13906"/>
                    <a:pt x="18672" y="10859"/>
                  </a:cubicBezTo>
                  <a:cubicBezTo>
                    <a:pt x="21244" y="5429"/>
                    <a:pt x="32579" y="6953"/>
                    <a:pt x="32769" y="4953"/>
                  </a:cubicBezTo>
                  <a:cubicBezTo>
                    <a:pt x="32959" y="3238"/>
                    <a:pt x="25149" y="0"/>
                    <a:pt x="16386" y="0"/>
                  </a:cubicBezTo>
                  <a:cubicBezTo>
                    <a:pt x="7909" y="0"/>
                    <a:pt x="-187" y="3048"/>
                    <a:pt x="3" y="495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6" name="Google Shape;1716;p50"/>
            <p:cNvSpPr/>
            <p:nvPr/>
          </p:nvSpPr>
          <p:spPr>
            <a:xfrm>
              <a:off x="1440035" y="2060320"/>
              <a:ext cx="63357" cy="21995"/>
            </a:xfrm>
            <a:custGeom>
              <a:avLst/>
              <a:gdLst/>
              <a:ahLst/>
              <a:cxnLst/>
              <a:rect l="l" t="t" r="r" b="b"/>
              <a:pathLst>
                <a:path w="38282" h="13290" extrusionOk="0">
                  <a:moveTo>
                    <a:pt x="35941" y="13291"/>
                  </a:moveTo>
                  <a:cubicBezTo>
                    <a:pt x="35274" y="13291"/>
                    <a:pt x="34608" y="13005"/>
                    <a:pt x="34131" y="12338"/>
                  </a:cubicBezTo>
                  <a:cubicBezTo>
                    <a:pt x="32893" y="10529"/>
                    <a:pt x="29273" y="6242"/>
                    <a:pt x="23273" y="4909"/>
                  </a:cubicBezTo>
                  <a:cubicBezTo>
                    <a:pt x="16320" y="3289"/>
                    <a:pt x="8985" y="6147"/>
                    <a:pt x="3937" y="12148"/>
                  </a:cubicBezTo>
                  <a:cubicBezTo>
                    <a:pt x="3175" y="13100"/>
                    <a:pt x="1746" y="13196"/>
                    <a:pt x="794" y="12433"/>
                  </a:cubicBezTo>
                  <a:cubicBezTo>
                    <a:pt x="-159" y="11672"/>
                    <a:pt x="-254" y="10243"/>
                    <a:pt x="508" y="9290"/>
                  </a:cubicBezTo>
                  <a:cubicBezTo>
                    <a:pt x="6699" y="1956"/>
                    <a:pt x="15843" y="-1378"/>
                    <a:pt x="24320" y="527"/>
                  </a:cubicBezTo>
                  <a:cubicBezTo>
                    <a:pt x="31845" y="2242"/>
                    <a:pt x="36227" y="7576"/>
                    <a:pt x="37846" y="9766"/>
                  </a:cubicBezTo>
                  <a:cubicBezTo>
                    <a:pt x="38608" y="10814"/>
                    <a:pt x="38322" y="12148"/>
                    <a:pt x="37370" y="12910"/>
                  </a:cubicBezTo>
                  <a:cubicBezTo>
                    <a:pt x="36989" y="13196"/>
                    <a:pt x="36512" y="13291"/>
                    <a:pt x="36036" y="132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7" name="Google Shape;1717;p50"/>
            <p:cNvSpPr/>
            <p:nvPr/>
          </p:nvSpPr>
          <p:spPr>
            <a:xfrm>
              <a:off x="1454951" y="2065781"/>
              <a:ext cx="36887" cy="36887"/>
            </a:xfrm>
            <a:custGeom>
              <a:avLst/>
              <a:gdLst/>
              <a:ahLst/>
              <a:cxnLst/>
              <a:rect l="l" t="t" r="r" b="b"/>
              <a:pathLst>
                <a:path w="22288" h="22288" extrusionOk="0">
                  <a:moveTo>
                    <a:pt x="0" y="11144"/>
                  </a:moveTo>
                  <a:cubicBezTo>
                    <a:pt x="0" y="17336"/>
                    <a:pt x="5048" y="22288"/>
                    <a:pt x="11144" y="22288"/>
                  </a:cubicBezTo>
                  <a:cubicBezTo>
                    <a:pt x="17240" y="22288"/>
                    <a:pt x="22288" y="17240"/>
                    <a:pt x="22288" y="11144"/>
                  </a:cubicBezTo>
                  <a:cubicBezTo>
                    <a:pt x="22288" y="5048"/>
                    <a:pt x="17240" y="0"/>
                    <a:pt x="11144" y="0"/>
                  </a:cubicBezTo>
                  <a:cubicBezTo>
                    <a:pt x="5048" y="0"/>
                    <a:pt x="0" y="5048"/>
                    <a:pt x="0" y="111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8" name="Google Shape;1718;p50"/>
            <p:cNvSpPr/>
            <p:nvPr/>
          </p:nvSpPr>
          <p:spPr>
            <a:xfrm>
              <a:off x="1593080" y="2047929"/>
              <a:ext cx="63357" cy="22212"/>
            </a:xfrm>
            <a:custGeom>
              <a:avLst/>
              <a:gdLst/>
              <a:ahLst/>
              <a:cxnLst/>
              <a:rect l="l" t="t" r="r" b="b"/>
              <a:pathLst>
                <a:path w="38282" h="13421" extrusionOk="0">
                  <a:moveTo>
                    <a:pt x="35941" y="13421"/>
                  </a:moveTo>
                  <a:cubicBezTo>
                    <a:pt x="35275" y="13421"/>
                    <a:pt x="34608" y="13136"/>
                    <a:pt x="34132" y="12469"/>
                  </a:cubicBezTo>
                  <a:cubicBezTo>
                    <a:pt x="32512" y="10278"/>
                    <a:pt x="28988" y="6278"/>
                    <a:pt x="23273" y="4944"/>
                  </a:cubicBezTo>
                  <a:cubicBezTo>
                    <a:pt x="16510" y="3420"/>
                    <a:pt x="8985" y="6087"/>
                    <a:pt x="3937" y="12183"/>
                  </a:cubicBezTo>
                  <a:cubicBezTo>
                    <a:pt x="3175" y="13136"/>
                    <a:pt x="1746" y="13231"/>
                    <a:pt x="794" y="12469"/>
                  </a:cubicBezTo>
                  <a:cubicBezTo>
                    <a:pt x="-159" y="11707"/>
                    <a:pt x="-254" y="10278"/>
                    <a:pt x="508" y="9326"/>
                  </a:cubicBezTo>
                  <a:cubicBezTo>
                    <a:pt x="6604" y="1991"/>
                    <a:pt x="15748" y="-1438"/>
                    <a:pt x="24321" y="563"/>
                  </a:cubicBezTo>
                  <a:cubicBezTo>
                    <a:pt x="31464" y="2182"/>
                    <a:pt x="35846" y="7040"/>
                    <a:pt x="37846" y="9802"/>
                  </a:cubicBezTo>
                  <a:cubicBezTo>
                    <a:pt x="38608" y="10850"/>
                    <a:pt x="38323" y="12183"/>
                    <a:pt x="37370" y="12945"/>
                  </a:cubicBezTo>
                  <a:cubicBezTo>
                    <a:pt x="36989" y="13231"/>
                    <a:pt x="36513" y="13326"/>
                    <a:pt x="36036" y="133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9" name="Google Shape;1719;p50"/>
            <p:cNvSpPr/>
            <p:nvPr/>
          </p:nvSpPr>
          <p:spPr>
            <a:xfrm>
              <a:off x="1601829" y="2048073"/>
              <a:ext cx="36887" cy="36887"/>
            </a:xfrm>
            <a:custGeom>
              <a:avLst/>
              <a:gdLst/>
              <a:ahLst/>
              <a:cxnLst/>
              <a:rect l="l" t="t" r="r" b="b"/>
              <a:pathLst>
                <a:path w="22288" h="22288" extrusionOk="0">
                  <a:moveTo>
                    <a:pt x="0" y="11144"/>
                  </a:moveTo>
                  <a:cubicBezTo>
                    <a:pt x="0" y="17336"/>
                    <a:pt x="5049" y="22288"/>
                    <a:pt x="11144" y="22288"/>
                  </a:cubicBezTo>
                  <a:cubicBezTo>
                    <a:pt x="17240" y="22288"/>
                    <a:pt x="22289" y="17240"/>
                    <a:pt x="22289" y="11144"/>
                  </a:cubicBezTo>
                  <a:cubicBezTo>
                    <a:pt x="22289" y="5048"/>
                    <a:pt x="17240" y="0"/>
                    <a:pt x="11144" y="0"/>
                  </a:cubicBezTo>
                  <a:cubicBezTo>
                    <a:pt x="5049" y="0"/>
                    <a:pt x="0" y="5048"/>
                    <a:pt x="0" y="111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0" name="Google Shape;1720;p50"/>
            <p:cNvSpPr/>
            <p:nvPr/>
          </p:nvSpPr>
          <p:spPr>
            <a:xfrm>
              <a:off x="1509534" y="2121334"/>
              <a:ext cx="60239" cy="56690"/>
            </a:xfrm>
            <a:custGeom>
              <a:avLst/>
              <a:gdLst/>
              <a:ahLst/>
              <a:cxnLst/>
              <a:rect l="l" t="t" r="r" b="b"/>
              <a:pathLst>
                <a:path w="36398" h="34254" extrusionOk="0">
                  <a:moveTo>
                    <a:pt x="18646" y="34255"/>
                  </a:moveTo>
                  <a:cubicBezTo>
                    <a:pt x="11121" y="34255"/>
                    <a:pt x="3977" y="29873"/>
                    <a:pt x="263" y="22825"/>
                  </a:cubicBezTo>
                  <a:cubicBezTo>
                    <a:pt x="-309" y="21682"/>
                    <a:pt x="72" y="20348"/>
                    <a:pt x="1215" y="19777"/>
                  </a:cubicBezTo>
                  <a:cubicBezTo>
                    <a:pt x="2358" y="19205"/>
                    <a:pt x="3692" y="19681"/>
                    <a:pt x="4263" y="20729"/>
                  </a:cubicBezTo>
                  <a:cubicBezTo>
                    <a:pt x="7311" y="26635"/>
                    <a:pt x="13217" y="30350"/>
                    <a:pt x="19694" y="29683"/>
                  </a:cubicBezTo>
                  <a:cubicBezTo>
                    <a:pt x="26266" y="29302"/>
                    <a:pt x="30266" y="24730"/>
                    <a:pt x="31790" y="22634"/>
                  </a:cubicBezTo>
                  <a:lnTo>
                    <a:pt x="27218" y="2727"/>
                  </a:lnTo>
                  <a:cubicBezTo>
                    <a:pt x="26933" y="1489"/>
                    <a:pt x="27695" y="346"/>
                    <a:pt x="28933" y="60"/>
                  </a:cubicBezTo>
                  <a:cubicBezTo>
                    <a:pt x="30266" y="-226"/>
                    <a:pt x="31314" y="536"/>
                    <a:pt x="31600" y="1775"/>
                  </a:cubicBezTo>
                  <a:lnTo>
                    <a:pt x="36362" y="22634"/>
                  </a:lnTo>
                  <a:cubicBezTo>
                    <a:pt x="36458" y="23206"/>
                    <a:pt x="36362" y="23777"/>
                    <a:pt x="36077" y="24349"/>
                  </a:cubicBezTo>
                  <a:cubicBezTo>
                    <a:pt x="35124" y="25873"/>
                    <a:pt x="29790" y="33493"/>
                    <a:pt x="19979" y="34160"/>
                  </a:cubicBezTo>
                  <a:cubicBezTo>
                    <a:pt x="19598" y="34160"/>
                    <a:pt x="19122" y="34160"/>
                    <a:pt x="18646" y="3416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1" name="Google Shape;1721;p50"/>
            <p:cNvSpPr/>
            <p:nvPr/>
          </p:nvSpPr>
          <p:spPr>
            <a:xfrm>
              <a:off x="1564276" y="2148189"/>
              <a:ext cx="69406" cy="22347"/>
            </a:xfrm>
            <a:custGeom>
              <a:avLst/>
              <a:gdLst/>
              <a:ahLst/>
              <a:cxnLst/>
              <a:rect l="l" t="t" r="r" b="b"/>
              <a:pathLst>
                <a:path w="41937" h="13503" extrusionOk="0">
                  <a:moveTo>
                    <a:pt x="19862" y="13504"/>
                  </a:moveTo>
                  <a:cubicBezTo>
                    <a:pt x="10337" y="13504"/>
                    <a:pt x="2812" y="8837"/>
                    <a:pt x="1002" y="7598"/>
                  </a:cubicBezTo>
                  <a:cubicBezTo>
                    <a:pt x="-46" y="6931"/>
                    <a:pt x="-332" y="5503"/>
                    <a:pt x="431" y="4455"/>
                  </a:cubicBezTo>
                  <a:cubicBezTo>
                    <a:pt x="1097" y="3407"/>
                    <a:pt x="2526" y="3121"/>
                    <a:pt x="3574" y="3883"/>
                  </a:cubicBezTo>
                  <a:cubicBezTo>
                    <a:pt x="5574" y="5217"/>
                    <a:pt x="15861" y="11599"/>
                    <a:pt x="27386" y="7789"/>
                  </a:cubicBezTo>
                  <a:cubicBezTo>
                    <a:pt x="32435" y="6074"/>
                    <a:pt x="35959" y="3026"/>
                    <a:pt x="38054" y="740"/>
                  </a:cubicBezTo>
                  <a:cubicBezTo>
                    <a:pt x="38912" y="-212"/>
                    <a:pt x="40245" y="-212"/>
                    <a:pt x="41198" y="550"/>
                  </a:cubicBezTo>
                  <a:cubicBezTo>
                    <a:pt x="42150" y="1407"/>
                    <a:pt x="42150" y="2836"/>
                    <a:pt x="41388" y="3693"/>
                  </a:cubicBezTo>
                  <a:cubicBezTo>
                    <a:pt x="38912" y="6360"/>
                    <a:pt x="34816" y="9980"/>
                    <a:pt x="28815" y="11980"/>
                  </a:cubicBezTo>
                  <a:cubicBezTo>
                    <a:pt x="25767" y="13027"/>
                    <a:pt x="22719" y="13408"/>
                    <a:pt x="19957" y="1340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2" name="Google Shape;1722;p50"/>
            <p:cNvSpPr/>
            <p:nvPr/>
          </p:nvSpPr>
          <p:spPr>
            <a:xfrm>
              <a:off x="1450791" y="2203775"/>
              <a:ext cx="128734" cy="76296"/>
            </a:xfrm>
            <a:custGeom>
              <a:avLst/>
              <a:gdLst/>
              <a:ahLst/>
              <a:cxnLst/>
              <a:rect l="l" t="t" r="r" b="b"/>
              <a:pathLst>
                <a:path w="77785" h="46100" extrusionOk="0">
                  <a:moveTo>
                    <a:pt x="124" y="16116"/>
                  </a:moveTo>
                  <a:cubicBezTo>
                    <a:pt x="-1972" y="28593"/>
                    <a:pt x="22889" y="49072"/>
                    <a:pt x="46130" y="45738"/>
                  </a:cubicBezTo>
                  <a:cubicBezTo>
                    <a:pt x="62894" y="43262"/>
                    <a:pt x="79943" y="28117"/>
                    <a:pt x="77562" y="16687"/>
                  </a:cubicBezTo>
                  <a:cubicBezTo>
                    <a:pt x="74895" y="3924"/>
                    <a:pt x="49178" y="780"/>
                    <a:pt x="46130" y="399"/>
                  </a:cubicBezTo>
                  <a:cubicBezTo>
                    <a:pt x="27365" y="-1696"/>
                    <a:pt x="2124" y="4590"/>
                    <a:pt x="124" y="1611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3" name="Google Shape;1723;p50"/>
            <p:cNvSpPr/>
            <p:nvPr/>
          </p:nvSpPr>
          <p:spPr>
            <a:xfrm>
              <a:off x="1612557" y="2166369"/>
              <a:ext cx="118524" cy="88183"/>
            </a:xfrm>
            <a:custGeom>
              <a:avLst/>
              <a:gdLst/>
              <a:ahLst/>
              <a:cxnLst/>
              <a:rect l="l" t="t" r="r" b="b"/>
              <a:pathLst>
                <a:path w="71616" h="53283" extrusionOk="0">
                  <a:moveTo>
                    <a:pt x="489" y="41222"/>
                  </a:moveTo>
                  <a:cubicBezTo>
                    <a:pt x="4680" y="53224"/>
                    <a:pt x="36303" y="59224"/>
                    <a:pt x="55068" y="45032"/>
                  </a:cubicBezTo>
                  <a:cubicBezTo>
                    <a:pt x="68593" y="34840"/>
                    <a:pt x="76213" y="13409"/>
                    <a:pt x="68593" y="4456"/>
                  </a:cubicBezTo>
                  <a:cubicBezTo>
                    <a:pt x="60116" y="-5450"/>
                    <a:pt x="36113" y="4075"/>
                    <a:pt x="33255" y="5313"/>
                  </a:cubicBezTo>
                  <a:cubicBezTo>
                    <a:pt x="15825" y="12457"/>
                    <a:pt x="-3320" y="30078"/>
                    <a:pt x="489" y="4122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4" name="Google Shape;1724;p50"/>
            <p:cNvSpPr/>
            <p:nvPr/>
          </p:nvSpPr>
          <p:spPr>
            <a:xfrm>
              <a:off x="1448598" y="2184844"/>
              <a:ext cx="123761" cy="49329"/>
            </a:xfrm>
            <a:custGeom>
              <a:avLst/>
              <a:gdLst/>
              <a:ahLst/>
              <a:cxnLst/>
              <a:rect l="l" t="t" r="r" b="b"/>
              <a:pathLst>
                <a:path w="74780" h="29806" extrusionOk="0">
                  <a:moveTo>
                    <a:pt x="72501" y="29806"/>
                  </a:moveTo>
                  <a:cubicBezTo>
                    <a:pt x="71644" y="29806"/>
                    <a:pt x="70787" y="29330"/>
                    <a:pt x="70501" y="28473"/>
                  </a:cubicBezTo>
                  <a:cubicBezTo>
                    <a:pt x="69644" y="26568"/>
                    <a:pt x="61548" y="9423"/>
                    <a:pt x="42498" y="5327"/>
                  </a:cubicBezTo>
                  <a:cubicBezTo>
                    <a:pt x="28401" y="2279"/>
                    <a:pt x="13637" y="7327"/>
                    <a:pt x="3921" y="18567"/>
                  </a:cubicBezTo>
                  <a:cubicBezTo>
                    <a:pt x="3064" y="19519"/>
                    <a:pt x="1731" y="19615"/>
                    <a:pt x="778" y="18757"/>
                  </a:cubicBezTo>
                  <a:cubicBezTo>
                    <a:pt x="-174" y="17900"/>
                    <a:pt x="-270" y="16566"/>
                    <a:pt x="588" y="15614"/>
                  </a:cubicBezTo>
                  <a:cubicBezTo>
                    <a:pt x="11351" y="3232"/>
                    <a:pt x="27734" y="-2388"/>
                    <a:pt x="43450" y="946"/>
                  </a:cubicBezTo>
                  <a:cubicBezTo>
                    <a:pt x="64215" y="5422"/>
                    <a:pt x="73073" y="23139"/>
                    <a:pt x="74597" y="26568"/>
                  </a:cubicBezTo>
                  <a:cubicBezTo>
                    <a:pt x="75073" y="27711"/>
                    <a:pt x="74597" y="29044"/>
                    <a:pt x="73454" y="29521"/>
                  </a:cubicBezTo>
                  <a:cubicBezTo>
                    <a:pt x="73168" y="29616"/>
                    <a:pt x="72883" y="29711"/>
                    <a:pt x="72597" y="2971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5" name="Google Shape;1725;p50"/>
            <p:cNvSpPr/>
            <p:nvPr/>
          </p:nvSpPr>
          <p:spPr>
            <a:xfrm>
              <a:off x="1614464" y="2152421"/>
              <a:ext cx="104171" cy="70779"/>
            </a:xfrm>
            <a:custGeom>
              <a:avLst/>
              <a:gdLst/>
              <a:ahLst/>
              <a:cxnLst/>
              <a:rect l="l" t="t" r="r" b="b"/>
              <a:pathLst>
                <a:path w="62943" h="42767" extrusionOk="0">
                  <a:moveTo>
                    <a:pt x="2198" y="42767"/>
                  </a:moveTo>
                  <a:cubicBezTo>
                    <a:pt x="769" y="42672"/>
                    <a:pt x="-88" y="41529"/>
                    <a:pt x="7" y="40291"/>
                  </a:cubicBezTo>
                  <a:cubicBezTo>
                    <a:pt x="2008" y="18574"/>
                    <a:pt x="17153" y="1238"/>
                    <a:pt x="35154" y="0"/>
                  </a:cubicBezTo>
                  <a:cubicBezTo>
                    <a:pt x="35821" y="0"/>
                    <a:pt x="36488" y="0"/>
                    <a:pt x="37155" y="0"/>
                  </a:cubicBezTo>
                  <a:cubicBezTo>
                    <a:pt x="49347" y="0"/>
                    <a:pt x="58681" y="7715"/>
                    <a:pt x="62301" y="11144"/>
                  </a:cubicBezTo>
                  <a:cubicBezTo>
                    <a:pt x="63158" y="12001"/>
                    <a:pt x="63158" y="13430"/>
                    <a:pt x="62301" y="14288"/>
                  </a:cubicBezTo>
                  <a:cubicBezTo>
                    <a:pt x="61443" y="15145"/>
                    <a:pt x="60015" y="15240"/>
                    <a:pt x="59158" y="14288"/>
                  </a:cubicBezTo>
                  <a:cubicBezTo>
                    <a:pt x="55824" y="11049"/>
                    <a:pt x="46965" y="3429"/>
                    <a:pt x="35440" y="4477"/>
                  </a:cubicBezTo>
                  <a:cubicBezTo>
                    <a:pt x="19629" y="5524"/>
                    <a:pt x="6294" y="21146"/>
                    <a:pt x="4389" y="40767"/>
                  </a:cubicBezTo>
                  <a:cubicBezTo>
                    <a:pt x="4293" y="41910"/>
                    <a:pt x="3341" y="42767"/>
                    <a:pt x="2198" y="4276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6" name="Google Shape;1726;p50"/>
            <p:cNvSpPr/>
            <p:nvPr/>
          </p:nvSpPr>
          <p:spPr>
            <a:xfrm>
              <a:off x="1654477" y="4775774"/>
              <a:ext cx="275551" cy="172674"/>
            </a:xfrm>
            <a:custGeom>
              <a:avLst/>
              <a:gdLst/>
              <a:ahLst/>
              <a:cxnLst/>
              <a:rect l="l" t="t" r="r" b="b"/>
              <a:pathLst>
                <a:path w="166496" h="104335" extrusionOk="0">
                  <a:moveTo>
                    <a:pt x="0" y="104240"/>
                  </a:moveTo>
                  <a:lnTo>
                    <a:pt x="166497" y="104240"/>
                  </a:lnTo>
                  <a:cubicBezTo>
                    <a:pt x="164973" y="95762"/>
                    <a:pt x="160972" y="79475"/>
                    <a:pt x="148494" y="63378"/>
                  </a:cubicBezTo>
                  <a:cubicBezTo>
                    <a:pt x="133541" y="43946"/>
                    <a:pt x="114967" y="35755"/>
                    <a:pt x="106775" y="32802"/>
                  </a:cubicBezTo>
                  <a:cubicBezTo>
                    <a:pt x="100584" y="33278"/>
                    <a:pt x="94297" y="33659"/>
                    <a:pt x="88106" y="34136"/>
                  </a:cubicBezTo>
                  <a:cubicBezTo>
                    <a:pt x="83248" y="8323"/>
                    <a:pt x="60674" y="-3869"/>
                    <a:pt x="47054" y="1084"/>
                  </a:cubicBezTo>
                  <a:cubicBezTo>
                    <a:pt x="36481" y="4894"/>
                    <a:pt x="28860" y="19848"/>
                    <a:pt x="30480" y="36993"/>
                  </a:cubicBezTo>
                  <a:cubicBezTo>
                    <a:pt x="24765" y="44518"/>
                    <a:pt x="18192" y="54329"/>
                    <a:pt x="12478" y="66616"/>
                  </a:cubicBezTo>
                  <a:cubicBezTo>
                    <a:pt x="5715" y="80903"/>
                    <a:pt x="2095" y="94048"/>
                    <a:pt x="0" y="10433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7" name="Google Shape;1727;p50"/>
            <p:cNvSpPr/>
            <p:nvPr/>
          </p:nvSpPr>
          <p:spPr>
            <a:xfrm>
              <a:off x="862850" y="4755281"/>
              <a:ext cx="396121" cy="193264"/>
            </a:xfrm>
            <a:custGeom>
              <a:avLst/>
              <a:gdLst/>
              <a:ahLst/>
              <a:cxnLst/>
              <a:rect l="l" t="t" r="r" b="b"/>
              <a:pathLst>
                <a:path w="239348" h="116776" extrusionOk="0">
                  <a:moveTo>
                    <a:pt x="0" y="116777"/>
                  </a:moveTo>
                  <a:cubicBezTo>
                    <a:pt x="76295" y="116777"/>
                    <a:pt x="152495" y="116681"/>
                    <a:pt x="228790" y="116586"/>
                  </a:cubicBezTo>
                  <a:cubicBezTo>
                    <a:pt x="231172" y="112680"/>
                    <a:pt x="234029" y="107156"/>
                    <a:pt x="236220" y="99917"/>
                  </a:cubicBezTo>
                  <a:cubicBezTo>
                    <a:pt x="236220" y="99917"/>
                    <a:pt x="239935" y="87725"/>
                    <a:pt x="239268" y="75914"/>
                  </a:cubicBezTo>
                  <a:cubicBezTo>
                    <a:pt x="238411" y="58578"/>
                    <a:pt x="223647" y="37433"/>
                    <a:pt x="199549" y="22384"/>
                  </a:cubicBezTo>
                  <a:cubicBezTo>
                    <a:pt x="177737" y="20193"/>
                    <a:pt x="156020" y="18097"/>
                    <a:pt x="134207" y="15907"/>
                  </a:cubicBezTo>
                  <a:cubicBezTo>
                    <a:pt x="130493" y="5239"/>
                    <a:pt x="126873" y="0"/>
                    <a:pt x="123349" y="0"/>
                  </a:cubicBezTo>
                  <a:cubicBezTo>
                    <a:pt x="117634" y="0"/>
                    <a:pt x="112014" y="14288"/>
                    <a:pt x="106680" y="42576"/>
                  </a:cubicBezTo>
                  <a:cubicBezTo>
                    <a:pt x="96203" y="43910"/>
                    <a:pt x="17812" y="54864"/>
                    <a:pt x="2477" y="102965"/>
                  </a:cubicBezTo>
                  <a:cubicBezTo>
                    <a:pt x="1143" y="107061"/>
                    <a:pt x="286" y="111633"/>
                    <a:pt x="0" y="11668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8" name="Google Shape;1728;p50"/>
            <p:cNvSpPr/>
            <p:nvPr/>
          </p:nvSpPr>
          <p:spPr>
            <a:xfrm>
              <a:off x="1595030" y="2973610"/>
              <a:ext cx="13556" cy="242605"/>
            </a:xfrm>
            <a:custGeom>
              <a:avLst/>
              <a:gdLst/>
              <a:ahLst/>
              <a:cxnLst/>
              <a:rect l="l" t="t" r="r" b="b"/>
              <a:pathLst>
                <a:path w="8191" h="146589" extrusionOk="0">
                  <a:moveTo>
                    <a:pt x="5905" y="146590"/>
                  </a:moveTo>
                  <a:cubicBezTo>
                    <a:pt x="4667" y="146590"/>
                    <a:pt x="3715" y="145637"/>
                    <a:pt x="3715" y="144399"/>
                  </a:cubicBezTo>
                  <a:lnTo>
                    <a:pt x="0" y="2286"/>
                  </a:lnTo>
                  <a:cubicBezTo>
                    <a:pt x="0" y="1048"/>
                    <a:pt x="952" y="0"/>
                    <a:pt x="2191" y="0"/>
                  </a:cubicBezTo>
                  <a:cubicBezTo>
                    <a:pt x="3429" y="0"/>
                    <a:pt x="4477" y="952"/>
                    <a:pt x="4477" y="2191"/>
                  </a:cubicBezTo>
                  <a:lnTo>
                    <a:pt x="8191" y="144303"/>
                  </a:lnTo>
                  <a:cubicBezTo>
                    <a:pt x="8191" y="145542"/>
                    <a:pt x="7239" y="146590"/>
                    <a:pt x="6001" y="146590"/>
                  </a:cubicBezTo>
                  <a:lnTo>
                    <a:pt x="6001" y="14659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9" name="Google Shape;1729;p50"/>
            <p:cNvSpPr/>
            <p:nvPr/>
          </p:nvSpPr>
          <p:spPr>
            <a:xfrm>
              <a:off x="1597943" y="3206248"/>
              <a:ext cx="79001" cy="58733"/>
            </a:xfrm>
            <a:custGeom>
              <a:avLst/>
              <a:gdLst/>
              <a:ahLst/>
              <a:cxnLst/>
              <a:rect l="l" t="t" r="r" b="b"/>
              <a:pathLst>
                <a:path w="47735" h="35488" extrusionOk="0">
                  <a:moveTo>
                    <a:pt x="45489" y="35393"/>
                  </a:moveTo>
                  <a:cubicBezTo>
                    <a:pt x="45489" y="35393"/>
                    <a:pt x="44537" y="35298"/>
                    <a:pt x="44156" y="35012"/>
                  </a:cubicBezTo>
                  <a:lnTo>
                    <a:pt x="913" y="4056"/>
                  </a:lnTo>
                  <a:cubicBezTo>
                    <a:pt x="-40" y="3294"/>
                    <a:pt x="-326" y="1960"/>
                    <a:pt x="436" y="912"/>
                  </a:cubicBezTo>
                  <a:cubicBezTo>
                    <a:pt x="1103" y="-40"/>
                    <a:pt x="2532" y="-326"/>
                    <a:pt x="3579" y="436"/>
                  </a:cubicBezTo>
                  <a:lnTo>
                    <a:pt x="46823" y="31393"/>
                  </a:lnTo>
                  <a:cubicBezTo>
                    <a:pt x="47775" y="32059"/>
                    <a:pt x="48061" y="33488"/>
                    <a:pt x="47299" y="34535"/>
                  </a:cubicBezTo>
                  <a:cubicBezTo>
                    <a:pt x="46823" y="35107"/>
                    <a:pt x="46156" y="35488"/>
                    <a:pt x="45489" y="35488"/>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0" name="Google Shape;1730;p50"/>
            <p:cNvSpPr/>
            <p:nvPr/>
          </p:nvSpPr>
          <p:spPr>
            <a:xfrm>
              <a:off x="1272023" y="1450355"/>
              <a:ext cx="428016" cy="204589"/>
            </a:xfrm>
            <a:custGeom>
              <a:avLst/>
              <a:gdLst/>
              <a:ahLst/>
              <a:cxnLst/>
              <a:rect l="l" t="t" r="r" b="b"/>
              <a:pathLst>
                <a:path w="258620" h="123619" extrusionOk="0">
                  <a:moveTo>
                    <a:pt x="236315" y="37294"/>
                  </a:moveTo>
                  <a:cubicBezTo>
                    <a:pt x="239649" y="41295"/>
                    <a:pt x="266700" y="73299"/>
                    <a:pt x="256223" y="97397"/>
                  </a:cubicBezTo>
                  <a:cubicBezTo>
                    <a:pt x="240411" y="133688"/>
                    <a:pt x="151257" y="124544"/>
                    <a:pt x="106204" y="115495"/>
                  </a:cubicBezTo>
                  <a:cubicBezTo>
                    <a:pt x="95250" y="113304"/>
                    <a:pt x="0" y="93683"/>
                    <a:pt x="0" y="59011"/>
                  </a:cubicBezTo>
                  <a:cubicBezTo>
                    <a:pt x="0" y="31580"/>
                    <a:pt x="62865" y="8339"/>
                    <a:pt x="106204" y="2528"/>
                  </a:cubicBezTo>
                  <a:cubicBezTo>
                    <a:pt x="124968" y="52"/>
                    <a:pt x="196786" y="-9664"/>
                    <a:pt x="236411" y="371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1" name="Google Shape;1731;p50"/>
            <p:cNvSpPr/>
            <p:nvPr/>
          </p:nvSpPr>
          <p:spPr>
            <a:xfrm>
              <a:off x="1534306" y="1806212"/>
              <a:ext cx="103037" cy="63332"/>
            </a:xfrm>
            <a:custGeom>
              <a:avLst/>
              <a:gdLst/>
              <a:ahLst/>
              <a:cxnLst/>
              <a:rect l="l" t="t" r="r" b="b"/>
              <a:pathLst>
                <a:path w="62258" h="38267" extrusionOk="0">
                  <a:moveTo>
                    <a:pt x="4959" y="38267"/>
                  </a:moveTo>
                  <a:cubicBezTo>
                    <a:pt x="4007" y="38267"/>
                    <a:pt x="3055" y="38267"/>
                    <a:pt x="2102" y="38267"/>
                  </a:cubicBezTo>
                  <a:cubicBezTo>
                    <a:pt x="864" y="38267"/>
                    <a:pt x="-89" y="37124"/>
                    <a:pt x="7" y="35886"/>
                  </a:cubicBezTo>
                  <a:cubicBezTo>
                    <a:pt x="7" y="34648"/>
                    <a:pt x="1054" y="33695"/>
                    <a:pt x="2388" y="33791"/>
                  </a:cubicBezTo>
                  <a:cubicBezTo>
                    <a:pt x="9341" y="34076"/>
                    <a:pt x="20200" y="33314"/>
                    <a:pt x="31535" y="27599"/>
                  </a:cubicBezTo>
                  <a:cubicBezTo>
                    <a:pt x="46584" y="20075"/>
                    <a:pt x="54585" y="7883"/>
                    <a:pt x="58014" y="1215"/>
                  </a:cubicBezTo>
                  <a:cubicBezTo>
                    <a:pt x="58585" y="72"/>
                    <a:pt x="59919" y="-309"/>
                    <a:pt x="61062" y="263"/>
                  </a:cubicBezTo>
                  <a:cubicBezTo>
                    <a:pt x="62109" y="834"/>
                    <a:pt x="62586" y="2168"/>
                    <a:pt x="62014" y="3311"/>
                  </a:cubicBezTo>
                  <a:cubicBezTo>
                    <a:pt x="58395" y="10359"/>
                    <a:pt x="49822" y="23503"/>
                    <a:pt x="33630" y="31600"/>
                  </a:cubicBezTo>
                  <a:cubicBezTo>
                    <a:pt x="22867" y="36934"/>
                    <a:pt x="12580" y="38267"/>
                    <a:pt x="5055" y="3826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 name="TextBox 2">
            <a:extLst>
              <a:ext uri="{FF2B5EF4-FFF2-40B4-BE49-F238E27FC236}">
                <a16:creationId xmlns:a16="http://schemas.microsoft.com/office/drawing/2014/main" id="{03EDB57F-B3DD-6234-3B34-976243C513C9}"/>
              </a:ext>
            </a:extLst>
          </p:cNvPr>
          <p:cNvSpPr txBox="1"/>
          <p:nvPr/>
        </p:nvSpPr>
        <p:spPr>
          <a:xfrm>
            <a:off x="8829689" y="4467995"/>
            <a:ext cx="314311" cy="307777"/>
          </a:xfrm>
          <a:prstGeom prst="rect">
            <a:avLst/>
          </a:prstGeom>
          <a:noFill/>
        </p:spPr>
        <p:txBody>
          <a:bodyPr wrap="square" rtlCol="0">
            <a:spAutoFit/>
          </a:bodyPr>
          <a:lstStyle/>
          <a:p>
            <a:r>
              <a:rPr lang="en-US" dirty="0"/>
              <a:t>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7">
          <a:extLst>
            <a:ext uri="{FF2B5EF4-FFF2-40B4-BE49-F238E27FC236}">
              <a16:creationId xmlns:a16="http://schemas.microsoft.com/office/drawing/2014/main" id="{2CAAB3B0-043F-8DFB-8175-4F4EFCF7B09F}"/>
            </a:ext>
          </a:extLst>
        </p:cNvPr>
        <p:cNvGrpSpPr/>
        <p:nvPr/>
      </p:nvGrpSpPr>
      <p:grpSpPr>
        <a:xfrm>
          <a:off x="0" y="0"/>
          <a:ext cx="0" cy="0"/>
          <a:chOff x="0" y="0"/>
          <a:chExt cx="0" cy="0"/>
        </a:xfrm>
      </p:grpSpPr>
      <p:pic>
        <p:nvPicPr>
          <p:cNvPr id="3" name="Picture 2" descr="A diagram of a flowchart&#10;&#10;AI-generated content may be incorrect.">
            <a:extLst>
              <a:ext uri="{FF2B5EF4-FFF2-40B4-BE49-F238E27FC236}">
                <a16:creationId xmlns:a16="http://schemas.microsoft.com/office/drawing/2014/main" id="{8237DB06-7448-C67C-375F-596CFF267A49}"/>
              </a:ext>
            </a:extLst>
          </p:cNvPr>
          <p:cNvPicPr>
            <a:picLocks noChangeAspect="1"/>
          </p:cNvPicPr>
          <p:nvPr/>
        </p:nvPicPr>
        <p:blipFill>
          <a:blip r:embed="rId3"/>
          <a:stretch>
            <a:fillRect/>
          </a:stretch>
        </p:blipFill>
        <p:spPr>
          <a:xfrm>
            <a:off x="1887003" y="0"/>
            <a:ext cx="5369993" cy="4769994"/>
          </a:xfrm>
          <a:prstGeom prst="rect">
            <a:avLst/>
          </a:prstGeom>
        </p:spPr>
      </p:pic>
      <p:sp>
        <p:nvSpPr>
          <p:cNvPr id="2" name="TextBox 1">
            <a:extLst>
              <a:ext uri="{FF2B5EF4-FFF2-40B4-BE49-F238E27FC236}">
                <a16:creationId xmlns:a16="http://schemas.microsoft.com/office/drawing/2014/main" id="{CC2D557E-48A2-8BD5-3D64-9384D2AB8A10}"/>
              </a:ext>
            </a:extLst>
          </p:cNvPr>
          <p:cNvSpPr txBox="1"/>
          <p:nvPr/>
        </p:nvSpPr>
        <p:spPr>
          <a:xfrm>
            <a:off x="8733437" y="4386370"/>
            <a:ext cx="314311" cy="307777"/>
          </a:xfrm>
          <a:prstGeom prst="rect">
            <a:avLst/>
          </a:prstGeom>
          <a:noFill/>
        </p:spPr>
        <p:txBody>
          <a:bodyPr wrap="square" rtlCol="0">
            <a:spAutoFit/>
          </a:bodyPr>
          <a:lstStyle/>
          <a:p>
            <a:r>
              <a:rPr lang="en-US" dirty="0"/>
              <a:t>6</a:t>
            </a:r>
          </a:p>
        </p:txBody>
      </p:sp>
    </p:spTree>
    <p:extLst>
      <p:ext uri="{BB962C8B-B14F-4D97-AF65-F5344CB8AC3E}">
        <p14:creationId xmlns:p14="http://schemas.microsoft.com/office/powerpoint/2010/main" val="1423969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92"/>
        <p:cNvGrpSpPr/>
        <p:nvPr/>
      </p:nvGrpSpPr>
      <p:grpSpPr>
        <a:xfrm>
          <a:off x="0" y="0"/>
          <a:ext cx="0" cy="0"/>
          <a:chOff x="0" y="0"/>
          <a:chExt cx="0" cy="0"/>
        </a:xfrm>
      </p:grpSpPr>
      <p:sp>
        <p:nvSpPr>
          <p:cNvPr id="2293" name="Google Shape;2293;p63"/>
          <p:cNvSpPr txBox="1">
            <a:spLocks noGrp="1"/>
          </p:cNvSpPr>
          <p:nvPr>
            <p:ph type="title"/>
          </p:nvPr>
        </p:nvSpPr>
        <p:spPr>
          <a:xfrm>
            <a:off x="148856" y="1694121"/>
            <a:ext cx="5125582" cy="1450329"/>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4800" b="1" dirty="0"/>
              <a:t>EXECUTION &amp; TECHNICAL WORK </a:t>
            </a:r>
            <a:endParaRPr sz="4800" b="1" dirty="0"/>
          </a:p>
        </p:txBody>
      </p:sp>
      <p:sp>
        <p:nvSpPr>
          <p:cNvPr id="2295" name="Google Shape;2295;p63"/>
          <p:cNvSpPr/>
          <p:nvPr/>
        </p:nvSpPr>
        <p:spPr>
          <a:xfrm>
            <a:off x="5736267" y="891931"/>
            <a:ext cx="1664618" cy="3176204"/>
          </a:xfrm>
          <a:custGeom>
            <a:avLst/>
            <a:gdLst/>
            <a:ahLst/>
            <a:cxnLst/>
            <a:rect l="l" t="t" r="r" b="b"/>
            <a:pathLst>
              <a:path w="84552" h="161331" extrusionOk="0">
                <a:moveTo>
                  <a:pt x="1" y="1"/>
                </a:moveTo>
                <a:lnTo>
                  <a:pt x="1" y="161331"/>
                </a:lnTo>
                <a:lnTo>
                  <a:pt x="84551" y="161331"/>
                </a:lnTo>
                <a:lnTo>
                  <a:pt x="845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96" name="Google Shape;2296;p63"/>
          <p:cNvGrpSpPr/>
          <p:nvPr/>
        </p:nvGrpSpPr>
        <p:grpSpPr>
          <a:xfrm>
            <a:off x="5651089" y="709411"/>
            <a:ext cx="1834973" cy="3724678"/>
            <a:chOff x="5186401" y="494525"/>
            <a:chExt cx="1834973" cy="3724678"/>
          </a:xfrm>
        </p:grpSpPr>
        <p:sp>
          <p:nvSpPr>
            <p:cNvPr id="2297" name="Google Shape;2297;p63"/>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63"/>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299" name="Google Shape;2299;p63"/>
          <p:cNvPicPr preferRelativeResize="0"/>
          <p:nvPr/>
        </p:nvPicPr>
        <p:blipFill rotWithShape="1">
          <a:blip r:embed="rId3">
            <a:alphaModFix/>
          </a:blip>
          <a:srcRect l="1005" r="69516"/>
          <a:stretch/>
        </p:blipFill>
        <p:spPr>
          <a:xfrm>
            <a:off x="5736275" y="891935"/>
            <a:ext cx="1664599" cy="31761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11"/>
        <p:cNvGrpSpPr/>
        <p:nvPr/>
      </p:nvGrpSpPr>
      <p:grpSpPr>
        <a:xfrm>
          <a:off x="0" y="0"/>
          <a:ext cx="0" cy="0"/>
          <a:chOff x="0" y="0"/>
          <a:chExt cx="0" cy="0"/>
        </a:xfrm>
      </p:grpSpPr>
      <p:sp>
        <p:nvSpPr>
          <p:cNvPr id="1412" name="Google Shape;1412;p44"/>
          <p:cNvSpPr/>
          <p:nvPr/>
        </p:nvSpPr>
        <p:spPr>
          <a:xfrm>
            <a:off x="6376632" y="1577316"/>
            <a:ext cx="487200" cy="48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icksand Medium"/>
              <a:ea typeface="Quicksand Medium"/>
              <a:cs typeface="Quicksand Medium"/>
              <a:sym typeface="Quicksand Medium"/>
            </a:endParaRPr>
          </a:p>
        </p:txBody>
      </p:sp>
      <p:sp>
        <p:nvSpPr>
          <p:cNvPr id="1413" name="Google Shape;1413;p44"/>
          <p:cNvSpPr/>
          <p:nvPr/>
        </p:nvSpPr>
        <p:spPr>
          <a:xfrm>
            <a:off x="2028047" y="1582598"/>
            <a:ext cx="487200" cy="48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icksand Medium"/>
              <a:ea typeface="Quicksand Medium"/>
              <a:cs typeface="Quicksand Medium"/>
              <a:sym typeface="Quicksand Medium"/>
            </a:endParaRPr>
          </a:p>
        </p:txBody>
      </p:sp>
      <p:sp>
        <p:nvSpPr>
          <p:cNvPr id="1414" name="Google Shape;1414;p44"/>
          <p:cNvSpPr txBox="1">
            <a:spLocks noGrp="1"/>
          </p:cNvSpPr>
          <p:nvPr>
            <p:ph type="title"/>
          </p:nvPr>
        </p:nvSpPr>
        <p:spPr>
          <a:xfrm>
            <a:off x="2191470" y="72716"/>
            <a:ext cx="4408711" cy="572700"/>
          </a:xfrm>
          <a:prstGeom prst="rect">
            <a:avLst/>
          </a:prstGeom>
        </p:spPr>
        <p:txBody>
          <a:bodyPr spcFirstLastPara="1" wrap="square" lIns="91425" tIns="91425" rIns="91425" bIns="91425" anchor="t" anchorCtr="0">
            <a:noAutofit/>
          </a:bodyPr>
          <a:lstStyle/>
          <a:p>
            <a:pPr lvl="0"/>
            <a:r>
              <a:rPr lang="en-US" dirty="0"/>
              <a:t>THE AI BRAIN TRUST</a:t>
            </a:r>
            <a:br>
              <a:rPr lang="en-US" dirty="0"/>
            </a:br>
            <a:endParaRPr dirty="0"/>
          </a:p>
        </p:txBody>
      </p:sp>
      <p:sp>
        <p:nvSpPr>
          <p:cNvPr id="1415" name="Google Shape;1415;p44"/>
          <p:cNvSpPr txBox="1">
            <a:spLocks noGrp="1"/>
          </p:cNvSpPr>
          <p:nvPr>
            <p:ph type="subTitle" idx="1"/>
          </p:nvPr>
        </p:nvSpPr>
        <p:spPr>
          <a:xfrm>
            <a:off x="5403879" y="2107230"/>
            <a:ext cx="2449500" cy="42892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600" b="1" dirty="0"/>
              <a:t>Claude 3.5</a:t>
            </a:r>
            <a:endParaRPr sz="1600" b="1" dirty="0"/>
          </a:p>
        </p:txBody>
      </p:sp>
      <p:sp>
        <p:nvSpPr>
          <p:cNvPr id="1416" name="Google Shape;1416;p44"/>
          <p:cNvSpPr txBox="1">
            <a:spLocks noGrp="1"/>
          </p:cNvSpPr>
          <p:nvPr>
            <p:ph type="subTitle" idx="2"/>
          </p:nvPr>
        </p:nvSpPr>
        <p:spPr>
          <a:xfrm>
            <a:off x="1046897" y="2172897"/>
            <a:ext cx="2449500" cy="368544"/>
          </a:xfrm>
          <a:prstGeom prst="rect">
            <a:avLst/>
          </a:prstGeom>
        </p:spPr>
        <p:txBody>
          <a:bodyPr spcFirstLastPara="1" wrap="square" lIns="91425" tIns="91425" rIns="91425" bIns="91425" anchor="t" anchorCtr="0">
            <a:noAutofit/>
          </a:bodyPr>
          <a:lstStyle/>
          <a:p>
            <a:pPr marL="0" lvl="0" indent="0"/>
            <a:r>
              <a:rPr lang="en-US" sz="1600" b="1" dirty="0"/>
              <a:t>GPT-5</a:t>
            </a:r>
          </a:p>
          <a:p>
            <a:pPr marL="0" lvl="0" indent="0" algn="l"/>
            <a:endParaRPr lang="en-US" dirty="0"/>
          </a:p>
        </p:txBody>
      </p:sp>
      <p:grpSp>
        <p:nvGrpSpPr>
          <p:cNvPr id="1419" name="Google Shape;1419;p44"/>
          <p:cNvGrpSpPr/>
          <p:nvPr/>
        </p:nvGrpSpPr>
        <p:grpSpPr>
          <a:xfrm>
            <a:off x="2098556" y="1685697"/>
            <a:ext cx="346398" cy="281112"/>
            <a:chOff x="5332090" y="3411522"/>
            <a:chExt cx="360794" cy="292795"/>
          </a:xfrm>
        </p:grpSpPr>
        <p:sp>
          <p:nvSpPr>
            <p:cNvPr id="1420" name="Google Shape;1420;p44"/>
            <p:cNvSpPr/>
            <p:nvPr/>
          </p:nvSpPr>
          <p:spPr>
            <a:xfrm>
              <a:off x="5634791" y="3461750"/>
              <a:ext cx="58093" cy="123677"/>
            </a:xfrm>
            <a:custGeom>
              <a:avLst/>
              <a:gdLst/>
              <a:ahLst/>
              <a:cxnLst/>
              <a:rect l="l" t="t" r="r" b="b"/>
              <a:pathLst>
                <a:path w="58093" h="123677" extrusionOk="0">
                  <a:moveTo>
                    <a:pt x="55680" y="66707"/>
                  </a:moveTo>
                  <a:lnTo>
                    <a:pt x="0" y="0"/>
                  </a:lnTo>
                  <a:lnTo>
                    <a:pt x="0" y="123053"/>
                  </a:lnTo>
                  <a:cubicBezTo>
                    <a:pt x="2580" y="123469"/>
                    <a:pt x="5202" y="123677"/>
                    <a:pt x="7907" y="123677"/>
                  </a:cubicBezTo>
                  <a:cubicBezTo>
                    <a:pt x="35580" y="123677"/>
                    <a:pt x="58093" y="101164"/>
                    <a:pt x="58093" y="73491"/>
                  </a:cubicBezTo>
                  <a:cubicBezTo>
                    <a:pt x="58093" y="71035"/>
                    <a:pt x="57219" y="68622"/>
                    <a:pt x="55638" y="6670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1" name="Google Shape;1421;p44"/>
            <p:cNvSpPr/>
            <p:nvPr/>
          </p:nvSpPr>
          <p:spPr>
            <a:xfrm>
              <a:off x="5332090" y="3461708"/>
              <a:ext cx="58135" cy="123677"/>
            </a:xfrm>
            <a:custGeom>
              <a:avLst/>
              <a:gdLst/>
              <a:ahLst/>
              <a:cxnLst/>
              <a:rect l="l" t="t" r="r" b="b"/>
              <a:pathLst>
                <a:path w="58135" h="123677" extrusionOk="0">
                  <a:moveTo>
                    <a:pt x="42" y="73491"/>
                  </a:moveTo>
                  <a:cubicBezTo>
                    <a:pt x="42" y="101164"/>
                    <a:pt x="22555" y="123677"/>
                    <a:pt x="50228" y="123677"/>
                  </a:cubicBezTo>
                  <a:cubicBezTo>
                    <a:pt x="52933" y="123677"/>
                    <a:pt x="55555" y="123469"/>
                    <a:pt x="58135" y="123053"/>
                  </a:cubicBezTo>
                  <a:lnTo>
                    <a:pt x="58135" y="0"/>
                  </a:lnTo>
                  <a:lnTo>
                    <a:pt x="2455" y="66707"/>
                  </a:lnTo>
                  <a:cubicBezTo>
                    <a:pt x="874" y="68622"/>
                    <a:pt x="0" y="70994"/>
                    <a:pt x="0" y="7349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2" name="Google Shape;1422;p44"/>
            <p:cNvSpPr/>
            <p:nvPr/>
          </p:nvSpPr>
          <p:spPr>
            <a:xfrm>
              <a:off x="5476407" y="3676728"/>
              <a:ext cx="72574" cy="27589"/>
            </a:xfrm>
            <a:custGeom>
              <a:avLst/>
              <a:gdLst/>
              <a:ahLst/>
              <a:cxnLst/>
              <a:rect l="l" t="t" r="r" b="b"/>
              <a:pathLst>
                <a:path w="72574" h="27589" extrusionOk="0">
                  <a:moveTo>
                    <a:pt x="36246" y="0"/>
                  </a:moveTo>
                  <a:cubicBezTo>
                    <a:pt x="33167" y="2247"/>
                    <a:pt x="29962" y="4244"/>
                    <a:pt x="26591" y="6034"/>
                  </a:cubicBezTo>
                  <a:cubicBezTo>
                    <a:pt x="18310" y="10362"/>
                    <a:pt x="9280" y="13150"/>
                    <a:pt x="0" y="14232"/>
                  </a:cubicBezTo>
                  <a:cubicBezTo>
                    <a:pt x="9863" y="22638"/>
                    <a:pt x="22596" y="27590"/>
                    <a:pt x="36288" y="27590"/>
                  </a:cubicBezTo>
                  <a:cubicBezTo>
                    <a:pt x="49979" y="27590"/>
                    <a:pt x="62712" y="22638"/>
                    <a:pt x="72575" y="14232"/>
                  </a:cubicBezTo>
                  <a:cubicBezTo>
                    <a:pt x="63295" y="13150"/>
                    <a:pt x="54223" y="10362"/>
                    <a:pt x="45984" y="6034"/>
                  </a:cubicBezTo>
                  <a:cubicBezTo>
                    <a:pt x="42613" y="4286"/>
                    <a:pt x="39367" y="2247"/>
                    <a:pt x="3632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3" name="Google Shape;1423;p44"/>
            <p:cNvSpPr/>
            <p:nvPr/>
          </p:nvSpPr>
          <p:spPr>
            <a:xfrm>
              <a:off x="5411406" y="3411522"/>
              <a:ext cx="202285" cy="258960"/>
            </a:xfrm>
            <a:custGeom>
              <a:avLst/>
              <a:gdLst/>
              <a:ahLst/>
              <a:cxnLst/>
              <a:rect l="l" t="t" r="r" b="b"/>
              <a:pathLst>
                <a:path w="202285" h="258960" extrusionOk="0">
                  <a:moveTo>
                    <a:pt x="163377" y="42"/>
                  </a:moveTo>
                  <a:lnTo>
                    <a:pt x="38868" y="42"/>
                  </a:lnTo>
                  <a:cubicBezTo>
                    <a:pt x="17395" y="42"/>
                    <a:pt x="0" y="17436"/>
                    <a:pt x="0" y="38909"/>
                  </a:cubicBezTo>
                  <a:lnTo>
                    <a:pt x="0" y="202411"/>
                  </a:lnTo>
                  <a:cubicBezTo>
                    <a:pt x="0" y="232581"/>
                    <a:pt x="23637" y="257841"/>
                    <a:pt x="53807" y="258923"/>
                  </a:cubicBezTo>
                  <a:cubicBezTo>
                    <a:pt x="73241" y="259630"/>
                    <a:pt x="90636" y="250309"/>
                    <a:pt x="101164" y="235744"/>
                  </a:cubicBezTo>
                  <a:cubicBezTo>
                    <a:pt x="111692" y="250309"/>
                    <a:pt x="129045" y="259589"/>
                    <a:pt x="148479" y="258923"/>
                  </a:cubicBezTo>
                  <a:cubicBezTo>
                    <a:pt x="178649" y="257841"/>
                    <a:pt x="202286" y="232581"/>
                    <a:pt x="202286" y="202411"/>
                  </a:cubicBezTo>
                  <a:lnTo>
                    <a:pt x="202286" y="38868"/>
                  </a:lnTo>
                  <a:cubicBezTo>
                    <a:pt x="202286" y="17436"/>
                    <a:pt x="184850" y="0"/>
                    <a:pt x="163419" y="0"/>
                  </a:cubicBezTo>
                  <a:close/>
                  <a:moveTo>
                    <a:pt x="55971" y="111609"/>
                  </a:moveTo>
                  <a:cubicBezTo>
                    <a:pt x="53183" y="111609"/>
                    <a:pt x="50478" y="110485"/>
                    <a:pt x="48481" y="108530"/>
                  </a:cubicBezTo>
                  <a:cubicBezTo>
                    <a:pt x="46525" y="106574"/>
                    <a:pt x="45401" y="103827"/>
                    <a:pt x="45401" y="101039"/>
                  </a:cubicBezTo>
                  <a:cubicBezTo>
                    <a:pt x="45401" y="98251"/>
                    <a:pt x="46525" y="95546"/>
                    <a:pt x="48481" y="93549"/>
                  </a:cubicBezTo>
                  <a:cubicBezTo>
                    <a:pt x="50436" y="91593"/>
                    <a:pt x="53183" y="90469"/>
                    <a:pt x="55971" y="90469"/>
                  </a:cubicBezTo>
                  <a:cubicBezTo>
                    <a:pt x="58759" y="90469"/>
                    <a:pt x="61464" y="91593"/>
                    <a:pt x="63461" y="93549"/>
                  </a:cubicBezTo>
                  <a:cubicBezTo>
                    <a:pt x="65417" y="95504"/>
                    <a:pt x="66541" y="98251"/>
                    <a:pt x="66541" y="101039"/>
                  </a:cubicBezTo>
                  <a:cubicBezTo>
                    <a:pt x="66541" y="103827"/>
                    <a:pt x="65417" y="106532"/>
                    <a:pt x="63461" y="108530"/>
                  </a:cubicBezTo>
                  <a:cubicBezTo>
                    <a:pt x="61506" y="110485"/>
                    <a:pt x="58759" y="111609"/>
                    <a:pt x="55971" y="111609"/>
                  </a:cubicBezTo>
                  <a:close/>
                  <a:moveTo>
                    <a:pt x="132250" y="181354"/>
                  </a:moveTo>
                  <a:lnTo>
                    <a:pt x="120931" y="200955"/>
                  </a:lnTo>
                  <a:cubicBezTo>
                    <a:pt x="116228" y="209069"/>
                    <a:pt x="109071" y="213730"/>
                    <a:pt x="101289" y="213730"/>
                  </a:cubicBezTo>
                  <a:cubicBezTo>
                    <a:pt x="93507" y="213730"/>
                    <a:pt x="86349" y="209069"/>
                    <a:pt x="81647" y="200955"/>
                  </a:cubicBezTo>
                  <a:lnTo>
                    <a:pt x="70328" y="181354"/>
                  </a:lnTo>
                  <a:cubicBezTo>
                    <a:pt x="65625" y="173239"/>
                    <a:pt x="65168" y="164709"/>
                    <a:pt x="69080" y="157925"/>
                  </a:cubicBezTo>
                  <a:cubicBezTo>
                    <a:pt x="72991" y="151184"/>
                    <a:pt x="80606" y="147314"/>
                    <a:pt x="89970" y="147314"/>
                  </a:cubicBezTo>
                  <a:lnTo>
                    <a:pt x="112608" y="147314"/>
                  </a:lnTo>
                  <a:cubicBezTo>
                    <a:pt x="121971" y="147314"/>
                    <a:pt x="129586" y="151184"/>
                    <a:pt x="133498" y="157925"/>
                  </a:cubicBezTo>
                  <a:cubicBezTo>
                    <a:pt x="137410" y="164667"/>
                    <a:pt x="136952" y="173198"/>
                    <a:pt x="132250" y="181354"/>
                  </a:cubicBezTo>
                  <a:close/>
                  <a:moveTo>
                    <a:pt x="154055" y="108530"/>
                  </a:moveTo>
                  <a:cubicBezTo>
                    <a:pt x="152099" y="110485"/>
                    <a:pt x="149353" y="111609"/>
                    <a:pt x="146565" y="111609"/>
                  </a:cubicBezTo>
                  <a:cubicBezTo>
                    <a:pt x="143777" y="111609"/>
                    <a:pt x="141072" y="110485"/>
                    <a:pt x="139074" y="108530"/>
                  </a:cubicBezTo>
                  <a:cubicBezTo>
                    <a:pt x="137077" y="106574"/>
                    <a:pt x="135995" y="103827"/>
                    <a:pt x="135995" y="101039"/>
                  </a:cubicBezTo>
                  <a:cubicBezTo>
                    <a:pt x="135995" y="98251"/>
                    <a:pt x="137118" y="95546"/>
                    <a:pt x="139074" y="93549"/>
                  </a:cubicBezTo>
                  <a:cubicBezTo>
                    <a:pt x="141030" y="91593"/>
                    <a:pt x="143777" y="90469"/>
                    <a:pt x="146565" y="90469"/>
                  </a:cubicBezTo>
                  <a:cubicBezTo>
                    <a:pt x="149353" y="90469"/>
                    <a:pt x="152058" y="91593"/>
                    <a:pt x="154055" y="93549"/>
                  </a:cubicBezTo>
                  <a:cubicBezTo>
                    <a:pt x="156011" y="95504"/>
                    <a:pt x="157135" y="98251"/>
                    <a:pt x="157135" y="101039"/>
                  </a:cubicBezTo>
                  <a:cubicBezTo>
                    <a:pt x="157135" y="103827"/>
                    <a:pt x="156011" y="106532"/>
                    <a:pt x="154055" y="10853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424" name="Google Shape;1424;p44"/>
          <p:cNvGrpSpPr/>
          <p:nvPr/>
        </p:nvGrpSpPr>
        <p:grpSpPr>
          <a:xfrm>
            <a:off x="6479400" y="1680507"/>
            <a:ext cx="281267" cy="281141"/>
            <a:chOff x="7047048" y="3377606"/>
            <a:chExt cx="360876" cy="360669"/>
          </a:xfrm>
        </p:grpSpPr>
        <p:sp>
          <p:nvSpPr>
            <p:cNvPr id="1425" name="Google Shape;1425;p44"/>
            <p:cNvSpPr/>
            <p:nvPr/>
          </p:nvSpPr>
          <p:spPr>
            <a:xfrm>
              <a:off x="7047048" y="3377606"/>
              <a:ext cx="146647" cy="130834"/>
            </a:xfrm>
            <a:custGeom>
              <a:avLst/>
              <a:gdLst/>
              <a:ahLst/>
              <a:cxnLst/>
              <a:rect l="l" t="t" r="r" b="b"/>
              <a:pathLst>
                <a:path w="146647" h="130834" extrusionOk="0">
                  <a:moveTo>
                    <a:pt x="19974" y="130835"/>
                  </a:moveTo>
                  <a:cubicBezTo>
                    <a:pt x="30586" y="118975"/>
                    <a:pt x="43445" y="109487"/>
                    <a:pt x="58010" y="102787"/>
                  </a:cubicBezTo>
                  <a:cubicBezTo>
                    <a:pt x="70411" y="83228"/>
                    <a:pt x="87306" y="66874"/>
                    <a:pt x="107240" y="55222"/>
                  </a:cubicBezTo>
                  <a:cubicBezTo>
                    <a:pt x="119557" y="48023"/>
                    <a:pt x="132832" y="42737"/>
                    <a:pt x="146648" y="39450"/>
                  </a:cubicBezTo>
                  <a:cubicBezTo>
                    <a:pt x="142694" y="32542"/>
                    <a:pt x="137659" y="26217"/>
                    <a:pt x="131667" y="20724"/>
                  </a:cubicBezTo>
                  <a:cubicBezTo>
                    <a:pt x="117143" y="7366"/>
                    <a:pt x="98251" y="0"/>
                    <a:pt x="78526" y="0"/>
                  </a:cubicBezTo>
                  <a:cubicBezTo>
                    <a:pt x="35247" y="0"/>
                    <a:pt x="0" y="35205"/>
                    <a:pt x="0" y="78526"/>
                  </a:cubicBezTo>
                  <a:cubicBezTo>
                    <a:pt x="0" y="94755"/>
                    <a:pt x="4910" y="110319"/>
                    <a:pt x="14190" y="123552"/>
                  </a:cubicBezTo>
                  <a:cubicBezTo>
                    <a:pt x="15980" y="126091"/>
                    <a:pt x="17894" y="128546"/>
                    <a:pt x="19974" y="13083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6" name="Google Shape;1426;p44"/>
            <p:cNvSpPr/>
            <p:nvPr/>
          </p:nvSpPr>
          <p:spPr>
            <a:xfrm>
              <a:off x="7059781" y="3602239"/>
              <a:ext cx="36537" cy="10819"/>
            </a:xfrm>
            <a:custGeom>
              <a:avLst/>
              <a:gdLst/>
              <a:ahLst/>
              <a:cxnLst/>
              <a:rect l="l" t="t" r="r" b="b"/>
              <a:pathLst>
                <a:path w="36537" h="10819" extrusionOk="0">
                  <a:moveTo>
                    <a:pt x="0" y="0"/>
                  </a:moveTo>
                  <a:cubicBezTo>
                    <a:pt x="624" y="3704"/>
                    <a:pt x="1498" y="7282"/>
                    <a:pt x="2538" y="10820"/>
                  </a:cubicBezTo>
                  <a:lnTo>
                    <a:pt x="36537"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7" name="Google Shape;1427;p44"/>
            <p:cNvSpPr/>
            <p:nvPr/>
          </p:nvSpPr>
          <p:spPr>
            <a:xfrm>
              <a:off x="7358654" y="3569489"/>
              <a:ext cx="37785" cy="11610"/>
            </a:xfrm>
            <a:custGeom>
              <a:avLst/>
              <a:gdLst/>
              <a:ahLst/>
              <a:cxnLst/>
              <a:rect l="l" t="t" r="r" b="b"/>
              <a:pathLst>
                <a:path w="37785" h="11610" extrusionOk="0">
                  <a:moveTo>
                    <a:pt x="0" y="11610"/>
                  </a:moveTo>
                  <a:lnTo>
                    <a:pt x="37785" y="11610"/>
                  </a:lnTo>
                  <a:cubicBezTo>
                    <a:pt x="37577" y="7699"/>
                    <a:pt x="37161" y="3828"/>
                    <a:pt x="36495" y="0"/>
                  </a:cubicBezTo>
                  <a:lnTo>
                    <a:pt x="42" y="1161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8" name="Google Shape;1428;p44"/>
            <p:cNvSpPr/>
            <p:nvPr/>
          </p:nvSpPr>
          <p:spPr>
            <a:xfrm>
              <a:off x="7358654" y="3602239"/>
              <a:ext cx="36536" cy="10819"/>
            </a:xfrm>
            <a:custGeom>
              <a:avLst/>
              <a:gdLst/>
              <a:ahLst/>
              <a:cxnLst/>
              <a:rect l="l" t="t" r="r" b="b"/>
              <a:pathLst>
                <a:path w="36536" h="10819" extrusionOk="0">
                  <a:moveTo>
                    <a:pt x="33998" y="10820"/>
                  </a:moveTo>
                  <a:cubicBezTo>
                    <a:pt x="35039" y="7282"/>
                    <a:pt x="35871" y="3662"/>
                    <a:pt x="36537" y="0"/>
                  </a:cubicBezTo>
                  <a:lnTo>
                    <a:pt x="0" y="0"/>
                  </a:lnTo>
                  <a:lnTo>
                    <a:pt x="33998" y="1082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9" name="Google Shape;1429;p44"/>
            <p:cNvSpPr/>
            <p:nvPr/>
          </p:nvSpPr>
          <p:spPr>
            <a:xfrm>
              <a:off x="7058533" y="3569489"/>
              <a:ext cx="37785" cy="11610"/>
            </a:xfrm>
            <a:custGeom>
              <a:avLst/>
              <a:gdLst/>
              <a:ahLst/>
              <a:cxnLst/>
              <a:rect l="l" t="t" r="r" b="b"/>
              <a:pathLst>
                <a:path w="37785" h="11610" extrusionOk="0">
                  <a:moveTo>
                    <a:pt x="1290" y="0"/>
                  </a:moveTo>
                  <a:cubicBezTo>
                    <a:pt x="624" y="3787"/>
                    <a:pt x="166" y="7699"/>
                    <a:pt x="0" y="11610"/>
                  </a:cubicBezTo>
                  <a:lnTo>
                    <a:pt x="37785" y="11610"/>
                  </a:lnTo>
                  <a:lnTo>
                    <a:pt x="1331"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0" name="Google Shape;1430;p44"/>
            <p:cNvSpPr/>
            <p:nvPr/>
          </p:nvSpPr>
          <p:spPr>
            <a:xfrm>
              <a:off x="7065608" y="3434285"/>
              <a:ext cx="324007" cy="247686"/>
            </a:xfrm>
            <a:custGeom>
              <a:avLst/>
              <a:gdLst/>
              <a:ahLst/>
              <a:cxnLst/>
              <a:rect l="l" t="t" r="r" b="b"/>
              <a:pathLst>
                <a:path w="324007" h="247686" extrusionOk="0">
                  <a:moveTo>
                    <a:pt x="217725" y="165249"/>
                  </a:moveTo>
                  <a:cubicBezTo>
                    <a:pt x="214271" y="161796"/>
                    <a:pt x="213647" y="156427"/>
                    <a:pt x="216185" y="152266"/>
                  </a:cubicBezTo>
                  <a:cubicBezTo>
                    <a:pt x="217600" y="149977"/>
                    <a:pt x="219764" y="148354"/>
                    <a:pt x="222178" y="147647"/>
                  </a:cubicBezTo>
                  <a:lnTo>
                    <a:pt x="324007" y="115312"/>
                  </a:lnTo>
                  <a:cubicBezTo>
                    <a:pt x="314103" y="91676"/>
                    <a:pt x="294919" y="72492"/>
                    <a:pt x="270034" y="62962"/>
                  </a:cubicBezTo>
                  <a:cubicBezTo>
                    <a:pt x="248020" y="24011"/>
                    <a:pt x="206988" y="0"/>
                    <a:pt x="162004" y="0"/>
                  </a:cubicBezTo>
                  <a:cubicBezTo>
                    <a:pt x="117019" y="0"/>
                    <a:pt x="75987" y="24011"/>
                    <a:pt x="53973" y="62962"/>
                  </a:cubicBezTo>
                  <a:cubicBezTo>
                    <a:pt x="29088" y="72492"/>
                    <a:pt x="9904" y="91634"/>
                    <a:pt x="0" y="115312"/>
                  </a:cubicBezTo>
                  <a:lnTo>
                    <a:pt x="101996" y="147730"/>
                  </a:lnTo>
                  <a:cubicBezTo>
                    <a:pt x="108738" y="149852"/>
                    <a:pt x="112150" y="158300"/>
                    <a:pt x="106615" y="165291"/>
                  </a:cubicBezTo>
                  <a:cubicBezTo>
                    <a:pt x="105825" y="166290"/>
                    <a:pt x="104743" y="167039"/>
                    <a:pt x="103494" y="167413"/>
                  </a:cubicBezTo>
                  <a:lnTo>
                    <a:pt x="4827" y="198749"/>
                  </a:lnTo>
                  <a:cubicBezTo>
                    <a:pt x="21223" y="227879"/>
                    <a:pt x="52475" y="247645"/>
                    <a:pt x="88305" y="247645"/>
                  </a:cubicBezTo>
                  <a:lnTo>
                    <a:pt x="94714" y="247645"/>
                  </a:lnTo>
                  <a:lnTo>
                    <a:pt x="94714" y="206364"/>
                  </a:lnTo>
                  <a:cubicBezTo>
                    <a:pt x="94714" y="204491"/>
                    <a:pt x="95504" y="202702"/>
                    <a:pt x="96961" y="201495"/>
                  </a:cubicBezTo>
                  <a:cubicBezTo>
                    <a:pt x="105825" y="194130"/>
                    <a:pt x="115895" y="200289"/>
                    <a:pt x="115895" y="208778"/>
                  </a:cubicBezTo>
                  <a:cubicBezTo>
                    <a:pt x="115895" y="218557"/>
                    <a:pt x="123885" y="226505"/>
                    <a:pt x="133664" y="226505"/>
                  </a:cubicBezTo>
                  <a:cubicBezTo>
                    <a:pt x="144068" y="226505"/>
                    <a:pt x="152391" y="217558"/>
                    <a:pt x="151350" y="206988"/>
                  </a:cubicBezTo>
                  <a:cubicBezTo>
                    <a:pt x="151142" y="204949"/>
                    <a:pt x="152016" y="202910"/>
                    <a:pt x="153598" y="201579"/>
                  </a:cubicBezTo>
                  <a:cubicBezTo>
                    <a:pt x="162503" y="194088"/>
                    <a:pt x="172615" y="200289"/>
                    <a:pt x="172615" y="208778"/>
                  </a:cubicBezTo>
                  <a:cubicBezTo>
                    <a:pt x="172615" y="218557"/>
                    <a:pt x="180605" y="226505"/>
                    <a:pt x="190384" y="226505"/>
                  </a:cubicBezTo>
                  <a:cubicBezTo>
                    <a:pt x="200788" y="226505"/>
                    <a:pt x="209111" y="217558"/>
                    <a:pt x="208070" y="206988"/>
                  </a:cubicBezTo>
                  <a:cubicBezTo>
                    <a:pt x="207862" y="204908"/>
                    <a:pt x="208736" y="202910"/>
                    <a:pt x="210359" y="201579"/>
                  </a:cubicBezTo>
                  <a:cubicBezTo>
                    <a:pt x="219264" y="194130"/>
                    <a:pt x="229335" y="200289"/>
                    <a:pt x="229335" y="208819"/>
                  </a:cubicBezTo>
                  <a:lnTo>
                    <a:pt x="229335" y="247687"/>
                  </a:lnTo>
                  <a:lnTo>
                    <a:pt x="235744" y="247687"/>
                  </a:lnTo>
                  <a:cubicBezTo>
                    <a:pt x="271532" y="247687"/>
                    <a:pt x="302826" y="227962"/>
                    <a:pt x="319221" y="198790"/>
                  </a:cubicBezTo>
                  <a:lnTo>
                    <a:pt x="222178" y="167954"/>
                  </a:lnTo>
                  <a:cubicBezTo>
                    <a:pt x="220555" y="167455"/>
                    <a:pt x="219015" y="166581"/>
                    <a:pt x="217766" y="165333"/>
                  </a:cubicBezTo>
                  <a:close/>
                  <a:moveTo>
                    <a:pt x="124093" y="114230"/>
                  </a:moveTo>
                  <a:cubicBezTo>
                    <a:pt x="122137" y="116186"/>
                    <a:pt x="119391" y="117310"/>
                    <a:pt x="116603" y="117310"/>
                  </a:cubicBezTo>
                  <a:cubicBezTo>
                    <a:pt x="113814" y="117310"/>
                    <a:pt x="111109" y="116186"/>
                    <a:pt x="109112" y="114230"/>
                  </a:cubicBezTo>
                  <a:cubicBezTo>
                    <a:pt x="107156" y="112275"/>
                    <a:pt x="106033" y="109528"/>
                    <a:pt x="106033" y="106740"/>
                  </a:cubicBezTo>
                  <a:cubicBezTo>
                    <a:pt x="106033" y="103952"/>
                    <a:pt x="107156" y="101247"/>
                    <a:pt x="109112" y="99249"/>
                  </a:cubicBezTo>
                  <a:cubicBezTo>
                    <a:pt x="111068" y="97294"/>
                    <a:pt x="113814" y="96170"/>
                    <a:pt x="116603" y="96170"/>
                  </a:cubicBezTo>
                  <a:cubicBezTo>
                    <a:pt x="119391" y="96170"/>
                    <a:pt x="122096" y="97294"/>
                    <a:pt x="124093" y="99249"/>
                  </a:cubicBezTo>
                  <a:cubicBezTo>
                    <a:pt x="126049" y="101205"/>
                    <a:pt x="127173" y="103952"/>
                    <a:pt x="127173" y="106740"/>
                  </a:cubicBezTo>
                  <a:cubicBezTo>
                    <a:pt x="127173" y="109528"/>
                    <a:pt x="126049" y="112233"/>
                    <a:pt x="124093" y="114230"/>
                  </a:cubicBezTo>
                  <a:close/>
                  <a:moveTo>
                    <a:pt x="182686" y="166123"/>
                  </a:moveTo>
                  <a:lnTo>
                    <a:pt x="177026" y="175944"/>
                  </a:lnTo>
                  <a:cubicBezTo>
                    <a:pt x="173697" y="181687"/>
                    <a:pt x="168454" y="184974"/>
                    <a:pt x="162628" y="184974"/>
                  </a:cubicBezTo>
                  <a:cubicBezTo>
                    <a:pt x="156802" y="184974"/>
                    <a:pt x="151559" y="181687"/>
                    <a:pt x="148229" y="175944"/>
                  </a:cubicBezTo>
                  <a:lnTo>
                    <a:pt x="142570" y="166123"/>
                  </a:lnTo>
                  <a:cubicBezTo>
                    <a:pt x="139241" y="160381"/>
                    <a:pt x="139033" y="154180"/>
                    <a:pt x="141946" y="149145"/>
                  </a:cubicBezTo>
                  <a:cubicBezTo>
                    <a:pt x="144859" y="144110"/>
                    <a:pt x="150352" y="141197"/>
                    <a:pt x="156968" y="141197"/>
                  </a:cubicBezTo>
                  <a:lnTo>
                    <a:pt x="168287" y="141197"/>
                  </a:lnTo>
                  <a:cubicBezTo>
                    <a:pt x="174904" y="141197"/>
                    <a:pt x="180397" y="144110"/>
                    <a:pt x="183310" y="149145"/>
                  </a:cubicBezTo>
                  <a:cubicBezTo>
                    <a:pt x="186223" y="154180"/>
                    <a:pt x="186015" y="160381"/>
                    <a:pt x="182686" y="166123"/>
                  </a:cubicBezTo>
                  <a:close/>
                  <a:moveTo>
                    <a:pt x="207197" y="117310"/>
                  </a:moveTo>
                  <a:cubicBezTo>
                    <a:pt x="204408" y="117310"/>
                    <a:pt x="201703" y="116186"/>
                    <a:pt x="199706" y="114230"/>
                  </a:cubicBezTo>
                  <a:cubicBezTo>
                    <a:pt x="197750" y="112275"/>
                    <a:pt x="196627" y="109528"/>
                    <a:pt x="196627" y="106740"/>
                  </a:cubicBezTo>
                  <a:cubicBezTo>
                    <a:pt x="196627" y="103952"/>
                    <a:pt x="197750" y="101247"/>
                    <a:pt x="199706" y="99249"/>
                  </a:cubicBezTo>
                  <a:cubicBezTo>
                    <a:pt x="201662" y="97294"/>
                    <a:pt x="204408" y="96170"/>
                    <a:pt x="207197" y="96170"/>
                  </a:cubicBezTo>
                  <a:cubicBezTo>
                    <a:pt x="209984" y="96170"/>
                    <a:pt x="212690" y="97294"/>
                    <a:pt x="214687" y="99249"/>
                  </a:cubicBezTo>
                  <a:cubicBezTo>
                    <a:pt x="216684" y="101205"/>
                    <a:pt x="217766" y="103952"/>
                    <a:pt x="217766" y="106740"/>
                  </a:cubicBezTo>
                  <a:cubicBezTo>
                    <a:pt x="217766" y="109528"/>
                    <a:pt x="216643" y="112233"/>
                    <a:pt x="214687" y="114230"/>
                  </a:cubicBezTo>
                  <a:cubicBezTo>
                    <a:pt x="212731" y="116228"/>
                    <a:pt x="209984" y="117310"/>
                    <a:pt x="207197" y="11731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1" name="Google Shape;1431;p44"/>
            <p:cNvSpPr/>
            <p:nvPr/>
          </p:nvSpPr>
          <p:spPr>
            <a:xfrm>
              <a:off x="7181419" y="3677352"/>
              <a:ext cx="35247" cy="60923"/>
            </a:xfrm>
            <a:custGeom>
              <a:avLst/>
              <a:gdLst/>
              <a:ahLst/>
              <a:cxnLst/>
              <a:rect l="l" t="t" r="r" b="b"/>
              <a:pathLst>
                <a:path w="35247" h="60923" extrusionOk="0">
                  <a:moveTo>
                    <a:pt x="0" y="0"/>
                  </a:moveTo>
                  <a:lnTo>
                    <a:pt x="0" y="47815"/>
                  </a:lnTo>
                  <a:cubicBezTo>
                    <a:pt x="7075" y="55846"/>
                    <a:pt x="17395" y="60923"/>
                    <a:pt x="28880" y="60923"/>
                  </a:cubicBezTo>
                  <a:lnTo>
                    <a:pt x="35248" y="60923"/>
                  </a:lnTo>
                  <a:lnTo>
                    <a:pt x="35248" y="0"/>
                  </a:lnTo>
                  <a:cubicBezTo>
                    <a:pt x="29962" y="2747"/>
                    <a:pt x="23970" y="4286"/>
                    <a:pt x="17644" y="4286"/>
                  </a:cubicBezTo>
                  <a:cubicBezTo>
                    <a:pt x="11319" y="4286"/>
                    <a:pt x="5327" y="2747"/>
                    <a:pt x="42"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2" name="Google Shape;1432;p44"/>
            <p:cNvSpPr/>
            <p:nvPr/>
          </p:nvSpPr>
          <p:spPr>
            <a:xfrm>
              <a:off x="7238514" y="3677352"/>
              <a:ext cx="35247" cy="60923"/>
            </a:xfrm>
            <a:custGeom>
              <a:avLst/>
              <a:gdLst/>
              <a:ahLst/>
              <a:cxnLst/>
              <a:rect l="l" t="t" r="r" b="b"/>
              <a:pathLst>
                <a:path w="35247" h="60923" extrusionOk="0">
                  <a:moveTo>
                    <a:pt x="0" y="0"/>
                  </a:moveTo>
                  <a:lnTo>
                    <a:pt x="0" y="60923"/>
                  </a:lnTo>
                  <a:lnTo>
                    <a:pt x="6367" y="60923"/>
                  </a:lnTo>
                  <a:cubicBezTo>
                    <a:pt x="17852" y="60923"/>
                    <a:pt x="28131" y="55846"/>
                    <a:pt x="35247" y="47815"/>
                  </a:cubicBezTo>
                  <a:lnTo>
                    <a:pt x="35247" y="0"/>
                  </a:lnTo>
                  <a:cubicBezTo>
                    <a:pt x="29962" y="2747"/>
                    <a:pt x="23970" y="4286"/>
                    <a:pt x="17644" y="4286"/>
                  </a:cubicBezTo>
                  <a:cubicBezTo>
                    <a:pt x="11319" y="4286"/>
                    <a:pt x="5326" y="2747"/>
                    <a:pt x="42"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3" name="Google Shape;1433;p44"/>
            <p:cNvSpPr/>
            <p:nvPr/>
          </p:nvSpPr>
          <p:spPr>
            <a:xfrm>
              <a:off x="7261277" y="3377606"/>
              <a:ext cx="146647" cy="130834"/>
            </a:xfrm>
            <a:custGeom>
              <a:avLst/>
              <a:gdLst/>
              <a:ahLst/>
              <a:cxnLst/>
              <a:rect l="l" t="t" r="r" b="b"/>
              <a:pathLst>
                <a:path w="146647" h="130834" extrusionOk="0">
                  <a:moveTo>
                    <a:pt x="88638" y="102787"/>
                  </a:moveTo>
                  <a:cubicBezTo>
                    <a:pt x="103161" y="109445"/>
                    <a:pt x="116062" y="118975"/>
                    <a:pt x="126673" y="130835"/>
                  </a:cubicBezTo>
                  <a:cubicBezTo>
                    <a:pt x="128712" y="128546"/>
                    <a:pt x="130668" y="126091"/>
                    <a:pt x="132457" y="123552"/>
                  </a:cubicBezTo>
                  <a:cubicBezTo>
                    <a:pt x="141737" y="110319"/>
                    <a:pt x="146648" y="94755"/>
                    <a:pt x="146648" y="78526"/>
                  </a:cubicBezTo>
                  <a:cubicBezTo>
                    <a:pt x="146648" y="35247"/>
                    <a:pt x="111443" y="0"/>
                    <a:pt x="68122" y="0"/>
                  </a:cubicBezTo>
                  <a:cubicBezTo>
                    <a:pt x="48356" y="0"/>
                    <a:pt x="29504" y="7366"/>
                    <a:pt x="14981" y="20724"/>
                  </a:cubicBezTo>
                  <a:cubicBezTo>
                    <a:pt x="8989" y="26217"/>
                    <a:pt x="3995" y="32542"/>
                    <a:pt x="0" y="39450"/>
                  </a:cubicBezTo>
                  <a:cubicBezTo>
                    <a:pt x="13816" y="42737"/>
                    <a:pt x="27091" y="48064"/>
                    <a:pt x="39408" y="55222"/>
                  </a:cubicBezTo>
                  <a:cubicBezTo>
                    <a:pt x="59342" y="66874"/>
                    <a:pt x="76237" y="83228"/>
                    <a:pt x="88638" y="10278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4861F802-3824-22E7-B707-D5F2E7F351B2}"/>
              </a:ext>
            </a:extLst>
          </p:cNvPr>
          <p:cNvSpPr txBox="1"/>
          <p:nvPr/>
        </p:nvSpPr>
        <p:spPr>
          <a:xfrm>
            <a:off x="3038875" y="853480"/>
            <a:ext cx="2713899" cy="307777"/>
          </a:xfrm>
          <a:prstGeom prst="rect">
            <a:avLst/>
          </a:prstGeom>
          <a:noFill/>
        </p:spPr>
        <p:txBody>
          <a:bodyPr wrap="square" rtlCol="0">
            <a:spAutoFit/>
          </a:bodyPr>
          <a:lstStyle/>
          <a:p>
            <a:pPr algn="ctr"/>
            <a:r>
              <a:rPr lang="en-US" dirty="0"/>
              <a:t>I Recruited Two AI Geniuses</a:t>
            </a:r>
          </a:p>
        </p:txBody>
      </p:sp>
      <p:sp>
        <p:nvSpPr>
          <p:cNvPr id="3" name="Google Shape;1416;p44">
            <a:extLst>
              <a:ext uri="{FF2B5EF4-FFF2-40B4-BE49-F238E27FC236}">
                <a16:creationId xmlns:a16="http://schemas.microsoft.com/office/drawing/2014/main" id="{7B982110-9493-9253-55C7-E4493E6987B1}"/>
              </a:ext>
            </a:extLst>
          </p:cNvPr>
          <p:cNvSpPr txBox="1">
            <a:spLocks/>
          </p:cNvSpPr>
          <p:nvPr/>
        </p:nvSpPr>
        <p:spPr>
          <a:xfrm>
            <a:off x="1164429" y="2615466"/>
            <a:ext cx="2449500" cy="9323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1pPr>
            <a:lvl2pPr marL="914400" marR="0" lvl="1"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2pPr>
            <a:lvl3pPr marL="1371600" marR="0" lvl="2"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3pPr>
            <a:lvl4pPr marL="1828800" marR="0" lvl="3"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4pPr>
            <a:lvl5pPr marL="2286000" marR="0" lvl="4"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5pPr>
            <a:lvl6pPr marL="2743200" marR="0" lvl="5"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6pPr>
            <a:lvl7pPr marL="3200400" marR="0" lvl="6"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7pPr>
            <a:lvl8pPr marL="3657600" marR="0" lvl="7"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8pPr>
            <a:lvl9pPr marL="4114800" marR="0" lvl="8"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9pPr>
          </a:lstStyle>
          <a:p>
            <a:pPr marL="0" indent="0" algn="l"/>
            <a:r>
              <a:rPr lang="en-US" dirty="0"/>
              <a:t>- The comprehensive thinker</a:t>
            </a:r>
          </a:p>
          <a:p>
            <a:pPr marL="0" indent="0" algn="l"/>
            <a:r>
              <a:rPr lang="en-US" dirty="0"/>
              <a:t>- Generated 476 fields </a:t>
            </a:r>
          </a:p>
          <a:p>
            <a:pPr marL="0" indent="0" algn="l"/>
            <a:r>
              <a:rPr lang="en-US" dirty="0"/>
              <a:t>- Expert-level reasoning</a:t>
            </a:r>
          </a:p>
        </p:txBody>
      </p:sp>
      <p:sp>
        <p:nvSpPr>
          <p:cNvPr id="4" name="Google Shape;1416;p44">
            <a:extLst>
              <a:ext uri="{FF2B5EF4-FFF2-40B4-BE49-F238E27FC236}">
                <a16:creationId xmlns:a16="http://schemas.microsoft.com/office/drawing/2014/main" id="{33515D38-DA55-1008-422E-2BF4A5C9D25A}"/>
              </a:ext>
            </a:extLst>
          </p:cNvPr>
          <p:cNvSpPr txBox="1">
            <a:spLocks/>
          </p:cNvSpPr>
          <p:nvPr/>
        </p:nvSpPr>
        <p:spPr>
          <a:xfrm>
            <a:off x="5509725" y="2536159"/>
            <a:ext cx="2953742" cy="9323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1pPr>
            <a:lvl2pPr marL="914400" marR="0" lvl="1"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2pPr>
            <a:lvl3pPr marL="1371600" marR="0" lvl="2"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3pPr>
            <a:lvl4pPr marL="1828800" marR="0" lvl="3"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4pPr>
            <a:lvl5pPr marL="2286000" marR="0" lvl="4"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5pPr>
            <a:lvl6pPr marL="2743200" marR="0" lvl="5"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6pPr>
            <a:lvl7pPr marL="3200400" marR="0" lvl="6"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7pPr>
            <a:lvl8pPr marL="3657600" marR="0" lvl="7"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8pPr>
            <a:lvl9pPr marL="4114800" marR="0" lvl="8"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9pPr>
          </a:lstStyle>
          <a:p>
            <a:pPr marL="0" indent="0" algn="l"/>
            <a:r>
              <a:rPr lang="en-US" dirty="0"/>
              <a:t>- The innovator </a:t>
            </a:r>
          </a:p>
          <a:p>
            <a:pPr marL="0" indent="0" algn="l"/>
            <a:r>
              <a:rPr lang="en-US" dirty="0"/>
              <a:t>- Generated 92 specialized fields </a:t>
            </a:r>
          </a:p>
          <a:p>
            <a:pPr marL="0" indent="0" algn="l"/>
            <a:r>
              <a:rPr lang="en-US" dirty="0"/>
              <a:t>- Future-focused thinking </a:t>
            </a:r>
          </a:p>
        </p:txBody>
      </p:sp>
      <p:sp>
        <p:nvSpPr>
          <p:cNvPr id="5" name="TextBox 4">
            <a:extLst>
              <a:ext uri="{FF2B5EF4-FFF2-40B4-BE49-F238E27FC236}">
                <a16:creationId xmlns:a16="http://schemas.microsoft.com/office/drawing/2014/main" id="{D9F3757F-4CCC-099B-FA70-4504CCFF1B2F}"/>
              </a:ext>
            </a:extLst>
          </p:cNvPr>
          <p:cNvSpPr txBox="1"/>
          <p:nvPr/>
        </p:nvSpPr>
        <p:spPr>
          <a:xfrm>
            <a:off x="3215050" y="3755863"/>
            <a:ext cx="2713899" cy="307777"/>
          </a:xfrm>
          <a:prstGeom prst="rect">
            <a:avLst/>
          </a:prstGeom>
          <a:noFill/>
        </p:spPr>
        <p:txBody>
          <a:bodyPr wrap="square" rtlCol="0">
            <a:spAutoFit/>
          </a:bodyPr>
          <a:lstStyle/>
          <a:p>
            <a:pPr algn="ctr"/>
            <a:r>
              <a:rPr lang="en-US" b="1" dirty="0"/>
              <a:t>Total : 568 AI-generated fields</a:t>
            </a:r>
          </a:p>
        </p:txBody>
      </p:sp>
      <p:sp>
        <p:nvSpPr>
          <p:cNvPr id="6" name="TextBox 5">
            <a:extLst>
              <a:ext uri="{FF2B5EF4-FFF2-40B4-BE49-F238E27FC236}">
                <a16:creationId xmlns:a16="http://schemas.microsoft.com/office/drawing/2014/main" id="{864CE8B4-66F8-A96E-F429-F23B0B86FA38}"/>
              </a:ext>
            </a:extLst>
          </p:cNvPr>
          <p:cNvSpPr txBox="1"/>
          <p:nvPr/>
        </p:nvSpPr>
        <p:spPr>
          <a:xfrm>
            <a:off x="8884690" y="4402586"/>
            <a:ext cx="314311" cy="307777"/>
          </a:xfrm>
          <a:prstGeom prst="rect">
            <a:avLst/>
          </a:prstGeom>
          <a:noFill/>
        </p:spPr>
        <p:txBody>
          <a:bodyPr wrap="square" rtlCol="0">
            <a:spAutoFit/>
          </a:bodyPr>
          <a:lstStyle/>
          <a:p>
            <a:r>
              <a:rPr lang="en-US" dirty="0"/>
              <a:t>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2">
          <a:extLst>
            <a:ext uri="{FF2B5EF4-FFF2-40B4-BE49-F238E27FC236}">
              <a16:creationId xmlns:a16="http://schemas.microsoft.com/office/drawing/2014/main" id="{7EA96CA5-99A6-6C61-0C33-224B57131E37}"/>
            </a:ext>
          </a:extLst>
        </p:cNvPr>
        <p:cNvGrpSpPr/>
        <p:nvPr/>
      </p:nvGrpSpPr>
      <p:grpSpPr>
        <a:xfrm>
          <a:off x="0" y="0"/>
          <a:ext cx="0" cy="0"/>
          <a:chOff x="0" y="0"/>
          <a:chExt cx="0" cy="0"/>
        </a:xfrm>
      </p:grpSpPr>
      <p:sp>
        <p:nvSpPr>
          <p:cNvPr id="2293" name="Google Shape;2293;p63">
            <a:extLst>
              <a:ext uri="{FF2B5EF4-FFF2-40B4-BE49-F238E27FC236}">
                <a16:creationId xmlns:a16="http://schemas.microsoft.com/office/drawing/2014/main" id="{5487BBAF-4DCF-7DCB-5873-4109BB4D3C5A}"/>
              </a:ext>
            </a:extLst>
          </p:cNvPr>
          <p:cNvSpPr txBox="1">
            <a:spLocks noGrp="1"/>
          </p:cNvSpPr>
          <p:nvPr>
            <p:ph type="title"/>
          </p:nvPr>
        </p:nvSpPr>
        <p:spPr>
          <a:xfrm>
            <a:off x="1000126" y="221456"/>
            <a:ext cx="7250906" cy="538325"/>
          </a:xfrm>
          <a:prstGeom prst="rect">
            <a:avLst/>
          </a:prstGeom>
        </p:spPr>
        <p:txBody>
          <a:bodyPr spcFirstLastPara="1" wrap="square" lIns="91425" tIns="91425" rIns="91425" bIns="91425" anchor="b" anchorCtr="0">
            <a:noAutofit/>
          </a:bodyPr>
          <a:lstStyle/>
          <a:p>
            <a:pPr lvl="0"/>
            <a:r>
              <a:rPr lang="en-US" sz="2800" b="1" dirty="0"/>
              <a:t>THE SECRET WEAPON: PROMPT ENGINEERING</a:t>
            </a:r>
            <a:endParaRPr sz="2800" b="1" dirty="0"/>
          </a:p>
        </p:txBody>
      </p:sp>
      <p:sp>
        <p:nvSpPr>
          <p:cNvPr id="2294" name="Google Shape;2294;p63">
            <a:extLst>
              <a:ext uri="{FF2B5EF4-FFF2-40B4-BE49-F238E27FC236}">
                <a16:creationId xmlns:a16="http://schemas.microsoft.com/office/drawing/2014/main" id="{322E030D-8E39-A5D5-7588-7AE0DE6B2CAD}"/>
              </a:ext>
            </a:extLst>
          </p:cNvPr>
          <p:cNvSpPr txBox="1">
            <a:spLocks noGrp="1"/>
          </p:cNvSpPr>
          <p:nvPr>
            <p:ph type="subTitle" idx="1"/>
          </p:nvPr>
        </p:nvSpPr>
        <p:spPr>
          <a:xfrm>
            <a:off x="1522217" y="1305006"/>
            <a:ext cx="5707258" cy="2981244"/>
          </a:xfrm>
          <a:prstGeom prst="rect">
            <a:avLst/>
          </a:prstGeom>
        </p:spPr>
        <p:txBody>
          <a:bodyPr spcFirstLastPara="1" wrap="square" lIns="91425" tIns="91425" rIns="91425" bIns="91425" anchor="t" anchorCtr="0">
            <a:noAutofit/>
          </a:bodyPr>
          <a:lstStyle/>
          <a:p>
            <a:pPr marL="0" lvl="0" indent="0" algn="l"/>
            <a:r>
              <a:rPr lang="en-US" sz="1600" b="1" i="1" dirty="0"/>
              <a:t>How I Made AI Think Like a 20-Year Insurance Veteran?</a:t>
            </a:r>
          </a:p>
          <a:p>
            <a:pPr marL="0" lvl="0" indent="0" algn="l"/>
            <a:endParaRPr lang="en-US" sz="1600" b="1" i="1" dirty="0"/>
          </a:p>
          <a:p>
            <a:pPr marL="0" lvl="0" indent="0" algn="l"/>
            <a:endParaRPr lang="en-US" sz="1600" b="1" i="1" dirty="0"/>
          </a:p>
          <a:p>
            <a:pPr marL="0" lvl="0" indent="0" algn="l"/>
            <a:r>
              <a:rPr lang="en-US" dirty="0"/>
              <a:t>Not just asking questions — architecting intelligence</a:t>
            </a:r>
          </a:p>
          <a:p>
            <a:pPr marL="0" lvl="0" indent="0" algn="l"/>
            <a:endParaRPr lang="en-US" dirty="0"/>
          </a:p>
          <a:p>
            <a:pPr marL="0" lvl="0" indent="0" algn="l"/>
            <a:r>
              <a:rPr lang="en-US" dirty="0"/>
              <a:t>1."You are a senior underwriting expert with 20 years experience..."</a:t>
            </a:r>
          </a:p>
          <a:p>
            <a:pPr marL="285750" lvl="0" indent="-285750" algn="l">
              <a:buFontTx/>
              <a:buChar char="-"/>
            </a:pPr>
            <a:r>
              <a:rPr lang="en-US" dirty="0"/>
              <a:t>Result: 200+ fields with risk assessments </a:t>
            </a:r>
          </a:p>
          <a:p>
            <a:pPr marL="285750" lvl="0" indent="-285750" algn="l">
              <a:buFontTx/>
              <a:buChar char="-"/>
            </a:pPr>
            <a:endParaRPr lang="en-US" dirty="0"/>
          </a:p>
          <a:p>
            <a:pPr marL="0" lvl="0" indent="0" algn="l"/>
            <a:r>
              <a:rPr lang="en-US" dirty="0"/>
              <a:t>2."Extract and normalize fields from this carrier form..."</a:t>
            </a:r>
          </a:p>
          <a:p>
            <a:pPr marL="0" lvl="0" indent="0" algn="l"/>
            <a:r>
              <a:rPr lang="en-US" dirty="0"/>
              <a:t> - Result: Structured JSON with metadata </a:t>
            </a:r>
          </a:p>
          <a:p>
            <a:pPr marL="0" lvl="0" indent="0" algn="l"/>
            <a:endParaRPr lang="en-US" dirty="0"/>
          </a:p>
          <a:p>
            <a:pPr marL="0" lvl="0" indent="0" algn="l"/>
            <a:r>
              <a:rPr lang="en-US" dirty="0"/>
              <a:t>3."What data sources will transform pet insurance in 3-5 years?"</a:t>
            </a:r>
          </a:p>
          <a:p>
            <a:pPr marL="0" lvl="0" indent="0" algn="l"/>
            <a:r>
              <a:rPr lang="en-US" dirty="0"/>
              <a:t>- Result: IoT, genetic testing, telemedicine fields</a:t>
            </a:r>
            <a:endParaRPr dirty="0"/>
          </a:p>
        </p:txBody>
      </p:sp>
      <p:grpSp>
        <p:nvGrpSpPr>
          <p:cNvPr id="2" name="Google Shape;2978;p73">
            <a:extLst>
              <a:ext uri="{FF2B5EF4-FFF2-40B4-BE49-F238E27FC236}">
                <a16:creationId xmlns:a16="http://schemas.microsoft.com/office/drawing/2014/main" id="{7FCF7A82-4D46-1155-90AC-7D5DF288AAA5}"/>
              </a:ext>
            </a:extLst>
          </p:cNvPr>
          <p:cNvGrpSpPr/>
          <p:nvPr/>
        </p:nvGrpSpPr>
        <p:grpSpPr>
          <a:xfrm>
            <a:off x="7666934" y="2514406"/>
            <a:ext cx="807826" cy="2261323"/>
            <a:chOff x="6554725" y="2211779"/>
            <a:chExt cx="854571" cy="2392175"/>
          </a:xfrm>
        </p:grpSpPr>
        <p:sp>
          <p:nvSpPr>
            <p:cNvPr id="3" name="Google Shape;2979;p73">
              <a:extLst>
                <a:ext uri="{FF2B5EF4-FFF2-40B4-BE49-F238E27FC236}">
                  <a16:creationId xmlns:a16="http://schemas.microsoft.com/office/drawing/2014/main" id="{91FBBE34-F6BF-B30D-9399-2028DADAE393}"/>
                </a:ext>
              </a:extLst>
            </p:cNvPr>
            <p:cNvSpPr/>
            <p:nvPr/>
          </p:nvSpPr>
          <p:spPr>
            <a:xfrm>
              <a:off x="6554725" y="2248630"/>
              <a:ext cx="854571" cy="969900"/>
            </a:xfrm>
            <a:custGeom>
              <a:avLst/>
              <a:gdLst/>
              <a:ahLst/>
              <a:cxnLst/>
              <a:rect l="l" t="t" r="r" b="b"/>
              <a:pathLst>
                <a:path w="890178" h="1010313" extrusionOk="0">
                  <a:moveTo>
                    <a:pt x="489519" y="27500"/>
                  </a:moveTo>
                  <a:cubicBezTo>
                    <a:pt x="477392" y="34845"/>
                    <a:pt x="464069" y="42959"/>
                    <a:pt x="426917" y="90102"/>
                  </a:cubicBezTo>
                  <a:cubicBezTo>
                    <a:pt x="348345" y="189684"/>
                    <a:pt x="309059" y="239475"/>
                    <a:pt x="272164" y="267231"/>
                  </a:cubicBezTo>
                  <a:cubicBezTo>
                    <a:pt x="200424" y="321036"/>
                    <a:pt x="179158" y="289095"/>
                    <a:pt x="135175" y="338715"/>
                  </a:cubicBezTo>
                  <a:cubicBezTo>
                    <a:pt x="98622" y="379880"/>
                    <a:pt x="107162" y="407210"/>
                    <a:pt x="54809" y="518834"/>
                  </a:cubicBezTo>
                  <a:cubicBezTo>
                    <a:pt x="19110" y="594929"/>
                    <a:pt x="10826" y="591342"/>
                    <a:pt x="4164" y="624565"/>
                  </a:cubicBezTo>
                  <a:cubicBezTo>
                    <a:pt x="-7792" y="684519"/>
                    <a:pt x="4933" y="767703"/>
                    <a:pt x="56261" y="824070"/>
                  </a:cubicBezTo>
                  <a:cubicBezTo>
                    <a:pt x="115447" y="888893"/>
                    <a:pt x="184966" y="873263"/>
                    <a:pt x="222971" y="947651"/>
                  </a:cubicBezTo>
                  <a:cubicBezTo>
                    <a:pt x="233134" y="967550"/>
                    <a:pt x="235953" y="983777"/>
                    <a:pt x="254229" y="996759"/>
                  </a:cubicBezTo>
                  <a:cubicBezTo>
                    <a:pt x="296761" y="1026906"/>
                    <a:pt x="364829" y="997698"/>
                    <a:pt x="370380" y="995307"/>
                  </a:cubicBezTo>
                  <a:cubicBezTo>
                    <a:pt x="489007" y="942612"/>
                    <a:pt x="467229" y="725940"/>
                    <a:pt x="526670" y="721414"/>
                  </a:cubicBezTo>
                  <a:cubicBezTo>
                    <a:pt x="535553" y="720731"/>
                    <a:pt x="538883" y="725257"/>
                    <a:pt x="575778" y="757113"/>
                  </a:cubicBezTo>
                  <a:cubicBezTo>
                    <a:pt x="658706" y="828768"/>
                    <a:pt x="700725" y="864637"/>
                    <a:pt x="729079" y="864296"/>
                  </a:cubicBezTo>
                  <a:cubicBezTo>
                    <a:pt x="755811" y="863954"/>
                    <a:pt x="781091" y="831928"/>
                    <a:pt x="831822" y="770522"/>
                  </a:cubicBezTo>
                  <a:cubicBezTo>
                    <a:pt x="869058" y="725342"/>
                    <a:pt x="887762" y="702796"/>
                    <a:pt x="889897" y="676747"/>
                  </a:cubicBezTo>
                  <a:cubicBezTo>
                    <a:pt x="893740" y="629689"/>
                    <a:pt x="857101" y="617135"/>
                    <a:pt x="850183" y="553679"/>
                  </a:cubicBezTo>
                  <a:cubicBezTo>
                    <a:pt x="844803" y="504315"/>
                    <a:pt x="865727" y="501070"/>
                    <a:pt x="862055" y="458367"/>
                  </a:cubicBezTo>
                  <a:cubicBezTo>
                    <a:pt x="858041" y="411309"/>
                    <a:pt x="831565" y="404818"/>
                    <a:pt x="754359" y="292597"/>
                  </a:cubicBezTo>
                  <a:cubicBezTo>
                    <a:pt x="705593" y="221711"/>
                    <a:pt x="689879" y="186182"/>
                    <a:pt x="695601" y="148177"/>
                  </a:cubicBezTo>
                  <a:cubicBezTo>
                    <a:pt x="698163" y="131182"/>
                    <a:pt x="703031" y="126570"/>
                    <a:pt x="702262" y="110001"/>
                  </a:cubicBezTo>
                  <a:cubicBezTo>
                    <a:pt x="700384" y="67384"/>
                    <a:pt x="664684" y="25024"/>
                    <a:pt x="621384" y="8199"/>
                  </a:cubicBezTo>
                  <a:cubicBezTo>
                    <a:pt x="560747" y="-15373"/>
                    <a:pt x="504721" y="18447"/>
                    <a:pt x="489434" y="2767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Google Shape;2980;p73">
              <a:extLst>
                <a:ext uri="{FF2B5EF4-FFF2-40B4-BE49-F238E27FC236}">
                  <a16:creationId xmlns:a16="http://schemas.microsoft.com/office/drawing/2014/main" id="{BC0E6D63-82D8-2727-9B24-57D336C520C5}"/>
                </a:ext>
              </a:extLst>
            </p:cNvPr>
            <p:cNvSpPr/>
            <p:nvPr/>
          </p:nvSpPr>
          <p:spPr>
            <a:xfrm>
              <a:off x="6818652" y="2527990"/>
              <a:ext cx="356432" cy="181574"/>
            </a:xfrm>
            <a:custGeom>
              <a:avLst/>
              <a:gdLst/>
              <a:ahLst/>
              <a:cxnLst/>
              <a:rect l="l" t="t" r="r" b="b"/>
              <a:pathLst>
                <a:path w="371283" h="189140" extrusionOk="0">
                  <a:moveTo>
                    <a:pt x="105820" y="136047"/>
                  </a:moveTo>
                  <a:cubicBezTo>
                    <a:pt x="50564" y="130069"/>
                    <a:pt x="26821" y="143734"/>
                    <a:pt x="10509" y="124859"/>
                  </a:cubicBezTo>
                  <a:cubicBezTo>
                    <a:pt x="-7341" y="104191"/>
                    <a:pt x="-1020" y="62087"/>
                    <a:pt x="18708" y="36294"/>
                  </a:cubicBezTo>
                  <a:cubicBezTo>
                    <a:pt x="50564" y="-5468"/>
                    <a:pt x="114788" y="-1454"/>
                    <a:pt x="171326" y="2047"/>
                  </a:cubicBezTo>
                  <a:cubicBezTo>
                    <a:pt x="230853" y="5720"/>
                    <a:pt x="305668" y="10417"/>
                    <a:pt x="345467" y="66101"/>
                  </a:cubicBezTo>
                  <a:cubicBezTo>
                    <a:pt x="369294" y="99409"/>
                    <a:pt x="382020" y="153128"/>
                    <a:pt x="359644" y="177041"/>
                  </a:cubicBezTo>
                  <a:cubicBezTo>
                    <a:pt x="343502" y="194208"/>
                    <a:pt x="314721" y="190108"/>
                    <a:pt x="268858" y="183020"/>
                  </a:cubicBezTo>
                  <a:cubicBezTo>
                    <a:pt x="184393" y="169868"/>
                    <a:pt x="174657" y="143563"/>
                    <a:pt x="105820" y="136133"/>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2981;p73">
              <a:extLst>
                <a:ext uri="{FF2B5EF4-FFF2-40B4-BE49-F238E27FC236}">
                  <a16:creationId xmlns:a16="http://schemas.microsoft.com/office/drawing/2014/main" id="{2179F9CD-DC56-0A0F-0362-110F0AC92CA6}"/>
                </a:ext>
              </a:extLst>
            </p:cNvPr>
            <p:cNvSpPr/>
            <p:nvPr/>
          </p:nvSpPr>
          <p:spPr>
            <a:xfrm>
              <a:off x="6789729" y="3353849"/>
              <a:ext cx="254246" cy="498244"/>
            </a:xfrm>
            <a:custGeom>
              <a:avLst/>
              <a:gdLst/>
              <a:ahLst/>
              <a:cxnLst/>
              <a:rect l="l" t="t" r="r" b="b"/>
              <a:pathLst>
                <a:path w="264840" h="519004" extrusionOk="0">
                  <a:moveTo>
                    <a:pt x="234949" y="519005"/>
                  </a:moveTo>
                  <a:cubicBezTo>
                    <a:pt x="190367" y="510549"/>
                    <a:pt x="145786" y="502095"/>
                    <a:pt x="101290" y="493554"/>
                  </a:cubicBezTo>
                  <a:cubicBezTo>
                    <a:pt x="75754" y="421216"/>
                    <a:pt x="50816" y="336495"/>
                    <a:pt x="31685" y="240500"/>
                  </a:cubicBezTo>
                  <a:cubicBezTo>
                    <a:pt x="14092" y="152533"/>
                    <a:pt x="4612" y="71484"/>
                    <a:pt x="0" y="0"/>
                  </a:cubicBezTo>
                  <a:cubicBezTo>
                    <a:pt x="82586" y="21607"/>
                    <a:pt x="167308" y="39713"/>
                    <a:pt x="254165" y="53720"/>
                  </a:cubicBezTo>
                  <a:cubicBezTo>
                    <a:pt x="256641" y="54147"/>
                    <a:pt x="259033" y="54488"/>
                    <a:pt x="261509" y="54915"/>
                  </a:cubicBezTo>
                  <a:cubicBezTo>
                    <a:pt x="263644" y="92579"/>
                    <a:pt x="264840" y="131609"/>
                    <a:pt x="264840" y="172005"/>
                  </a:cubicBezTo>
                  <a:cubicBezTo>
                    <a:pt x="264840" y="299514"/>
                    <a:pt x="252713" y="415921"/>
                    <a:pt x="235034" y="518919"/>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2982;p73">
              <a:extLst>
                <a:ext uri="{FF2B5EF4-FFF2-40B4-BE49-F238E27FC236}">
                  <a16:creationId xmlns:a16="http://schemas.microsoft.com/office/drawing/2014/main" id="{38029746-1CC5-FFC8-23E5-6B0386A22A25}"/>
                </a:ext>
              </a:extLst>
            </p:cNvPr>
            <p:cNvSpPr/>
            <p:nvPr/>
          </p:nvSpPr>
          <p:spPr>
            <a:xfrm>
              <a:off x="6881592" y="3794636"/>
              <a:ext cx="134706" cy="138895"/>
            </a:xfrm>
            <a:custGeom>
              <a:avLst/>
              <a:gdLst/>
              <a:ahLst/>
              <a:cxnLst/>
              <a:rect l="l" t="t" r="r" b="b"/>
              <a:pathLst>
                <a:path w="140319" h="144682" extrusionOk="0">
                  <a:moveTo>
                    <a:pt x="140320" y="72344"/>
                  </a:moveTo>
                  <a:cubicBezTo>
                    <a:pt x="140320" y="113424"/>
                    <a:pt x="105133" y="144596"/>
                    <a:pt x="67982" y="144682"/>
                  </a:cubicBezTo>
                  <a:cubicBezTo>
                    <a:pt x="39371" y="144767"/>
                    <a:pt x="12554" y="126491"/>
                    <a:pt x="0" y="98307"/>
                  </a:cubicBezTo>
                  <a:cubicBezTo>
                    <a:pt x="1196" y="87546"/>
                    <a:pt x="2306" y="76529"/>
                    <a:pt x="3331" y="65170"/>
                  </a:cubicBezTo>
                  <a:cubicBezTo>
                    <a:pt x="4270" y="54665"/>
                    <a:pt x="4954" y="44331"/>
                    <a:pt x="5551" y="34254"/>
                  </a:cubicBezTo>
                  <a:cubicBezTo>
                    <a:pt x="7601" y="31264"/>
                    <a:pt x="30490" y="-506"/>
                    <a:pt x="67982" y="6"/>
                  </a:cubicBezTo>
                  <a:cubicBezTo>
                    <a:pt x="104023" y="519"/>
                    <a:pt x="140320" y="30666"/>
                    <a:pt x="140320" y="72344"/>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2983;p73">
              <a:extLst>
                <a:ext uri="{FF2B5EF4-FFF2-40B4-BE49-F238E27FC236}">
                  <a16:creationId xmlns:a16="http://schemas.microsoft.com/office/drawing/2014/main" id="{69E58F64-6DC2-79D6-18DA-DDA29469FF99}"/>
                </a:ext>
              </a:extLst>
            </p:cNvPr>
            <p:cNvSpPr/>
            <p:nvPr/>
          </p:nvSpPr>
          <p:spPr>
            <a:xfrm>
              <a:off x="6862188" y="3868804"/>
              <a:ext cx="154849" cy="619505"/>
            </a:xfrm>
            <a:custGeom>
              <a:avLst/>
              <a:gdLst/>
              <a:ahLst/>
              <a:cxnLst/>
              <a:rect l="l" t="t" r="r" b="b"/>
              <a:pathLst>
                <a:path w="161301" h="645318" extrusionOk="0">
                  <a:moveTo>
                    <a:pt x="152856" y="645318"/>
                  </a:moveTo>
                  <a:lnTo>
                    <a:pt x="95379" y="630970"/>
                  </a:lnTo>
                  <a:cubicBezTo>
                    <a:pt x="95635" y="618416"/>
                    <a:pt x="95720" y="598687"/>
                    <a:pt x="94268" y="574603"/>
                  </a:cubicBezTo>
                  <a:cubicBezTo>
                    <a:pt x="83251" y="389617"/>
                    <a:pt x="5960" y="316339"/>
                    <a:pt x="323" y="170212"/>
                  </a:cubicBezTo>
                  <a:cubicBezTo>
                    <a:pt x="-1043" y="135452"/>
                    <a:pt x="1263" y="84209"/>
                    <a:pt x="20223" y="21010"/>
                  </a:cubicBezTo>
                  <a:cubicBezTo>
                    <a:pt x="67024" y="14007"/>
                    <a:pt x="113741" y="7003"/>
                    <a:pt x="160543" y="0"/>
                  </a:cubicBezTo>
                  <a:cubicBezTo>
                    <a:pt x="163105" y="135452"/>
                    <a:pt x="158749" y="240585"/>
                    <a:pt x="153881" y="313777"/>
                  </a:cubicBezTo>
                  <a:cubicBezTo>
                    <a:pt x="151233" y="354344"/>
                    <a:pt x="145938" y="422668"/>
                    <a:pt x="147219" y="517126"/>
                  </a:cubicBezTo>
                  <a:cubicBezTo>
                    <a:pt x="147988" y="570931"/>
                    <a:pt x="150550" y="615256"/>
                    <a:pt x="152771" y="645318"/>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2984;p73">
              <a:extLst>
                <a:ext uri="{FF2B5EF4-FFF2-40B4-BE49-F238E27FC236}">
                  <a16:creationId xmlns:a16="http://schemas.microsoft.com/office/drawing/2014/main" id="{1F78F8CE-A797-D721-1CFA-BD1E3A78CD63}"/>
                </a:ext>
              </a:extLst>
            </p:cNvPr>
            <p:cNvSpPr/>
            <p:nvPr/>
          </p:nvSpPr>
          <p:spPr>
            <a:xfrm>
              <a:off x="6880176" y="4474147"/>
              <a:ext cx="147155" cy="115685"/>
            </a:xfrm>
            <a:custGeom>
              <a:avLst/>
              <a:gdLst/>
              <a:ahLst/>
              <a:cxnLst/>
              <a:rect l="l" t="t" r="r" b="b"/>
              <a:pathLst>
                <a:path w="153286" h="120505" extrusionOk="0">
                  <a:moveTo>
                    <a:pt x="150678" y="120506"/>
                  </a:moveTo>
                  <a:cubicBezTo>
                    <a:pt x="102425" y="120164"/>
                    <a:pt x="54171" y="119737"/>
                    <a:pt x="5917" y="119396"/>
                  </a:cubicBezTo>
                  <a:cubicBezTo>
                    <a:pt x="2415" y="114271"/>
                    <a:pt x="-1171" y="107012"/>
                    <a:pt x="366" y="99496"/>
                  </a:cubicBezTo>
                  <a:cubicBezTo>
                    <a:pt x="3184" y="86173"/>
                    <a:pt x="20436" y="80366"/>
                    <a:pt x="30172" y="75156"/>
                  </a:cubicBezTo>
                  <a:cubicBezTo>
                    <a:pt x="46399" y="66530"/>
                    <a:pt x="65273" y="47229"/>
                    <a:pt x="76547" y="0"/>
                  </a:cubicBezTo>
                  <a:cubicBezTo>
                    <a:pt x="95336" y="1879"/>
                    <a:pt x="114125" y="3672"/>
                    <a:pt x="132914" y="5551"/>
                  </a:cubicBezTo>
                  <a:cubicBezTo>
                    <a:pt x="138465" y="26475"/>
                    <a:pt x="143419" y="45862"/>
                    <a:pt x="148372" y="65249"/>
                  </a:cubicBezTo>
                  <a:cubicBezTo>
                    <a:pt x="151276" y="76523"/>
                    <a:pt x="154521" y="89846"/>
                    <a:pt x="152813" y="107268"/>
                  </a:cubicBezTo>
                  <a:cubicBezTo>
                    <a:pt x="152301" y="112905"/>
                    <a:pt x="151361" y="117432"/>
                    <a:pt x="150592" y="120506"/>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2985;p73">
              <a:extLst>
                <a:ext uri="{FF2B5EF4-FFF2-40B4-BE49-F238E27FC236}">
                  <a16:creationId xmlns:a16="http://schemas.microsoft.com/office/drawing/2014/main" id="{1E6C26C2-FDAB-9353-9BCF-A78279FA4208}"/>
                </a:ext>
              </a:extLst>
            </p:cNvPr>
            <p:cNvSpPr/>
            <p:nvPr/>
          </p:nvSpPr>
          <p:spPr>
            <a:xfrm>
              <a:off x="7047022" y="3778657"/>
              <a:ext cx="132021" cy="139077"/>
            </a:xfrm>
            <a:custGeom>
              <a:avLst/>
              <a:gdLst/>
              <a:ahLst/>
              <a:cxnLst/>
              <a:rect l="l" t="t" r="r" b="b"/>
              <a:pathLst>
                <a:path w="137522" h="144872" extrusionOk="0">
                  <a:moveTo>
                    <a:pt x="137523" y="73027"/>
                  </a:moveTo>
                  <a:cubicBezTo>
                    <a:pt x="137267" y="110519"/>
                    <a:pt x="105753" y="140924"/>
                    <a:pt x="70480" y="144511"/>
                  </a:cubicBezTo>
                  <a:cubicBezTo>
                    <a:pt x="43663" y="147244"/>
                    <a:pt x="16846" y="134347"/>
                    <a:pt x="192" y="110947"/>
                  </a:cubicBezTo>
                  <a:cubicBezTo>
                    <a:pt x="-64" y="97709"/>
                    <a:pt x="-64" y="83959"/>
                    <a:pt x="192" y="69867"/>
                  </a:cubicBezTo>
                  <a:cubicBezTo>
                    <a:pt x="534" y="52188"/>
                    <a:pt x="1217" y="35107"/>
                    <a:pt x="2242" y="18795"/>
                  </a:cubicBezTo>
                  <a:cubicBezTo>
                    <a:pt x="9587" y="13158"/>
                    <a:pt x="31194" y="-1788"/>
                    <a:pt x="59805" y="177"/>
                  </a:cubicBezTo>
                  <a:cubicBezTo>
                    <a:pt x="95077" y="2568"/>
                    <a:pt x="137779" y="30410"/>
                    <a:pt x="137437" y="73027"/>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2986;p73">
              <a:extLst>
                <a:ext uri="{FF2B5EF4-FFF2-40B4-BE49-F238E27FC236}">
                  <a16:creationId xmlns:a16="http://schemas.microsoft.com/office/drawing/2014/main" id="{7B66EBB7-EFD5-1305-5565-9F8E31A41F4C}"/>
                </a:ext>
              </a:extLst>
            </p:cNvPr>
            <p:cNvSpPr/>
            <p:nvPr/>
          </p:nvSpPr>
          <p:spPr>
            <a:xfrm>
              <a:off x="7027830" y="3324184"/>
              <a:ext cx="227588" cy="529071"/>
            </a:xfrm>
            <a:custGeom>
              <a:avLst/>
              <a:gdLst/>
              <a:ahLst/>
              <a:cxnLst/>
              <a:rect l="l" t="t" r="r" b="b"/>
              <a:pathLst>
                <a:path w="237071" h="551116" extrusionOk="0">
                  <a:moveTo>
                    <a:pt x="142237" y="551117"/>
                  </a:moveTo>
                  <a:cubicBezTo>
                    <a:pt x="101670" y="537111"/>
                    <a:pt x="61103" y="523189"/>
                    <a:pt x="20536" y="509183"/>
                  </a:cubicBezTo>
                  <a:cubicBezTo>
                    <a:pt x="3455" y="419337"/>
                    <a:pt x="-8417" y="300198"/>
                    <a:pt x="7469" y="162611"/>
                  </a:cubicBezTo>
                  <a:cubicBezTo>
                    <a:pt x="14472" y="102486"/>
                    <a:pt x="25660" y="48083"/>
                    <a:pt x="38470" y="0"/>
                  </a:cubicBezTo>
                  <a:cubicBezTo>
                    <a:pt x="104659" y="20753"/>
                    <a:pt x="170848" y="41421"/>
                    <a:pt x="237036" y="62175"/>
                  </a:cubicBezTo>
                  <a:cubicBezTo>
                    <a:pt x="237720" y="154326"/>
                    <a:pt x="228667" y="270050"/>
                    <a:pt x="194078" y="398499"/>
                  </a:cubicBezTo>
                  <a:cubicBezTo>
                    <a:pt x="178876" y="454866"/>
                    <a:pt x="160941" y="505767"/>
                    <a:pt x="142152" y="551117"/>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2987;p73">
              <a:extLst>
                <a:ext uri="{FF2B5EF4-FFF2-40B4-BE49-F238E27FC236}">
                  <a16:creationId xmlns:a16="http://schemas.microsoft.com/office/drawing/2014/main" id="{96069405-E68F-97AD-5AFB-1A824AB4895C}"/>
                </a:ext>
              </a:extLst>
            </p:cNvPr>
            <p:cNvSpPr/>
            <p:nvPr/>
          </p:nvSpPr>
          <p:spPr>
            <a:xfrm>
              <a:off x="6994899" y="3860446"/>
              <a:ext cx="183023" cy="588185"/>
            </a:xfrm>
            <a:custGeom>
              <a:avLst/>
              <a:gdLst/>
              <a:ahLst/>
              <a:cxnLst/>
              <a:rect l="l" t="t" r="r" b="b"/>
              <a:pathLst>
                <a:path w="190649" h="612693" extrusionOk="0">
                  <a:moveTo>
                    <a:pt x="135393" y="604495"/>
                  </a:moveTo>
                  <a:cubicBezTo>
                    <a:pt x="119251" y="607228"/>
                    <a:pt x="103025" y="609961"/>
                    <a:pt x="86883" y="612693"/>
                  </a:cubicBezTo>
                  <a:cubicBezTo>
                    <a:pt x="82186" y="584510"/>
                    <a:pt x="74243" y="539843"/>
                    <a:pt x="62115" y="485440"/>
                  </a:cubicBezTo>
                  <a:cubicBezTo>
                    <a:pt x="24452" y="317364"/>
                    <a:pt x="-7319" y="264242"/>
                    <a:pt x="1478" y="176190"/>
                  </a:cubicBezTo>
                  <a:cubicBezTo>
                    <a:pt x="5151" y="139551"/>
                    <a:pt x="16851" y="85575"/>
                    <a:pt x="56649" y="21693"/>
                  </a:cubicBezTo>
                  <a:cubicBezTo>
                    <a:pt x="101316" y="14433"/>
                    <a:pt x="145983" y="7174"/>
                    <a:pt x="190649" y="0"/>
                  </a:cubicBezTo>
                  <a:cubicBezTo>
                    <a:pt x="173313" y="107866"/>
                    <a:pt x="158708" y="223931"/>
                    <a:pt x="148716" y="347341"/>
                  </a:cubicBezTo>
                  <a:cubicBezTo>
                    <a:pt x="141457" y="436845"/>
                    <a:pt x="137271" y="522677"/>
                    <a:pt x="135393" y="604580"/>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2988;p73">
              <a:extLst>
                <a:ext uri="{FF2B5EF4-FFF2-40B4-BE49-F238E27FC236}">
                  <a16:creationId xmlns:a16="http://schemas.microsoft.com/office/drawing/2014/main" id="{4278F919-B05C-D7AD-98C4-B6D66970EBE2}"/>
                </a:ext>
              </a:extLst>
            </p:cNvPr>
            <p:cNvSpPr/>
            <p:nvPr/>
          </p:nvSpPr>
          <p:spPr>
            <a:xfrm>
              <a:off x="7046303" y="4433255"/>
              <a:ext cx="246788" cy="149464"/>
            </a:xfrm>
            <a:custGeom>
              <a:avLst/>
              <a:gdLst/>
              <a:ahLst/>
              <a:cxnLst/>
              <a:rect l="l" t="t" r="r" b="b"/>
              <a:pathLst>
                <a:path w="257071" h="155692" extrusionOk="0">
                  <a:moveTo>
                    <a:pt x="256986" y="155693"/>
                  </a:moveTo>
                  <a:lnTo>
                    <a:pt x="2565" y="155693"/>
                  </a:lnTo>
                  <a:cubicBezTo>
                    <a:pt x="-83" y="144249"/>
                    <a:pt x="-2132" y="127168"/>
                    <a:pt x="4103" y="108891"/>
                  </a:cubicBezTo>
                  <a:cubicBezTo>
                    <a:pt x="6579" y="101632"/>
                    <a:pt x="9483" y="96678"/>
                    <a:pt x="10422" y="94885"/>
                  </a:cubicBezTo>
                  <a:cubicBezTo>
                    <a:pt x="18194" y="81220"/>
                    <a:pt x="26649" y="55513"/>
                    <a:pt x="31261" y="3672"/>
                  </a:cubicBezTo>
                  <a:cubicBezTo>
                    <a:pt x="46975" y="2477"/>
                    <a:pt x="62690" y="1196"/>
                    <a:pt x="78490" y="0"/>
                  </a:cubicBezTo>
                  <a:cubicBezTo>
                    <a:pt x="140152" y="106244"/>
                    <a:pt x="175168" y="128363"/>
                    <a:pt x="196092" y="126997"/>
                  </a:cubicBezTo>
                  <a:cubicBezTo>
                    <a:pt x="201473" y="126655"/>
                    <a:pt x="221714" y="123666"/>
                    <a:pt x="239221" y="135281"/>
                  </a:cubicBezTo>
                  <a:cubicBezTo>
                    <a:pt x="248445" y="141430"/>
                    <a:pt x="253826" y="149629"/>
                    <a:pt x="257071" y="155693"/>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989;p73">
              <a:extLst>
                <a:ext uri="{FF2B5EF4-FFF2-40B4-BE49-F238E27FC236}">
                  <a16:creationId xmlns:a16="http://schemas.microsoft.com/office/drawing/2014/main" id="{B5D29507-CB63-1980-D402-BE21383BC795}"/>
                </a:ext>
              </a:extLst>
            </p:cNvPr>
            <p:cNvSpPr/>
            <p:nvPr/>
          </p:nvSpPr>
          <p:spPr>
            <a:xfrm>
              <a:off x="6793663" y="2600663"/>
              <a:ext cx="461922" cy="832473"/>
            </a:xfrm>
            <a:custGeom>
              <a:avLst/>
              <a:gdLst/>
              <a:ahLst/>
              <a:cxnLst/>
              <a:rect l="l" t="t" r="r" b="b"/>
              <a:pathLst>
                <a:path w="481169" h="867159" extrusionOk="0">
                  <a:moveTo>
                    <a:pt x="481170" y="816225"/>
                  </a:moveTo>
                  <a:cubicBezTo>
                    <a:pt x="441799" y="835868"/>
                    <a:pt x="359895" y="870116"/>
                    <a:pt x="251773" y="866956"/>
                  </a:cubicBezTo>
                  <a:cubicBezTo>
                    <a:pt x="126399" y="863283"/>
                    <a:pt x="36894" y="811272"/>
                    <a:pt x="0" y="786846"/>
                  </a:cubicBezTo>
                  <a:cubicBezTo>
                    <a:pt x="5466" y="752428"/>
                    <a:pt x="17337" y="703320"/>
                    <a:pt x="45264" y="650113"/>
                  </a:cubicBezTo>
                  <a:cubicBezTo>
                    <a:pt x="81988" y="580252"/>
                    <a:pt x="129644" y="535414"/>
                    <a:pt x="160219" y="510903"/>
                  </a:cubicBezTo>
                  <a:cubicBezTo>
                    <a:pt x="125716" y="431818"/>
                    <a:pt x="91895" y="347439"/>
                    <a:pt x="59698" y="257849"/>
                  </a:cubicBezTo>
                  <a:cubicBezTo>
                    <a:pt x="40482" y="204386"/>
                    <a:pt x="22888" y="152033"/>
                    <a:pt x="6832" y="100960"/>
                  </a:cubicBezTo>
                  <a:cubicBezTo>
                    <a:pt x="6918" y="100448"/>
                    <a:pt x="7003" y="99936"/>
                    <a:pt x="7088" y="99509"/>
                  </a:cubicBezTo>
                  <a:cubicBezTo>
                    <a:pt x="17251" y="50486"/>
                    <a:pt x="40311" y="37932"/>
                    <a:pt x="47655" y="33747"/>
                  </a:cubicBezTo>
                  <a:cubicBezTo>
                    <a:pt x="69861" y="20766"/>
                    <a:pt x="89845" y="23840"/>
                    <a:pt x="123751" y="28110"/>
                  </a:cubicBezTo>
                  <a:cubicBezTo>
                    <a:pt x="181741" y="35455"/>
                    <a:pt x="181314" y="7955"/>
                    <a:pt x="265182" y="1550"/>
                  </a:cubicBezTo>
                  <a:cubicBezTo>
                    <a:pt x="282092" y="268"/>
                    <a:pt x="307115" y="-1440"/>
                    <a:pt x="336921" y="2147"/>
                  </a:cubicBezTo>
                  <a:cubicBezTo>
                    <a:pt x="337434" y="2574"/>
                    <a:pt x="337946" y="3001"/>
                    <a:pt x="338458" y="3428"/>
                  </a:cubicBezTo>
                  <a:cubicBezTo>
                    <a:pt x="368778" y="27342"/>
                    <a:pt x="408747" y="18118"/>
                    <a:pt x="439492" y="38530"/>
                  </a:cubicBezTo>
                  <a:cubicBezTo>
                    <a:pt x="454780" y="59795"/>
                    <a:pt x="456402" y="87894"/>
                    <a:pt x="453670" y="112832"/>
                  </a:cubicBezTo>
                  <a:cubicBezTo>
                    <a:pt x="452901" y="119920"/>
                    <a:pt x="451791" y="126667"/>
                    <a:pt x="450510" y="132987"/>
                  </a:cubicBezTo>
                  <a:cubicBezTo>
                    <a:pt x="434539" y="196699"/>
                    <a:pt x="432233" y="307811"/>
                    <a:pt x="420447" y="398511"/>
                  </a:cubicBezTo>
                  <a:cubicBezTo>
                    <a:pt x="411309" y="469397"/>
                    <a:pt x="397388" y="520042"/>
                    <a:pt x="420447" y="572309"/>
                  </a:cubicBezTo>
                  <a:cubicBezTo>
                    <a:pt x="422497" y="576921"/>
                    <a:pt x="423522" y="578715"/>
                    <a:pt x="427707" y="588109"/>
                  </a:cubicBezTo>
                  <a:cubicBezTo>
                    <a:pt x="437784" y="610827"/>
                    <a:pt x="455207" y="653956"/>
                    <a:pt x="467334" y="709725"/>
                  </a:cubicBezTo>
                  <a:cubicBezTo>
                    <a:pt x="476985" y="754051"/>
                    <a:pt x="480060" y="791372"/>
                    <a:pt x="481084" y="816054"/>
                  </a:cubicBezTo>
                  <a:close/>
                </a:path>
              </a:pathLst>
            </a:custGeom>
            <a:solidFill>
              <a:srgbClr val="F98F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990;p73">
              <a:extLst>
                <a:ext uri="{FF2B5EF4-FFF2-40B4-BE49-F238E27FC236}">
                  <a16:creationId xmlns:a16="http://schemas.microsoft.com/office/drawing/2014/main" id="{20495004-355C-1ED5-856D-9AD13BED6F70}"/>
                </a:ext>
              </a:extLst>
            </p:cNvPr>
            <p:cNvSpPr/>
            <p:nvPr/>
          </p:nvSpPr>
          <p:spPr>
            <a:xfrm>
              <a:off x="7117271" y="2739083"/>
              <a:ext cx="125606" cy="125606"/>
            </a:xfrm>
            <a:custGeom>
              <a:avLst/>
              <a:gdLst/>
              <a:ahLst/>
              <a:cxnLst/>
              <a:rect l="l" t="t" r="r" b="b"/>
              <a:pathLst>
                <a:path w="130840" h="130840" extrusionOk="0">
                  <a:moveTo>
                    <a:pt x="130840" y="65420"/>
                  </a:moveTo>
                  <a:cubicBezTo>
                    <a:pt x="130840" y="101546"/>
                    <a:pt x="101546" y="130840"/>
                    <a:pt x="65420" y="130840"/>
                  </a:cubicBezTo>
                  <a:cubicBezTo>
                    <a:pt x="29294" y="130840"/>
                    <a:pt x="0" y="101546"/>
                    <a:pt x="0" y="65420"/>
                  </a:cubicBezTo>
                  <a:cubicBezTo>
                    <a:pt x="0" y="29294"/>
                    <a:pt x="29294" y="0"/>
                    <a:pt x="65420" y="0"/>
                  </a:cubicBezTo>
                  <a:cubicBezTo>
                    <a:pt x="101546" y="0"/>
                    <a:pt x="130840" y="29294"/>
                    <a:pt x="130840" y="65420"/>
                  </a:cubicBezTo>
                  <a:close/>
                </a:path>
              </a:pathLst>
            </a:custGeom>
            <a:solidFill>
              <a:srgbClr val="F98F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991;p73">
              <a:extLst>
                <a:ext uri="{FF2B5EF4-FFF2-40B4-BE49-F238E27FC236}">
                  <a16:creationId xmlns:a16="http://schemas.microsoft.com/office/drawing/2014/main" id="{AA016DE3-C3FC-A12F-D544-4EE7BA1A44C5}"/>
                </a:ext>
              </a:extLst>
            </p:cNvPr>
            <p:cNvSpPr/>
            <p:nvPr/>
          </p:nvSpPr>
          <p:spPr>
            <a:xfrm>
              <a:off x="7125834" y="2757514"/>
              <a:ext cx="120810" cy="111018"/>
            </a:xfrm>
            <a:custGeom>
              <a:avLst/>
              <a:gdLst/>
              <a:ahLst/>
              <a:cxnLst/>
              <a:rect l="l" t="t" r="r" b="b"/>
              <a:pathLst>
                <a:path w="125844" h="115644" extrusionOk="0">
                  <a:moveTo>
                    <a:pt x="56496" y="115645"/>
                  </a:moveTo>
                  <a:cubicBezTo>
                    <a:pt x="34632" y="115645"/>
                    <a:pt x="13879" y="105140"/>
                    <a:pt x="812" y="87632"/>
                  </a:cubicBezTo>
                  <a:cubicBezTo>
                    <a:pt x="-555" y="85838"/>
                    <a:pt x="-128" y="83362"/>
                    <a:pt x="1580" y="81995"/>
                  </a:cubicBezTo>
                  <a:cubicBezTo>
                    <a:pt x="3374" y="80714"/>
                    <a:pt x="5851" y="81056"/>
                    <a:pt x="7132" y="82849"/>
                  </a:cubicBezTo>
                  <a:cubicBezTo>
                    <a:pt x="18661" y="98393"/>
                    <a:pt x="37109" y="107617"/>
                    <a:pt x="56410" y="107617"/>
                  </a:cubicBezTo>
                  <a:cubicBezTo>
                    <a:pt x="90231" y="107617"/>
                    <a:pt x="117816" y="80117"/>
                    <a:pt x="117816" y="46211"/>
                  </a:cubicBezTo>
                  <a:cubicBezTo>
                    <a:pt x="117816" y="31692"/>
                    <a:pt x="112692" y="17686"/>
                    <a:pt x="103297" y="6583"/>
                  </a:cubicBezTo>
                  <a:cubicBezTo>
                    <a:pt x="101846" y="4875"/>
                    <a:pt x="102102" y="2398"/>
                    <a:pt x="103810" y="946"/>
                  </a:cubicBezTo>
                  <a:cubicBezTo>
                    <a:pt x="105518" y="-506"/>
                    <a:pt x="107995" y="-249"/>
                    <a:pt x="109447" y="1459"/>
                  </a:cubicBezTo>
                  <a:cubicBezTo>
                    <a:pt x="120037" y="13928"/>
                    <a:pt x="125844" y="29898"/>
                    <a:pt x="125844" y="46211"/>
                  </a:cubicBezTo>
                  <a:cubicBezTo>
                    <a:pt x="125844" y="84472"/>
                    <a:pt x="94757" y="115559"/>
                    <a:pt x="56496" y="115559"/>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992;p73">
              <a:extLst>
                <a:ext uri="{FF2B5EF4-FFF2-40B4-BE49-F238E27FC236}">
                  <a16:creationId xmlns:a16="http://schemas.microsoft.com/office/drawing/2014/main" id="{3B088E05-AA46-D2F5-7C07-5307AA8F8C5D}"/>
                </a:ext>
              </a:extLst>
            </p:cNvPr>
            <p:cNvSpPr/>
            <p:nvPr/>
          </p:nvSpPr>
          <p:spPr>
            <a:xfrm>
              <a:off x="6922156" y="2739083"/>
              <a:ext cx="125606" cy="125606"/>
            </a:xfrm>
            <a:custGeom>
              <a:avLst/>
              <a:gdLst/>
              <a:ahLst/>
              <a:cxnLst/>
              <a:rect l="l" t="t" r="r" b="b"/>
              <a:pathLst>
                <a:path w="130840" h="130840" extrusionOk="0">
                  <a:moveTo>
                    <a:pt x="130840" y="65420"/>
                  </a:moveTo>
                  <a:cubicBezTo>
                    <a:pt x="130840" y="101546"/>
                    <a:pt x="101546" y="130840"/>
                    <a:pt x="65420" y="130840"/>
                  </a:cubicBezTo>
                  <a:cubicBezTo>
                    <a:pt x="29294" y="130840"/>
                    <a:pt x="0" y="101546"/>
                    <a:pt x="0" y="65420"/>
                  </a:cubicBezTo>
                  <a:cubicBezTo>
                    <a:pt x="0" y="29294"/>
                    <a:pt x="29294" y="0"/>
                    <a:pt x="65420" y="0"/>
                  </a:cubicBezTo>
                  <a:cubicBezTo>
                    <a:pt x="101546" y="0"/>
                    <a:pt x="130840" y="29294"/>
                    <a:pt x="130840" y="65420"/>
                  </a:cubicBezTo>
                  <a:close/>
                </a:path>
              </a:pathLst>
            </a:custGeom>
            <a:solidFill>
              <a:srgbClr val="F98F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993;p73">
              <a:extLst>
                <a:ext uri="{FF2B5EF4-FFF2-40B4-BE49-F238E27FC236}">
                  <a16:creationId xmlns:a16="http://schemas.microsoft.com/office/drawing/2014/main" id="{521B5730-6471-6FE5-929F-2FE99F1981DF}"/>
                </a:ext>
              </a:extLst>
            </p:cNvPr>
            <p:cNvSpPr/>
            <p:nvPr/>
          </p:nvSpPr>
          <p:spPr>
            <a:xfrm>
              <a:off x="6926398" y="2810199"/>
              <a:ext cx="124057" cy="58307"/>
            </a:xfrm>
            <a:custGeom>
              <a:avLst/>
              <a:gdLst/>
              <a:ahLst/>
              <a:cxnLst/>
              <a:rect l="l" t="t" r="r" b="b"/>
              <a:pathLst>
                <a:path w="129226" h="60736" extrusionOk="0">
                  <a:moveTo>
                    <a:pt x="60998" y="60737"/>
                  </a:moveTo>
                  <a:cubicBezTo>
                    <a:pt x="36060" y="60737"/>
                    <a:pt x="12830" y="47242"/>
                    <a:pt x="532" y="25464"/>
                  </a:cubicBezTo>
                  <a:cubicBezTo>
                    <a:pt x="-579" y="23585"/>
                    <a:pt x="105" y="21109"/>
                    <a:pt x="2069" y="19998"/>
                  </a:cubicBezTo>
                  <a:cubicBezTo>
                    <a:pt x="3948" y="18888"/>
                    <a:pt x="6425" y="19571"/>
                    <a:pt x="7535" y="21536"/>
                  </a:cubicBezTo>
                  <a:cubicBezTo>
                    <a:pt x="18382" y="40837"/>
                    <a:pt x="38964" y="52794"/>
                    <a:pt x="60998" y="52794"/>
                  </a:cubicBezTo>
                  <a:cubicBezTo>
                    <a:pt x="90292" y="52794"/>
                    <a:pt x="115658" y="31955"/>
                    <a:pt x="121294" y="3259"/>
                  </a:cubicBezTo>
                  <a:cubicBezTo>
                    <a:pt x="121721" y="1124"/>
                    <a:pt x="123856" y="-413"/>
                    <a:pt x="125991" y="99"/>
                  </a:cubicBezTo>
                  <a:cubicBezTo>
                    <a:pt x="128126" y="526"/>
                    <a:pt x="129579" y="2661"/>
                    <a:pt x="129151" y="4796"/>
                  </a:cubicBezTo>
                  <a:cubicBezTo>
                    <a:pt x="122746" y="37250"/>
                    <a:pt x="94136" y="60737"/>
                    <a:pt x="61084" y="60737"/>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994;p73">
              <a:extLst>
                <a:ext uri="{FF2B5EF4-FFF2-40B4-BE49-F238E27FC236}">
                  <a16:creationId xmlns:a16="http://schemas.microsoft.com/office/drawing/2014/main" id="{76310ABC-DA8F-08EB-05E3-C39E125B7156}"/>
                </a:ext>
              </a:extLst>
            </p:cNvPr>
            <p:cNvSpPr/>
            <p:nvPr/>
          </p:nvSpPr>
          <p:spPr>
            <a:xfrm>
              <a:off x="6800546" y="2399822"/>
              <a:ext cx="448395" cy="309998"/>
            </a:xfrm>
            <a:custGeom>
              <a:avLst/>
              <a:gdLst/>
              <a:ahLst/>
              <a:cxnLst/>
              <a:rect l="l" t="t" r="r" b="b"/>
              <a:pathLst>
                <a:path w="467078" h="322915" extrusionOk="0">
                  <a:moveTo>
                    <a:pt x="467079" y="322915"/>
                  </a:moveTo>
                  <a:cubicBezTo>
                    <a:pt x="460161" y="322659"/>
                    <a:pt x="453499" y="322403"/>
                    <a:pt x="446581" y="322232"/>
                  </a:cubicBezTo>
                  <a:cubicBezTo>
                    <a:pt x="297721" y="317706"/>
                    <a:pt x="148860" y="313435"/>
                    <a:pt x="0" y="308909"/>
                  </a:cubicBezTo>
                  <a:cubicBezTo>
                    <a:pt x="3074" y="289864"/>
                    <a:pt x="11188" y="263645"/>
                    <a:pt x="32625" y="244599"/>
                  </a:cubicBezTo>
                  <a:cubicBezTo>
                    <a:pt x="68580" y="212231"/>
                    <a:pt x="110514" y="229397"/>
                    <a:pt x="145529" y="205057"/>
                  </a:cubicBezTo>
                  <a:cubicBezTo>
                    <a:pt x="167479" y="189855"/>
                    <a:pt x="189086" y="156718"/>
                    <a:pt x="188403" y="78145"/>
                  </a:cubicBezTo>
                  <a:cubicBezTo>
                    <a:pt x="188915" y="51926"/>
                    <a:pt x="189342" y="25963"/>
                    <a:pt x="189855" y="0"/>
                  </a:cubicBezTo>
                  <a:cubicBezTo>
                    <a:pt x="200616" y="13067"/>
                    <a:pt x="215818" y="29806"/>
                    <a:pt x="236998" y="45008"/>
                  </a:cubicBezTo>
                  <a:cubicBezTo>
                    <a:pt x="243660" y="50047"/>
                    <a:pt x="251090" y="54744"/>
                    <a:pt x="258947" y="59271"/>
                  </a:cubicBezTo>
                  <a:cubicBezTo>
                    <a:pt x="273039" y="67641"/>
                    <a:pt x="286362" y="73363"/>
                    <a:pt x="297977" y="77377"/>
                  </a:cubicBezTo>
                  <a:cubicBezTo>
                    <a:pt x="295842" y="101632"/>
                    <a:pt x="296098" y="121702"/>
                    <a:pt x="297721" y="138356"/>
                  </a:cubicBezTo>
                  <a:cubicBezTo>
                    <a:pt x="300368" y="162184"/>
                    <a:pt x="306091" y="179350"/>
                    <a:pt x="313179" y="191477"/>
                  </a:cubicBezTo>
                  <a:cubicBezTo>
                    <a:pt x="318218" y="200274"/>
                    <a:pt x="323940" y="206679"/>
                    <a:pt x="329833" y="211462"/>
                  </a:cubicBezTo>
                  <a:lnTo>
                    <a:pt x="331285" y="212914"/>
                  </a:lnTo>
                  <a:cubicBezTo>
                    <a:pt x="361518" y="236742"/>
                    <a:pt x="401573" y="227433"/>
                    <a:pt x="432233" y="247930"/>
                  </a:cubicBezTo>
                  <a:cubicBezTo>
                    <a:pt x="437016" y="251005"/>
                    <a:pt x="441543" y="255104"/>
                    <a:pt x="445813" y="259801"/>
                  </a:cubicBezTo>
                  <a:cubicBezTo>
                    <a:pt x="463662" y="280042"/>
                    <a:pt x="466737" y="306261"/>
                    <a:pt x="466993" y="32291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995;p73">
              <a:extLst>
                <a:ext uri="{FF2B5EF4-FFF2-40B4-BE49-F238E27FC236}">
                  <a16:creationId xmlns:a16="http://schemas.microsoft.com/office/drawing/2014/main" id="{B8E41B9D-03C2-221A-DC65-55448140E7A3}"/>
                </a:ext>
              </a:extLst>
            </p:cNvPr>
            <p:cNvSpPr/>
            <p:nvPr/>
          </p:nvSpPr>
          <p:spPr>
            <a:xfrm>
              <a:off x="7040569" y="2618621"/>
              <a:ext cx="27301" cy="13364"/>
            </a:xfrm>
            <a:custGeom>
              <a:avLst/>
              <a:gdLst/>
              <a:ahLst/>
              <a:cxnLst/>
              <a:rect l="l" t="t" r="r" b="b"/>
              <a:pathLst>
                <a:path w="28439" h="13921" extrusionOk="0">
                  <a:moveTo>
                    <a:pt x="0" y="5551"/>
                  </a:moveTo>
                  <a:cubicBezTo>
                    <a:pt x="3929" y="12042"/>
                    <a:pt x="10249" y="15117"/>
                    <a:pt x="16313" y="13494"/>
                  </a:cubicBezTo>
                  <a:cubicBezTo>
                    <a:pt x="24939" y="11188"/>
                    <a:pt x="28184" y="769"/>
                    <a:pt x="28440" y="0"/>
                  </a:cubicBezTo>
                  <a:lnTo>
                    <a:pt x="0" y="5551"/>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2996;p73">
              <a:extLst>
                <a:ext uri="{FF2B5EF4-FFF2-40B4-BE49-F238E27FC236}">
                  <a16:creationId xmlns:a16="http://schemas.microsoft.com/office/drawing/2014/main" id="{DE5E1A5A-F667-82FD-538D-06BBF7CCCAAE}"/>
                </a:ext>
              </a:extLst>
            </p:cNvPr>
            <p:cNvSpPr/>
            <p:nvPr/>
          </p:nvSpPr>
          <p:spPr>
            <a:xfrm>
              <a:off x="7073757" y="2640746"/>
              <a:ext cx="88629" cy="10597"/>
            </a:xfrm>
            <a:custGeom>
              <a:avLst/>
              <a:gdLst/>
              <a:ahLst/>
              <a:cxnLst/>
              <a:rect l="l" t="t" r="r" b="b"/>
              <a:pathLst>
                <a:path w="92322" h="11039" extrusionOk="0">
                  <a:moveTo>
                    <a:pt x="0" y="1964"/>
                  </a:moveTo>
                  <a:cubicBezTo>
                    <a:pt x="1793" y="3245"/>
                    <a:pt x="4612" y="5039"/>
                    <a:pt x="8113" y="6747"/>
                  </a:cubicBezTo>
                  <a:cubicBezTo>
                    <a:pt x="19899" y="12298"/>
                    <a:pt x="29721" y="11188"/>
                    <a:pt x="36638" y="10334"/>
                  </a:cubicBezTo>
                  <a:cubicBezTo>
                    <a:pt x="61576" y="7174"/>
                    <a:pt x="84550" y="1879"/>
                    <a:pt x="92322" y="0"/>
                  </a:cubicBezTo>
                  <a:cubicBezTo>
                    <a:pt x="74473" y="939"/>
                    <a:pt x="56623" y="1879"/>
                    <a:pt x="38688" y="2818"/>
                  </a:cubicBezTo>
                  <a:lnTo>
                    <a:pt x="0" y="2050"/>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2997;p73">
              <a:extLst>
                <a:ext uri="{FF2B5EF4-FFF2-40B4-BE49-F238E27FC236}">
                  <a16:creationId xmlns:a16="http://schemas.microsoft.com/office/drawing/2014/main" id="{329376E1-A499-3E02-6AAF-CDB8E5F56B96}"/>
                </a:ext>
              </a:extLst>
            </p:cNvPr>
            <p:cNvSpPr/>
            <p:nvPr/>
          </p:nvSpPr>
          <p:spPr>
            <a:xfrm>
              <a:off x="6906012" y="2640746"/>
              <a:ext cx="134625" cy="10597"/>
            </a:xfrm>
            <a:custGeom>
              <a:avLst/>
              <a:gdLst/>
              <a:ahLst/>
              <a:cxnLst/>
              <a:rect l="l" t="t" r="r" b="b"/>
              <a:pathLst>
                <a:path w="140234" h="11039" extrusionOk="0">
                  <a:moveTo>
                    <a:pt x="140234" y="1964"/>
                  </a:moveTo>
                  <a:cubicBezTo>
                    <a:pt x="137502" y="3245"/>
                    <a:pt x="133232" y="5039"/>
                    <a:pt x="127936" y="6747"/>
                  </a:cubicBezTo>
                  <a:cubicBezTo>
                    <a:pt x="110087" y="12298"/>
                    <a:pt x="95056" y="11188"/>
                    <a:pt x="84636" y="10334"/>
                  </a:cubicBezTo>
                  <a:cubicBezTo>
                    <a:pt x="46802" y="7174"/>
                    <a:pt x="11786" y="1879"/>
                    <a:pt x="0" y="0"/>
                  </a:cubicBezTo>
                  <a:cubicBezTo>
                    <a:pt x="27159" y="939"/>
                    <a:pt x="54317" y="1879"/>
                    <a:pt x="81391" y="2818"/>
                  </a:cubicBezTo>
                  <a:lnTo>
                    <a:pt x="140149" y="2050"/>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2998;p73">
              <a:extLst>
                <a:ext uri="{FF2B5EF4-FFF2-40B4-BE49-F238E27FC236}">
                  <a16:creationId xmlns:a16="http://schemas.microsoft.com/office/drawing/2014/main" id="{B5EB1035-FF07-354D-AFF2-B76124B3B875}"/>
                </a:ext>
              </a:extLst>
            </p:cNvPr>
            <p:cNvSpPr/>
            <p:nvPr/>
          </p:nvSpPr>
          <p:spPr>
            <a:xfrm>
              <a:off x="7010085" y="2443008"/>
              <a:ext cx="91007" cy="147005"/>
            </a:xfrm>
            <a:custGeom>
              <a:avLst/>
              <a:gdLst/>
              <a:ahLst/>
              <a:cxnLst/>
              <a:rect l="l" t="t" r="r" b="b"/>
              <a:pathLst>
                <a:path w="94799" h="153130" extrusionOk="0">
                  <a:moveTo>
                    <a:pt x="94799" y="146469"/>
                  </a:moveTo>
                  <a:cubicBezTo>
                    <a:pt x="86686" y="150739"/>
                    <a:pt x="78146" y="153131"/>
                    <a:pt x="68836" y="153131"/>
                  </a:cubicBezTo>
                  <a:cubicBezTo>
                    <a:pt x="31002" y="153131"/>
                    <a:pt x="0" y="112393"/>
                    <a:pt x="0" y="62175"/>
                  </a:cubicBezTo>
                  <a:cubicBezTo>
                    <a:pt x="0" y="38091"/>
                    <a:pt x="7174" y="16227"/>
                    <a:pt x="18618" y="0"/>
                  </a:cubicBezTo>
                  <a:cubicBezTo>
                    <a:pt x="25280" y="5039"/>
                    <a:pt x="32710" y="9736"/>
                    <a:pt x="40567" y="14263"/>
                  </a:cubicBezTo>
                  <a:cubicBezTo>
                    <a:pt x="54659" y="22632"/>
                    <a:pt x="67982" y="28354"/>
                    <a:pt x="79597" y="32368"/>
                  </a:cubicBezTo>
                  <a:cubicBezTo>
                    <a:pt x="77462" y="56623"/>
                    <a:pt x="77718" y="76694"/>
                    <a:pt x="79341" y="93347"/>
                  </a:cubicBezTo>
                  <a:cubicBezTo>
                    <a:pt x="81988" y="117175"/>
                    <a:pt x="87711" y="134342"/>
                    <a:pt x="94799" y="14646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2999;p73">
              <a:extLst>
                <a:ext uri="{FF2B5EF4-FFF2-40B4-BE49-F238E27FC236}">
                  <a16:creationId xmlns:a16="http://schemas.microsoft.com/office/drawing/2014/main" id="{8551BDB5-8C01-549F-5665-24D05DBB7D06}"/>
                </a:ext>
              </a:extLst>
            </p:cNvPr>
            <p:cNvSpPr/>
            <p:nvPr/>
          </p:nvSpPr>
          <p:spPr>
            <a:xfrm>
              <a:off x="6969009" y="2243487"/>
              <a:ext cx="250461" cy="312784"/>
            </a:xfrm>
            <a:custGeom>
              <a:avLst/>
              <a:gdLst/>
              <a:ahLst/>
              <a:cxnLst/>
              <a:rect l="l" t="t" r="r" b="b"/>
              <a:pathLst>
                <a:path w="260897" h="325817" extrusionOk="0">
                  <a:moveTo>
                    <a:pt x="210543" y="252180"/>
                  </a:moveTo>
                  <a:cubicBezTo>
                    <a:pt x="201917" y="271482"/>
                    <a:pt x="188765" y="282328"/>
                    <a:pt x="171940" y="296164"/>
                  </a:cubicBezTo>
                  <a:cubicBezTo>
                    <a:pt x="168951" y="298640"/>
                    <a:pt x="132910" y="327763"/>
                    <a:pt x="107972" y="325714"/>
                  </a:cubicBezTo>
                  <a:cubicBezTo>
                    <a:pt x="99175" y="325030"/>
                    <a:pt x="91147" y="322127"/>
                    <a:pt x="91147" y="322127"/>
                  </a:cubicBezTo>
                  <a:cubicBezTo>
                    <a:pt x="85682" y="320163"/>
                    <a:pt x="80813" y="317515"/>
                    <a:pt x="76116" y="314355"/>
                  </a:cubicBezTo>
                  <a:cubicBezTo>
                    <a:pt x="70565" y="310597"/>
                    <a:pt x="28375" y="277802"/>
                    <a:pt x="10610" y="225961"/>
                  </a:cubicBezTo>
                  <a:cubicBezTo>
                    <a:pt x="-11424" y="161651"/>
                    <a:pt x="-2969" y="48148"/>
                    <a:pt x="72700" y="11339"/>
                  </a:cubicBezTo>
                  <a:cubicBezTo>
                    <a:pt x="119331" y="-11293"/>
                    <a:pt x="170061" y="5617"/>
                    <a:pt x="189704" y="13559"/>
                  </a:cubicBezTo>
                  <a:cubicBezTo>
                    <a:pt x="191840" y="14499"/>
                    <a:pt x="194145" y="15609"/>
                    <a:pt x="196793" y="16976"/>
                  </a:cubicBezTo>
                  <a:cubicBezTo>
                    <a:pt x="196793" y="16976"/>
                    <a:pt x="206785" y="22100"/>
                    <a:pt x="215411" y="28249"/>
                  </a:cubicBezTo>
                  <a:cubicBezTo>
                    <a:pt x="246584" y="50369"/>
                    <a:pt x="256406" y="77784"/>
                    <a:pt x="256406" y="77784"/>
                  </a:cubicBezTo>
                  <a:cubicBezTo>
                    <a:pt x="265885" y="104259"/>
                    <a:pt x="258711" y="132187"/>
                    <a:pt x="250086" y="153367"/>
                  </a:cubicBezTo>
                  <a:cubicBezTo>
                    <a:pt x="248463" y="157466"/>
                    <a:pt x="246755" y="161310"/>
                    <a:pt x="245132" y="164811"/>
                  </a:cubicBezTo>
                  <a:cubicBezTo>
                    <a:pt x="243253" y="168825"/>
                    <a:pt x="241460" y="172412"/>
                    <a:pt x="240008" y="175487"/>
                  </a:cubicBezTo>
                  <a:cubicBezTo>
                    <a:pt x="235396" y="184711"/>
                    <a:pt x="231552" y="190347"/>
                    <a:pt x="225830" y="204354"/>
                  </a:cubicBezTo>
                  <a:cubicBezTo>
                    <a:pt x="215667" y="229121"/>
                    <a:pt x="217376" y="237149"/>
                    <a:pt x="210543" y="252351"/>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3000;p73">
              <a:extLst>
                <a:ext uri="{FF2B5EF4-FFF2-40B4-BE49-F238E27FC236}">
                  <a16:creationId xmlns:a16="http://schemas.microsoft.com/office/drawing/2014/main" id="{C7764744-7263-0F22-BDAD-C0B012C7FBF8}"/>
                </a:ext>
              </a:extLst>
            </p:cNvPr>
            <p:cNvSpPr/>
            <p:nvPr/>
          </p:nvSpPr>
          <p:spPr>
            <a:xfrm>
              <a:off x="6949843" y="2329698"/>
              <a:ext cx="54954" cy="68086"/>
            </a:xfrm>
            <a:custGeom>
              <a:avLst/>
              <a:gdLst/>
              <a:ahLst/>
              <a:cxnLst/>
              <a:rect l="l" t="t" r="r" b="b"/>
              <a:pathLst>
                <a:path w="57244" h="70923" extrusionOk="0">
                  <a:moveTo>
                    <a:pt x="3599" y="25256"/>
                  </a:moveTo>
                  <a:cubicBezTo>
                    <a:pt x="-4088" y="43960"/>
                    <a:pt x="951" y="63774"/>
                    <a:pt x="14787" y="69410"/>
                  </a:cubicBezTo>
                  <a:cubicBezTo>
                    <a:pt x="28622" y="75047"/>
                    <a:pt x="46045" y="64457"/>
                    <a:pt x="53646" y="45668"/>
                  </a:cubicBezTo>
                  <a:cubicBezTo>
                    <a:pt x="61332" y="26964"/>
                    <a:pt x="56293" y="7150"/>
                    <a:pt x="42458" y="1514"/>
                  </a:cubicBezTo>
                  <a:cubicBezTo>
                    <a:pt x="28622" y="-4123"/>
                    <a:pt x="11200" y="6467"/>
                    <a:pt x="3599" y="25256"/>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3001;p73">
              <a:extLst>
                <a:ext uri="{FF2B5EF4-FFF2-40B4-BE49-F238E27FC236}">
                  <a16:creationId xmlns:a16="http://schemas.microsoft.com/office/drawing/2014/main" id="{F50556CD-CDEF-2AB1-1BB4-EBCB26E1610D}"/>
                </a:ext>
              </a:extLst>
            </p:cNvPr>
            <p:cNvSpPr/>
            <p:nvPr/>
          </p:nvSpPr>
          <p:spPr>
            <a:xfrm>
              <a:off x="6972143" y="2342787"/>
              <a:ext cx="7871" cy="42469"/>
            </a:xfrm>
            <a:custGeom>
              <a:avLst/>
              <a:gdLst/>
              <a:ahLst/>
              <a:cxnLst/>
              <a:rect l="l" t="t" r="r" b="b"/>
              <a:pathLst>
                <a:path w="8199" h="44239" extrusionOk="0">
                  <a:moveTo>
                    <a:pt x="4014" y="44240"/>
                  </a:moveTo>
                  <a:cubicBezTo>
                    <a:pt x="1794" y="44240"/>
                    <a:pt x="0" y="42446"/>
                    <a:pt x="0" y="40226"/>
                  </a:cubicBezTo>
                  <a:lnTo>
                    <a:pt x="171" y="4014"/>
                  </a:lnTo>
                  <a:cubicBezTo>
                    <a:pt x="171" y="1793"/>
                    <a:pt x="1964" y="0"/>
                    <a:pt x="4185" y="0"/>
                  </a:cubicBezTo>
                  <a:cubicBezTo>
                    <a:pt x="6405" y="0"/>
                    <a:pt x="8199" y="1793"/>
                    <a:pt x="8199" y="4014"/>
                  </a:cubicBezTo>
                  <a:lnTo>
                    <a:pt x="8028" y="40226"/>
                  </a:lnTo>
                  <a:cubicBezTo>
                    <a:pt x="8028" y="42446"/>
                    <a:pt x="6234" y="44240"/>
                    <a:pt x="4014" y="442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3002;p73">
              <a:extLst>
                <a:ext uri="{FF2B5EF4-FFF2-40B4-BE49-F238E27FC236}">
                  <a16:creationId xmlns:a16="http://schemas.microsoft.com/office/drawing/2014/main" id="{6751B0AB-02F9-5D35-6F1E-655F408631ED}"/>
                </a:ext>
              </a:extLst>
            </p:cNvPr>
            <p:cNvSpPr/>
            <p:nvPr/>
          </p:nvSpPr>
          <p:spPr>
            <a:xfrm>
              <a:off x="6973290" y="2350571"/>
              <a:ext cx="17219" cy="14676"/>
            </a:xfrm>
            <a:custGeom>
              <a:avLst/>
              <a:gdLst/>
              <a:ahLst/>
              <a:cxnLst/>
              <a:rect l="l" t="t" r="r" b="b"/>
              <a:pathLst>
                <a:path w="17936" h="15288" extrusionOk="0">
                  <a:moveTo>
                    <a:pt x="4015" y="15288"/>
                  </a:moveTo>
                  <a:cubicBezTo>
                    <a:pt x="2819" y="15288"/>
                    <a:pt x="1538" y="14690"/>
                    <a:pt x="769" y="13666"/>
                  </a:cubicBezTo>
                  <a:cubicBezTo>
                    <a:pt x="-512" y="11872"/>
                    <a:pt x="-170" y="9395"/>
                    <a:pt x="1624" y="8114"/>
                  </a:cubicBezTo>
                  <a:lnTo>
                    <a:pt x="11616" y="769"/>
                  </a:lnTo>
                  <a:cubicBezTo>
                    <a:pt x="13324" y="-512"/>
                    <a:pt x="15886" y="-170"/>
                    <a:pt x="17167" y="1623"/>
                  </a:cubicBezTo>
                  <a:cubicBezTo>
                    <a:pt x="18448" y="3417"/>
                    <a:pt x="18107" y="5894"/>
                    <a:pt x="16313" y="7175"/>
                  </a:cubicBezTo>
                  <a:lnTo>
                    <a:pt x="6321" y="14520"/>
                  </a:lnTo>
                  <a:cubicBezTo>
                    <a:pt x="5637" y="15032"/>
                    <a:pt x="4783" y="15288"/>
                    <a:pt x="3929" y="1528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3003;p73">
              <a:extLst>
                <a:ext uri="{FF2B5EF4-FFF2-40B4-BE49-F238E27FC236}">
                  <a16:creationId xmlns:a16="http://schemas.microsoft.com/office/drawing/2014/main" id="{C7933A6C-D608-7E08-8033-91596CAD1508}"/>
                </a:ext>
              </a:extLst>
            </p:cNvPr>
            <p:cNvSpPr/>
            <p:nvPr/>
          </p:nvSpPr>
          <p:spPr>
            <a:xfrm>
              <a:off x="7055977" y="2381842"/>
              <a:ext cx="29182" cy="25729"/>
            </a:xfrm>
            <a:custGeom>
              <a:avLst/>
              <a:gdLst/>
              <a:ahLst/>
              <a:cxnLst/>
              <a:rect l="l" t="t" r="r" b="b"/>
              <a:pathLst>
                <a:path w="30398" h="26801" extrusionOk="0">
                  <a:moveTo>
                    <a:pt x="29291" y="19678"/>
                  </a:moveTo>
                  <a:cubicBezTo>
                    <a:pt x="26217" y="26169"/>
                    <a:pt x="17335" y="28731"/>
                    <a:pt x="9563" y="25229"/>
                  </a:cubicBezTo>
                  <a:cubicBezTo>
                    <a:pt x="1791" y="21728"/>
                    <a:pt x="-2052" y="13700"/>
                    <a:pt x="1108" y="7124"/>
                  </a:cubicBezTo>
                  <a:cubicBezTo>
                    <a:pt x="4183" y="633"/>
                    <a:pt x="13064" y="-1929"/>
                    <a:pt x="20836" y="1572"/>
                  </a:cubicBezTo>
                  <a:cubicBezTo>
                    <a:pt x="28608" y="5074"/>
                    <a:pt x="32451" y="13102"/>
                    <a:pt x="29291" y="196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3004;p73">
              <a:extLst>
                <a:ext uri="{FF2B5EF4-FFF2-40B4-BE49-F238E27FC236}">
                  <a16:creationId xmlns:a16="http://schemas.microsoft.com/office/drawing/2014/main" id="{8B9ED985-83AE-419E-4EAB-2C15429EEB4C}"/>
                </a:ext>
              </a:extLst>
            </p:cNvPr>
            <p:cNvSpPr/>
            <p:nvPr/>
          </p:nvSpPr>
          <p:spPr>
            <a:xfrm>
              <a:off x="7041798" y="2347477"/>
              <a:ext cx="71602" cy="29988"/>
            </a:xfrm>
            <a:custGeom>
              <a:avLst/>
              <a:gdLst/>
              <a:ahLst/>
              <a:cxnLst/>
              <a:rect l="l" t="t" r="r" b="b"/>
              <a:pathLst>
                <a:path w="74585" h="31238" extrusionOk="0">
                  <a:moveTo>
                    <a:pt x="0" y="8607"/>
                  </a:moveTo>
                  <a:cubicBezTo>
                    <a:pt x="10334" y="9290"/>
                    <a:pt x="24597" y="11169"/>
                    <a:pt x="40653" y="16378"/>
                  </a:cubicBezTo>
                  <a:cubicBezTo>
                    <a:pt x="54403" y="20819"/>
                    <a:pt x="65505" y="26456"/>
                    <a:pt x="73533" y="31239"/>
                  </a:cubicBezTo>
                  <a:cubicBezTo>
                    <a:pt x="74046" y="29360"/>
                    <a:pt x="74473" y="27225"/>
                    <a:pt x="74558" y="24663"/>
                  </a:cubicBezTo>
                  <a:cubicBezTo>
                    <a:pt x="74815" y="18599"/>
                    <a:pt x="73192" y="13645"/>
                    <a:pt x="71825" y="10485"/>
                  </a:cubicBezTo>
                  <a:cubicBezTo>
                    <a:pt x="60808" y="7069"/>
                    <a:pt x="51499" y="4763"/>
                    <a:pt x="44667" y="3226"/>
                  </a:cubicBezTo>
                  <a:cubicBezTo>
                    <a:pt x="28013" y="-446"/>
                    <a:pt x="22974" y="-190"/>
                    <a:pt x="19728" y="237"/>
                  </a:cubicBezTo>
                  <a:cubicBezTo>
                    <a:pt x="10505" y="1518"/>
                    <a:pt x="3843" y="5703"/>
                    <a:pt x="85" y="86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3005;p73">
              <a:extLst>
                <a:ext uri="{FF2B5EF4-FFF2-40B4-BE49-F238E27FC236}">
                  <a16:creationId xmlns:a16="http://schemas.microsoft.com/office/drawing/2014/main" id="{423C00E4-3B0D-0FA9-267D-5B427528CA90}"/>
                </a:ext>
              </a:extLst>
            </p:cNvPr>
            <p:cNvSpPr/>
            <p:nvPr/>
          </p:nvSpPr>
          <p:spPr>
            <a:xfrm>
              <a:off x="7113911" y="2357456"/>
              <a:ext cx="3698" cy="20747"/>
            </a:xfrm>
            <a:custGeom>
              <a:avLst/>
              <a:gdLst/>
              <a:ahLst/>
              <a:cxnLst/>
              <a:rect l="l" t="t" r="r" b="b"/>
              <a:pathLst>
                <a:path w="3852" h="21611" extrusionOk="0">
                  <a:moveTo>
                    <a:pt x="2904" y="1623"/>
                  </a:moveTo>
                  <a:cubicBezTo>
                    <a:pt x="3416" y="3672"/>
                    <a:pt x="3929" y="6576"/>
                    <a:pt x="3843" y="10078"/>
                  </a:cubicBezTo>
                  <a:cubicBezTo>
                    <a:pt x="3843" y="16227"/>
                    <a:pt x="2050" y="21778"/>
                    <a:pt x="1367" y="21607"/>
                  </a:cubicBezTo>
                  <a:cubicBezTo>
                    <a:pt x="683" y="21522"/>
                    <a:pt x="854" y="14263"/>
                    <a:pt x="939" y="12127"/>
                  </a:cubicBezTo>
                  <a:cubicBezTo>
                    <a:pt x="1025" y="8968"/>
                    <a:pt x="1281" y="6235"/>
                    <a:pt x="512" y="2306"/>
                  </a:cubicBezTo>
                  <a:cubicBezTo>
                    <a:pt x="342" y="1367"/>
                    <a:pt x="85" y="512"/>
                    <a:pt x="0" y="0"/>
                  </a:cubicBezTo>
                  <a:lnTo>
                    <a:pt x="2989" y="162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3006;p73">
              <a:extLst>
                <a:ext uri="{FF2B5EF4-FFF2-40B4-BE49-F238E27FC236}">
                  <a16:creationId xmlns:a16="http://schemas.microsoft.com/office/drawing/2014/main" id="{8D8A8A35-7787-A79A-9B31-192BDB522D58}"/>
                </a:ext>
              </a:extLst>
            </p:cNvPr>
            <p:cNvSpPr/>
            <p:nvPr/>
          </p:nvSpPr>
          <p:spPr>
            <a:xfrm>
              <a:off x="7161440" y="2388677"/>
              <a:ext cx="49029" cy="35008"/>
            </a:xfrm>
            <a:custGeom>
              <a:avLst/>
              <a:gdLst/>
              <a:ahLst/>
              <a:cxnLst/>
              <a:rect l="l" t="t" r="r" b="b"/>
              <a:pathLst>
                <a:path w="51072" h="36467" extrusionOk="0">
                  <a:moveTo>
                    <a:pt x="51072" y="27500"/>
                  </a:moveTo>
                  <a:cubicBezTo>
                    <a:pt x="48083" y="30746"/>
                    <a:pt x="45179" y="33735"/>
                    <a:pt x="42446" y="36468"/>
                  </a:cubicBezTo>
                  <a:cubicBezTo>
                    <a:pt x="39201" y="33735"/>
                    <a:pt x="35614" y="31002"/>
                    <a:pt x="31771" y="28354"/>
                  </a:cubicBezTo>
                  <a:cubicBezTo>
                    <a:pt x="19814" y="20070"/>
                    <a:pt x="8711" y="14690"/>
                    <a:pt x="0" y="11188"/>
                  </a:cubicBezTo>
                  <a:cubicBezTo>
                    <a:pt x="1196" y="9651"/>
                    <a:pt x="2648" y="8028"/>
                    <a:pt x="4612" y="6405"/>
                  </a:cubicBezTo>
                  <a:cubicBezTo>
                    <a:pt x="9224" y="2562"/>
                    <a:pt x="14263" y="854"/>
                    <a:pt x="17593" y="0"/>
                  </a:cubicBezTo>
                  <a:cubicBezTo>
                    <a:pt x="26988" y="6662"/>
                    <a:pt x="34504" y="12725"/>
                    <a:pt x="39799" y="17252"/>
                  </a:cubicBezTo>
                  <a:cubicBezTo>
                    <a:pt x="45008" y="21607"/>
                    <a:pt x="48510" y="24938"/>
                    <a:pt x="51072" y="2750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3007;p73">
              <a:extLst>
                <a:ext uri="{FF2B5EF4-FFF2-40B4-BE49-F238E27FC236}">
                  <a16:creationId xmlns:a16="http://schemas.microsoft.com/office/drawing/2014/main" id="{2427B498-4510-A825-FDDF-B24235673089}"/>
                </a:ext>
              </a:extLst>
            </p:cNvPr>
            <p:cNvSpPr/>
            <p:nvPr/>
          </p:nvSpPr>
          <p:spPr>
            <a:xfrm>
              <a:off x="7158932" y="2384907"/>
              <a:ext cx="17431" cy="12828"/>
            </a:xfrm>
            <a:custGeom>
              <a:avLst/>
              <a:gdLst/>
              <a:ahLst/>
              <a:cxnLst/>
              <a:rect l="l" t="t" r="r" b="b"/>
              <a:pathLst>
                <a:path w="18157" h="13363" extrusionOk="0">
                  <a:moveTo>
                    <a:pt x="15083" y="0"/>
                  </a:moveTo>
                  <a:cubicBezTo>
                    <a:pt x="13205" y="854"/>
                    <a:pt x="10557" y="2220"/>
                    <a:pt x="7739" y="4356"/>
                  </a:cubicBezTo>
                  <a:cubicBezTo>
                    <a:pt x="2870" y="8113"/>
                    <a:pt x="-460" y="12896"/>
                    <a:pt x="52" y="13323"/>
                  </a:cubicBezTo>
                  <a:cubicBezTo>
                    <a:pt x="564" y="13836"/>
                    <a:pt x="6201" y="9309"/>
                    <a:pt x="7910" y="7943"/>
                  </a:cubicBezTo>
                  <a:cubicBezTo>
                    <a:pt x="10386" y="5978"/>
                    <a:pt x="12350" y="4099"/>
                    <a:pt x="16023" y="2391"/>
                  </a:cubicBezTo>
                  <a:cubicBezTo>
                    <a:pt x="16877" y="1964"/>
                    <a:pt x="17645" y="1623"/>
                    <a:pt x="18158" y="1452"/>
                  </a:cubicBezTo>
                  <a:lnTo>
                    <a:pt x="15083" y="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3008;p73">
              <a:extLst>
                <a:ext uri="{FF2B5EF4-FFF2-40B4-BE49-F238E27FC236}">
                  <a16:creationId xmlns:a16="http://schemas.microsoft.com/office/drawing/2014/main" id="{B3C9CAF8-CBF3-0125-FB3C-7091A3827027}"/>
                </a:ext>
              </a:extLst>
            </p:cNvPr>
            <p:cNvSpPr/>
            <p:nvPr/>
          </p:nvSpPr>
          <p:spPr>
            <a:xfrm>
              <a:off x="7108175" y="2455790"/>
              <a:ext cx="20907" cy="8860"/>
            </a:xfrm>
            <a:custGeom>
              <a:avLst/>
              <a:gdLst/>
              <a:ahLst/>
              <a:cxnLst/>
              <a:rect l="l" t="t" r="r" b="b"/>
              <a:pathLst>
                <a:path w="21778" h="9229" extrusionOk="0">
                  <a:moveTo>
                    <a:pt x="0" y="174"/>
                  </a:moveTo>
                  <a:cubicBezTo>
                    <a:pt x="4441" y="-424"/>
                    <a:pt x="8285" y="601"/>
                    <a:pt x="11957" y="2052"/>
                  </a:cubicBezTo>
                  <a:cubicBezTo>
                    <a:pt x="15544" y="3590"/>
                    <a:pt x="18960" y="5554"/>
                    <a:pt x="21779" y="9056"/>
                  </a:cubicBezTo>
                  <a:cubicBezTo>
                    <a:pt x="17337" y="9654"/>
                    <a:pt x="13494" y="8629"/>
                    <a:pt x="9822" y="7177"/>
                  </a:cubicBezTo>
                  <a:cubicBezTo>
                    <a:pt x="6235" y="5639"/>
                    <a:pt x="2819" y="3675"/>
                    <a:pt x="0" y="1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3009;p73">
              <a:extLst>
                <a:ext uri="{FF2B5EF4-FFF2-40B4-BE49-F238E27FC236}">
                  <a16:creationId xmlns:a16="http://schemas.microsoft.com/office/drawing/2014/main" id="{CECE3668-73D1-5173-F7FF-B85132CC3B39}"/>
                </a:ext>
              </a:extLst>
            </p:cNvPr>
            <p:cNvSpPr/>
            <p:nvPr/>
          </p:nvSpPr>
          <p:spPr>
            <a:xfrm>
              <a:off x="7037219" y="2368326"/>
              <a:ext cx="57813" cy="41843"/>
            </a:xfrm>
            <a:custGeom>
              <a:avLst/>
              <a:gdLst/>
              <a:ahLst/>
              <a:cxnLst/>
              <a:rect l="l" t="t" r="r" b="b"/>
              <a:pathLst>
                <a:path w="60222" h="43586" extrusionOk="0">
                  <a:moveTo>
                    <a:pt x="56272" y="43501"/>
                  </a:moveTo>
                  <a:cubicBezTo>
                    <a:pt x="55076" y="43501"/>
                    <a:pt x="53966" y="42989"/>
                    <a:pt x="53197" y="42049"/>
                  </a:cubicBezTo>
                  <a:cubicBezTo>
                    <a:pt x="48158" y="35815"/>
                    <a:pt x="42351" y="30178"/>
                    <a:pt x="36116" y="25310"/>
                  </a:cubicBezTo>
                  <a:cubicBezTo>
                    <a:pt x="26209" y="17538"/>
                    <a:pt x="14936" y="11730"/>
                    <a:pt x="2808" y="7802"/>
                  </a:cubicBezTo>
                  <a:cubicBezTo>
                    <a:pt x="673" y="7119"/>
                    <a:pt x="-437" y="4898"/>
                    <a:pt x="161" y="2763"/>
                  </a:cubicBezTo>
                  <a:cubicBezTo>
                    <a:pt x="844" y="628"/>
                    <a:pt x="3150" y="-482"/>
                    <a:pt x="5199" y="201"/>
                  </a:cubicBezTo>
                  <a:cubicBezTo>
                    <a:pt x="18267" y="4386"/>
                    <a:pt x="30308" y="10706"/>
                    <a:pt x="40984" y="18990"/>
                  </a:cubicBezTo>
                  <a:cubicBezTo>
                    <a:pt x="47731" y="24285"/>
                    <a:pt x="53966" y="30349"/>
                    <a:pt x="59346" y="37010"/>
                  </a:cubicBezTo>
                  <a:cubicBezTo>
                    <a:pt x="60712" y="38718"/>
                    <a:pt x="60457" y="41281"/>
                    <a:pt x="58748" y="42647"/>
                  </a:cubicBezTo>
                  <a:cubicBezTo>
                    <a:pt x="57979" y="43245"/>
                    <a:pt x="57126" y="43587"/>
                    <a:pt x="56186" y="4358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3010;p73">
              <a:extLst>
                <a:ext uri="{FF2B5EF4-FFF2-40B4-BE49-F238E27FC236}">
                  <a16:creationId xmlns:a16="http://schemas.microsoft.com/office/drawing/2014/main" id="{61367AFE-FAE9-69EA-19DF-E8B49C4BD053}"/>
                </a:ext>
              </a:extLst>
            </p:cNvPr>
            <p:cNvSpPr/>
            <p:nvPr/>
          </p:nvSpPr>
          <p:spPr>
            <a:xfrm>
              <a:off x="7154478" y="2423471"/>
              <a:ext cx="29182" cy="25729"/>
            </a:xfrm>
            <a:custGeom>
              <a:avLst/>
              <a:gdLst/>
              <a:ahLst/>
              <a:cxnLst/>
              <a:rect l="l" t="t" r="r" b="b"/>
              <a:pathLst>
                <a:path w="30398" h="26801" extrusionOk="0">
                  <a:moveTo>
                    <a:pt x="29291" y="19678"/>
                  </a:moveTo>
                  <a:cubicBezTo>
                    <a:pt x="26217" y="26169"/>
                    <a:pt x="17335" y="28731"/>
                    <a:pt x="9563" y="25229"/>
                  </a:cubicBezTo>
                  <a:cubicBezTo>
                    <a:pt x="1791" y="21728"/>
                    <a:pt x="-2052" y="13700"/>
                    <a:pt x="1108" y="7124"/>
                  </a:cubicBezTo>
                  <a:cubicBezTo>
                    <a:pt x="4182" y="633"/>
                    <a:pt x="13064" y="-1929"/>
                    <a:pt x="20836" y="1572"/>
                  </a:cubicBezTo>
                  <a:cubicBezTo>
                    <a:pt x="28608" y="5074"/>
                    <a:pt x="32451" y="13102"/>
                    <a:pt x="29291" y="196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3011;p73">
              <a:extLst>
                <a:ext uri="{FF2B5EF4-FFF2-40B4-BE49-F238E27FC236}">
                  <a16:creationId xmlns:a16="http://schemas.microsoft.com/office/drawing/2014/main" id="{11B437E7-5A99-57A9-417F-06E03306CE9A}"/>
                </a:ext>
              </a:extLst>
            </p:cNvPr>
            <p:cNvSpPr/>
            <p:nvPr/>
          </p:nvSpPr>
          <p:spPr>
            <a:xfrm>
              <a:off x="7142403" y="2420817"/>
              <a:ext cx="55634" cy="30893"/>
            </a:xfrm>
            <a:custGeom>
              <a:avLst/>
              <a:gdLst/>
              <a:ahLst/>
              <a:cxnLst/>
              <a:rect l="l" t="t" r="r" b="b"/>
              <a:pathLst>
                <a:path w="57952" h="32180" extrusionOk="0">
                  <a:moveTo>
                    <a:pt x="53918" y="32095"/>
                  </a:moveTo>
                  <a:cubicBezTo>
                    <a:pt x="52552" y="32095"/>
                    <a:pt x="51271" y="31412"/>
                    <a:pt x="50502" y="30216"/>
                  </a:cubicBezTo>
                  <a:cubicBezTo>
                    <a:pt x="47683" y="25604"/>
                    <a:pt x="42559" y="19114"/>
                    <a:pt x="34190" y="14246"/>
                  </a:cubicBezTo>
                  <a:cubicBezTo>
                    <a:pt x="22318" y="7328"/>
                    <a:pt x="10533" y="7584"/>
                    <a:pt x="4469" y="8353"/>
                  </a:cubicBezTo>
                  <a:cubicBezTo>
                    <a:pt x="2078" y="8694"/>
                    <a:pt x="284" y="7071"/>
                    <a:pt x="28" y="4851"/>
                  </a:cubicBezTo>
                  <a:cubicBezTo>
                    <a:pt x="-229" y="2631"/>
                    <a:pt x="1309" y="666"/>
                    <a:pt x="3529" y="410"/>
                  </a:cubicBezTo>
                  <a:cubicBezTo>
                    <a:pt x="10533" y="-444"/>
                    <a:pt x="24368" y="-700"/>
                    <a:pt x="38204" y="7328"/>
                  </a:cubicBezTo>
                  <a:cubicBezTo>
                    <a:pt x="48025" y="13050"/>
                    <a:pt x="54089" y="20651"/>
                    <a:pt x="57334" y="26117"/>
                  </a:cubicBezTo>
                  <a:cubicBezTo>
                    <a:pt x="58530" y="27996"/>
                    <a:pt x="57932" y="30472"/>
                    <a:pt x="56053" y="31583"/>
                  </a:cubicBezTo>
                  <a:cubicBezTo>
                    <a:pt x="55370" y="32010"/>
                    <a:pt x="54687" y="32181"/>
                    <a:pt x="53918" y="3218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3012;p73">
              <a:extLst>
                <a:ext uri="{FF2B5EF4-FFF2-40B4-BE49-F238E27FC236}">
                  <a16:creationId xmlns:a16="http://schemas.microsoft.com/office/drawing/2014/main" id="{34286E88-17A3-E454-C4CD-A0D43BCBECEE}"/>
                </a:ext>
              </a:extLst>
            </p:cNvPr>
            <p:cNvSpPr/>
            <p:nvPr/>
          </p:nvSpPr>
          <p:spPr>
            <a:xfrm>
              <a:off x="7058597" y="2465544"/>
              <a:ext cx="72723" cy="50607"/>
            </a:xfrm>
            <a:custGeom>
              <a:avLst/>
              <a:gdLst/>
              <a:ahLst/>
              <a:cxnLst/>
              <a:rect l="l" t="t" r="r" b="b"/>
              <a:pathLst>
                <a:path w="75753" h="52716" extrusionOk="0">
                  <a:moveTo>
                    <a:pt x="1195" y="85"/>
                  </a:moveTo>
                  <a:cubicBezTo>
                    <a:pt x="-3416" y="19216"/>
                    <a:pt x="5637" y="39115"/>
                    <a:pt x="22803" y="47997"/>
                  </a:cubicBezTo>
                  <a:cubicBezTo>
                    <a:pt x="40652" y="57307"/>
                    <a:pt x="63028" y="52524"/>
                    <a:pt x="75754" y="36468"/>
                  </a:cubicBezTo>
                  <a:cubicBezTo>
                    <a:pt x="50901" y="24340"/>
                    <a:pt x="26048" y="12213"/>
                    <a:pt x="1195"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3013;p73">
              <a:extLst>
                <a:ext uri="{FF2B5EF4-FFF2-40B4-BE49-F238E27FC236}">
                  <a16:creationId xmlns:a16="http://schemas.microsoft.com/office/drawing/2014/main" id="{1D111325-EB0E-290D-14FE-543FA5EFA8EA}"/>
                </a:ext>
              </a:extLst>
            </p:cNvPr>
            <p:cNvSpPr/>
            <p:nvPr/>
          </p:nvSpPr>
          <p:spPr>
            <a:xfrm>
              <a:off x="6780716" y="3090881"/>
              <a:ext cx="320491" cy="646069"/>
            </a:xfrm>
            <a:custGeom>
              <a:avLst/>
              <a:gdLst/>
              <a:ahLst/>
              <a:cxnLst/>
              <a:rect l="l" t="t" r="r" b="b"/>
              <a:pathLst>
                <a:path w="333845" h="672989" extrusionOk="0">
                  <a:moveTo>
                    <a:pt x="26218" y="180802"/>
                  </a:moveTo>
                  <a:cubicBezTo>
                    <a:pt x="14603" y="222138"/>
                    <a:pt x="4867" y="271160"/>
                    <a:pt x="1365" y="326673"/>
                  </a:cubicBezTo>
                  <a:cubicBezTo>
                    <a:pt x="-8200" y="479035"/>
                    <a:pt x="34502" y="601591"/>
                    <a:pt x="66871" y="672989"/>
                  </a:cubicBezTo>
                  <a:cubicBezTo>
                    <a:pt x="88820" y="666328"/>
                    <a:pt x="115124" y="660264"/>
                    <a:pt x="145273" y="657104"/>
                  </a:cubicBezTo>
                  <a:cubicBezTo>
                    <a:pt x="198821" y="651467"/>
                    <a:pt x="244427" y="657104"/>
                    <a:pt x="277222" y="664022"/>
                  </a:cubicBezTo>
                  <a:cubicBezTo>
                    <a:pt x="288240" y="607911"/>
                    <a:pt x="298318" y="548982"/>
                    <a:pt x="307029" y="487405"/>
                  </a:cubicBezTo>
                  <a:cubicBezTo>
                    <a:pt x="320779" y="389616"/>
                    <a:pt x="329149" y="297038"/>
                    <a:pt x="333846" y="210523"/>
                  </a:cubicBezTo>
                  <a:cubicBezTo>
                    <a:pt x="280468" y="140320"/>
                    <a:pt x="227090" y="70203"/>
                    <a:pt x="173712" y="0"/>
                  </a:cubicBezTo>
                  <a:cubicBezTo>
                    <a:pt x="163378" y="5039"/>
                    <a:pt x="152873" y="10932"/>
                    <a:pt x="142369" y="17935"/>
                  </a:cubicBezTo>
                  <a:cubicBezTo>
                    <a:pt x="71397" y="65420"/>
                    <a:pt x="40139" y="137587"/>
                    <a:pt x="26218" y="18071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3014;p73">
              <a:extLst>
                <a:ext uri="{FF2B5EF4-FFF2-40B4-BE49-F238E27FC236}">
                  <a16:creationId xmlns:a16="http://schemas.microsoft.com/office/drawing/2014/main" id="{5FA5ED8D-E7B3-85DC-309F-C85B9C6F6992}"/>
                </a:ext>
              </a:extLst>
            </p:cNvPr>
            <p:cNvSpPr/>
            <p:nvPr/>
          </p:nvSpPr>
          <p:spPr>
            <a:xfrm>
              <a:off x="6946821" y="3090964"/>
              <a:ext cx="323281" cy="634591"/>
            </a:xfrm>
            <a:custGeom>
              <a:avLst/>
              <a:gdLst/>
              <a:ahLst/>
              <a:cxnLst/>
              <a:rect l="l" t="t" r="r" b="b"/>
              <a:pathLst>
                <a:path w="336751" h="661032" extrusionOk="0">
                  <a:moveTo>
                    <a:pt x="249126" y="14946"/>
                  </a:moveTo>
                  <a:cubicBezTo>
                    <a:pt x="276968" y="67640"/>
                    <a:pt x="306860" y="138868"/>
                    <a:pt x="323513" y="226323"/>
                  </a:cubicBezTo>
                  <a:cubicBezTo>
                    <a:pt x="360920" y="422326"/>
                    <a:pt x="310276" y="583827"/>
                    <a:pt x="279871" y="661033"/>
                  </a:cubicBezTo>
                  <a:cubicBezTo>
                    <a:pt x="215732" y="654457"/>
                    <a:pt x="151508" y="647795"/>
                    <a:pt x="87369" y="641219"/>
                  </a:cubicBezTo>
                  <a:cubicBezTo>
                    <a:pt x="101888" y="490992"/>
                    <a:pt x="116492" y="340850"/>
                    <a:pt x="131011" y="190623"/>
                  </a:cubicBezTo>
                  <a:cubicBezTo>
                    <a:pt x="87369" y="134427"/>
                    <a:pt x="43642" y="78145"/>
                    <a:pt x="0" y="21949"/>
                  </a:cubicBezTo>
                  <a:cubicBezTo>
                    <a:pt x="171" y="14604"/>
                    <a:pt x="427" y="7345"/>
                    <a:pt x="598" y="0"/>
                  </a:cubicBezTo>
                  <a:cubicBezTo>
                    <a:pt x="33820" y="15885"/>
                    <a:pt x="97960" y="40396"/>
                    <a:pt x="177642" y="31600"/>
                  </a:cubicBezTo>
                  <a:cubicBezTo>
                    <a:pt x="205313" y="28525"/>
                    <a:pt x="229398" y="22120"/>
                    <a:pt x="249126" y="1494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3015;p73">
              <a:extLst>
                <a:ext uri="{FF2B5EF4-FFF2-40B4-BE49-F238E27FC236}">
                  <a16:creationId xmlns:a16="http://schemas.microsoft.com/office/drawing/2014/main" id="{FF964A69-8ADD-18D3-B101-B6C443B14E91}"/>
                </a:ext>
              </a:extLst>
            </p:cNvPr>
            <p:cNvSpPr/>
            <p:nvPr/>
          </p:nvSpPr>
          <p:spPr>
            <a:xfrm>
              <a:off x="6755038" y="2584940"/>
              <a:ext cx="512377" cy="586293"/>
            </a:xfrm>
            <a:custGeom>
              <a:avLst/>
              <a:gdLst/>
              <a:ahLst/>
              <a:cxnLst/>
              <a:rect l="l" t="t" r="r" b="b"/>
              <a:pathLst>
                <a:path w="533726" h="610722" extrusionOk="0">
                  <a:moveTo>
                    <a:pt x="12840" y="157828"/>
                  </a:moveTo>
                  <a:cubicBezTo>
                    <a:pt x="-8853" y="331797"/>
                    <a:pt x="-1508" y="464516"/>
                    <a:pt x="23259" y="515588"/>
                  </a:cubicBezTo>
                  <a:cubicBezTo>
                    <a:pt x="30946" y="531474"/>
                    <a:pt x="47770" y="566063"/>
                    <a:pt x="82786" y="579129"/>
                  </a:cubicBezTo>
                  <a:cubicBezTo>
                    <a:pt x="97903" y="584766"/>
                    <a:pt x="110799" y="584254"/>
                    <a:pt x="116521" y="584083"/>
                  </a:cubicBezTo>
                  <a:cubicBezTo>
                    <a:pt x="190311" y="582119"/>
                    <a:pt x="233696" y="607228"/>
                    <a:pt x="329862" y="610388"/>
                  </a:cubicBezTo>
                  <a:cubicBezTo>
                    <a:pt x="367525" y="611669"/>
                    <a:pt x="420306" y="609790"/>
                    <a:pt x="484701" y="595527"/>
                  </a:cubicBezTo>
                  <a:cubicBezTo>
                    <a:pt x="493668" y="565294"/>
                    <a:pt x="525781" y="453158"/>
                    <a:pt x="532357" y="335982"/>
                  </a:cubicBezTo>
                  <a:cubicBezTo>
                    <a:pt x="535346" y="282177"/>
                    <a:pt x="532784" y="231105"/>
                    <a:pt x="530905" y="193527"/>
                  </a:cubicBezTo>
                  <a:cubicBezTo>
                    <a:pt x="530051" y="176531"/>
                    <a:pt x="529111" y="163721"/>
                    <a:pt x="526464" y="147408"/>
                  </a:cubicBezTo>
                  <a:cubicBezTo>
                    <a:pt x="520486" y="111624"/>
                    <a:pt x="514507" y="75412"/>
                    <a:pt x="492217" y="47656"/>
                  </a:cubicBezTo>
                  <a:cubicBezTo>
                    <a:pt x="458567" y="5722"/>
                    <a:pt x="401944" y="854"/>
                    <a:pt x="383581" y="0"/>
                  </a:cubicBezTo>
                  <a:cubicBezTo>
                    <a:pt x="334218" y="10163"/>
                    <a:pt x="275288" y="16483"/>
                    <a:pt x="209442" y="11871"/>
                  </a:cubicBezTo>
                  <a:cubicBezTo>
                    <a:pt x="194496" y="10846"/>
                    <a:pt x="180062" y="9309"/>
                    <a:pt x="166312" y="7430"/>
                  </a:cubicBezTo>
                  <a:cubicBezTo>
                    <a:pt x="155038" y="7772"/>
                    <a:pt x="100978" y="10676"/>
                    <a:pt x="57677" y="55086"/>
                  </a:cubicBezTo>
                  <a:cubicBezTo>
                    <a:pt x="17537" y="96251"/>
                    <a:pt x="13608" y="145530"/>
                    <a:pt x="13011" y="15782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3016;p73">
              <a:extLst>
                <a:ext uri="{FF2B5EF4-FFF2-40B4-BE49-F238E27FC236}">
                  <a16:creationId xmlns:a16="http://schemas.microsoft.com/office/drawing/2014/main" id="{27093F1C-F418-D5CA-F235-D76BE777D691}"/>
                </a:ext>
              </a:extLst>
            </p:cNvPr>
            <p:cNvSpPr/>
            <p:nvPr/>
          </p:nvSpPr>
          <p:spPr>
            <a:xfrm>
              <a:off x="7056314" y="3380963"/>
              <a:ext cx="32022" cy="317060"/>
            </a:xfrm>
            <a:custGeom>
              <a:avLst/>
              <a:gdLst/>
              <a:ahLst/>
              <a:cxnLst/>
              <a:rect l="l" t="t" r="r" b="b"/>
              <a:pathLst>
                <a:path w="33356" h="330271" extrusionOk="0">
                  <a:moveTo>
                    <a:pt x="4002" y="330271"/>
                  </a:moveTo>
                  <a:cubicBezTo>
                    <a:pt x="1098" y="329759"/>
                    <a:pt x="-354" y="327709"/>
                    <a:pt x="74" y="325574"/>
                  </a:cubicBezTo>
                  <a:cubicBezTo>
                    <a:pt x="11005" y="267413"/>
                    <a:pt x="18521" y="207972"/>
                    <a:pt x="22364" y="148872"/>
                  </a:cubicBezTo>
                  <a:cubicBezTo>
                    <a:pt x="25438" y="100960"/>
                    <a:pt x="26207" y="52279"/>
                    <a:pt x="24585" y="4111"/>
                  </a:cubicBezTo>
                  <a:cubicBezTo>
                    <a:pt x="24585" y="1890"/>
                    <a:pt x="26207" y="11"/>
                    <a:pt x="28427" y="11"/>
                  </a:cubicBezTo>
                  <a:cubicBezTo>
                    <a:pt x="30734" y="-159"/>
                    <a:pt x="32527" y="1634"/>
                    <a:pt x="32527" y="3855"/>
                  </a:cubicBezTo>
                  <a:cubicBezTo>
                    <a:pt x="34150" y="52279"/>
                    <a:pt x="33381" y="101216"/>
                    <a:pt x="30307" y="149384"/>
                  </a:cubicBezTo>
                  <a:cubicBezTo>
                    <a:pt x="26463" y="208740"/>
                    <a:pt x="18948" y="268524"/>
                    <a:pt x="7931" y="327026"/>
                  </a:cubicBezTo>
                  <a:cubicBezTo>
                    <a:pt x="7589" y="328905"/>
                    <a:pt x="5881" y="330271"/>
                    <a:pt x="4002" y="33027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3017;p73">
              <a:extLst>
                <a:ext uri="{FF2B5EF4-FFF2-40B4-BE49-F238E27FC236}">
                  <a16:creationId xmlns:a16="http://schemas.microsoft.com/office/drawing/2014/main" id="{029EAA35-4AEF-3A1E-2AFB-9029597E512D}"/>
                </a:ext>
              </a:extLst>
            </p:cNvPr>
            <p:cNvSpPr/>
            <p:nvPr/>
          </p:nvSpPr>
          <p:spPr>
            <a:xfrm>
              <a:off x="7088187" y="3196335"/>
              <a:ext cx="26407" cy="188094"/>
            </a:xfrm>
            <a:custGeom>
              <a:avLst/>
              <a:gdLst/>
              <a:ahLst/>
              <a:cxnLst/>
              <a:rect l="l" t="t" r="r" b="b"/>
              <a:pathLst>
                <a:path w="27507" h="195931" extrusionOk="0">
                  <a:moveTo>
                    <a:pt x="4007" y="195931"/>
                  </a:moveTo>
                  <a:cubicBezTo>
                    <a:pt x="2128" y="195931"/>
                    <a:pt x="505" y="194650"/>
                    <a:pt x="78" y="192771"/>
                  </a:cubicBezTo>
                  <a:cubicBezTo>
                    <a:pt x="-349" y="190636"/>
                    <a:pt x="1018" y="188501"/>
                    <a:pt x="3238" y="188074"/>
                  </a:cubicBezTo>
                  <a:lnTo>
                    <a:pt x="19038" y="184829"/>
                  </a:lnTo>
                  <a:lnTo>
                    <a:pt x="78" y="4369"/>
                  </a:lnTo>
                  <a:cubicBezTo>
                    <a:pt x="-178" y="2148"/>
                    <a:pt x="1445" y="184"/>
                    <a:pt x="3665" y="13"/>
                  </a:cubicBezTo>
                  <a:cubicBezTo>
                    <a:pt x="5971" y="-158"/>
                    <a:pt x="7850" y="1379"/>
                    <a:pt x="8106" y="3600"/>
                  </a:cubicBezTo>
                  <a:lnTo>
                    <a:pt x="27493" y="187647"/>
                  </a:lnTo>
                  <a:cubicBezTo>
                    <a:pt x="27664" y="189697"/>
                    <a:pt x="26297" y="191576"/>
                    <a:pt x="24333" y="192003"/>
                  </a:cubicBezTo>
                  <a:lnTo>
                    <a:pt x="4946" y="195931"/>
                  </a:lnTo>
                  <a:cubicBezTo>
                    <a:pt x="4946" y="195931"/>
                    <a:pt x="4434" y="195931"/>
                    <a:pt x="4178" y="19593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3018;p73">
              <a:extLst>
                <a:ext uri="{FF2B5EF4-FFF2-40B4-BE49-F238E27FC236}">
                  <a16:creationId xmlns:a16="http://schemas.microsoft.com/office/drawing/2014/main" id="{C3B4CA7F-E188-B5C3-C5D1-3164D5379032}"/>
                </a:ext>
              </a:extLst>
            </p:cNvPr>
            <p:cNvSpPr/>
            <p:nvPr/>
          </p:nvSpPr>
          <p:spPr>
            <a:xfrm>
              <a:off x="7006886" y="3956570"/>
              <a:ext cx="12877" cy="204479"/>
            </a:xfrm>
            <a:custGeom>
              <a:avLst/>
              <a:gdLst/>
              <a:ahLst/>
              <a:cxnLst/>
              <a:rect l="l" t="t" r="r" b="b"/>
              <a:pathLst>
                <a:path w="13414" h="212999" extrusionOk="0">
                  <a:moveTo>
                    <a:pt x="4017" y="212999"/>
                  </a:moveTo>
                  <a:cubicBezTo>
                    <a:pt x="1711" y="212999"/>
                    <a:pt x="-83" y="211121"/>
                    <a:pt x="3" y="208900"/>
                  </a:cubicBezTo>
                  <a:lnTo>
                    <a:pt x="5383" y="3929"/>
                  </a:lnTo>
                  <a:cubicBezTo>
                    <a:pt x="5383" y="1793"/>
                    <a:pt x="7263" y="0"/>
                    <a:pt x="9398" y="0"/>
                  </a:cubicBezTo>
                  <a:cubicBezTo>
                    <a:pt x="11703" y="0"/>
                    <a:pt x="13497" y="1879"/>
                    <a:pt x="13412" y="4099"/>
                  </a:cubicBezTo>
                  <a:lnTo>
                    <a:pt x="8031" y="209071"/>
                  </a:lnTo>
                  <a:cubicBezTo>
                    <a:pt x="8031" y="211206"/>
                    <a:pt x="6152" y="212999"/>
                    <a:pt x="4017" y="21299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 name="Google Shape;3019;p73">
              <a:extLst>
                <a:ext uri="{FF2B5EF4-FFF2-40B4-BE49-F238E27FC236}">
                  <a16:creationId xmlns:a16="http://schemas.microsoft.com/office/drawing/2014/main" id="{704D1238-8A9B-BA50-53C1-C1D0586DB109}"/>
                </a:ext>
              </a:extLst>
            </p:cNvPr>
            <p:cNvSpPr/>
            <p:nvPr/>
          </p:nvSpPr>
          <p:spPr>
            <a:xfrm>
              <a:off x="6868480" y="4475499"/>
              <a:ext cx="166594" cy="121548"/>
            </a:xfrm>
            <a:custGeom>
              <a:avLst/>
              <a:gdLst/>
              <a:ahLst/>
              <a:cxnLst/>
              <a:rect l="l" t="t" r="r" b="b"/>
              <a:pathLst>
                <a:path w="173535" h="126612" extrusionOk="0">
                  <a:moveTo>
                    <a:pt x="74729" y="129"/>
                  </a:moveTo>
                  <a:cubicBezTo>
                    <a:pt x="67299" y="17124"/>
                    <a:pt x="59869" y="34205"/>
                    <a:pt x="52439" y="51200"/>
                  </a:cubicBezTo>
                  <a:cubicBezTo>
                    <a:pt x="34077" y="49236"/>
                    <a:pt x="16227" y="57947"/>
                    <a:pt x="6748" y="73491"/>
                  </a:cubicBezTo>
                  <a:cubicBezTo>
                    <a:pt x="-3245" y="89889"/>
                    <a:pt x="-2049" y="111069"/>
                    <a:pt x="9737" y="126613"/>
                  </a:cubicBezTo>
                  <a:lnTo>
                    <a:pt x="170468" y="126613"/>
                  </a:lnTo>
                  <a:cubicBezTo>
                    <a:pt x="173030" y="115083"/>
                    <a:pt x="175849" y="94757"/>
                    <a:pt x="170468" y="70502"/>
                  </a:cubicBezTo>
                  <a:cubicBezTo>
                    <a:pt x="166625" y="53336"/>
                    <a:pt x="159964" y="40098"/>
                    <a:pt x="154583" y="31301"/>
                  </a:cubicBezTo>
                  <a:cubicBezTo>
                    <a:pt x="148092" y="43343"/>
                    <a:pt x="135623" y="50005"/>
                    <a:pt x="123837" y="48211"/>
                  </a:cubicBezTo>
                  <a:cubicBezTo>
                    <a:pt x="113077" y="46503"/>
                    <a:pt x="106927" y="38304"/>
                    <a:pt x="105475" y="36340"/>
                  </a:cubicBezTo>
                  <a:cubicBezTo>
                    <a:pt x="105902" y="34717"/>
                    <a:pt x="108721" y="22334"/>
                    <a:pt x="100522" y="11487"/>
                  </a:cubicBezTo>
                  <a:cubicBezTo>
                    <a:pt x="91128" y="-896"/>
                    <a:pt x="75755" y="-42"/>
                    <a:pt x="74729" y="4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3020;p73">
              <a:extLst>
                <a:ext uri="{FF2B5EF4-FFF2-40B4-BE49-F238E27FC236}">
                  <a16:creationId xmlns:a16="http://schemas.microsoft.com/office/drawing/2014/main" id="{18D6AE0C-C778-265D-F60F-A6C74A215146}"/>
                </a:ext>
              </a:extLst>
            </p:cNvPr>
            <p:cNvSpPr/>
            <p:nvPr/>
          </p:nvSpPr>
          <p:spPr>
            <a:xfrm>
              <a:off x="7042040" y="4455135"/>
              <a:ext cx="261869" cy="133395"/>
            </a:xfrm>
            <a:custGeom>
              <a:avLst/>
              <a:gdLst/>
              <a:ahLst/>
              <a:cxnLst/>
              <a:rect l="l" t="t" r="r" b="b"/>
              <a:pathLst>
                <a:path w="272780" h="138953" extrusionOk="0">
                  <a:moveTo>
                    <a:pt x="23918" y="49962"/>
                  </a:moveTo>
                  <a:cubicBezTo>
                    <a:pt x="16060" y="59869"/>
                    <a:pt x="11277" y="69263"/>
                    <a:pt x="8459" y="75925"/>
                  </a:cubicBezTo>
                  <a:cubicBezTo>
                    <a:pt x="4787" y="84465"/>
                    <a:pt x="-167" y="96507"/>
                    <a:pt x="4" y="112649"/>
                  </a:cubicBezTo>
                  <a:cubicBezTo>
                    <a:pt x="175" y="124008"/>
                    <a:pt x="2822" y="133146"/>
                    <a:pt x="4957" y="138953"/>
                  </a:cubicBezTo>
                  <a:lnTo>
                    <a:pt x="271933" y="138953"/>
                  </a:lnTo>
                  <a:cubicBezTo>
                    <a:pt x="274495" y="120591"/>
                    <a:pt x="270737" y="107610"/>
                    <a:pt x="267491" y="100009"/>
                  </a:cubicBezTo>
                  <a:cubicBezTo>
                    <a:pt x="252204" y="64566"/>
                    <a:pt x="204463" y="43556"/>
                    <a:pt x="148437" y="49108"/>
                  </a:cubicBezTo>
                  <a:cubicBezTo>
                    <a:pt x="136224" y="32710"/>
                    <a:pt x="123926" y="16398"/>
                    <a:pt x="111713" y="0"/>
                  </a:cubicBezTo>
                  <a:cubicBezTo>
                    <a:pt x="107955" y="1452"/>
                    <a:pt x="96426" y="6576"/>
                    <a:pt x="88910" y="19387"/>
                  </a:cubicBezTo>
                  <a:cubicBezTo>
                    <a:pt x="79601" y="35101"/>
                    <a:pt x="83103" y="50901"/>
                    <a:pt x="83957" y="54147"/>
                  </a:cubicBezTo>
                  <a:cubicBezTo>
                    <a:pt x="81907" y="55940"/>
                    <a:pt x="69865" y="66189"/>
                    <a:pt x="52186" y="64566"/>
                  </a:cubicBezTo>
                  <a:cubicBezTo>
                    <a:pt x="35703" y="63029"/>
                    <a:pt x="25967" y="52268"/>
                    <a:pt x="24003" y="5004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 name="Google Shape;3021;p73">
              <a:extLst>
                <a:ext uri="{FF2B5EF4-FFF2-40B4-BE49-F238E27FC236}">
                  <a16:creationId xmlns:a16="http://schemas.microsoft.com/office/drawing/2014/main" id="{1C0FEBC6-70D3-5A61-284A-5C11B2750E87}"/>
                </a:ext>
              </a:extLst>
            </p:cNvPr>
            <p:cNvSpPr/>
            <p:nvPr/>
          </p:nvSpPr>
          <p:spPr>
            <a:xfrm>
              <a:off x="6872331" y="4595100"/>
              <a:ext cx="164961" cy="8854"/>
            </a:xfrm>
            <a:custGeom>
              <a:avLst/>
              <a:gdLst/>
              <a:ahLst/>
              <a:cxnLst/>
              <a:rect l="l" t="t" r="r" b="b"/>
              <a:pathLst>
                <a:path w="171834" h="9223" extrusionOk="0">
                  <a:moveTo>
                    <a:pt x="167223" y="9224"/>
                  </a:moveTo>
                  <a:lnTo>
                    <a:pt x="4612" y="9224"/>
                  </a:lnTo>
                  <a:cubicBezTo>
                    <a:pt x="2050" y="9224"/>
                    <a:pt x="0" y="7088"/>
                    <a:pt x="0" y="4612"/>
                  </a:cubicBezTo>
                  <a:cubicBezTo>
                    <a:pt x="0" y="2135"/>
                    <a:pt x="2135" y="0"/>
                    <a:pt x="4612" y="0"/>
                  </a:cubicBezTo>
                  <a:lnTo>
                    <a:pt x="167223" y="0"/>
                  </a:lnTo>
                  <a:cubicBezTo>
                    <a:pt x="169785" y="0"/>
                    <a:pt x="171834" y="2135"/>
                    <a:pt x="171834" y="4612"/>
                  </a:cubicBezTo>
                  <a:cubicBezTo>
                    <a:pt x="171834" y="7088"/>
                    <a:pt x="169699" y="9224"/>
                    <a:pt x="167223" y="922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 name="Google Shape;3022;p73">
              <a:extLst>
                <a:ext uri="{FF2B5EF4-FFF2-40B4-BE49-F238E27FC236}">
                  <a16:creationId xmlns:a16="http://schemas.microsoft.com/office/drawing/2014/main" id="{1D706467-E943-35C9-7FFD-0CC940B8F89F}"/>
                </a:ext>
              </a:extLst>
            </p:cNvPr>
            <p:cNvSpPr/>
            <p:nvPr/>
          </p:nvSpPr>
          <p:spPr>
            <a:xfrm>
              <a:off x="7044830" y="4584119"/>
              <a:ext cx="265314" cy="8854"/>
            </a:xfrm>
            <a:custGeom>
              <a:avLst/>
              <a:gdLst/>
              <a:ahLst/>
              <a:cxnLst/>
              <a:rect l="l" t="t" r="r" b="b"/>
              <a:pathLst>
                <a:path w="276369" h="9223" extrusionOk="0">
                  <a:moveTo>
                    <a:pt x="271758" y="9224"/>
                  </a:moveTo>
                  <a:lnTo>
                    <a:pt x="4612" y="9224"/>
                  </a:lnTo>
                  <a:cubicBezTo>
                    <a:pt x="2050" y="9224"/>
                    <a:pt x="0" y="7089"/>
                    <a:pt x="0" y="4612"/>
                  </a:cubicBezTo>
                  <a:cubicBezTo>
                    <a:pt x="0" y="2135"/>
                    <a:pt x="2135" y="0"/>
                    <a:pt x="4612" y="0"/>
                  </a:cubicBezTo>
                  <a:lnTo>
                    <a:pt x="271758" y="0"/>
                  </a:lnTo>
                  <a:cubicBezTo>
                    <a:pt x="274320" y="0"/>
                    <a:pt x="276370" y="2135"/>
                    <a:pt x="276370" y="4612"/>
                  </a:cubicBezTo>
                  <a:cubicBezTo>
                    <a:pt x="276370" y="7089"/>
                    <a:pt x="274234" y="9224"/>
                    <a:pt x="271758" y="922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3023;p73">
              <a:extLst>
                <a:ext uri="{FF2B5EF4-FFF2-40B4-BE49-F238E27FC236}">
                  <a16:creationId xmlns:a16="http://schemas.microsoft.com/office/drawing/2014/main" id="{FE3F1DF2-66A4-65F0-2647-0161AF62BC19}"/>
                </a:ext>
              </a:extLst>
            </p:cNvPr>
            <p:cNvSpPr/>
            <p:nvPr/>
          </p:nvSpPr>
          <p:spPr>
            <a:xfrm>
              <a:off x="6919212" y="4501360"/>
              <a:ext cx="42866" cy="14744"/>
            </a:xfrm>
            <a:custGeom>
              <a:avLst/>
              <a:gdLst/>
              <a:ahLst/>
              <a:cxnLst/>
              <a:rect l="l" t="t" r="r" b="b"/>
              <a:pathLst>
                <a:path w="44652" h="15358" extrusionOk="0">
                  <a:moveTo>
                    <a:pt x="39962" y="15280"/>
                  </a:moveTo>
                  <a:lnTo>
                    <a:pt x="3152" y="7764"/>
                  </a:lnTo>
                  <a:cubicBezTo>
                    <a:pt x="1017" y="7338"/>
                    <a:pt x="-349" y="5288"/>
                    <a:pt x="78" y="3152"/>
                  </a:cubicBezTo>
                  <a:cubicBezTo>
                    <a:pt x="505" y="1017"/>
                    <a:pt x="2555" y="-349"/>
                    <a:pt x="4690" y="78"/>
                  </a:cubicBezTo>
                  <a:lnTo>
                    <a:pt x="41500" y="7594"/>
                  </a:lnTo>
                  <a:cubicBezTo>
                    <a:pt x="43635" y="8021"/>
                    <a:pt x="45001" y="10071"/>
                    <a:pt x="44574" y="12206"/>
                  </a:cubicBezTo>
                  <a:cubicBezTo>
                    <a:pt x="44147" y="14341"/>
                    <a:pt x="42098" y="15707"/>
                    <a:pt x="39962" y="152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 name="Google Shape;3024;p73">
              <a:extLst>
                <a:ext uri="{FF2B5EF4-FFF2-40B4-BE49-F238E27FC236}">
                  <a16:creationId xmlns:a16="http://schemas.microsoft.com/office/drawing/2014/main" id="{6D0BF8DB-3EB9-62F0-F3FC-466316BE22AE}"/>
                </a:ext>
              </a:extLst>
            </p:cNvPr>
            <p:cNvSpPr/>
            <p:nvPr/>
          </p:nvSpPr>
          <p:spPr>
            <a:xfrm>
              <a:off x="6916508" y="4514390"/>
              <a:ext cx="42865" cy="14744"/>
            </a:xfrm>
            <a:custGeom>
              <a:avLst/>
              <a:gdLst/>
              <a:ahLst/>
              <a:cxnLst/>
              <a:rect l="l" t="t" r="r" b="b"/>
              <a:pathLst>
                <a:path w="44651" h="15358" extrusionOk="0">
                  <a:moveTo>
                    <a:pt x="39962" y="15280"/>
                  </a:moveTo>
                  <a:lnTo>
                    <a:pt x="3153" y="7764"/>
                  </a:lnTo>
                  <a:cubicBezTo>
                    <a:pt x="1018" y="7337"/>
                    <a:pt x="-349" y="5288"/>
                    <a:pt x="78" y="3153"/>
                  </a:cubicBezTo>
                  <a:cubicBezTo>
                    <a:pt x="505" y="1018"/>
                    <a:pt x="2555" y="-349"/>
                    <a:pt x="4690" y="78"/>
                  </a:cubicBezTo>
                  <a:lnTo>
                    <a:pt x="41499" y="7594"/>
                  </a:lnTo>
                  <a:cubicBezTo>
                    <a:pt x="43634" y="8021"/>
                    <a:pt x="45001" y="10071"/>
                    <a:pt x="44574" y="12206"/>
                  </a:cubicBezTo>
                  <a:cubicBezTo>
                    <a:pt x="44147" y="14341"/>
                    <a:pt x="42097" y="15707"/>
                    <a:pt x="39962" y="152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 name="Google Shape;3025;p73">
              <a:extLst>
                <a:ext uri="{FF2B5EF4-FFF2-40B4-BE49-F238E27FC236}">
                  <a16:creationId xmlns:a16="http://schemas.microsoft.com/office/drawing/2014/main" id="{7499E627-703F-0780-D1D3-564003472611}"/>
                </a:ext>
              </a:extLst>
            </p:cNvPr>
            <p:cNvSpPr/>
            <p:nvPr/>
          </p:nvSpPr>
          <p:spPr>
            <a:xfrm>
              <a:off x="7135006" y="4470330"/>
              <a:ext cx="37727" cy="27315"/>
            </a:xfrm>
            <a:custGeom>
              <a:avLst/>
              <a:gdLst/>
              <a:ahLst/>
              <a:cxnLst/>
              <a:rect l="l" t="t" r="r" b="b"/>
              <a:pathLst>
                <a:path w="39299" h="28453" extrusionOk="0">
                  <a:moveTo>
                    <a:pt x="37542" y="7223"/>
                  </a:moveTo>
                  <a:lnTo>
                    <a:pt x="6113" y="27806"/>
                  </a:lnTo>
                  <a:cubicBezTo>
                    <a:pt x="4320" y="29002"/>
                    <a:pt x="1843" y="28489"/>
                    <a:pt x="647" y="26696"/>
                  </a:cubicBezTo>
                  <a:cubicBezTo>
                    <a:pt x="-548" y="24902"/>
                    <a:pt x="-36" y="22425"/>
                    <a:pt x="1758" y="21230"/>
                  </a:cubicBezTo>
                  <a:lnTo>
                    <a:pt x="33187" y="647"/>
                  </a:lnTo>
                  <a:cubicBezTo>
                    <a:pt x="34980" y="-548"/>
                    <a:pt x="37457" y="-36"/>
                    <a:pt x="38653" y="1758"/>
                  </a:cubicBezTo>
                  <a:cubicBezTo>
                    <a:pt x="39848" y="3551"/>
                    <a:pt x="39336" y="6028"/>
                    <a:pt x="37542" y="72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3026;p73">
              <a:extLst>
                <a:ext uri="{FF2B5EF4-FFF2-40B4-BE49-F238E27FC236}">
                  <a16:creationId xmlns:a16="http://schemas.microsoft.com/office/drawing/2014/main" id="{5C4DD607-552E-36C3-263C-F4438A9DC86D}"/>
                </a:ext>
              </a:extLst>
            </p:cNvPr>
            <p:cNvSpPr/>
            <p:nvPr/>
          </p:nvSpPr>
          <p:spPr>
            <a:xfrm>
              <a:off x="7142300" y="4481393"/>
              <a:ext cx="37727" cy="27315"/>
            </a:xfrm>
            <a:custGeom>
              <a:avLst/>
              <a:gdLst/>
              <a:ahLst/>
              <a:cxnLst/>
              <a:rect l="l" t="t" r="r" b="b"/>
              <a:pathLst>
                <a:path w="39299" h="28453" extrusionOk="0">
                  <a:moveTo>
                    <a:pt x="37542" y="7224"/>
                  </a:moveTo>
                  <a:lnTo>
                    <a:pt x="6113" y="27806"/>
                  </a:lnTo>
                  <a:cubicBezTo>
                    <a:pt x="4320" y="29002"/>
                    <a:pt x="1843" y="28489"/>
                    <a:pt x="647" y="26696"/>
                  </a:cubicBezTo>
                  <a:cubicBezTo>
                    <a:pt x="-548" y="24902"/>
                    <a:pt x="-36" y="22426"/>
                    <a:pt x="1758" y="21230"/>
                  </a:cubicBezTo>
                  <a:lnTo>
                    <a:pt x="33187" y="647"/>
                  </a:lnTo>
                  <a:cubicBezTo>
                    <a:pt x="34980" y="-548"/>
                    <a:pt x="37457" y="-36"/>
                    <a:pt x="38652" y="1758"/>
                  </a:cubicBezTo>
                  <a:cubicBezTo>
                    <a:pt x="39848" y="3551"/>
                    <a:pt x="39336" y="6028"/>
                    <a:pt x="37542" y="722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 name="Google Shape;3027;p73">
              <a:extLst>
                <a:ext uri="{FF2B5EF4-FFF2-40B4-BE49-F238E27FC236}">
                  <a16:creationId xmlns:a16="http://schemas.microsoft.com/office/drawing/2014/main" id="{638B6D20-4216-1499-72B0-03EFC7EB114B}"/>
                </a:ext>
              </a:extLst>
            </p:cNvPr>
            <p:cNvSpPr/>
            <p:nvPr/>
          </p:nvSpPr>
          <p:spPr>
            <a:xfrm>
              <a:off x="6736706" y="2573233"/>
              <a:ext cx="137989" cy="422312"/>
            </a:xfrm>
            <a:custGeom>
              <a:avLst/>
              <a:gdLst/>
              <a:ahLst/>
              <a:cxnLst/>
              <a:rect l="l" t="t" r="r" b="b"/>
              <a:pathLst>
                <a:path w="143739" h="439908" extrusionOk="0">
                  <a:moveTo>
                    <a:pt x="90873" y="439823"/>
                  </a:moveTo>
                  <a:cubicBezTo>
                    <a:pt x="61238" y="427952"/>
                    <a:pt x="31688" y="415995"/>
                    <a:pt x="2053" y="404124"/>
                  </a:cubicBezTo>
                  <a:cubicBezTo>
                    <a:pt x="-1961" y="337252"/>
                    <a:pt x="-851" y="258338"/>
                    <a:pt x="12302" y="171225"/>
                  </a:cubicBezTo>
                  <a:cubicBezTo>
                    <a:pt x="17682" y="135697"/>
                    <a:pt x="24429" y="102474"/>
                    <a:pt x="32030" y="71558"/>
                  </a:cubicBezTo>
                  <a:cubicBezTo>
                    <a:pt x="49794" y="16216"/>
                    <a:pt x="95059" y="-7442"/>
                    <a:pt x="117862" y="2038"/>
                  </a:cubicBezTo>
                  <a:cubicBezTo>
                    <a:pt x="138103" y="10408"/>
                    <a:pt x="150999" y="49182"/>
                    <a:pt x="139298" y="92824"/>
                  </a:cubicBezTo>
                  <a:cubicBezTo>
                    <a:pt x="123157" y="208547"/>
                    <a:pt x="107015" y="324185"/>
                    <a:pt x="90873" y="439908"/>
                  </a:cubicBezTo>
                  <a:close/>
                </a:path>
              </a:pathLst>
            </a:custGeom>
            <a:solidFill>
              <a:srgbClr val="F98F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 name="Google Shape;3028;p73">
              <a:extLst>
                <a:ext uri="{FF2B5EF4-FFF2-40B4-BE49-F238E27FC236}">
                  <a16:creationId xmlns:a16="http://schemas.microsoft.com/office/drawing/2014/main" id="{6D7CC9B1-44F3-0515-0AE6-E5DE61ADC119}"/>
                </a:ext>
              </a:extLst>
            </p:cNvPr>
            <p:cNvSpPr/>
            <p:nvPr/>
          </p:nvSpPr>
          <p:spPr>
            <a:xfrm>
              <a:off x="6952205" y="2586104"/>
              <a:ext cx="380699" cy="539946"/>
            </a:xfrm>
            <a:custGeom>
              <a:avLst/>
              <a:gdLst/>
              <a:ahLst/>
              <a:cxnLst/>
              <a:rect l="l" t="t" r="r" b="b"/>
              <a:pathLst>
                <a:path w="396561" h="562444" extrusionOk="0">
                  <a:moveTo>
                    <a:pt x="213623" y="3656"/>
                  </a:moveTo>
                  <a:cubicBezTo>
                    <a:pt x="220199" y="-6678"/>
                    <a:pt x="274089" y="4937"/>
                    <a:pt x="313974" y="37988"/>
                  </a:cubicBezTo>
                  <a:cubicBezTo>
                    <a:pt x="372305" y="86328"/>
                    <a:pt x="379736" y="163106"/>
                    <a:pt x="388447" y="269264"/>
                  </a:cubicBezTo>
                  <a:cubicBezTo>
                    <a:pt x="399464" y="403350"/>
                    <a:pt x="404930" y="470393"/>
                    <a:pt x="366583" y="512412"/>
                  </a:cubicBezTo>
                  <a:cubicBezTo>
                    <a:pt x="309874" y="574586"/>
                    <a:pt x="208926" y="564679"/>
                    <a:pt x="120446" y="556054"/>
                  </a:cubicBezTo>
                  <a:cubicBezTo>
                    <a:pt x="102512" y="554345"/>
                    <a:pt x="76207" y="550588"/>
                    <a:pt x="51012" y="532226"/>
                  </a:cubicBezTo>
                  <a:cubicBezTo>
                    <a:pt x="17705" y="507971"/>
                    <a:pt x="-9796" y="461084"/>
                    <a:pt x="3357" y="440928"/>
                  </a:cubicBezTo>
                  <a:cubicBezTo>
                    <a:pt x="22743" y="411292"/>
                    <a:pt x="109771" y="470991"/>
                    <a:pt x="185952" y="429057"/>
                  </a:cubicBezTo>
                  <a:cubicBezTo>
                    <a:pt x="212428" y="414452"/>
                    <a:pt x="225067" y="394468"/>
                    <a:pt x="246504" y="360562"/>
                  </a:cubicBezTo>
                  <a:cubicBezTo>
                    <a:pt x="259315" y="340236"/>
                    <a:pt x="339510" y="213239"/>
                    <a:pt x="293135" y="105544"/>
                  </a:cubicBezTo>
                  <a:cubicBezTo>
                    <a:pt x="265464" y="41319"/>
                    <a:pt x="206364" y="15271"/>
                    <a:pt x="213623" y="374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3029;p73">
              <a:extLst>
                <a:ext uri="{FF2B5EF4-FFF2-40B4-BE49-F238E27FC236}">
                  <a16:creationId xmlns:a16="http://schemas.microsoft.com/office/drawing/2014/main" id="{E2E1C548-D92C-99B5-3D1C-EA85EB4B5ACA}"/>
                </a:ext>
              </a:extLst>
            </p:cNvPr>
            <p:cNvSpPr/>
            <p:nvPr/>
          </p:nvSpPr>
          <p:spPr>
            <a:xfrm>
              <a:off x="7035324" y="2636895"/>
              <a:ext cx="216531" cy="185212"/>
            </a:xfrm>
            <a:custGeom>
              <a:avLst/>
              <a:gdLst/>
              <a:ahLst/>
              <a:cxnLst/>
              <a:rect l="l" t="t" r="r" b="b"/>
              <a:pathLst>
                <a:path w="225553" h="192929" extrusionOk="0">
                  <a:moveTo>
                    <a:pt x="225554" y="122214"/>
                  </a:moveTo>
                  <a:cubicBezTo>
                    <a:pt x="224358" y="112563"/>
                    <a:pt x="214537" y="43129"/>
                    <a:pt x="157230" y="12896"/>
                  </a:cubicBezTo>
                  <a:cubicBezTo>
                    <a:pt x="141088" y="4356"/>
                    <a:pt x="125203" y="1025"/>
                    <a:pt x="112307" y="0"/>
                  </a:cubicBezTo>
                  <a:cubicBezTo>
                    <a:pt x="97105" y="5893"/>
                    <a:pt x="76608" y="15714"/>
                    <a:pt x="55684" y="32539"/>
                  </a:cubicBezTo>
                  <a:cubicBezTo>
                    <a:pt x="25707" y="56623"/>
                    <a:pt x="8796" y="83782"/>
                    <a:pt x="0" y="100863"/>
                  </a:cubicBezTo>
                  <a:cubicBezTo>
                    <a:pt x="53634" y="131523"/>
                    <a:pt x="107354" y="162269"/>
                    <a:pt x="160988" y="192929"/>
                  </a:cubicBezTo>
                  <a:cubicBezTo>
                    <a:pt x="182510" y="169357"/>
                    <a:pt x="204032" y="145786"/>
                    <a:pt x="225554" y="12221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 name="Google Shape;3030;p73">
              <a:extLst>
                <a:ext uri="{FF2B5EF4-FFF2-40B4-BE49-F238E27FC236}">
                  <a16:creationId xmlns:a16="http://schemas.microsoft.com/office/drawing/2014/main" id="{8AB1A3C6-D5A3-4E22-9CDD-34496929CD7C}"/>
                </a:ext>
              </a:extLst>
            </p:cNvPr>
            <p:cNvSpPr/>
            <p:nvPr/>
          </p:nvSpPr>
          <p:spPr>
            <a:xfrm>
              <a:off x="7133497" y="2597396"/>
              <a:ext cx="55568" cy="77643"/>
            </a:xfrm>
            <a:custGeom>
              <a:avLst/>
              <a:gdLst/>
              <a:ahLst/>
              <a:cxnLst/>
              <a:rect l="l" t="t" r="r" b="b"/>
              <a:pathLst>
                <a:path w="57883" h="80878" extrusionOk="0">
                  <a:moveTo>
                    <a:pt x="85" y="77291"/>
                  </a:moveTo>
                  <a:cubicBezTo>
                    <a:pt x="854" y="67726"/>
                    <a:pt x="3843" y="47656"/>
                    <a:pt x="17935" y="27586"/>
                  </a:cubicBezTo>
                  <a:cubicBezTo>
                    <a:pt x="28013" y="13323"/>
                    <a:pt x="39713" y="4697"/>
                    <a:pt x="47229" y="0"/>
                  </a:cubicBezTo>
                  <a:cubicBezTo>
                    <a:pt x="50730" y="9053"/>
                    <a:pt x="54232" y="20583"/>
                    <a:pt x="56196" y="34247"/>
                  </a:cubicBezTo>
                  <a:cubicBezTo>
                    <a:pt x="58929" y="53036"/>
                    <a:pt x="57905" y="69178"/>
                    <a:pt x="56196" y="80878"/>
                  </a:cubicBezTo>
                  <a:lnTo>
                    <a:pt x="0" y="7729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 name="Google Shape;3031;p73">
              <a:extLst>
                <a:ext uri="{FF2B5EF4-FFF2-40B4-BE49-F238E27FC236}">
                  <a16:creationId xmlns:a16="http://schemas.microsoft.com/office/drawing/2014/main" id="{FF16E9EB-9EE9-A177-4BE4-73DFAF673C24}"/>
                </a:ext>
              </a:extLst>
            </p:cNvPr>
            <p:cNvSpPr/>
            <p:nvPr/>
          </p:nvSpPr>
          <p:spPr>
            <a:xfrm>
              <a:off x="7225278" y="2684096"/>
              <a:ext cx="54402" cy="79118"/>
            </a:xfrm>
            <a:custGeom>
              <a:avLst/>
              <a:gdLst/>
              <a:ahLst/>
              <a:cxnLst/>
              <a:rect l="l" t="t" r="r" b="b"/>
              <a:pathLst>
                <a:path w="56669" h="82415" extrusionOk="0">
                  <a:moveTo>
                    <a:pt x="0" y="29721"/>
                  </a:moveTo>
                  <a:cubicBezTo>
                    <a:pt x="18277" y="19814"/>
                    <a:pt x="36467" y="9907"/>
                    <a:pt x="54744" y="0"/>
                  </a:cubicBezTo>
                  <a:cubicBezTo>
                    <a:pt x="56452" y="7430"/>
                    <a:pt x="58161" y="19814"/>
                    <a:pt x="54488" y="34162"/>
                  </a:cubicBezTo>
                  <a:cubicBezTo>
                    <a:pt x="46546" y="65078"/>
                    <a:pt x="20155" y="79683"/>
                    <a:pt x="15031" y="82416"/>
                  </a:cubicBezTo>
                  <a:lnTo>
                    <a:pt x="0" y="2972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3032;p73">
              <a:extLst>
                <a:ext uri="{FF2B5EF4-FFF2-40B4-BE49-F238E27FC236}">
                  <a16:creationId xmlns:a16="http://schemas.microsoft.com/office/drawing/2014/main" id="{CD56F176-2A62-C938-CFBF-E11AD3F5ACF0}"/>
                </a:ext>
              </a:extLst>
            </p:cNvPr>
            <p:cNvSpPr/>
            <p:nvPr/>
          </p:nvSpPr>
          <p:spPr>
            <a:xfrm>
              <a:off x="7146614" y="2686604"/>
              <a:ext cx="26613" cy="22865"/>
            </a:xfrm>
            <a:custGeom>
              <a:avLst/>
              <a:gdLst/>
              <a:ahLst/>
              <a:cxnLst/>
              <a:rect l="l" t="t" r="r" b="b"/>
              <a:pathLst>
                <a:path w="27722" h="23818" extrusionOk="0">
                  <a:moveTo>
                    <a:pt x="27153" y="20360"/>
                  </a:moveTo>
                  <a:cubicBezTo>
                    <a:pt x="25531" y="22324"/>
                    <a:pt x="21687" y="18994"/>
                    <a:pt x="13830" y="19848"/>
                  </a:cubicBezTo>
                  <a:cubicBezTo>
                    <a:pt x="5887" y="20702"/>
                    <a:pt x="1617" y="24972"/>
                    <a:pt x="251" y="23520"/>
                  </a:cubicBezTo>
                  <a:cubicBezTo>
                    <a:pt x="-1287" y="21812"/>
                    <a:pt x="4777" y="16859"/>
                    <a:pt x="4094" y="9001"/>
                  </a:cubicBezTo>
                  <a:cubicBezTo>
                    <a:pt x="3752" y="4389"/>
                    <a:pt x="1361" y="2596"/>
                    <a:pt x="2471" y="1059"/>
                  </a:cubicBezTo>
                  <a:cubicBezTo>
                    <a:pt x="4350" y="-1418"/>
                    <a:pt x="12976" y="631"/>
                    <a:pt x="19040" y="5329"/>
                  </a:cubicBezTo>
                  <a:cubicBezTo>
                    <a:pt x="24933" y="9941"/>
                    <a:pt x="29203" y="17798"/>
                    <a:pt x="27238" y="2036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 name="Google Shape;3033;p73">
              <a:extLst>
                <a:ext uri="{FF2B5EF4-FFF2-40B4-BE49-F238E27FC236}">
                  <a16:creationId xmlns:a16="http://schemas.microsoft.com/office/drawing/2014/main" id="{35BEE2CE-54F7-51AE-19F7-DFF39C58C74C}"/>
                </a:ext>
              </a:extLst>
            </p:cNvPr>
            <p:cNvSpPr/>
            <p:nvPr/>
          </p:nvSpPr>
          <p:spPr>
            <a:xfrm>
              <a:off x="7136836" y="2664391"/>
              <a:ext cx="19474" cy="21311"/>
            </a:xfrm>
            <a:custGeom>
              <a:avLst/>
              <a:gdLst/>
              <a:ahLst/>
              <a:cxnLst/>
              <a:rect l="l" t="t" r="r" b="b"/>
              <a:pathLst>
                <a:path w="20285" h="22199" extrusionOk="0">
                  <a:moveTo>
                    <a:pt x="16847" y="16352"/>
                  </a:moveTo>
                  <a:cubicBezTo>
                    <a:pt x="12577" y="21732"/>
                    <a:pt x="6171" y="23782"/>
                    <a:pt x="2499" y="20878"/>
                  </a:cubicBezTo>
                  <a:cubicBezTo>
                    <a:pt x="-1173" y="17975"/>
                    <a:pt x="-746" y="11228"/>
                    <a:pt x="3438" y="5847"/>
                  </a:cubicBezTo>
                  <a:cubicBezTo>
                    <a:pt x="7709" y="467"/>
                    <a:pt x="14114" y="-1583"/>
                    <a:pt x="17786" y="1321"/>
                  </a:cubicBezTo>
                  <a:cubicBezTo>
                    <a:pt x="21459" y="4225"/>
                    <a:pt x="21032" y="10971"/>
                    <a:pt x="16847" y="1635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3034;p73">
              <a:extLst>
                <a:ext uri="{FF2B5EF4-FFF2-40B4-BE49-F238E27FC236}">
                  <a16:creationId xmlns:a16="http://schemas.microsoft.com/office/drawing/2014/main" id="{9FC5BFD5-2250-8C1F-03CD-FC92BBDCACD4}"/>
                </a:ext>
              </a:extLst>
            </p:cNvPr>
            <p:cNvSpPr/>
            <p:nvPr/>
          </p:nvSpPr>
          <p:spPr>
            <a:xfrm>
              <a:off x="7180861" y="2699305"/>
              <a:ext cx="20745" cy="20234"/>
            </a:xfrm>
            <a:custGeom>
              <a:avLst/>
              <a:gdLst/>
              <a:ahLst/>
              <a:cxnLst/>
              <a:rect l="l" t="t" r="r" b="b"/>
              <a:pathLst>
                <a:path w="21609" h="21077" extrusionOk="0">
                  <a:moveTo>
                    <a:pt x="16655" y="16773"/>
                  </a:moveTo>
                  <a:cubicBezTo>
                    <a:pt x="11616" y="21471"/>
                    <a:pt x="4955" y="22496"/>
                    <a:pt x="1709" y="18994"/>
                  </a:cubicBezTo>
                  <a:cubicBezTo>
                    <a:pt x="-1536" y="15578"/>
                    <a:pt x="2" y="9002"/>
                    <a:pt x="4955" y="4304"/>
                  </a:cubicBezTo>
                  <a:cubicBezTo>
                    <a:pt x="9994" y="-393"/>
                    <a:pt x="16655" y="-1418"/>
                    <a:pt x="19901" y="2084"/>
                  </a:cubicBezTo>
                  <a:cubicBezTo>
                    <a:pt x="23146" y="5585"/>
                    <a:pt x="21609" y="12076"/>
                    <a:pt x="16655" y="1677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3035;p73">
              <a:extLst>
                <a:ext uri="{FF2B5EF4-FFF2-40B4-BE49-F238E27FC236}">
                  <a16:creationId xmlns:a16="http://schemas.microsoft.com/office/drawing/2014/main" id="{760D3B5D-2DE4-7D8C-F933-28D9E23FB98F}"/>
                </a:ext>
              </a:extLst>
            </p:cNvPr>
            <p:cNvSpPr/>
            <p:nvPr/>
          </p:nvSpPr>
          <p:spPr>
            <a:xfrm>
              <a:off x="6910100" y="2707697"/>
              <a:ext cx="333625" cy="332037"/>
            </a:xfrm>
            <a:custGeom>
              <a:avLst/>
              <a:gdLst/>
              <a:ahLst/>
              <a:cxnLst/>
              <a:rect l="l" t="t" r="r" b="b"/>
              <a:pathLst>
                <a:path w="347526" h="345872" extrusionOk="0">
                  <a:moveTo>
                    <a:pt x="147077" y="0"/>
                  </a:moveTo>
                  <a:cubicBezTo>
                    <a:pt x="114367" y="26817"/>
                    <a:pt x="65857" y="73790"/>
                    <a:pt x="30072" y="146042"/>
                  </a:cubicBezTo>
                  <a:cubicBezTo>
                    <a:pt x="8379" y="189769"/>
                    <a:pt x="-6481" y="219917"/>
                    <a:pt x="2828" y="252884"/>
                  </a:cubicBezTo>
                  <a:cubicBezTo>
                    <a:pt x="22727" y="323086"/>
                    <a:pt x="135889" y="347341"/>
                    <a:pt x="206006" y="345804"/>
                  </a:cubicBezTo>
                  <a:cubicBezTo>
                    <a:pt x="228638" y="345292"/>
                    <a:pt x="323352" y="343156"/>
                    <a:pt x="344276" y="293963"/>
                  </a:cubicBezTo>
                  <a:cubicBezTo>
                    <a:pt x="355378" y="268000"/>
                    <a:pt x="335992" y="251944"/>
                    <a:pt x="317032" y="148263"/>
                  </a:cubicBezTo>
                  <a:cubicBezTo>
                    <a:pt x="308833" y="103255"/>
                    <a:pt x="311395" y="100522"/>
                    <a:pt x="305417" y="87113"/>
                  </a:cubicBezTo>
                  <a:cubicBezTo>
                    <a:pt x="290813" y="54403"/>
                    <a:pt x="252039" y="17850"/>
                    <a:pt x="146991" y="8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3036;p73">
              <a:extLst>
                <a:ext uri="{FF2B5EF4-FFF2-40B4-BE49-F238E27FC236}">
                  <a16:creationId xmlns:a16="http://schemas.microsoft.com/office/drawing/2014/main" id="{5E5C4BD2-9FF0-CB58-7195-486B6E5A4505}"/>
                </a:ext>
              </a:extLst>
            </p:cNvPr>
            <p:cNvSpPr/>
            <p:nvPr/>
          </p:nvSpPr>
          <p:spPr>
            <a:xfrm>
              <a:off x="7124291" y="2711971"/>
              <a:ext cx="34390" cy="39916"/>
            </a:xfrm>
            <a:custGeom>
              <a:avLst/>
              <a:gdLst/>
              <a:ahLst/>
              <a:cxnLst/>
              <a:rect l="l" t="t" r="r" b="b"/>
              <a:pathLst>
                <a:path w="35823" h="41579" extrusionOk="0">
                  <a:moveTo>
                    <a:pt x="22576" y="41579"/>
                  </a:moveTo>
                  <a:cubicBezTo>
                    <a:pt x="17196" y="41579"/>
                    <a:pt x="11986" y="39786"/>
                    <a:pt x="7886" y="36199"/>
                  </a:cubicBezTo>
                  <a:cubicBezTo>
                    <a:pt x="2420" y="31501"/>
                    <a:pt x="-1935" y="22705"/>
                    <a:pt x="883" y="13652"/>
                  </a:cubicBezTo>
                  <a:cubicBezTo>
                    <a:pt x="3531" y="5111"/>
                    <a:pt x="10876" y="1354"/>
                    <a:pt x="13096" y="329"/>
                  </a:cubicBezTo>
                  <a:cubicBezTo>
                    <a:pt x="15146" y="-525"/>
                    <a:pt x="17452" y="329"/>
                    <a:pt x="18392" y="2378"/>
                  </a:cubicBezTo>
                  <a:cubicBezTo>
                    <a:pt x="19245" y="4428"/>
                    <a:pt x="18392" y="6734"/>
                    <a:pt x="16341" y="7673"/>
                  </a:cubicBezTo>
                  <a:cubicBezTo>
                    <a:pt x="15317" y="8100"/>
                    <a:pt x="10278" y="10577"/>
                    <a:pt x="8655" y="15958"/>
                  </a:cubicBezTo>
                  <a:cubicBezTo>
                    <a:pt x="6947" y="21509"/>
                    <a:pt x="9766" y="27060"/>
                    <a:pt x="13267" y="30135"/>
                  </a:cubicBezTo>
                  <a:cubicBezTo>
                    <a:pt x="17794" y="33978"/>
                    <a:pt x="24369" y="34661"/>
                    <a:pt x="30006" y="31843"/>
                  </a:cubicBezTo>
                  <a:cubicBezTo>
                    <a:pt x="31885" y="30904"/>
                    <a:pt x="34362" y="31672"/>
                    <a:pt x="35387" y="33637"/>
                  </a:cubicBezTo>
                  <a:cubicBezTo>
                    <a:pt x="36412" y="35601"/>
                    <a:pt x="35557" y="37992"/>
                    <a:pt x="33593" y="39017"/>
                  </a:cubicBezTo>
                  <a:cubicBezTo>
                    <a:pt x="30092" y="40725"/>
                    <a:pt x="26419" y="41579"/>
                    <a:pt x="22747" y="4157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3037;p73">
              <a:extLst>
                <a:ext uri="{FF2B5EF4-FFF2-40B4-BE49-F238E27FC236}">
                  <a16:creationId xmlns:a16="http://schemas.microsoft.com/office/drawing/2014/main" id="{455BFC87-9641-98C2-11E0-F7366A41E715}"/>
                </a:ext>
              </a:extLst>
            </p:cNvPr>
            <p:cNvSpPr/>
            <p:nvPr/>
          </p:nvSpPr>
          <p:spPr>
            <a:xfrm>
              <a:off x="7096171" y="2701465"/>
              <a:ext cx="58420" cy="24026"/>
            </a:xfrm>
            <a:custGeom>
              <a:avLst/>
              <a:gdLst/>
              <a:ahLst/>
              <a:cxnLst/>
              <a:rect l="l" t="t" r="r" b="b"/>
              <a:pathLst>
                <a:path w="60854" h="25027" extrusionOk="0">
                  <a:moveTo>
                    <a:pt x="22248" y="24942"/>
                  </a:moveTo>
                  <a:cubicBezTo>
                    <a:pt x="21052" y="24942"/>
                    <a:pt x="19857" y="24856"/>
                    <a:pt x="18746" y="24685"/>
                  </a:cubicBezTo>
                  <a:cubicBezTo>
                    <a:pt x="10462" y="23234"/>
                    <a:pt x="4569" y="18793"/>
                    <a:pt x="1153" y="15376"/>
                  </a:cubicBezTo>
                  <a:cubicBezTo>
                    <a:pt x="-384" y="13839"/>
                    <a:pt x="-384" y="11277"/>
                    <a:pt x="1153" y="9740"/>
                  </a:cubicBezTo>
                  <a:cubicBezTo>
                    <a:pt x="2690" y="8202"/>
                    <a:pt x="5252" y="8202"/>
                    <a:pt x="6789" y="9740"/>
                  </a:cubicBezTo>
                  <a:cubicBezTo>
                    <a:pt x="9437" y="12387"/>
                    <a:pt x="13878" y="15718"/>
                    <a:pt x="20198" y="16828"/>
                  </a:cubicBezTo>
                  <a:cubicBezTo>
                    <a:pt x="31471" y="18793"/>
                    <a:pt x="51627" y="3420"/>
                    <a:pt x="54189" y="1028"/>
                  </a:cubicBezTo>
                  <a:cubicBezTo>
                    <a:pt x="55812" y="-424"/>
                    <a:pt x="58289" y="-338"/>
                    <a:pt x="59826" y="1285"/>
                  </a:cubicBezTo>
                  <a:cubicBezTo>
                    <a:pt x="61278" y="2907"/>
                    <a:pt x="61192" y="5384"/>
                    <a:pt x="59569" y="6921"/>
                  </a:cubicBezTo>
                  <a:cubicBezTo>
                    <a:pt x="59399" y="7092"/>
                    <a:pt x="38731" y="25027"/>
                    <a:pt x="22248" y="2502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3038;p73">
              <a:extLst>
                <a:ext uri="{FF2B5EF4-FFF2-40B4-BE49-F238E27FC236}">
                  <a16:creationId xmlns:a16="http://schemas.microsoft.com/office/drawing/2014/main" id="{02C15274-CAD9-711A-E3D5-232E4EE3E35F}"/>
                </a:ext>
              </a:extLst>
            </p:cNvPr>
            <p:cNvSpPr/>
            <p:nvPr/>
          </p:nvSpPr>
          <p:spPr>
            <a:xfrm>
              <a:off x="6970094" y="3042615"/>
              <a:ext cx="215055" cy="275796"/>
            </a:xfrm>
            <a:custGeom>
              <a:avLst/>
              <a:gdLst/>
              <a:ahLst/>
              <a:cxnLst/>
              <a:rect l="l" t="t" r="r" b="b"/>
              <a:pathLst>
                <a:path w="224016" h="287287" extrusionOk="0">
                  <a:moveTo>
                    <a:pt x="84124" y="8284"/>
                  </a:moveTo>
                  <a:cubicBezTo>
                    <a:pt x="75584" y="18191"/>
                    <a:pt x="51927" y="48424"/>
                    <a:pt x="49877" y="93176"/>
                  </a:cubicBezTo>
                  <a:cubicBezTo>
                    <a:pt x="48596" y="121446"/>
                    <a:pt x="56367" y="143565"/>
                    <a:pt x="61748" y="155693"/>
                  </a:cubicBezTo>
                  <a:cubicBezTo>
                    <a:pt x="49194" y="181485"/>
                    <a:pt x="35700" y="199847"/>
                    <a:pt x="25281" y="212231"/>
                  </a:cubicBezTo>
                  <a:cubicBezTo>
                    <a:pt x="10335" y="229995"/>
                    <a:pt x="-85" y="237596"/>
                    <a:pt x="1" y="250919"/>
                  </a:cubicBezTo>
                  <a:cubicBezTo>
                    <a:pt x="86" y="266292"/>
                    <a:pt x="14177" y="283117"/>
                    <a:pt x="29807" y="286618"/>
                  </a:cubicBezTo>
                  <a:cubicBezTo>
                    <a:pt x="59784" y="293451"/>
                    <a:pt x="94031" y="246478"/>
                    <a:pt x="110173" y="215135"/>
                  </a:cubicBezTo>
                  <a:cubicBezTo>
                    <a:pt x="131694" y="173372"/>
                    <a:pt x="121190" y="149373"/>
                    <a:pt x="135452" y="107183"/>
                  </a:cubicBezTo>
                  <a:cubicBezTo>
                    <a:pt x="145530" y="77547"/>
                    <a:pt x="167991" y="38261"/>
                    <a:pt x="224017" y="0"/>
                  </a:cubicBezTo>
                  <a:lnTo>
                    <a:pt x="84124" y="819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3039;p73">
              <a:extLst>
                <a:ext uri="{FF2B5EF4-FFF2-40B4-BE49-F238E27FC236}">
                  <a16:creationId xmlns:a16="http://schemas.microsoft.com/office/drawing/2014/main" id="{11417BD8-931D-4645-B373-71AFA6E10058}"/>
                </a:ext>
              </a:extLst>
            </p:cNvPr>
            <p:cNvSpPr/>
            <p:nvPr/>
          </p:nvSpPr>
          <p:spPr>
            <a:xfrm>
              <a:off x="6853698" y="3012809"/>
              <a:ext cx="229790" cy="295220"/>
            </a:xfrm>
            <a:custGeom>
              <a:avLst/>
              <a:gdLst/>
              <a:ahLst/>
              <a:cxnLst/>
              <a:rect l="l" t="t" r="r" b="b"/>
              <a:pathLst>
                <a:path w="239365" h="307521" extrusionOk="0">
                  <a:moveTo>
                    <a:pt x="98932" y="29098"/>
                  </a:moveTo>
                  <a:cubicBezTo>
                    <a:pt x="67076" y="58819"/>
                    <a:pt x="65111" y="103998"/>
                    <a:pt x="64684" y="113991"/>
                  </a:cubicBezTo>
                  <a:cubicBezTo>
                    <a:pt x="63489" y="142003"/>
                    <a:pt x="71175" y="164209"/>
                    <a:pt x="76556" y="176507"/>
                  </a:cubicBezTo>
                  <a:cubicBezTo>
                    <a:pt x="71517" y="197004"/>
                    <a:pt x="61183" y="224248"/>
                    <a:pt x="37953" y="246368"/>
                  </a:cubicBezTo>
                  <a:cubicBezTo>
                    <a:pt x="18395" y="264986"/>
                    <a:pt x="-906" y="270965"/>
                    <a:pt x="33" y="282836"/>
                  </a:cubicBezTo>
                  <a:cubicBezTo>
                    <a:pt x="972" y="295390"/>
                    <a:pt x="23861" y="307774"/>
                    <a:pt x="44614" y="307518"/>
                  </a:cubicBezTo>
                  <a:cubicBezTo>
                    <a:pt x="89281" y="306834"/>
                    <a:pt x="119429" y="247137"/>
                    <a:pt x="124980" y="236034"/>
                  </a:cubicBezTo>
                  <a:cubicBezTo>
                    <a:pt x="148979" y="188464"/>
                    <a:pt x="131727" y="173005"/>
                    <a:pt x="150260" y="128082"/>
                  </a:cubicBezTo>
                  <a:cubicBezTo>
                    <a:pt x="179981" y="56257"/>
                    <a:pt x="245998" y="42507"/>
                    <a:pt x="238825" y="20900"/>
                  </a:cubicBezTo>
                  <a:cubicBezTo>
                    <a:pt x="231138" y="-2416"/>
                    <a:pt x="145306" y="-14202"/>
                    <a:pt x="98932" y="2909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0" name="Google Shape;3040;p73">
              <a:extLst>
                <a:ext uri="{FF2B5EF4-FFF2-40B4-BE49-F238E27FC236}">
                  <a16:creationId xmlns:a16="http://schemas.microsoft.com/office/drawing/2014/main" id="{334026C4-54C9-1A60-4500-065418B15CCC}"/>
                </a:ext>
              </a:extLst>
            </p:cNvPr>
            <p:cNvSpPr/>
            <p:nvPr/>
          </p:nvSpPr>
          <p:spPr>
            <a:xfrm>
              <a:off x="7120577" y="3036305"/>
              <a:ext cx="91199" cy="375842"/>
            </a:xfrm>
            <a:custGeom>
              <a:avLst/>
              <a:gdLst/>
              <a:ahLst/>
              <a:cxnLst/>
              <a:rect l="l" t="t" r="r" b="b"/>
              <a:pathLst>
                <a:path w="94999" h="391502" extrusionOk="0">
                  <a:moveTo>
                    <a:pt x="80679" y="0"/>
                  </a:moveTo>
                  <a:cubicBezTo>
                    <a:pt x="51727" y="84380"/>
                    <a:pt x="57022" y="145188"/>
                    <a:pt x="68039" y="186097"/>
                  </a:cubicBezTo>
                  <a:cubicBezTo>
                    <a:pt x="79569" y="228714"/>
                    <a:pt x="101176" y="263815"/>
                    <a:pt x="93319" y="319328"/>
                  </a:cubicBezTo>
                  <a:cubicBezTo>
                    <a:pt x="89049" y="349562"/>
                    <a:pt x="75470" y="390812"/>
                    <a:pt x="58303" y="391495"/>
                  </a:cubicBezTo>
                  <a:cubicBezTo>
                    <a:pt x="38318" y="392264"/>
                    <a:pt x="21494" y="331114"/>
                    <a:pt x="13637" y="302931"/>
                  </a:cubicBezTo>
                  <a:cubicBezTo>
                    <a:pt x="10391" y="291401"/>
                    <a:pt x="3559" y="264498"/>
                    <a:pt x="996" y="228458"/>
                  </a:cubicBezTo>
                  <a:cubicBezTo>
                    <a:pt x="-797" y="203349"/>
                    <a:pt x="228" y="185157"/>
                    <a:pt x="996" y="169699"/>
                  </a:cubicBezTo>
                  <a:cubicBezTo>
                    <a:pt x="2534" y="139893"/>
                    <a:pt x="4156" y="96764"/>
                    <a:pt x="4754" y="40226"/>
                  </a:cubicBezTo>
                  <a:lnTo>
                    <a:pt x="80679"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1" name="Google Shape;3041;p73">
              <a:extLst>
                <a:ext uri="{FF2B5EF4-FFF2-40B4-BE49-F238E27FC236}">
                  <a16:creationId xmlns:a16="http://schemas.microsoft.com/office/drawing/2014/main" id="{2D00BE5C-6DB2-3D06-D249-0D692236067D}"/>
                </a:ext>
              </a:extLst>
            </p:cNvPr>
            <p:cNvSpPr/>
            <p:nvPr/>
          </p:nvSpPr>
          <p:spPr>
            <a:xfrm>
              <a:off x="6796531" y="2843237"/>
              <a:ext cx="382148" cy="179883"/>
            </a:xfrm>
            <a:custGeom>
              <a:avLst/>
              <a:gdLst/>
              <a:ahLst/>
              <a:cxnLst/>
              <a:rect l="l" t="t" r="r" b="b"/>
              <a:pathLst>
                <a:path w="398071" h="187378" extrusionOk="0">
                  <a:moveTo>
                    <a:pt x="386285" y="0"/>
                  </a:moveTo>
                  <a:cubicBezTo>
                    <a:pt x="390214" y="11530"/>
                    <a:pt x="394143" y="22974"/>
                    <a:pt x="398071" y="34504"/>
                  </a:cubicBezTo>
                  <a:cubicBezTo>
                    <a:pt x="328296" y="84551"/>
                    <a:pt x="231532" y="139295"/>
                    <a:pt x="108379" y="170468"/>
                  </a:cubicBezTo>
                  <a:cubicBezTo>
                    <a:pt x="78828" y="177983"/>
                    <a:pt x="50304" y="183449"/>
                    <a:pt x="23230" y="187378"/>
                  </a:cubicBezTo>
                  <a:cubicBezTo>
                    <a:pt x="15458" y="156376"/>
                    <a:pt x="7772" y="125460"/>
                    <a:pt x="0" y="94458"/>
                  </a:cubicBezTo>
                  <a:cubicBezTo>
                    <a:pt x="27159" y="81562"/>
                    <a:pt x="49535" y="73790"/>
                    <a:pt x="62858" y="69605"/>
                  </a:cubicBezTo>
                  <a:cubicBezTo>
                    <a:pt x="172432" y="34845"/>
                    <a:pt x="234180" y="57563"/>
                    <a:pt x="338800" y="20156"/>
                  </a:cubicBezTo>
                  <a:cubicBezTo>
                    <a:pt x="360750" y="12298"/>
                    <a:pt x="377659" y="4270"/>
                    <a:pt x="386285" y="0"/>
                  </a:cubicBezTo>
                  <a:close/>
                </a:path>
              </a:pathLst>
            </a:custGeom>
            <a:solidFill>
              <a:srgbClr val="F98F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2" name="Google Shape;3042;p73">
              <a:extLst>
                <a:ext uri="{FF2B5EF4-FFF2-40B4-BE49-F238E27FC236}">
                  <a16:creationId xmlns:a16="http://schemas.microsoft.com/office/drawing/2014/main" id="{DF33BF62-40E1-35B7-4823-4C0DB5A8B4ED}"/>
                </a:ext>
              </a:extLst>
            </p:cNvPr>
            <p:cNvSpPr/>
            <p:nvPr/>
          </p:nvSpPr>
          <p:spPr>
            <a:xfrm>
              <a:off x="7112191" y="2799236"/>
              <a:ext cx="127596" cy="129702"/>
            </a:xfrm>
            <a:custGeom>
              <a:avLst/>
              <a:gdLst/>
              <a:ahLst/>
              <a:cxnLst/>
              <a:rect l="l" t="t" r="r" b="b"/>
              <a:pathLst>
                <a:path w="132913" h="135106" extrusionOk="0">
                  <a:moveTo>
                    <a:pt x="4441" y="66697"/>
                  </a:moveTo>
                  <a:cubicBezTo>
                    <a:pt x="15373" y="53630"/>
                    <a:pt x="26304" y="40563"/>
                    <a:pt x="37236" y="27497"/>
                  </a:cubicBezTo>
                  <a:cubicBezTo>
                    <a:pt x="79341" y="3839"/>
                    <a:pt x="103254" y="-4530"/>
                    <a:pt x="108976" y="2302"/>
                  </a:cubicBezTo>
                  <a:cubicBezTo>
                    <a:pt x="111197" y="4950"/>
                    <a:pt x="110684" y="10074"/>
                    <a:pt x="107268" y="17419"/>
                  </a:cubicBezTo>
                  <a:cubicBezTo>
                    <a:pt x="116065" y="19127"/>
                    <a:pt x="121616" y="25874"/>
                    <a:pt x="121018" y="31937"/>
                  </a:cubicBezTo>
                  <a:cubicBezTo>
                    <a:pt x="120591" y="36720"/>
                    <a:pt x="116492" y="39709"/>
                    <a:pt x="115467" y="40478"/>
                  </a:cubicBezTo>
                  <a:cubicBezTo>
                    <a:pt x="117175" y="40905"/>
                    <a:pt x="124093" y="42784"/>
                    <a:pt x="128107" y="49446"/>
                  </a:cubicBezTo>
                  <a:cubicBezTo>
                    <a:pt x="132377" y="56534"/>
                    <a:pt x="131608" y="66185"/>
                    <a:pt x="125886" y="73615"/>
                  </a:cubicBezTo>
                  <a:cubicBezTo>
                    <a:pt x="127595" y="74213"/>
                    <a:pt x="130327" y="75408"/>
                    <a:pt x="131865" y="78056"/>
                  </a:cubicBezTo>
                  <a:cubicBezTo>
                    <a:pt x="134171" y="82070"/>
                    <a:pt x="132292" y="86853"/>
                    <a:pt x="129900" y="92831"/>
                  </a:cubicBezTo>
                  <a:cubicBezTo>
                    <a:pt x="128704" y="95906"/>
                    <a:pt x="126569" y="100432"/>
                    <a:pt x="122983" y="105386"/>
                  </a:cubicBezTo>
                  <a:cubicBezTo>
                    <a:pt x="102571" y="109229"/>
                    <a:pt x="81049" y="113157"/>
                    <a:pt x="59100" y="119136"/>
                  </a:cubicBezTo>
                  <a:cubicBezTo>
                    <a:pt x="39371" y="124431"/>
                    <a:pt x="19643" y="129811"/>
                    <a:pt x="0" y="135107"/>
                  </a:cubicBezTo>
                  <a:cubicBezTo>
                    <a:pt x="1537" y="112303"/>
                    <a:pt x="2989" y="89500"/>
                    <a:pt x="4526" y="66697"/>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3" name="Google Shape;3043;p73">
              <a:extLst>
                <a:ext uri="{FF2B5EF4-FFF2-40B4-BE49-F238E27FC236}">
                  <a16:creationId xmlns:a16="http://schemas.microsoft.com/office/drawing/2014/main" id="{1E936591-5E5E-C440-1785-FD89C4046A66}"/>
                </a:ext>
              </a:extLst>
            </p:cNvPr>
            <p:cNvSpPr/>
            <p:nvPr/>
          </p:nvSpPr>
          <p:spPr>
            <a:xfrm>
              <a:off x="6882575" y="3021312"/>
              <a:ext cx="167666" cy="42849"/>
            </a:xfrm>
            <a:custGeom>
              <a:avLst/>
              <a:gdLst/>
              <a:ahLst/>
              <a:cxnLst/>
              <a:rect l="l" t="t" r="r" b="b"/>
              <a:pathLst>
                <a:path w="174652" h="44634" extrusionOk="0">
                  <a:moveTo>
                    <a:pt x="174653" y="17078"/>
                  </a:moveTo>
                  <a:cubicBezTo>
                    <a:pt x="151508" y="27754"/>
                    <a:pt x="115894" y="40650"/>
                    <a:pt x="70971" y="43895"/>
                  </a:cubicBezTo>
                  <a:cubicBezTo>
                    <a:pt x="43215" y="45859"/>
                    <a:pt x="19045" y="43639"/>
                    <a:pt x="0" y="40393"/>
                  </a:cubicBezTo>
                  <a:cubicBezTo>
                    <a:pt x="11103" y="30828"/>
                    <a:pt x="52951" y="-2650"/>
                    <a:pt x="112136" y="168"/>
                  </a:cubicBezTo>
                  <a:cubicBezTo>
                    <a:pt x="139551" y="1449"/>
                    <a:pt x="161159" y="10160"/>
                    <a:pt x="174653" y="17078"/>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4" name="Google Shape;3044;p73">
              <a:extLst>
                <a:ext uri="{FF2B5EF4-FFF2-40B4-BE49-F238E27FC236}">
                  <a16:creationId xmlns:a16="http://schemas.microsoft.com/office/drawing/2014/main" id="{0BC30D59-B610-2FCA-DFDE-1C4D342C43C9}"/>
                </a:ext>
              </a:extLst>
            </p:cNvPr>
            <p:cNvSpPr/>
            <p:nvPr/>
          </p:nvSpPr>
          <p:spPr>
            <a:xfrm>
              <a:off x="6997149" y="2939325"/>
              <a:ext cx="319333" cy="189549"/>
            </a:xfrm>
            <a:custGeom>
              <a:avLst/>
              <a:gdLst/>
              <a:ahLst/>
              <a:cxnLst/>
              <a:rect l="l" t="t" r="r" b="b"/>
              <a:pathLst>
                <a:path w="332639" h="197447" extrusionOk="0">
                  <a:moveTo>
                    <a:pt x="332639" y="27111"/>
                  </a:moveTo>
                  <a:cubicBezTo>
                    <a:pt x="308982" y="16863"/>
                    <a:pt x="274308" y="5077"/>
                    <a:pt x="231435" y="1319"/>
                  </a:cubicBezTo>
                  <a:cubicBezTo>
                    <a:pt x="128522" y="-7648"/>
                    <a:pt x="5197" y="30271"/>
                    <a:pt x="159" y="79721"/>
                  </a:cubicBezTo>
                  <a:cubicBezTo>
                    <a:pt x="-3599" y="116872"/>
                    <a:pt x="60284" y="151034"/>
                    <a:pt x="88467" y="166065"/>
                  </a:cubicBezTo>
                  <a:cubicBezTo>
                    <a:pt x="117505" y="181608"/>
                    <a:pt x="175324" y="212525"/>
                    <a:pt x="234509" y="188783"/>
                  </a:cubicBezTo>
                  <a:cubicBezTo>
                    <a:pt x="264230" y="176911"/>
                    <a:pt x="282934" y="155816"/>
                    <a:pt x="292841" y="142237"/>
                  </a:cubicBezTo>
                  <a:lnTo>
                    <a:pt x="332554" y="2711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5" name="Google Shape;3045;p73">
              <a:extLst>
                <a:ext uri="{FF2B5EF4-FFF2-40B4-BE49-F238E27FC236}">
                  <a16:creationId xmlns:a16="http://schemas.microsoft.com/office/drawing/2014/main" id="{D1E601E9-2C22-44D5-A557-792F68D22E5B}"/>
                </a:ext>
              </a:extLst>
            </p:cNvPr>
            <p:cNvSpPr/>
            <p:nvPr/>
          </p:nvSpPr>
          <p:spPr>
            <a:xfrm>
              <a:off x="6657979" y="2548640"/>
              <a:ext cx="470269" cy="531370"/>
            </a:xfrm>
            <a:custGeom>
              <a:avLst/>
              <a:gdLst/>
              <a:ahLst/>
              <a:cxnLst/>
              <a:rect l="l" t="t" r="r" b="b"/>
              <a:pathLst>
                <a:path w="489864" h="553510" extrusionOk="0">
                  <a:moveTo>
                    <a:pt x="74793" y="109743"/>
                  </a:moveTo>
                  <a:cubicBezTo>
                    <a:pt x="8690" y="206849"/>
                    <a:pt x="-35891" y="369203"/>
                    <a:pt x="39094" y="471945"/>
                  </a:cubicBezTo>
                  <a:cubicBezTo>
                    <a:pt x="59847" y="500385"/>
                    <a:pt x="84700" y="517295"/>
                    <a:pt x="98621" y="525579"/>
                  </a:cubicBezTo>
                  <a:cubicBezTo>
                    <a:pt x="183001" y="575199"/>
                    <a:pt x="277117" y="545393"/>
                    <a:pt x="305044" y="536511"/>
                  </a:cubicBezTo>
                  <a:cubicBezTo>
                    <a:pt x="410092" y="503203"/>
                    <a:pt x="464068" y="421471"/>
                    <a:pt x="479697" y="395593"/>
                  </a:cubicBezTo>
                  <a:cubicBezTo>
                    <a:pt x="484736" y="384490"/>
                    <a:pt x="497717" y="352122"/>
                    <a:pt x="483199" y="327184"/>
                  </a:cubicBezTo>
                  <a:cubicBezTo>
                    <a:pt x="467655" y="300623"/>
                    <a:pt x="429992" y="298317"/>
                    <a:pt x="389424" y="296353"/>
                  </a:cubicBezTo>
                  <a:cubicBezTo>
                    <a:pt x="354835" y="294730"/>
                    <a:pt x="299322" y="296780"/>
                    <a:pt x="231597" y="321205"/>
                  </a:cubicBezTo>
                  <a:cubicBezTo>
                    <a:pt x="248592" y="293363"/>
                    <a:pt x="322638" y="166025"/>
                    <a:pt x="273274" y="58244"/>
                  </a:cubicBezTo>
                  <a:cubicBezTo>
                    <a:pt x="265758" y="41761"/>
                    <a:pt x="250898" y="9478"/>
                    <a:pt x="221689" y="1706"/>
                  </a:cubicBezTo>
                  <a:cubicBezTo>
                    <a:pt x="159600" y="-14777"/>
                    <a:pt x="86152" y="93175"/>
                    <a:pt x="74793" y="109914"/>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6" name="Google Shape;3046;p73">
              <a:extLst>
                <a:ext uri="{FF2B5EF4-FFF2-40B4-BE49-F238E27FC236}">
                  <a16:creationId xmlns:a16="http://schemas.microsoft.com/office/drawing/2014/main" id="{F7BF4433-73CF-FE72-1782-9E3A9AAB1911}"/>
                </a:ext>
              </a:extLst>
            </p:cNvPr>
            <p:cNvSpPr/>
            <p:nvPr/>
          </p:nvSpPr>
          <p:spPr>
            <a:xfrm>
              <a:off x="6967800" y="2238131"/>
              <a:ext cx="200052" cy="144169"/>
            </a:xfrm>
            <a:custGeom>
              <a:avLst/>
              <a:gdLst/>
              <a:ahLst/>
              <a:cxnLst/>
              <a:rect l="l" t="t" r="r" b="b"/>
              <a:pathLst>
                <a:path w="208387" h="150176" extrusionOk="0">
                  <a:moveTo>
                    <a:pt x="208387" y="22558"/>
                  </a:moveTo>
                  <a:cubicBezTo>
                    <a:pt x="162610" y="119236"/>
                    <a:pt x="88650" y="163561"/>
                    <a:pt x="44667" y="146651"/>
                  </a:cubicBezTo>
                  <a:cubicBezTo>
                    <a:pt x="38176" y="144174"/>
                    <a:pt x="14433" y="133413"/>
                    <a:pt x="0" y="87123"/>
                  </a:cubicBezTo>
                  <a:cubicBezTo>
                    <a:pt x="5039" y="74740"/>
                    <a:pt x="22376" y="36649"/>
                    <a:pt x="64480" y="14700"/>
                  </a:cubicBezTo>
                  <a:cubicBezTo>
                    <a:pt x="133658" y="-21426"/>
                    <a:pt x="204202" y="20081"/>
                    <a:pt x="208387" y="2264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7" name="Google Shape;3047;p73">
              <a:extLst>
                <a:ext uri="{FF2B5EF4-FFF2-40B4-BE49-F238E27FC236}">
                  <a16:creationId xmlns:a16="http://schemas.microsoft.com/office/drawing/2014/main" id="{D5DC5AE1-0C79-0D0E-70AF-15178427C9DD}"/>
                </a:ext>
              </a:extLst>
            </p:cNvPr>
            <p:cNvSpPr/>
            <p:nvPr/>
          </p:nvSpPr>
          <p:spPr>
            <a:xfrm>
              <a:off x="7047288" y="2291407"/>
              <a:ext cx="323998" cy="150125"/>
            </a:xfrm>
            <a:custGeom>
              <a:avLst/>
              <a:gdLst/>
              <a:ahLst/>
              <a:cxnLst/>
              <a:rect l="l" t="t" r="r" b="b"/>
              <a:pathLst>
                <a:path w="337498" h="156380" extrusionOk="0">
                  <a:moveTo>
                    <a:pt x="0" y="0"/>
                  </a:moveTo>
                  <a:cubicBezTo>
                    <a:pt x="91212" y="98130"/>
                    <a:pt x="179521" y="131353"/>
                    <a:pt x="232984" y="144419"/>
                  </a:cubicBezTo>
                  <a:cubicBezTo>
                    <a:pt x="268598" y="153131"/>
                    <a:pt x="332139" y="163465"/>
                    <a:pt x="337178" y="149629"/>
                  </a:cubicBezTo>
                  <a:cubicBezTo>
                    <a:pt x="342986" y="133744"/>
                    <a:pt x="268854" y="91725"/>
                    <a:pt x="195748" y="54317"/>
                  </a:cubicBezTo>
                  <a:cubicBezTo>
                    <a:pt x="130499" y="36212"/>
                    <a:pt x="65249" y="18106"/>
                    <a:pt x="0"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8" name="Google Shape;3048;p73">
              <a:extLst>
                <a:ext uri="{FF2B5EF4-FFF2-40B4-BE49-F238E27FC236}">
                  <a16:creationId xmlns:a16="http://schemas.microsoft.com/office/drawing/2014/main" id="{47DF284E-0888-E3A3-F521-2690C6E51474}"/>
                </a:ext>
              </a:extLst>
            </p:cNvPr>
            <p:cNvSpPr/>
            <p:nvPr/>
          </p:nvSpPr>
          <p:spPr>
            <a:xfrm>
              <a:off x="6961966" y="2211779"/>
              <a:ext cx="293129" cy="146980"/>
            </a:xfrm>
            <a:custGeom>
              <a:avLst/>
              <a:gdLst/>
              <a:ahLst/>
              <a:cxnLst/>
              <a:rect l="l" t="t" r="r" b="b"/>
              <a:pathLst>
                <a:path w="305343" h="153104" extrusionOk="0">
                  <a:moveTo>
                    <a:pt x="289111" y="152934"/>
                  </a:moveTo>
                  <a:cubicBezTo>
                    <a:pt x="293893" y="146101"/>
                    <a:pt x="310120" y="121078"/>
                    <a:pt x="303971" y="91186"/>
                  </a:cubicBezTo>
                  <a:cubicBezTo>
                    <a:pt x="298932" y="66846"/>
                    <a:pt x="281937" y="53010"/>
                    <a:pt x="265283" y="39858"/>
                  </a:cubicBezTo>
                  <a:cubicBezTo>
                    <a:pt x="208062" y="-5321"/>
                    <a:pt x="139054" y="-26"/>
                    <a:pt x="133503" y="401"/>
                  </a:cubicBezTo>
                  <a:cubicBezTo>
                    <a:pt x="110017" y="2450"/>
                    <a:pt x="46732" y="7831"/>
                    <a:pt x="15901" y="58476"/>
                  </a:cubicBezTo>
                  <a:cubicBezTo>
                    <a:pt x="16" y="84610"/>
                    <a:pt x="-668" y="111939"/>
                    <a:pt x="272" y="126970"/>
                  </a:cubicBezTo>
                  <a:cubicBezTo>
                    <a:pt x="25296" y="121761"/>
                    <a:pt x="54077" y="117747"/>
                    <a:pt x="85847" y="116807"/>
                  </a:cubicBezTo>
                  <a:cubicBezTo>
                    <a:pt x="171935" y="114160"/>
                    <a:pt x="242394" y="134572"/>
                    <a:pt x="289025" y="15310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9" name="Google Shape;3049;p73">
              <a:extLst>
                <a:ext uri="{FF2B5EF4-FFF2-40B4-BE49-F238E27FC236}">
                  <a16:creationId xmlns:a16="http://schemas.microsoft.com/office/drawing/2014/main" id="{AD182F46-01D0-FE0C-B283-3ACFDBD95F90}"/>
                </a:ext>
              </a:extLst>
            </p:cNvPr>
            <p:cNvSpPr/>
            <p:nvPr/>
          </p:nvSpPr>
          <p:spPr>
            <a:xfrm>
              <a:off x="6792029" y="2828666"/>
              <a:ext cx="228496" cy="89435"/>
            </a:xfrm>
            <a:custGeom>
              <a:avLst/>
              <a:gdLst/>
              <a:ahLst/>
              <a:cxnLst/>
              <a:rect l="l" t="t" r="r" b="b"/>
              <a:pathLst>
                <a:path w="238017" h="93161" extrusionOk="0">
                  <a:moveTo>
                    <a:pt x="4009" y="93076"/>
                  </a:moveTo>
                  <a:cubicBezTo>
                    <a:pt x="2898" y="93076"/>
                    <a:pt x="1788" y="92649"/>
                    <a:pt x="1020" y="91709"/>
                  </a:cubicBezTo>
                  <a:cubicBezTo>
                    <a:pt x="-432" y="90087"/>
                    <a:pt x="-347" y="87524"/>
                    <a:pt x="1361" y="86073"/>
                  </a:cubicBezTo>
                  <a:cubicBezTo>
                    <a:pt x="27324" y="62757"/>
                    <a:pt x="56447" y="43797"/>
                    <a:pt x="87962" y="29620"/>
                  </a:cubicBezTo>
                  <a:cubicBezTo>
                    <a:pt x="133226" y="9294"/>
                    <a:pt x="183701" y="-955"/>
                    <a:pt x="234089" y="70"/>
                  </a:cubicBezTo>
                  <a:cubicBezTo>
                    <a:pt x="236310" y="70"/>
                    <a:pt x="238018" y="1949"/>
                    <a:pt x="238018" y="4169"/>
                  </a:cubicBezTo>
                  <a:cubicBezTo>
                    <a:pt x="238018" y="6390"/>
                    <a:pt x="236310" y="8183"/>
                    <a:pt x="233918" y="8098"/>
                  </a:cubicBezTo>
                  <a:cubicBezTo>
                    <a:pt x="184383" y="7073"/>
                    <a:pt x="135361" y="17065"/>
                    <a:pt x="91207" y="36965"/>
                  </a:cubicBezTo>
                  <a:cubicBezTo>
                    <a:pt x="60461" y="50800"/>
                    <a:pt x="32022" y="69333"/>
                    <a:pt x="6656" y="92136"/>
                  </a:cubicBezTo>
                  <a:cubicBezTo>
                    <a:pt x="5888" y="92819"/>
                    <a:pt x="4948" y="93161"/>
                    <a:pt x="4009" y="9316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0" name="Google Shape;3050;p73">
              <a:extLst>
                <a:ext uri="{FF2B5EF4-FFF2-40B4-BE49-F238E27FC236}">
                  <a16:creationId xmlns:a16="http://schemas.microsoft.com/office/drawing/2014/main" id="{480FA7B4-ACE7-79EA-19D3-5D781290E5CA}"/>
                </a:ext>
              </a:extLst>
            </p:cNvPr>
            <p:cNvSpPr/>
            <p:nvPr/>
          </p:nvSpPr>
          <p:spPr>
            <a:xfrm>
              <a:off x="6815598" y="2586150"/>
              <a:ext cx="58862" cy="282716"/>
            </a:xfrm>
            <a:custGeom>
              <a:avLst/>
              <a:gdLst/>
              <a:ahLst/>
              <a:cxnLst/>
              <a:rect l="l" t="t" r="r" b="b"/>
              <a:pathLst>
                <a:path w="61315" h="294496" extrusionOk="0">
                  <a:moveTo>
                    <a:pt x="4041" y="294496"/>
                  </a:moveTo>
                  <a:cubicBezTo>
                    <a:pt x="4041" y="294496"/>
                    <a:pt x="3358" y="294496"/>
                    <a:pt x="3017" y="294411"/>
                  </a:cubicBezTo>
                  <a:cubicBezTo>
                    <a:pt x="882" y="293898"/>
                    <a:pt x="-400" y="291678"/>
                    <a:pt x="113" y="289542"/>
                  </a:cubicBezTo>
                  <a:cubicBezTo>
                    <a:pt x="7714" y="260078"/>
                    <a:pt x="15998" y="230443"/>
                    <a:pt x="24709" y="201576"/>
                  </a:cubicBezTo>
                  <a:cubicBezTo>
                    <a:pt x="29065" y="187142"/>
                    <a:pt x="32994" y="174759"/>
                    <a:pt x="36410" y="163998"/>
                  </a:cubicBezTo>
                  <a:cubicBezTo>
                    <a:pt x="49135" y="123943"/>
                    <a:pt x="54943" y="105666"/>
                    <a:pt x="52978" y="79618"/>
                  </a:cubicBezTo>
                  <a:cubicBezTo>
                    <a:pt x="51185" y="54509"/>
                    <a:pt x="42730" y="29741"/>
                    <a:pt x="28040" y="6084"/>
                  </a:cubicBezTo>
                  <a:cubicBezTo>
                    <a:pt x="26844" y="4205"/>
                    <a:pt x="27442" y="1729"/>
                    <a:pt x="29321" y="618"/>
                  </a:cubicBezTo>
                  <a:cubicBezTo>
                    <a:pt x="31200" y="-577"/>
                    <a:pt x="33677" y="20"/>
                    <a:pt x="34788" y="1899"/>
                  </a:cubicBezTo>
                  <a:cubicBezTo>
                    <a:pt x="50160" y="26667"/>
                    <a:pt x="58957" y="52630"/>
                    <a:pt x="60921" y="79020"/>
                  </a:cubicBezTo>
                  <a:cubicBezTo>
                    <a:pt x="62971" y="106606"/>
                    <a:pt x="56993" y="125309"/>
                    <a:pt x="44011" y="166389"/>
                  </a:cubicBezTo>
                  <a:cubicBezTo>
                    <a:pt x="40595" y="177150"/>
                    <a:pt x="36666" y="189448"/>
                    <a:pt x="32310" y="203882"/>
                  </a:cubicBezTo>
                  <a:cubicBezTo>
                    <a:pt x="23599" y="232663"/>
                    <a:pt x="15315" y="262128"/>
                    <a:pt x="7799" y="291507"/>
                  </a:cubicBezTo>
                  <a:cubicBezTo>
                    <a:pt x="7372" y="293300"/>
                    <a:pt x="5750" y="294496"/>
                    <a:pt x="3956" y="29449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1" name="Google Shape;3051;p73">
              <a:extLst>
                <a:ext uri="{FF2B5EF4-FFF2-40B4-BE49-F238E27FC236}">
                  <a16:creationId xmlns:a16="http://schemas.microsoft.com/office/drawing/2014/main" id="{FBFC830E-B31E-0A47-B398-D4A6D182F601}"/>
                </a:ext>
              </a:extLst>
            </p:cNvPr>
            <p:cNvSpPr/>
            <p:nvPr/>
          </p:nvSpPr>
          <p:spPr>
            <a:xfrm>
              <a:off x="6983919" y="2941554"/>
              <a:ext cx="114336" cy="102012"/>
            </a:xfrm>
            <a:custGeom>
              <a:avLst/>
              <a:gdLst/>
              <a:ahLst/>
              <a:cxnLst/>
              <a:rect l="l" t="t" r="r" b="b"/>
              <a:pathLst>
                <a:path w="119100" h="106263" extrusionOk="0">
                  <a:moveTo>
                    <a:pt x="4039" y="106179"/>
                  </a:moveTo>
                  <a:cubicBezTo>
                    <a:pt x="2502" y="106179"/>
                    <a:pt x="1050" y="105325"/>
                    <a:pt x="367" y="103873"/>
                  </a:cubicBezTo>
                  <a:cubicBezTo>
                    <a:pt x="-572" y="101823"/>
                    <a:pt x="367" y="99517"/>
                    <a:pt x="2332" y="98578"/>
                  </a:cubicBezTo>
                  <a:cubicBezTo>
                    <a:pt x="20693" y="90208"/>
                    <a:pt x="37945" y="79703"/>
                    <a:pt x="53660" y="67319"/>
                  </a:cubicBezTo>
                  <a:cubicBezTo>
                    <a:pt x="76719" y="49128"/>
                    <a:pt x="96277" y="27094"/>
                    <a:pt x="111735" y="1899"/>
                  </a:cubicBezTo>
                  <a:cubicBezTo>
                    <a:pt x="112930" y="20"/>
                    <a:pt x="115322" y="-577"/>
                    <a:pt x="117200" y="618"/>
                  </a:cubicBezTo>
                  <a:cubicBezTo>
                    <a:pt x="119080" y="1814"/>
                    <a:pt x="119678" y="4205"/>
                    <a:pt x="118482" y="6084"/>
                  </a:cubicBezTo>
                  <a:cubicBezTo>
                    <a:pt x="102511" y="32133"/>
                    <a:pt x="82270" y="54850"/>
                    <a:pt x="58527" y="73639"/>
                  </a:cubicBezTo>
                  <a:cubicBezTo>
                    <a:pt x="42301" y="86450"/>
                    <a:pt x="24537" y="97297"/>
                    <a:pt x="5577" y="105922"/>
                  </a:cubicBezTo>
                  <a:cubicBezTo>
                    <a:pt x="5065" y="106179"/>
                    <a:pt x="4467" y="106264"/>
                    <a:pt x="3954" y="10626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2" name="Google Shape;3052;p73">
              <a:extLst>
                <a:ext uri="{FF2B5EF4-FFF2-40B4-BE49-F238E27FC236}">
                  <a16:creationId xmlns:a16="http://schemas.microsoft.com/office/drawing/2014/main" id="{70809749-1C92-AEF5-88BA-6E915D726BAD}"/>
                </a:ext>
              </a:extLst>
            </p:cNvPr>
            <p:cNvSpPr/>
            <p:nvPr/>
          </p:nvSpPr>
          <p:spPr>
            <a:xfrm>
              <a:off x="6777739" y="3049672"/>
              <a:ext cx="152480" cy="28440"/>
            </a:xfrm>
            <a:custGeom>
              <a:avLst/>
              <a:gdLst/>
              <a:ahLst/>
              <a:cxnLst/>
              <a:rect l="l" t="t" r="r" b="b"/>
              <a:pathLst>
                <a:path w="158833" h="29625" extrusionOk="0">
                  <a:moveTo>
                    <a:pt x="91666" y="29540"/>
                  </a:moveTo>
                  <a:cubicBezTo>
                    <a:pt x="85774" y="29540"/>
                    <a:pt x="79881" y="29283"/>
                    <a:pt x="74073" y="28771"/>
                  </a:cubicBezTo>
                  <a:cubicBezTo>
                    <a:pt x="48879" y="26465"/>
                    <a:pt x="24623" y="19291"/>
                    <a:pt x="2162" y="7505"/>
                  </a:cubicBezTo>
                  <a:cubicBezTo>
                    <a:pt x="198" y="6480"/>
                    <a:pt x="-571" y="4089"/>
                    <a:pt x="454" y="2125"/>
                  </a:cubicBezTo>
                  <a:cubicBezTo>
                    <a:pt x="1479" y="160"/>
                    <a:pt x="3956" y="-523"/>
                    <a:pt x="5835" y="417"/>
                  </a:cubicBezTo>
                  <a:cubicBezTo>
                    <a:pt x="27442" y="11690"/>
                    <a:pt x="50672" y="18608"/>
                    <a:pt x="74841" y="20828"/>
                  </a:cubicBezTo>
                  <a:cubicBezTo>
                    <a:pt x="101232" y="23305"/>
                    <a:pt x="128390" y="19889"/>
                    <a:pt x="153499" y="11092"/>
                  </a:cubicBezTo>
                  <a:cubicBezTo>
                    <a:pt x="155635" y="10324"/>
                    <a:pt x="157855" y="11434"/>
                    <a:pt x="158624" y="13569"/>
                  </a:cubicBezTo>
                  <a:cubicBezTo>
                    <a:pt x="159307" y="15619"/>
                    <a:pt x="158282" y="17925"/>
                    <a:pt x="156147" y="18693"/>
                  </a:cubicBezTo>
                  <a:cubicBezTo>
                    <a:pt x="135479" y="25953"/>
                    <a:pt x="113530" y="29625"/>
                    <a:pt x="91666" y="2962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3" name="Google Shape;3053;p73">
              <a:extLst>
                <a:ext uri="{FF2B5EF4-FFF2-40B4-BE49-F238E27FC236}">
                  <a16:creationId xmlns:a16="http://schemas.microsoft.com/office/drawing/2014/main" id="{77F56DE9-4C69-92E9-BB03-ACAFE3AAB416}"/>
                </a:ext>
              </a:extLst>
            </p:cNvPr>
            <p:cNvSpPr/>
            <p:nvPr/>
          </p:nvSpPr>
          <p:spPr>
            <a:xfrm>
              <a:off x="7018740" y="3052090"/>
              <a:ext cx="211292" cy="73164"/>
            </a:xfrm>
            <a:custGeom>
              <a:avLst/>
              <a:gdLst/>
              <a:ahLst/>
              <a:cxnLst/>
              <a:rect l="l" t="t" r="r" b="b"/>
              <a:pathLst>
                <a:path w="220096" h="76213" extrusionOk="0">
                  <a:moveTo>
                    <a:pt x="162130" y="76213"/>
                  </a:moveTo>
                  <a:cubicBezTo>
                    <a:pt x="159739" y="76213"/>
                    <a:pt x="157348" y="76213"/>
                    <a:pt x="154956" y="76128"/>
                  </a:cubicBezTo>
                  <a:cubicBezTo>
                    <a:pt x="80654" y="73566"/>
                    <a:pt x="26764" y="31632"/>
                    <a:pt x="1228" y="6865"/>
                  </a:cubicBezTo>
                  <a:cubicBezTo>
                    <a:pt x="-395" y="5327"/>
                    <a:pt x="-395" y="2765"/>
                    <a:pt x="1142" y="1228"/>
                  </a:cubicBezTo>
                  <a:cubicBezTo>
                    <a:pt x="2680" y="-395"/>
                    <a:pt x="5242" y="-395"/>
                    <a:pt x="6779" y="1142"/>
                  </a:cubicBezTo>
                  <a:cubicBezTo>
                    <a:pt x="31461" y="25056"/>
                    <a:pt x="83643" y="65623"/>
                    <a:pt x="155212" y="68100"/>
                  </a:cubicBezTo>
                  <a:cubicBezTo>
                    <a:pt x="175026" y="68783"/>
                    <a:pt x="195267" y="66477"/>
                    <a:pt x="215081" y="61182"/>
                  </a:cubicBezTo>
                  <a:cubicBezTo>
                    <a:pt x="217216" y="60670"/>
                    <a:pt x="219437" y="61865"/>
                    <a:pt x="219949" y="64000"/>
                  </a:cubicBezTo>
                  <a:cubicBezTo>
                    <a:pt x="220547" y="66136"/>
                    <a:pt x="219266" y="68356"/>
                    <a:pt x="217131" y="68869"/>
                  </a:cubicBezTo>
                  <a:cubicBezTo>
                    <a:pt x="198940" y="73736"/>
                    <a:pt x="180492" y="76213"/>
                    <a:pt x="162045" y="7621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4" name="Google Shape;3054;p73">
              <a:extLst>
                <a:ext uri="{FF2B5EF4-FFF2-40B4-BE49-F238E27FC236}">
                  <a16:creationId xmlns:a16="http://schemas.microsoft.com/office/drawing/2014/main" id="{492C3AAE-237B-2AF9-7AB7-DE48F0B4A791}"/>
                </a:ext>
              </a:extLst>
            </p:cNvPr>
            <p:cNvSpPr/>
            <p:nvPr/>
          </p:nvSpPr>
          <p:spPr>
            <a:xfrm>
              <a:off x="7237157" y="2929691"/>
              <a:ext cx="63345" cy="42469"/>
            </a:xfrm>
            <a:custGeom>
              <a:avLst/>
              <a:gdLst/>
              <a:ahLst/>
              <a:cxnLst/>
              <a:rect l="l" t="t" r="r" b="b"/>
              <a:pathLst>
                <a:path w="65984" h="44239" extrusionOk="0">
                  <a:moveTo>
                    <a:pt x="62092" y="44154"/>
                  </a:moveTo>
                  <a:cubicBezTo>
                    <a:pt x="60726" y="44154"/>
                    <a:pt x="59274" y="43385"/>
                    <a:pt x="58591" y="42104"/>
                  </a:cubicBezTo>
                  <a:cubicBezTo>
                    <a:pt x="53808" y="33393"/>
                    <a:pt x="44755" y="21351"/>
                    <a:pt x="29126" y="14006"/>
                  </a:cubicBezTo>
                  <a:cubicBezTo>
                    <a:pt x="21269" y="10334"/>
                    <a:pt x="12814" y="8284"/>
                    <a:pt x="3846" y="7943"/>
                  </a:cubicBezTo>
                  <a:cubicBezTo>
                    <a:pt x="1626" y="7943"/>
                    <a:pt x="-82" y="5978"/>
                    <a:pt x="3" y="3843"/>
                  </a:cubicBezTo>
                  <a:cubicBezTo>
                    <a:pt x="3" y="1622"/>
                    <a:pt x="1882" y="0"/>
                    <a:pt x="4102" y="0"/>
                  </a:cubicBezTo>
                  <a:cubicBezTo>
                    <a:pt x="14095" y="341"/>
                    <a:pt x="23660" y="2648"/>
                    <a:pt x="32457" y="6832"/>
                  </a:cubicBezTo>
                  <a:cubicBezTo>
                    <a:pt x="50050" y="15117"/>
                    <a:pt x="60128" y="28525"/>
                    <a:pt x="65508" y="38261"/>
                  </a:cubicBezTo>
                  <a:cubicBezTo>
                    <a:pt x="66533" y="40226"/>
                    <a:pt x="65850" y="42617"/>
                    <a:pt x="63971" y="43727"/>
                  </a:cubicBezTo>
                  <a:cubicBezTo>
                    <a:pt x="63373" y="44069"/>
                    <a:pt x="62690" y="44240"/>
                    <a:pt x="62006" y="4424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5" name="Google Shape;3055;p73">
              <a:extLst>
                <a:ext uri="{FF2B5EF4-FFF2-40B4-BE49-F238E27FC236}">
                  <a16:creationId xmlns:a16="http://schemas.microsoft.com/office/drawing/2014/main" id="{7AC57BE1-6B99-C97B-B1B4-DD8B78CBF61B}"/>
                </a:ext>
              </a:extLst>
            </p:cNvPr>
            <p:cNvSpPr/>
            <p:nvPr/>
          </p:nvSpPr>
          <p:spPr>
            <a:xfrm>
              <a:off x="6866341" y="2556860"/>
              <a:ext cx="211649" cy="76222"/>
            </a:xfrm>
            <a:custGeom>
              <a:avLst/>
              <a:gdLst/>
              <a:ahLst/>
              <a:cxnLst/>
              <a:rect l="l" t="t" r="r" b="b"/>
              <a:pathLst>
                <a:path w="220468" h="79398" extrusionOk="0">
                  <a:moveTo>
                    <a:pt x="216339" y="79398"/>
                  </a:moveTo>
                  <a:cubicBezTo>
                    <a:pt x="214632" y="79398"/>
                    <a:pt x="213094" y="78288"/>
                    <a:pt x="212581" y="76665"/>
                  </a:cubicBezTo>
                  <a:cubicBezTo>
                    <a:pt x="210446" y="70089"/>
                    <a:pt x="207030" y="65050"/>
                    <a:pt x="202589" y="61805"/>
                  </a:cubicBezTo>
                  <a:cubicBezTo>
                    <a:pt x="192512" y="54289"/>
                    <a:pt x="180299" y="58474"/>
                    <a:pt x="164840" y="63684"/>
                  </a:cubicBezTo>
                  <a:cubicBezTo>
                    <a:pt x="148870" y="69064"/>
                    <a:pt x="130679" y="75214"/>
                    <a:pt x="109327" y="70431"/>
                  </a:cubicBezTo>
                  <a:cubicBezTo>
                    <a:pt x="99164" y="68210"/>
                    <a:pt x="94894" y="64879"/>
                    <a:pt x="86268" y="58389"/>
                  </a:cubicBezTo>
                  <a:cubicBezTo>
                    <a:pt x="78325" y="52325"/>
                    <a:pt x="66198" y="43272"/>
                    <a:pt x="41345" y="28753"/>
                  </a:cubicBezTo>
                  <a:cubicBezTo>
                    <a:pt x="28534" y="21323"/>
                    <a:pt x="15382" y="14149"/>
                    <a:pt x="2230" y="7573"/>
                  </a:cubicBezTo>
                  <a:cubicBezTo>
                    <a:pt x="265" y="6548"/>
                    <a:pt x="-588" y="4157"/>
                    <a:pt x="436" y="2192"/>
                  </a:cubicBezTo>
                  <a:cubicBezTo>
                    <a:pt x="1461" y="228"/>
                    <a:pt x="3852" y="-541"/>
                    <a:pt x="5817" y="399"/>
                  </a:cubicBezTo>
                  <a:cubicBezTo>
                    <a:pt x="19140" y="7061"/>
                    <a:pt x="32463" y="14234"/>
                    <a:pt x="45444" y="21836"/>
                  </a:cubicBezTo>
                  <a:cubicBezTo>
                    <a:pt x="70724" y="36610"/>
                    <a:pt x="83023" y="45834"/>
                    <a:pt x="91136" y="51983"/>
                  </a:cubicBezTo>
                  <a:cubicBezTo>
                    <a:pt x="99335" y="58133"/>
                    <a:pt x="102666" y="60695"/>
                    <a:pt x="111121" y="62574"/>
                  </a:cubicBezTo>
                  <a:cubicBezTo>
                    <a:pt x="130337" y="66844"/>
                    <a:pt x="147333" y="61122"/>
                    <a:pt x="162363" y="55998"/>
                  </a:cubicBezTo>
                  <a:cubicBezTo>
                    <a:pt x="178676" y="50531"/>
                    <a:pt x="194049" y="45322"/>
                    <a:pt x="207457" y="55314"/>
                  </a:cubicBezTo>
                  <a:cubicBezTo>
                    <a:pt x="213265" y="59670"/>
                    <a:pt x="217621" y="65990"/>
                    <a:pt x="220268" y="74189"/>
                  </a:cubicBezTo>
                  <a:cubicBezTo>
                    <a:pt x="220951" y="76324"/>
                    <a:pt x="219841" y="78544"/>
                    <a:pt x="217706" y="79228"/>
                  </a:cubicBezTo>
                  <a:cubicBezTo>
                    <a:pt x="217279" y="79398"/>
                    <a:pt x="216852" y="79398"/>
                    <a:pt x="216425" y="7939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256" name="TextBox 2255">
            <a:extLst>
              <a:ext uri="{FF2B5EF4-FFF2-40B4-BE49-F238E27FC236}">
                <a16:creationId xmlns:a16="http://schemas.microsoft.com/office/drawing/2014/main" id="{FC591A81-A2D1-45DA-3EE8-4DC0564321B0}"/>
              </a:ext>
            </a:extLst>
          </p:cNvPr>
          <p:cNvSpPr txBox="1"/>
          <p:nvPr/>
        </p:nvSpPr>
        <p:spPr>
          <a:xfrm>
            <a:off x="8829689" y="4510123"/>
            <a:ext cx="314311" cy="307777"/>
          </a:xfrm>
          <a:prstGeom prst="rect">
            <a:avLst/>
          </a:prstGeom>
          <a:noFill/>
        </p:spPr>
        <p:txBody>
          <a:bodyPr wrap="square" rtlCol="0">
            <a:spAutoFit/>
          </a:bodyPr>
          <a:lstStyle/>
          <a:p>
            <a:r>
              <a:rPr lang="en-US" dirty="0"/>
              <a:t>8</a:t>
            </a:r>
          </a:p>
        </p:txBody>
      </p:sp>
    </p:spTree>
    <p:extLst>
      <p:ext uri="{BB962C8B-B14F-4D97-AF65-F5344CB8AC3E}">
        <p14:creationId xmlns:p14="http://schemas.microsoft.com/office/powerpoint/2010/main" val="872898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7">
          <a:extLst>
            <a:ext uri="{FF2B5EF4-FFF2-40B4-BE49-F238E27FC236}">
              <a16:creationId xmlns:a16="http://schemas.microsoft.com/office/drawing/2014/main" id="{4726868D-3F03-2872-C23F-DC9741105A7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F4B2AEA-D7B5-D013-0335-D97BC534D4EA}"/>
              </a:ext>
            </a:extLst>
          </p:cNvPr>
          <p:cNvPicPr>
            <a:picLocks noChangeAspect="1"/>
          </p:cNvPicPr>
          <p:nvPr/>
        </p:nvPicPr>
        <p:blipFill>
          <a:blip r:embed="rId3"/>
          <a:stretch>
            <a:fillRect/>
          </a:stretch>
        </p:blipFill>
        <p:spPr>
          <a:xfrm>
            <a:off x="190706" y="412007"/>
            <a:ext cx="4222094" cy="2417078"/>
          </a:xfrm>
          <a:prstGeom prst="rect">
            <a:avLst/>
          </a:prstGeom>
        </p:spPr>
      </p:pic>
      <p:pic>
        <p:nvPicPr>
          <p:cNvPr id="5" name="Picture 4">
            <a:extLst>
              <a:ext uri="{FF2B5EF4-FFF2-40B4-BE49-F238E27FC236}">
                <a16:creationId xmlns:a16="http://schemas.microsoft.com/office/drawing/2014/main" id="{E81EC1A7-377B-0C42-9080-E33C5170BD32}"/>
              </a:ext>
            </a:extLst>
          </p:cNvPr>
          <p:cNvPicPr>
            <a:picLocks noChangeAspect="1"/>
          </p:cNvPicPr>
          <p:nvPr/>
        </p:nvPicPr>
        <p:blipFill>
          <a:blip r:embed="rId4"/>
          <a:stretch>
            <a:fillRect/>
          </a:stretch>
        </p:blipFill>
        <p:spPr>
          <a:xfrm>
            <a:off x="4621197" y="2090992"/>
            <a:ext cx="4222094" cy="2571750"/>
          </a:xfrm>
          <a:prstGeom prst="rect">
            <a:avLst/>
          </a:prstGeom>
        </p:spPr>
      </p:pic>
      <p:sp>
        <p:nvSpPr>
          <p:cNvPr id="2" name="TextBox 1">
            <a:extLst>
              <a:ext uri="{FF2B5EF4-FFF2-40B4-BE49-F238E27FC236}">
                <a16:creationId xmlns:a16="http://schemas.microsoft.com/office/drawing/2014/main" id="{6B09C09C-81BE-F952-ECDE-0AAAD15C2215}"/>
              </a:ext>
            </a:extLst>
          </p:cNvPr>
          <p:cNvSpPr txBox="1"/>
          <p:nvPr/>
        </p:nvSpPr>
        <p:spPr>
          <a:xfrm>
            <a:off x="8843291" y="4441372"/>
            <a:ext cx="314311" cy="307777"/>
          </a:xfrm>
          <a:prstGeom prst="rect">
            <a:avLst/>
          </a:prstGeom>
          <a:noFill/>
        </p:spPr>
        <p:txBody>
          <a:bodyPr wrap="square" rtlCol="0">
            <a:spAutoFit/>
          </a:bodyPr>
          <a:lstStyle/>
          <a:p>
            <a:r>
              <a:rPr lang="en-US" dirty="0"/>
              <a:t>9</a:t>
            </a:r>
          </a:p>
        </p:txBody>
      </p:sp>
    </p:spTree>
    <p:extLst>
      <p:ext uri="{BB962C8B-B14F-4D97-AF65-F5344CB8AC3E}">
        <p14:creationId xmlns:p14="http://schemas.microsoft.com/office/powerpoint/2010/main" val="1766031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37">
          <a:extLst>
            <a:ext uri="{FF2B5EF4-FFF2-40B4-BE49-F238E27FC236}">
              <a16:creationId xmlns:a16="http://schemas.microsoft.com/office/drawing/2014/main" id="{AAF76D6F-D414-FA0A-5ECF-73C10A279022}"/>
            </a:ext>
          </a:extLst>
        </p:cNvPr>
        <p:cNvGrpSpPr/>
        <p:nvPr/>
      </p:nvGrpSpPr>
      <p:grpSpPr>
        <a:xfrm>
          <a:off x="0" y="0"/>
          <a:ext cx="0" cy="0"/>
          <a:chOff x="0" y="0"/>
          <a:chExt cx="0" cy="0"/>
        </a:xfrm>
      </p:grpSpPr>
      <p:sp>
        <p:nvSpPr>
          <p:cNvPr id="2240" name="Google Shape;2240;p60">
            <a:extLst>
              <a:ext uri="{FF2B5EF4-FFF2-40B4-BE49-F238E27FC236}">
                <a16:creationId xmlns:a16="http://schemas.microsoft.com/office/drawing/2014/main" id="{20D837B3-9A74-C38B-A582-396C1718B312}"/>
              </a:ext>
            </a:extLst>
          </p:cNvPr>
          <p:cNvSpPr/>
          <p:nvPr/>
        </p:nvSpPr>
        <p:spPr>
          <a:xfrm>
            <a:off x="2270150" y="2632300"/>
            <a:ext cx="572700" cy="5727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2" name="Google Shape;2242;p60">
            <a:extLst>
              <a:ext uri="{FF2B5EF4-FFF2-40B4-BE49-F238E27FC236}">
                <a16:creationId xmlns:a16="http://schemas.microsoft.com/office/drawing/2014/main" id="{25DFDEBD-B319-0835-E934-306E786B0EE0}"/>
              </a:ext>
            </a:extLst>
          </p:cNvPr>
          <p:cNvSpPr/>
          <p:nvPr/>
        </p:nvSpPr>
        <p:spPr>
          <a:xfrm>
            <a:off x="2270150" y="4031250"/>
            <a:ext cx="572700" cy="5727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3" name="Google Shape;2243;p60">
            <a:extLst>
              <a:ext uri="{FF2B5EF4-FFF2-40B4-BE49-F238E27FC236}">
                <a16:creationId xmlns:a16="http://schemas.microsoft.com/office/drawing/2014/main" id="{931101D8-A7FF-5E15-F6C2-56652D52F8DA}"/>
              </a:ext>
            </a:extLst>
          </p:cNvPr>
          <p:cNvSpPr txBox="1">
            <a:spLocks noGrp="1"/>
          </p:cNvSpPr>
          <p:nvPr>
            <p:ph type="title"/>
          </p:nvPr>
        </p:nvSpPr>
        <p:spPr>
          <a:xfrm>
            <a:off x="0" y="254991"/>
            <a:ext cx="9322754" cy="572700"/>
          </a:xfrm>
          <a:prstGeom prst="rect">
            <a:avLst/>
          </a:prstGeom>
        </p:spPr>
        <p:txBody>
          <a:bodyPr spcFirstLastPara="1" wrap="square" lIns="91425" tIns="91425" rIns="91425" bIns="91425" anchor="t" anchorCtr="0">
            <a:noAutofit/>
          </a:bodyPr>
          <a:lstStyle/>
          <a:p>
            <a:pPr lvl="0"/>
            <a:r>
              <a:rPr lang="en-US" b="1" dirty="0"/>
              <a:t>Real-World Data Collection Process</a:t>
            </a:r>
            <a:endParaRPr b="1" dirty="0"/>
          </a:p>
        </p:txBody>
      </p:sp>
      <p:sp>
        <p:nvSpPr>
          <p:cNvPr id="2244" name="Google Shape;2244;p60">
            <a:extLst>
              <a:ext uri="{FF2B5EF4-FFF2-40B4-BE49-F238E27FC236}">
                <a16:creationId xmlns:a16="http://schemas.microsoft.com/office/drawing/2014/main" id="{B29FA0F4-9FCB-8393-2A07-6AB05F4B54C0}"/>
              </a:ext>
            </a:extLst>
          </p:cNvPr>
          <p:cNvSpPr txBox="1"/>
          <p:nvPr/>
        </p:nvSpPr>
        <p:spPr>
          <a:xfrm>
            <a:off x="2909825" y="1336700"/>
            <a:ext cx="1586548" cy="366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dirty="0">
                <a:solidFill>
                  <a:schemeClr val="dk1"/>
                </a:solidFill>
                <a:latin typeface="Vibur"/>
                <a:ea typeface="Vibur"/>
                <a:cs typeface="Vibur"/>
                <a:sym typeface="Vibur"/>
              </a:rPr>
              <a:t>Trupanion</a:t>
            </a:r>
            <a:endParaRPr sz="2500" dirty="0">
              <a:solidFill>
                <a:schemeClr val="dk1"/>
              </a:solidFill>
              <a:latin typeface="Vibur"/>
              <a:ea typeface="Vibur"/>
              <a:cs typeface="Vibur"/>
              <a:sym typeface="Vibur"/>
            </a:endParaRPr>
          </a:p>
        </p:txBody>
      </p:sp>
      <p:sp>
        <p:nvSpPr>
          <p:cNvPr id="2245" name="Google Shape;2245;p60">
            <a:extLst>
              <a:ext uri="{FF2B5EF4-FFF2-40B4-BE49-F238E27FC236}">
                <a16:creationId xmlns:a16="http://schemas.microsoft.com/office/drawing/2014/main" id="{72DF72CC-02DA-A2AD-9BC6-6AD79D22A5E7}"/>
              </a:ext>
            </a:extLst>
          </p:cNvPr>
          <p:cNvSpPr txBox="1"/>
          <p:nvPr/>
        </p:nvSpPr>
        <p:spPr>
          <a:xfrm>
            <a:off x="4847757" y="1280778"/>
            <a:ext cx="3821400" cy="36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Quicksand Medium"/>
                <a:ea typeface="Quicksand Medium"/>
                <a:cs typeface="Quicksand Medium"/>
                <a:sym typeface="Quicksand Medium"/>
              </a:rPr>
              <a:t>20 fields – Dev tools on website + Image extract</a:t>
            </a:r>
            <a:endParaRPr dirty="0">
              <a:solidFill>
                <a:schemeClr val="dk1"/>
              </a:solidFill>
              <a:latin typeface="Quicksand Medium"/>
              <a:ea typeface="Quicksand Medium"/>
              <a:cs typeface="Quicksand Medium"/>
              <a:sym typeface="Quicksand Medium"/>
            </a:endParaRPr>
          </a:p>
        </p:txBody>
      </p:sp>
      <p:sp>
        <p:nvSpPr>
          <p:cNvPr id="2246" name="Google Shape;2246;p60">
            <a:extLst>
              <a:ext uri="{FF2B5EF4-FFF2-40B4-BE49-F238E27FC236}">
                <a16:creationId xmlns:a16="http://schemas.microsoft.com/office/drawing/2014/main" id="{51DA1CAF-838E-3B17-0E2B-0BFFDE500602}"/>
              </a:ext>
            </a:extLst>
          </p:cNvPr>
          <p:cNvSpPr txBox="1"/>
          <p:nvPr/>
        </p:nvSpPr>
        <p:spPr>
          <a:xfrm>
            <a:off x="2909825" y="2036175"/>
            <a:ext cx="1250400" cy="366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dirty="0">
                <a:solidFill>
                  <a:schemeClr val="dk1"/>
                </a:solidFill>
                <a:latin typeface="Vibur"/>
                <a:ea typeface="Vibur"/>
                <a:cs typeface="Vibur"/>
                <a:sym typeface="Vibur"/>
              </a:rPr>
              <a:t>Fetch</a:t>
            </a:r>
            <a:endParaRPr sz="2500" dirty="0">
              <a:solidFill>
                <a:schemeClr val="dk1"/>
              </a:solidFill>
              <a:latin typeface="Vibur"/>
              <a:ea typeface="Vibur"/>
              <a:cs typeface="Vibur"/>
              <a:sym typeface="Vibur"/>
            </a:endParaRPr>
          </a:p>
        </p:txBody>
      </p:sp>
      <p:sp>
        <p:nvSpPr>
          <p:cNvPr id="2247" name="Google Shape;2247;p60">
            <a:extLst>
              <a:ext uri="{FF2B5EF4-FFF2-40B4-BE49-F238E27FC236}">
                <a16:creationId xmlns:a16="http://schemas.microsoft.com/office/drawing/2014/main" id="{D064C7FD-8B93-C8A0-E805-CBB5B0D9FD18}"/>
              </a:ext>
            </a:extLst>
          </p:cNvPr>
          <p:cNvSpPr txBox="1"/>
          <p:nvPr/>
        </p:nvSpPr>
        <p:spPr>
          <a:xfrm>
            <a:off x="4944009" y="2054170"/>
            <a:ext cx="3821400" cy="366000"/>
          </a:xfrm>
          <a:prstGeom prst="rect">
            <a:avLst/>
          </a:prstGeom>
          <a:noFill/>
          <a:ln>
            <a:noFill/>
          </a:ln>
        </p:spPr>
        <p:txBody>
          <a:bodyPr spcFirstLastPara="1" wrap="square" lIns="91425" tIns="91425" rIns="91425" bIns="91425" anchor="t" anchorCtr="0">
            <a:noAutofit/>
          </a:bodyPr>
          <a:lstStyle/>
          <a:p>
            <a:pPr lvl="0"/>
            <a:r>
              <a:rPr lang="en" dirty="0">
                <a:solidFill>
                  <a:schemeClr val="dk1"/>
                </a:solidFill>
                <a:latin typeface="Quicksand Medium"/>
                <a:ea typeface="Quicksand Medium"/>
                <a:cs typeface="Quicksand Medium"/>
                <a:sym typeface="Quicksand Medium"/>
              </a:rPr>
              <a:t>4 fields – Dev tools on website + Image extract</a:t>
            </a:r>
            <a:endParaRPr dirty="0">
              <a:solidFill>
                <a:schemeClr val="dk1"/>
              </a:solidFill>
              <a:latin typeface="Quicksand Medium"/>
              <a:ea typeface="Quicksand Medium"/>
              <a:cs typeface="Quicksand Medium"/>
              <a:sym typeface="Quicksand Medium"/>
            </a:endParaRPr>
          </a:p>
        </p:txBody>
      </p:sp>
      <p:sp>
        <p:nvSpPr>
          <p:cNvPr id="2248" name="Google Shape;2248;p60">
            <a:extLst>
              <a:ext uri="{FF2B5EF4-FFF2-40B4-BE49-F238E27FC236}">
                <a16:creationId xmlns:a16="http://schemas.microsoft.com/office/drawing/2014/main" id="{8CCC6727-EB88-B434-C7F1-3110A443CBFD}"/>
              </a:ext>
            </a:extLst>
          </p:cNvPr>
          <p:cNvSpPr txBox="1"/>
          <p:nvPr/>
        </p:nvSpPr>
        <p:spPr>
          <a:xfrm>
            <a:off x="2909824" y="2735650"/>
            <a:ext cx="2034185" cy="366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dirty="0">
                <a:solidFill>
                  <a:schemeClr val="dk1"/>
                </a:solidFill>
                <a:latin typeface="Vibur"/>
                <a:ea typeface="Vibur"/>
                <a:cs typeface="Vibur"/>
                <a:sym typeface="Vibur"/>
              </a:rPr>
              <a:t>Healthy Paws</a:t>
            </a:r>
            <a:endParaRPr sz="2500" dirty="0">
              <a:solidFill>
                <a:schemeClr val="dk1"/>
              </a:solidFill>
              <a:latin typeface="Vibur"/>
              <a:ea typeface="Vibur"/>
              <a:cs typeface="Vibur"/>
              <a:sym typeface="Vibur"/>
            </a:endParaRPr>
          </a:p>
        </p:txBody>
      </p:sp>
      <p:sp>
        <p:nvSpPr>
          <p:cNvPr id="2249" name="Google Shape;2249;p60">
            <a:extLst>
              <a:ext uri="{FF2B5EF4-FFF2-40B4-BE49-F238E27FC236}">
                <a16:creationId xmlns:a16="http://schemas.microsoft.com/office/drawing/2014/main" id="{D360BDB0-1E78-D515-B6E9-A92070FB9F8C}"/>
              </a:ext>
            </a:extLst>
          </p:cNvPr>
          <p:cNvSpPr txBox="1"/>
          <p:nvPr/>
        </p:nvSpPr>
        <p:spPr>
          <a:xfrm>
            <a:off x="2909825" y="3435125"/>
            <a:ext cx="1250400" cy="366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dirty="0">
                <a:solidFill>
                  <a:schemeClr val="dk1"/>
                </a:solidFill>
                <a:latin typeface="Vibur"/>
                <a:ea typeface="Vibur"/>
                <a:cs typeface="Vibur"/>
                <a:sym typeface="Vibur"/>
              </a:rPr>
              <a:t>SPOT</a:t>
            </a:r>
            <a:endParaRPr sz="2500" dirty="0">
              <a:solidFill>
                <a:schemeClr val="dk1"/>
              </a:solidFill>
              <a:latin typeface="Vibur"/>
              <a:ea typeface="Vibur"/>
              <a:cs typeface="Vibur"/>
              <a:sym typeface="Vibur"/>
            </a:endParaRPr>
          </a:p>
        </p:txBody>
      </p:sp>
      <p:sp>
        <p:nvSpPr>
          <p:cNvPr id="2250" name="Google Shape;2250;p60">
            <a:extLst>
              <a:ext uri="{FF2B5EF4-FFF2-40B4-BE49-F238E27FC236}">
                <a16:creationId xmlns:a16="http://schemas.microsoft.com/office/drawing/2014/main" id="{29EDF60C-B43B-0638-0BA5-A783FAC1A23E}"/>
              </a:ext>
            </a:extLst>
          </p:cNvPr>
          <p:cNvSpPr txBox="1"/>
          <p:nvPr/>
        </p:nvSpPr>
        <p:spPr>
          <a:xfrm>
            <a:off x="4944009" y="2704171"/>
            <a:ext cx="3821400" cy="366000"/>
          </a:xfrm>
          <a:prstGeom prst="rect">
            <a:avLst/>
          </a:prstGeom>
          <a:noFill/>
          <a:ln>
            <a:noFill/>
          </a:ln>
        </p:spPr>
        <p:txBody>
          <a:bodyPr spcFirstLastPara="1" wrap="square" lIns="91425" tIns="91425" rIns="91425" bIns="91425" anchor="t" anchorCtr="0">
            <a:noAutofit/>
          </a:bodyPr>
          <a:lstStyle/>
          <a:p>
            <a:pPr lvl="0"/>
            <a:r>
              <a:rPr lang="en-US" dirty="0">
                <a:solidFill>
                  <a:schemeClr val="dk1"/>
                </a:solidFill>
                <a:latin typeface="Quicksand Medium"/>
                <a:ea typeface="Quicksand Medium"/>
                <a:cs typeface="Quicksand Medium"/>
                <a:sym typeface="Quicksand Medium"/>
              </a:rPr>
              <a:t>6 fields</a:t>
            </a:r>
            <a:r>
              <a:rPr lang="en" dirty="0">
                <a:solidFill>
                  <a:schemeClr val="dk1"/>
                </a:solidFill>
                <a:latin typeface="Quicksand Medium"/>
                <a:ea typeface="Quicksand Medium"/>
                <a:cs typeface="Quicksand Medium"/>
                <a:sym typeface="Quicksand Medium"/>
              </a:rPr>
              <a:t> – Dev tools on website + Image extract</a:t>
            </a:r>
            <a:endParaRPr lang="en-US" dirty="0">
              <a:solidFill>
                <a:schemeClr val="dk1"/>
              </a:solidFill>
              <a:latin typeface="Quicksand Medium"/>
              <a:ea typeface="Quicksand Medium"/>
              <a:cs typeface="Quicksand Medium"/>
              <a:sym typeface="Quicksand Medium"/>
            </a:endParaRPr>
          </a:p>
        </p:txBody>
      </p:sp>
      <p:sp>
        <p:nvSpPr>
          <p:cNvPr id="2251" name="Google Shape;2251;p60">
            <a:extLst>
              <a:ext uri="{FF2B5EF4-FFF2-40B4-BE49-F238E27FC236}">
                <a16:creationId xmlns:a16="http://schemas.microsoft.com/office/drawing/2014/main" id="{B32D3E41-565F-8C79-D12E-C98572C6F7EC}"/>
              </a:ext>
            </a:extLst>
          </p:cNvPr>
          <p:cNvSpPr txBox="1"/>
          <p:nvPr/>
        </p:nvSpPr>
        <p:spPr>
          <a:xfrm>
            <a:off x="4944009" y="3386999"/>
            <a:ext cx="3821400" cy="366000"/>
          </a:xfrm>
          <a:prstGeom prst="rect">
            <a:avLst/>
          </a:prstGeom>
          <a:noFill/>
          <a:ln>
            <a:noFill/>
          </a:ln>
        </p:spPr>
        <p:txBody>
          <a:bodyPr spcFirstLastPara="1" wrap="square" lIns="91425" tIns="91425" rIns="91425" bIns="91425" anchor="t" anchorCtr="0">
            <a:noAutofit/>
          </a:bodyPr>
          <a:lstStyle/>
          <a:p>
            <a:pPr lvl="0"/>
            <a:r>
              <a:rPr lang="en-US" dirty="0">
                <a:solidFill>
                  <a:schemeClr val="dk1"/>
                </a:solidFill>
                <a:latin typeface="Quicksand Medium"/>
                <a:ea typeface="Quicksand Medium"/>
                <a:cs typeface="Quicksand Medium"/>
                <a:sym typeface="Quicksand Medium"/>
              </a:rPr>
              <a:t>6 fields</a:t>
            </a:r>
            <a:r>
              <a:rPr lang="en" dirty="0">
                <a:solidFill>
                  <a:schemeClr val="dk1"/>
                </a:solidFill>
                <a:latin typeface="Quicksand Medium"/>
                <a:ea typeface="Quicksand Medium"/>
                <a:cs typeface="Quicksand Medium"/>
                <a:sym typeface="Quicksand Medium"/>
              </a:rPr>
              <a:t> – Dev tools on website + Image extract</a:t>
            </a:r>
            <a:endParaRPr lang="en-US" dirty="0">
              <a:solidFill>
                <a:schemeClr val="dk1"/>
              </a:solidFill>
              <a:latin typeface="Quicksand Medium"/>
              <a:ea typeface="Quicksand Medium"/>
              <a:cs typeface="Quicksand Medium"/>
              <a:sym typeface="Quicksand Medium"/>
            </a:endParaRPr>
          </a:p>
        </p:txBody>
      </p:sp>
      <p:sp>
        <p:nvSpPr>
          <p:cNvPr id="2252" name="Google Shape;2252;p60">
            <a:extLst>
              <a:ext uri="{FF2B5EF4-FFF2-40B4-BE49-F238E27FC236}">
                <a16:creationId xmlns:a16="http://schemas.microsoft.com/office/drawing/2014/main" id="{6077C03B-1576-43CE-4E8B-F34EC9291863}"/>
              </a:ext>
            </a:extLst>
          </p:cNvPr>
          <p:cNvSpPr txBox="1"/>
          <p:nvPr/>
        </p:nvSpPr>
        <p:spPr>
          <a:xfrm>
            <a:off x="2909825" y="4134600"/>
            <a:ext cx="1250400" cy="366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dirty="0">
                <a:solidFill>
                  <a:schemeClr val="dk1"/>
                </a:solidFill>
                <a:latin typeface="Vibur"/>
                <a:ea typeface="Vibur"/>
                <a:cs typeface="Vibur"/>
                <a:sym typeface="Vibur"/>
              </a:rPr>
              <a:t>ASPCA</a:t>
            </a:r>
            <a:endParaRPr sz="2500" dirty="0">
              <a:solidFill>
                <a:schemeClr val="dk1"/>
              </a:solidFill>
              <a:latin typeface="Vibur"/>
              <a:ea typeface="Vibur"/>
              <a:cs typeface="Vibur"/>
              <a:sym typeface="Vibur"/>
            </a:endParaRPr>
          </a:p>
        </p:txBody>
      </p:sp>
      <p:sp>
        <p:nvSpPr>
          <p:cNvPr id="2253" name="Google Shape;2253;p60">
            <a:extLst>
              <a:ext uri="{FF2B5EF4-FFF2-40B4-BE49-F238E27FC236}">
                <a16:creationId xmlns:a16="http://schemas.microsoft.com/office/drawing/2014/main" id="{EE8C746A-BEDD-1EA9-420C-444F43584CFE}"/>
              </a:ext>
            </a:extLst>
          </p:cNvPr>
          <p:cNvSpPr txBox="1"/>
          <p:nvPr/>
        </p:nvSpPr>
        <p:spPr>
          <a:xfrm>
            <a:off x="4950884" y="4086474"/>
            <a:ext cx="3821400" cy="366000"/>
          </a:xfrm>
          <a:prstGeom prst="rect">
            <a:avLst/>
          </a:prstGeom>
          <a:noFill/>
          <a:ln>
            <a:noFill/>
          </a:ln>
        </p:spPr>
        <p:txBody>
          <a:bodyPr spcFirstLastPara="1" wrap="square" lIns="91425" tIns="91425" rIns="91425" bIns="91425" anchor="t" anchorCtr="0">
            <a:noAutofit/>
          </a:bodyPr>
          <a:lstStyle/>
          <a:p>
            <a:pPr lvl="0"/>
            <a:r>
              <a:rPr lang="en-US" dirty="0">
                <a:solidFill>
                  <a:schemeClr val="dk1"/>
                </a:solidFill>
                <a:latin typeface="Quicksand Medium"/>
                <a:ea typeface="Quicksand Medium"/>
                <a:cs typeface="Quicksand Medium"/>
                <a:sym typeface="Quicksand Medium"/>
              </a:rPr>
              <a:t>10 fields</a:t>
            </a:r>
            <a:r>
              <a:rPr lang="en" dirty="0">
                <a:solidFill>
                  <a:schemeClr val="dk1"/>
                </a:solidFill>
                <a:latin typeface="Quicksand Medium"/>
                <a:ea typeface="Quicksand Medium"/>
                <a:cs typeface="Quicksand Medium"/>
                <a:sym typeface="Quicksand Medium"/>
              </a:rPr>
              <a:t> – Dev tools on website + Image extract</a:t>
            </a:r>
            <a:endParaRPr lang="en-US" dirty="0">
              <a:solidFill>
                <a:schemeClr val="dk1"/>
              </a:solidFill>
              <a:latin typeface="Quicksand Medium"/>
              <a:ea typeface="Quicksand Medium"/>
              <a:cs typeface="Quicksand Medium"/>
              <a:sym typeface="Quicksand Medium"/>
            </a:endParaRPr>
          </a:p>
        </p:txBody>
      </p:sp>
      <p:sp>
        <p:nvSpPr>
          <p:cNvPr id="2256" name="Google Shape;2256;p60">
            <a:extLst>
              <a:ext uri="{FF2B5EF4-FFF2-40B4-BE49-F238E27FC236}">
                <a16:creationId xmlns:a16="http://schemas.microsoft.com/office/drawing/2014/main" id="{080D5E19-E0C5-66FB-A494-7D0A12D0C326}"/>
              </a:ext>
            </a:extLst>
          </p:cNvPr>
          <p:cNvSpPr/>
          <p:nvPr/>
        </p:nvSpPr>
        <p:spPr>
          <a:xfrm>
            <a:off x="1162342" y="2702200"/>
            <a:ext cx="572700" cy="4329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2400" b="1">
                <a:solidFill>
                  <a:schemeClr val="accent4"/>
                </a:solidFill>
                <a:latin typeface="Vibur"/>
                <a:ea typeface="Vibur"/>
                <a:cs typeface="Vibur"/>
                <a:sym typeface="Vibur"/>
              </a:rPr>
              <a:t>03</a:t>
            </a:r>
            <a:endParaRPr sz="2400" b="1">
              <a:solidFill>
                <a:schemeClr val="accent4"/>
              </a:solidFill>
              <a:latin typeface="Vibur"/>
              <a:ea typeface="Vibur"/>
              <a:cs typeface="Vibur"/>
              <a:sym typeface="Vibur"/>
            </a:endParaRPr>
          </a:p>
        </p:txBody>
      </p:sp>
      <p:sp>
        <p:nvSpPr>
          <p:cNvPr id="2258" name="Google Shape;2258;p60">
            <a:extLst>
              <a:ext uri="{FF2B5EF4-FFF2-40B4-BE49-F238E27FC236}">
                <a16:creationId xmlns:a16="http://schemas.microsoft.com/office/drawing/2014/main" id="{1532CB17-956E-8E99-150F-0F83C1373FFD}"/>
              </a:ext>
            </a:extLst>
          </p:cNvPr>
          <p:cNvSpPr/>
          <p:nvPr/>
        </p:nvSpPr>
        <p:spPr>
          <a:xfrm>
            <a:off x="1162342" y="4101150"/>
            <a:ext cx="572700" cy="4329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2400" b="1" dirty="0">
                <a:solidFill>
                  <a:schemeClr val="accent4"/>
                </a:solidFill>
                <a:latin typeface="Vibur"/>
                <a:ea typeface="Vibur"/>
                <a:cs typeface="Vibur"/>
                <a:sym typeface="Vibur"/>
              </a:rPr>
              <a:t>05</a:t>
            </a:r>
            <a:endParaRPr sz="2400" b="1" dirty="0">
              <a:solidFill>
                <a:schemeClr val="accent4"/>
              </a:solidFill>
              <a:latin typeface="Vibur"/>
              <a:ea typeface="Vibur"/>
              <a:cs typeface="Vibur"/>
              <a:sym typeface="Vibur"/>
            </a:endParaRPr>
          </a:p>
        </p:txBody>
      </p:sp>
      <p:sp>
        <p:nvSpPr>
          <p:cNvPr id="2259" name="Google Shape;2259;p60">
            <a:extLst>
              <a:ext uri="{FF2B5EF4-FFF2-40B4-BE49-F238E27FC236}">
                <a16:creationId xmlns:a16="http://schemas.microsoft.com/office/drawing/2014/main" id="{88BEBED7-4ABA-8554-EB1D-E77E00587876}"/>
              </a:ext>
            </a:extLst>
          </p:cNvPr>
          <p:cNvSpPr/>
          <p:nvPr/>
        </p:nvSpPr>
        <p:spPr>
          <a:xfrm>
            <a:off x="2418589" y="2827427"/>
            <a:ext cx="275835" cy="182438"/>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263" name="Google Shape;2263;p60">
            <a:extLst>
              <a:ext uri="{FF2B5EF4-FFF2-40B4-BE49-F238E27FC236}">
                <a16:creationId xmlns:a16="http://schemas.microsoft.com/office/drawing/2014/main" id="{5D771580-E18D-70BE-1855-81A8F72B8D3E}"/>
              </a:ext>
            </a:extLst>
          </p:cNvPr>
          <p:cNvSpPr/>
          <p:nvPr/>
        </p:nvSpPr>
        <p:spPr>
          <a:xfrm>
            <a:off x="2418589" y="4226377"/>
            <a:ext cx="275835" cy="182438"/>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cxnSp>
        <p:nvCxnSpPr>
          <p:cNvPr id="2266" name="Google Shape;2266;p60">
            <a:extLst>
              <a:ext uri="{FF2B5EF4-FFF2-40B4-BE49-F238E27FC236}">
                <a16:creationId xmlns:a16="http://schemas.microsoft.com/office/drawing/2014/main" id="{172E4B68-14E0-02F2-63FD-F33AB2EA1F1F}"/>
              </a:ext>
            </a:extLst>
          </p:cNvPr>
          <p:cNvCxnSpPr>
            <a:stCxn id="2240" idx="2"/>
            <a:endCxn id="2256" idx="3"/>
          </p:cNvCxnSpPr>
          <p:nvPr/>
        </p:nvCxnSpPr>
        <p:spPr>
          <a:xfrm rot="10800000">
            <a:off x="1734950" y="2918650"/>
            <a:ext cx="535200" cy="0"/>
          </a:xfrm>
          <a:prstGeom prst="straightConnector1">
            <a:avLst/>
          </a:prstGeom>
          <a:noFill/>
          <a:ln w="19050" cap="flat" cmpd="sng">
            <a:solidFill>
              <a:schemeClr val="accent4"/>
            </a:solidFill>
            <a:prstDash val="solid"/>
            <a:round/>
            <a:headEnd type="oval" w="med" len="med"/>
            <a:tailEnd type="none" w="med" len="med"/>
          </a:ln>
        </p:spPr>
      </p:cxnSp>
      <p:cxnSp>
        <p:nvCxnSpPr>
          <p:cNvPr id="2268" name="Google Shape;2268;p60">
            <a:extLst>
              <a:ext uri="{FF2B5EF4-FFF2-40B4-BE49-F238E27FC236}">
                <a16:creationId xmlns:a16="http://schemas.microsoft.com/office/drawing/2014/main" id="{41937FD0-C042-A0E1-4C45-279495BD50AC}"/>
              </a:ext>
            </a:extLst>
          </p:cNvPr>
          <p:cNvCxnSpPr>
            <a:stCxn id="2242" idx="2"/>
            <a:endCxn id="2258" idx="3"/>
          </p:cNvCxnSpPr>
          <p:nvPr/>
        </p:nvCxnSpPr>
        <p:spPr>
          <a:xfrm rot="10800000">
            <a:off x="1734950" y="4317600"/>
            <a:ext cx="535200" cy="0"/>
          </a:xfrm>
          <a:prstGeom prst="straightConnector1">
            <a:avLst/>
          </a:prstGeom>
          <a:noFill/>
          <a:ln w="19050" cap="flat" cmpd="sng">
            <a:solidFill>
              <a:schemeClr val="accent4"/>
            </a:solidFill>
            <a:prstDash val="solid"/>
            <a:round/>
            <a:headEnd type="oval" w="med" len="med"/>
            <a:tailEnd type="none" w="med" len="med"/>
          </a:ln>
        </p:spPr>
      </p:cxnSp>
      <p:sp>
        <p:nvSpPr>
          <p:cNvPr id="3" name="Google Shape;2242;p60">
            <a:extLst>
              <a:ext uri="{FF2B5EF4-FFF2-40B4-BE49-F238E27FC236}">
                <a16:creationId xmlns:a16="http://schemas.microsoft.com/office/drawing/2014/main" id="{DBC3C4B5-BC70-0766-39F8-0E754505600B}"/>
              </a:ext>
            </a:extLst>
          </p:cNvPr>
          <p:cNvSpPr/>
          <p:nvPr/>
        </p:nvSpPr>
        <p:spPr>
          <a:xfrm>
            <a:off x="2270150" y="3302602"/>
            <a:ext cx="572700" cy="5727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258;p60">
            <a:extLst>
              <a:ext uri="{FF2B5EF4-FFF2-40B4-BE49-F238E27FC236}">
                <a16:creationId xmlns:a16="http://schemas.microsoft.com/office/drawing/2014/main" id="{DBED2E22-7A91-E123-7AC3-DE30DCB7D958}"/>
              </a:ext>
            </a:extLst>
          </p:cNvPr>
          <p:cNvSpPr/>
          <p:nvPr/>
        </p:nvSpPr>
        <p:spPr>
          <a:xfrm>
            <a:off x="1162342" y="3372502"/>
            <a:ext cx="572700" cy="4329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2400" b="1" dirty="0">
                <a:solidFill>
                  <a:schemeClr val="accent4"/>
                </a:solidFill>
                <a:latin typeface="Vibur"/>
                <a:ea typeface="Vibur"/>
                <a:cs typeface="Vibur"/>
                <a:sym typeface="Vibur"/>
              </a:rPr>
              <a:t>04</a:t>
            </a:r>
            <a:endParaRPr sz="2400" b="1" dirty="0">
              <a:solidFill>
                <a:schemeClr val="accent4"/>
              </a:solidFill>
              <a:latin typeface="Vibur"/>
              <a:ea typeface="Vibur"/>
              <a:cs typeface="Vibur"/>
              <a:sym typeface="Vibur"/>
            </a:endParaRPr>
          </a:p>
        </p:txBody>
      </p:sp>
      <p:cxnSp>
        <p:nvCxnSpPr>
          <p:cNvPr id="5" name="Google Shape;2268;p60">
            <a:extLst>
              <a:ext uri="{FF2B5EF4-FFF2-40B4-BE49-F238E27FC236}">
                <a16:creationId xmlns:a16="http://schemas.microsoft.com/office/drawing/2014/main" id="{1F2CCED2-5342-FB39-1173-07A451456B4D}"/>
              </a:ext>
            </a:extLst>
          </p:cNvPr>
          <p:cNvCxnSpPr>
            <a:cxnSpLocks/>
            <a:stCxn id="3" idx="2"/>
            <a:endCxn id="4" idx="3"/>
          </p:cNvCxnSpPr>
          <p:nvPr/>
        </p:nvCxnSpPr>
        <p:spPr>
          <a:xfrm rot="10800000">
            <a:off x="1734950" y="3588952"/>
            <a:ext cx="535200" cy="0"/>
          </a:xfrm>
          <a:prstGeom prst="straightConnector1">
            <a:avLst/>
          </a:prstGeom>
          <a:noFill/>
          <a:ln w="19050" cap="flat" cmpd="sng">
            <a:solidFill>
              <a:schemeClr val="accent4"/>
            </a:solidFill>
            <a:prstDash val="solid"/>
            <a:round/>
            <a:headEnd type="oval" w="med" len="med"/>
            <a:tailEnd type="none" w="med" len="med"/>
          </a:ln>
        </p:spPr>
      </p:cxnSp>
      <p:sp>
        <p:nvSpPr>
          <p:cNvPr id="6" name="Google Shape;2263;p60">
            <a:extLst>
              <a:ext uri="{FF2B5EF4-FFF2-40B4-BE49-F238E27FC236}">
                <a16:creationId xmlns:a16="http://schemas.microsoft.com/office/drawing/2014/main" id="{7DD72FFB-FCB7-D4D6-02E3-5D5C8E84384A}"/>
              </a:ext>
            </a:extLst>
          </p:cNvPr>
          <p:cNvSpPr/>
          <p:nvPr/>
        </p:nvSpPr>
        <p:spPr>
          <a:xfrm>
            <a:off x="2408280" y="3497733"/>
            <a:ext cx="275835" cy="182438"/>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sp>
        <p:nvSpPr>
          <p:cNvPr id="8" name="Google Shape;2240;p60">
            <a:extLst>
              <a:ext uri="{FF2B5EF4-FFF2-40B4-BE49-F238E27FC236}">
                <a16:creationId xmlns:a16="http://schemas.microsoft.com/office/drawing/2014/main" id="{3EC0F08C-65B1-B25A-1530-6A07DBE8E16E}"/>
              </a:ext>
            </a:extLst>
          </p:cNvPr>
          <p:cNvSpPr/>
          <p:nvPr/>
        </p:nvSpPr>
        <p:spPr>
          <a:xfrm>
            <a:off x="2257542" y="1258403"/>
            <a:ext cx="572700" cy="5727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256;p60">
            <a:extLst>
              <a:ext uri="{FF2B5EF4-FFF2-40B4-BE49-F238E27FC236}">
                <a16:creationId xmlns:a16="http://schemas.microsoft.com/office/drawing/2014/main" id="{1B67C9A0-215C-EBCC-5D4A-3B02D081EE40}"/>
              </a:ext>
            </a:extLst>
          </p:cNvPr>
          <p:cNvSpPr/>
          <p:nvPr/>
        </p:nvSpPr>
        <p:spPr>
          <a:xfrm>
            <a:off x="1149734" y="1328303"/>
            <a:ext cx="572700" cy="4329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2400" b="1" dirty="0">
                <a:solidFill>
                  <a:schemeClr val="accent4"/>
                </a:solidFill>
                <a:latin typeface="Vibur"/>
                <a:ea typeface="Vibur"/>
                <a:cs typeface="Vibur"/>
                <a:sym typeface="Vibur"/>
              </a:rPr>
              <a:t>01</a:t>
            </a:r>
            <a:endParaRPr sz="2400" b="1" dirty="0">
              <a:solidFill>
                <a:schemeClr val="accent4"/>
              </a:solidFill>
              <a:latin typeface="Vibur"/>
              <a:ea typeface="Vibur"/>
              <a:cs typeface="Vibur"/>
              <a:sym typeface="Vibur"/>
            </a:endParaRPr>
          </a:p>
        </p:txBody>
      </p:sp>
      <p:cxnSp>
        <p:nvCxnSpPr>
          <p:cNvPr id="10" name="Google Shape;2266;p60">
            <a:extLst>
              <a:ext uri="{FF2B5EF4-FFF2-40B4-BE49-F238E27FC236}">
                <a16:creationId xmlns:a16="http://schemas.microsoft.com/office/drawing/2014/main" id="{F645F962-C36A-D7DB-FD57-C11E38F81C9A}"/>
              </a:ext>
            </a:extLst>
          </p:cNvPr>
          <p:cNvCxnSpPr>
            <a:stCxn id="8" idx="2"/>
            <a:endCxn id="9" idx="3"/>
          </p:cNvCxnSpPr>
          <p:nvPr/>
        </p:nvCxnSpPr>
        <p:spPr>
          <a:xfrm rot="10800000">
            <a:off x="1722342" y="1544753"/>
            <a:ext cx="535200" cy="0"/>
          </a:xfrm>
          <a:prstGeom prst="straightConnector1">
            <a:avLst/>
          </a:prstGeom>
          <a:noFill/>
          <a:ln w="19050" cap="flat" cmpd="sng">
            <a:solidFill>
              <a:schemeClr val="accent4"/>
            </a:solidFill>
            <a:prstDash val="solid"/>
            <a:round/>
            <a:headEnd type="oval" w="med" len="med"/>
            <a:tailEnd type="none" w="med" len="med"/>
          </a:ln>
        </p:spPr>
      </p:cxnSp>
      <p:sp>
        <p:nvSpPr>
          <p:cNvPr id="11" name="Google Shape;2242;p60">
            <a:extLst>
              <a:ext uri="{FF2B5EF4-FFF2-40B4-BE49-F238E27FC236}">
                <a16:creationId xmlns:a16="http://schemas.microsoft.com/office/drawing/2014/main" id="{DC5EDCE1-8281-92A1-9762-5180F8A38277}"/>
              </a:ext>
            </a:extLst>
          </p:cNvPr>
          <p:cNvSpPr/>
          <p:nvPr/>
        </p:nvSpPr>
        <p:spPr>
          <a:xfrm>
            <a:off x="2257542" y="1928705"/>
            <a:ext cx="572700" cy="5727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258;p60">
            <a:extLst>
              <a:ext uri="{FF2B5EF4-FFF2-40B4-BE49-F238E27FC236}">
                <a16:creationId xmlns:a16="http://schemas.microsoft.com/office/drawing/2014/main" id="{587E1A39-1D13-8569-B01B-93F1DCD18D7B}"/>
              </a:ext>
            </a:extLst>
          </p:cNvPr>
          <p:cNvSpPr/>
          <p:nvPr/>
        </p:nvSpPr>
        <p:spPr>
          <a:xfrm>
            <a:off x="1149734" y="1998605"/>
            <a:ext cx="572700" cy="4329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 sz="2400" b="1" dirty="0">
                <a:solidFill>
                  <a:schemeClr val="accent4"/>
                </a:solidFill>
                <a:latin typeface="Vibur"/>
                <a:ea typeface="Vibur"/>
                <a:cs typeface="Vibur"/>
                <a:sym typeface="Vibur"/>
              </a:rPr>
              <a:t>02</a:t>
            </a:r>
            <a:endParaRPr sz="2400" b="1" dirty="0">
              <a:solidFill>
                <a:schemeClr val="accent4"/>
              </a:solidFill>
              <a:latin typeface="Vibur"/>
              <a:ea typeface="Vibur"/>
              <a:cs typeface="Vibur"/>
              <a:sym typeface="Vibur"/>
            </a:endParaRPr>
          </a:p>
        </p:txBody>
      </p:sp>
      <p:cxnSp>
        <p:nvCxnSpPr>
          <p:cNvPr id="13" name="Google Shape;2268;p60">
            <a:extLst>
              <a:ext uri="{FF2B5EF4-FFF2-40B4-BE49-F238E27FC236}">
                <a16:creationId xmlns:a16="http://schemas.microsoft.com/office/drawing/2014/main" id="{8D3160B7-A12E-91EB-71AF-3878371E32F3}"/>
              </a:ext>
            </a:extLst>
          </p:cNvPr>
          <p:cNvCxnSpPr>
            <a:cxnSpLocks/>
            <a:stCxn id="11" idx="2"/>
            <a:endCxn id="12" idx="3"/>
          </p:cNvCxnSpPr>
          <p:nvPr/>
        </p:nvCxnSpPr>
        <p:spPr>
          <a:xfrm rot="10800000">
            <a:off x="1722342" y="2215055"/>
            <a:ext cx="535200" cy="0"/>
          </a:xfrm>
          <a:prstGeom prst="straightConnector1">
            <a:avLst/>
          </a:prstGeom>
          <a:noFill/>
          <a:ln w="19050" cap="flat" cmpd="sng">
            <a:solidFill>
              <a:schemeClr val="accent4"/>
            </a:solidFill>
            <a:prstDash val="solid"/>
            <a:round/>
            <a:headEnd type="oval" w="med" len="med"/>
            <a:tailEnd type="none" w="med" len="med"/>
          </a:ln>
        </p:spPr>
      </p:cxnSp>
      <p:sp>
        <p:nvSpPr>
          <p:cNvPr id="20" name="Google Shape;2259;p60">
            <a:extLst>
              <a:ext uri="{FF2B5EF4-FFF2-40B4-BE49-F238E27FC236}">
                <a16:creationId xmlns:a16="http://schemas.microsoft.com/office/drawing/2014/main" id="{59C45EE4-37D0-63CF-BF0F-307347976C95}"/>
              </a:ext>
            </a:extLst>
          </p:cNvPr>
          <p:cNvSpPr/>
          <p:nvPr/>
        </p:nvSpPr>
        <p:spPr>
          <a:xfrm>
            <a:off x="2412413" y="2124995"/>
            <a:ext cx="275835" cy="182438"/>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1" name="Google Shape;2259;p60">
            <a:extLst>
              <a:ext uri="{FF2B5EF4-FFF2-40B4-BE49-F238E27FC236}">
                <a16:creationId xmlns:a16="http://schemas.microsoft.com/office/drawing/2014/main" id="{3956BA57-9FA5-A0D5-6618-756BDA85CBD8}"/>
              </a:ext>
            </a:extLst>
          </p:cNvPr>
          <p:cNvSpPr/>
          <p:nvPr/>
        </p:nvSpPr>
        <p:spPr>
          <a:xfrm>
            <a:off x="2412413" y="1450740"/>
            <a:ext cx="275835" cy="182438"/>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 name="TextBox 1">
            <a:extLst>
              <a:ext uri="{FF2B5EF4-FFF2-40B4-BE49-F238E27FC236}">
                <a16:creationId xmlns:a16="http://schemas.microsoft.com/office/drawing/2014/main" id="{1B1EB73E-51FD-986F-DC2C-3E85B79400B7}"/>
              </a:ext>
            </a:extLst>
          </p:cNvPr>
          <p:cNvSpPr txBox="1"/>
          <p:nvPr/>
        </p:nvSpPr>
        <p:spPr>
          <a:xfrm>
            <a:off x="8862118" y="4346711"/>
            <a:ext cx="405637" cy="307777"/>
          </a:xfrm>
          <a:prstGeom prst="rect">
            <a:avLst/>
          </a:prstGeom>
          <a:noFill/>
        </p:spPr>
        <p:txBody>
          <a:bodyPr wrap="square" rtlCol="0">
            <a:spAutoFit/>
          </a:bodyPr>
          <a:lstStyle/>
          <a:p>
            <a:r>
              <a:rPr lang="en-US" dirty="0"/>
              <a:t>10</a:t>
            </a:r>
          </a:p>
        </p:txBody>
      </p:sp>
    </p:spTree>
    <p:extLst>
      <p:ext uri="{BB962C8B-B14F-4D97-AF65-F5344CB8AC3E}">
        <p14:creationId xmlns:p14="http://schemas.microsoft.com/office/powerpoint/2010/main" val="3421870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57">
          <a:extLst>
            <a:ext uri="{FF2B5EF4-FFF2-40B4-BE49-F238E27FC236}">
              <a16:creationId xmlns:a16="http://schemas.microsoft.com/office/drawing/2014/main" id="{BEB66712-E51E-8AF5-A5B6-C8C312C1BE10}"/>
            </a:ext>
          </a:extLst>
        </p:cNvPr>
        <p:cNvGrpSpPr/>
        <p:nvPr/>
      </p:nvGrpSpPr>
      <p:grpSpPr>
        <a:xfrm>
          <a:off x="0" y="0"/>
          <a:ext cx="0" cy="0"/>
          <a:chOff x="0" y="0"/>
          <a:chExt cx="0" cy="0"/>
        </a:xfrm>
      </p:grpSpPr>
      <p:pic>
        <p:nvPicPr>
          <p:cNvPr id="5" name="Picture 4" descr="A graph with numbers and a bar&#10;&#10;AI-generated content may be incorrect.">
            <a:extLst>
              <a:ext uri="{FF2B5EF4-FFF2-40B4-BE49-F238E27FC236}">
                <a16:creationId xmlns:a16="http://schemas.microsoft.com/office/drawing/2014/main" id="{D0EDC08E-4431-698F-5ECF-6830D2309B59}"/>
              </a:ext>
            </a:extLst>
          </p:cNvPr>
          <p:cNvPicPr>
            <a:picLocks noChangeAspect="1"/>
          </p:cNvPicPr>
          <p:nvPr/>
        </p:nvPicPr>
        <p:blipFill>
          <a:blip r:embed="rId3"/>
          <a:stretch>
            <a:fillRect/>
          </a:stretch>
        </p:blipFill>
        <p:spPr>
          <a:xfrm>
            <a:off x="1249959" y="471227"/>
            <a:ext cx="7073187" cy="4201045"/>
          </a:xfrm>
          <a:prstGeom prst="rect">
            <a:avLst/>
          </a:prstGeom>
        </p:spPr>
      </p:pic>
      <p:sp>
        <p:nvSpPr>
          <p:cNvPr id="2" name="TextBox 1">
            <a:extLst>
              <a:ext uri="{FF2B5EF4-FFF2-40B4-BE49-F238E27FC236}">
                <a16:creationId xmlns:a16="http://schemas.microsoft.com/office/drawing/2014/main" id="{A327ECA5-1180-1CC7-2812-4EE9147101D6}"/>
              </a:ext>
            </a:extLst>
          </p:cNvPr>
          <p:cNvSpPr txBox="1"/>
          <p:nvPr/>
        </p:nvSpPr>
        <p:spPr>
          <a:xfrm>
            <a:off x="8662736" y="4461997"/>
            <a:ext cx="481264" cy="307777"/>
          </a:xfrm>
          <a:prstGeom prst="rect">
            <a:avLst/>
          </a:prstGeom>
          <a:noFill/>
        </p:spPr>
        <p:txBody>
          <a:bodyPr wrap="square" rtlCol="0">
            <a:spAutoFit/>
          </a:bodyPr>
          <a:lstStyle/>
          <a:p>
            <a:r>
              <a:rPr lang="en-US" dirty="0"/>
              <a:t>11</a:t>
            </a:r>
          </a:p>
        </p:txBody>
      </p:sp>
    </p:spTree>
    <p:extLst>
      <p:ext uri="{BB962C8B-B14F-4D97-AF65-F5344CB8AC3E}">
        <p14:creationId xmlns:p14="http://schemas.microsoft.com/office/powerpoint/2010/main" val="3009575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2">
          <a:extLst>
            <a:ext uri="{FF2B5EF4-FFF2-40B4-BE49-F238E27FC236}">
              <a16:creationId xmlns:a16="http://schemas.microsoft.com/office/drawing/2014/main" id="{5AE4E2B7-5576-0D5E-4130-AF573AB6676C}"/>
            </a:ext>
          </a:extLst>
        </p:cNvPr>
        <p:cNvGrpSpPr/>
        <p:nvPr/>
      </p:nvGrpSpPr>
      <p:grpSpPr>
        <a:xfrm>
          <a:off x="0" y="0"/>
          <a:ext cx="0" cy="0"/>
          <a:chOff x="0" y="0"/>
          <a:chExt cx="0" cy="0"/>
        </a:xfrm>
      </p:grpSpPr>
      <p:sp>
        <p:nvSpPr>
          <p:cNvPr id="1193" name="Google Shape;1193;p41">
            <a:extLst>
              <a:ext uri="{FF2B5EF4-FFF2-40B4-BE49-F238E27FC236}">
                <a16:creationId xmlns:a16="http://schemas.microsoft.com/office/drawing/2014/main" id="{FA9527A3-3A21-177C-18CB-B8CFC3F8F495}"/>
              </a:ext>
            </a:extLst>
          </p:cNvPr>
          <p:cNvSpPr txBox="1">
            <a:spLocks noGrp="1"/>
          </p:cNvSpPr>
          <p:nvPr>
            <p:ph type="title"/>
          </p:nvPr>
        </p:nvSpPr>
        <p:spPr>
          <a:xfrm>
            <a:off x="2297850" y="21465"/>
            <a:ext cx="4548300" cy="88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b="1" dirty="0"/>
              <a:t>THE CHAOS: 614 FIELDS</a:t>
            </a:r>
            <a:endParaRPr sz="3200" b="1" dirty="0"/>
          </a:p>
        </p:txBody>
      </p:sp>
      <p:sp>
        <p:nvSpPr>
          <p:cNvPr id="1195" name="Google Shape;1195;p41">
            <a:extLst>
              <a:ext uri="{FF2B5EF4-FFF2-40B4-BE49-F238E27FC236}">
                <a16:creationId xmlns:a16="http://schemas.microsoft.com/office/drawing/2014/main" id="{0150E91E-8801-646E-2B33-71B42C6FDDA0}"/>
              </a:ext>
            </a:extLst>
          </p:cNvPr>
          <p:cNvSpPr txBox="1">
            <a:spLocks noGrp="1"/>
          </p:cNvSpPr>
          <p:nvPr>
            <p:ph type="subTitle" idx="1"/>
          </p:nvPr>
        </p:nvSpPr>
        <p:spPr>
          <a:xfrm>
            <a:off x="1979613" y="1034214"/>
            <a:ext cx="5166541" cy="3203507"/>
          </a:xfrm>
          <a:prstGeom prst="rect">
            <a:avLst/>
          </a:prstGeom>
        </p:spPr>
        <p:txBody>
          <a:bodyPr spcFirstLastPara="1" wrap="square" lIns="91425" tIns="91425" rIns="91425" bIns="91425" anchor="t" anchorCtr="0">
            <a:noAutofit/>
          </a:bodyPr>
          <a:lstStyle/>
          <a:p>
            <a:pPr marL="0" lvl="0" indent="0"/>
            <a:endParaRPr lang="en-US" dirty="0"/>
          </a:p>
          <a:p>
            <a:pPr marL="0" lvl="0" indent="0"/>
            <a:r>
              <a:rPr lang="en-US" dirty="0"/>
              <a:t>614 raw fields collected from dual sources.  </a:t>
            </a:r>
            <a:br>
              <a:rPr lang="en-US" dirty="0"/>
            </a:br>
            <a:br>
              <a:rPr lang="en-US" dirty="0"/>
            </a:br>
            <a:r>
              <a:rPr lang="en-US" dirty="0"/>
              <a:t>But we had a </a:t>
            </a:r>
            <a:r>
              <a:rPr lang="en-US" b="1" dirty="0"/>
              <a:t>PROBLEM</a:t>
            </a:r>
            <a:r>
              <a:rPr lang="en-US" dirty="0"/>
              <a:t>:</a:t>
            </a:r>
          </a:p>
          <a:p>
            <a:pPr marL="0" lvl="0" indent="0"/>
            <a:endParaRPr lang="en-US" dirty="0"/>
          </a:p>
          <a:p>
            <a:pPr marL="0" lvl="0" indent="0"/>
            <a:r>
              <a:rPr lang="en-US" dirty="0"/>
              <a:t>- Duplicates EVERYWHERE</a:t>
            </a:r>
          </a:p>
          <a:p>
            <a:pPr marL="0" lvl="0" indent="0"/>
            <a:endParaRPr lang="en-US" dirty="0"/>
          </a:p>
          <a:p>
            <a:pPr marL="0" lvl="0" indent="0"/>
            <a:r>
              <a:rPr lang="en-US" dirty="0"/>
              <a:t>‘</a:t>
            </a:r>
            <a:r>
              <a:rPr lang="en-US" dirty="0" err="1"/>
              <a:t>pet_age</a:t>
            </a:r>
            <a:r>
              <a:rPr lang="en-US" dirty="0"/>
              <a:t>’ vs ‘</a:t>
            </a:r>
            <a:r>
              <a:rPr lang="en-US" dirty="0" err="1"/>
              <a:t>animal_age</a:t>
            </a:r>
            <a:r>
              <a:rPr lang="en-US" dirty="0"/>
              <a:t>’ vs ‘</a:t>
            </a:r>
            <a:r>
              <a:rPr lang="en-US" dirty="0" err="1"/>
              <a:t>age_of_pet</a:t>
            </a:r>
            <a:r>
              <a:rPr lang="en-US" dirty="0"/>
              <a:t>’</a:t>
            </a:r>
          </a:p>
          <a:p>
            <a:pPr marL="0" lvl="0" indent="0"/>
            <a:r>
              <a:rPr lang="en-US" dirty="0"/>
              <a:t>‘pre-existing conditions’ vs ‘</a:t>
            </a:r>
            <a:r>
              <a:rPr lang="en-US" dirty="0" err="1"/>
              <a:t>preexisting_conditions</a:t>
            </a:r>
            <a:r>
              <a:rPr lang="en-US" dirty="0"/>
              <a:t>’</a:t>
            </a:r>
          </a:p>
          <a:p>
            <a:pPr marL="0" lvl="0" indent="0"/>
            <a:endParaRPr lang="en-US" dirty="0"/>
          </a:p>
          <a:p>
            <a:pPr marL="0" lvl="0" indent="0"/>
            <a:r>
              <a:rPr lang="en-US" dirty="0"/>
              <a:t>- Same concepts, different names</a:t>
            </a:r>
          </a:p>
          <a:p>
            <a:pPr marL="0" lvl="0" indent="0"/>
            <a:endParaRPr lang="en-US" dirty="0"/>
          </a:p>
          <a:p>
            <a:pPr marL="0" lvl="0" indent="0"/>
            <a:r>
              <a:rPr lang="en-US" b="1" dirty="0"/>
              <a:t>PURE CHAOS. Now what?</a:t>
            </a:r>
            <a:endParaRPr b="1" dirty="0"/>
          </a:p>
        </p:txBody>
      </p:sp>
      <p:grpSp>
        <p:nvGrpSpPr>
          <p:cNvPr id="1196" name="Google Shape;1196;p41">
            <a:extLst>
              <a:ext uri="{FF2B5EF4-FFF2-40B4-BE49-F238E27FC236}">
                <a16:creationId xmlns:a16="http://schemas.microsoft.com/office/drawing/2014/main" id="{D114650B-711F-B43C-123E-4293E9A3C45A}"/>
              </a:ext>
            </a:extLst>
          </p:cNvPr>
          <p:cNvGrpSpPr/>
          <p:nvPr/>
        </p:nvGrpSpPr>
        <p:grpSpPr>
          <a:xfrm>
            <a:off x="6747378" y="2714860"/>
            <a:ext cx="1995179" cy="2407175"/>
            <a:chOff x="2219125" y="1280825"/>
            <a:chExt cx="2936465" cy="3576769"/>
          </a:xfrm>
        </p:grpSpPr>
        <p:sp>
          <p:nvSpPr>
            <p:cNvPr id="1197" name="Google Shape;1197;p41">
              <a:extLst>
                <a:ext uri="{FF2B5EF4-FFF2-40B4-BE49-F238E27FC236}">
                  <a16:creationId xmlns:a16="http://schemas.microsoft.com/office/drawing/2014/main" id="{7B36143A-FACC-00C8-9A3C-20D6BF96C72B}"/>
                </a:ext>
              </a:extLst>
            </p:cNvPr>
            <p:cNvSpPr/>
            <p:nvPr/>
          </p:nvSpPr>
          <p:spPr>
            <a:xfrm>
              <a:off x="3135505" y="4643011"/>
              <a:ext cx="423575" cy="192953"/>
            </a:xfrm>
            <a:custGeom>
              <a:avLst/>
              <a:gdLst/>
              <a:ahLst/>
              <a:cxnLst/>
              <a:rect l="l" t="t" r="r" b="b"/>
              <a:pathLst>
                <a:path w="305279" h="139065" extrusionOk="0">
                  <a:moveTo>
                    <a:pt x="305279" y="138208"/>
                  </a:moveTo>
                  <a:cubicBezTo>
                    <a:pt x="204505" y="138494"/>
                    <a:pt x="103635" y="138779"/>
                    <a:pt x="2861" y="139065"/>
                  </a:cubicBezTo>
                  <a:cubicBezTo>
                    <a:pt x="-92" y="127730"/>
                    <a:pt x="-2378" y="110776"/>
                    <a:pt x="4575" y="92583"/>
                  </a:cubicBezTo>
                  <a:cubicBezTo>
                    <a:pt x="7147" y="85725"/>
                    <a:pt x="10195" y="81153"/>
                    <a:pt x="11719" y="78677"/>
                  </a:cubicBezTo>
                  <a:cubicBezTo>
                    <a:pt x="19720" y="65913"/>
                    <a:pt x="29150" y="44387"/>
                    <a:pt x="34198" y="6287"/>
                  </a:cubicBezTo>
                  <a:cubicBezTo>
                    <a:pt x="52486" y="4191"/>
                    <a:pt x="70774" y="2096"/>
                    <a:pt x="89062" y="0"/>
                  </a:cubicBezTo>
                  <a:cubicBezTo>
                    <a:pt x="158309" y="93154"/>
                    <a:pt x="197456" y="111823"/>
                    <a:pt x="220697" y="110490"/>
                  </a:cubicBezTo>
                  <a:cubicBezTo>
                    <a:pt x="237080" y="109538"/>
                    <a:pt x="252797" y="118586"/>
                    <a:pt x="269180" y="118777"/>
                  </a:cubicBezTo>
                  <a:cubicBezTo>
                    <a:pt x="279752" y="118872"/>
                    <a:pt x="292706" y="117824"/>
                    <a:pt x="300136" y="126206"/>
                  </a:cubicBezTo>
                  <a:cubicBezTo>
                    <a:pt x="303565" y="130016"/>
                    <a:pt x="304803" y="134684"/>
                    <a:pt x="305279" y="138113"/>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8" name="Google Shape;1198;p41">
              <a:extLst>
                <a:ext uri="{FF2B5EF4-FFF2-40B4-BE49-F238E27FC236}">
                  <a16:creationId xmlns:a16="http://schemas.microsoft.com/office/drawing/2014/main" id="{D6486FC4-986B-F531-941E-80F6C3CC9AFC}"/>
                </a:ext>
              </a:extLst>
            </p:cNvPr>
            <p:cNvSpPr/>
            <p:nvPr/>
          </p:nvSpPr>
          <p:spPr>
            <a:xfrm>
              <a:off x="2904886" y="1622137"/>
              <a:ext cx="257181" cy="342292"/>
            </a:xfrm>
            <a:custGeom>
              <a:avLst/>
              <a:gdLst/>
              <a:ahLst/>
              <a:cxnLst/>
              <a:rect l="l" t="t" r="r" b="b"/>
              <a:pathLst>
                <a:path w="185356" h="246697" extrusionOk="0">
                  <a:moveTo>
                    <a:pt x="185261" y="65151"/>
                  </a:moveTo>
                  <a:cubicBezTo>
                    <a:pt x="182690" y="88297"/>
                    <a:pt x="180118" y="111633"/>
                    <a:pt x="177451" y="134969"/>
                  </a:cubicBezTo>
                  <a:cubicBezTo>
                    <a:pt x="173260" y="172212"/>
                    <a:pt x="169164" y="209455"/>
                    <a:pt x="164973" y="246698"/>
                  </a:cubicBezTo>
                  <a:lnTo>
                    <a:pt x="0" y="230600"/>
                  </a:lnTo>
                  <a:cubicBezTo>
                    <a:pt x="17812" y="153733"/>
                    <a:pt x="35528" y="76867"/>
                    <a:pt x="53340" y="0"/>
                  </a:cubicBezTo>
                  <a:cubicBezTo>
                    <a:pt x="74486" y="14383"/>
                    <a:pt x="100013" y="29432"/>
                    <a:pt x="129921" y="43243"/>
                  </a:cubicBezTo>
                  <a:cubicBezTo>
                    <a:pt x="149447" y="52292"/>
                    <a:pt x="168116" y="59436"/>
                    <a:pt x="185356" y="65246"/>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9" name="Google Shape;1199;p41">
              <a:extLst>
                <a:ext uri="{FF2B5EF4-FFF2-40B4-BE49-F238E27FC236}">
                  <a16:creationId xmlns:a16="http://schemas.microsoft.com/office/drawing/2014/main" id="{0F4E5183-A747-F527-DC09-1CCE8E73A46D}"/>
                </a:ext>
              </a:extLst>
            </p:cNvPr>
            <p:cNvSpPr/>
            <p:nvPr/>
          </p:nvSpPr>
          <p:spPr>
            <a:xfrm>
              <a:off x="3083753" y="1681901"/>
              <a:ext cx="77872" cy="127402"/>
            </a:xfrm>
            <a:custGeom>
              <a:avLst/>
              <a:gdLst/>
              <a:ahLst/>
              <a:cxnLst/>
              <a:rect l="l" t="t" r="r" b="b"/>
              <a:pathLst>
                <a:path w="56124" h="91821" extrusionOk="0">
                  <a:moveTo>
                    <a:pt x="56124" y="22003"/>
                  </a:moveTo>
                  <a:cubicBezTo>
                    <a:pt x="53552" y="45148"/>
                    <a:pt x="50981" y="68485"/>
                    <a:pt x="48314" y="91821"/>
                  </a:cubicBezTo>
                  <a:cubicBezTo>
                    <a:pt x="17453" y="88011"/>
                    <a:pt x="-3883" y="47625"/>
                    <a:pt x="593" y="1048"/>
                  </a:cubicBezTo>
                  <a:lnTo>
                    <a:pt x="593" y="0"/>
                  </a:lnTo>
                  <a:cubicBezTo>
                    <a:pt x="19072" y="7239"/>
                    <a:pt x="37646" y="14573"/>
                    <a:pt x="56124" y="2200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0" name="Google Shape;1200;p41">
              <a:extLst>
                <a:ext uri="{FF2B5EF4-FFF2-40B4-BE49-F238E27FC236}">
                  <a16:creationId xmlns:a16="http://schemas.microsoft.com/office/drawing/2014/main" id="{3AE3980C-9261-FD89-91E3-ECCB8C21F651}"/>
                </a:ext>
              </a:extLst>
            </p:cNvPr>
            <p:cNvSpPr/>
            <p:nvPr/>
          </p:nvSpPr>
          <p:spPr>
            <a:xfrm>
              <a:off x="2843546" y="1787106"/>
              <a:ext cx="503397" cy="1249302"/>
            </a:xfrm>
            <a:custGeom>
              <a:avLst/>
              <a:gdLst/>
              <a:ahLst/>
              <a:cxnLst/>
              <a:rect l="l" t="t" r="r" b="b"/>
              <a:pathLst>
                <a:path w="362809" h="900398" extrusionOk="0">
                  <a:moveTo>
                    <a:pt x="34959" y="379190"/>
                  </a:moveTo>
                  <a:cubicBezTo>
                    <a:pt x="51437" y="484442"/>
                    <a:pt x="67725" y="589312"/>
                    <a:pt x="84203" y="694277"/>
                  </a:cubicBezTo>
                  <a:cubicBezTo>
                    <a:pt x="169738" y="762953"/>
                    <a:pt x="255272" y="831723"/>
                    <a:pt x="340712" y="900398"/>
                  </a:cubicBezTo>
                  <a:cubicBezTo>
                    <a:pt x="343283" y="774002"/>
                    <a:pt x="345950" y="647033"/>
                    <a:pt x="348236" y="519779"/>
                  </a:cubicBezTo>
                  <a:cubicBezTo>
                    <a:pt x="349665" y="450818"/>
                    <a:pt x="350808" y="382048"/>
                    <a:pt x="351761" y="313658"/>
                  </a:cubicBezTo>
                  <a:cubicBezTo>
                    <a:pt x="358428" y="295656"/>
                    <a:pt x="361571" y="279178"/>
                    <a:pt x="362810" y="264986"/>
                  </a:cubicBezTo>
                  <a:cubicBezTo>
                    <a:pt x="356999" y="248507"/>
                    <a:pt x="349475" y="230505"/>
                    <a:pt x="340521" y="211646"/>
                  </a:cubicBezTo>
                  <a:cubicBezTo>
                    <a:pt x="303088" y="132778"/>
                    <a:pt x="257654" y="75724"/>
                    <a:pt x="224030" y="38862"/>
                  </a:cubicBezTo>
                  <a:cubicBezTo>
                    <a:pt x="223459" y="38576"/>
                    <a:pt x="223173" y="38290"/>
                    <a:pt x="222887" y="38290"/>
                  </a:cubicBezTo>
                  <a:cubicBezTo>
                    <a:pt x="210981" y="30480"/>
                    <a:pt x="202313" y="25527"/>
                    <a:pt x="199742" y="24098"/>
                  </a:cubicBezTo>
                  <a:cubicBezTo>
                    <a:pt x="179549" y="21145"/>
                    <a:pt x="158498" y="17621"/>
                    <a:pt x="136686" y="13335"/>
                  </a:cubicBezTo>
                  <a:cubicBezTo>
                    <a:pt x="115541" y="9239"/>
                    <a:pt x="95252" y="4763"/>
                    <a:pt x="75917" y="0"/>
                  </a:cubicBezTo>
                  <a:cubicBezTo>
                    <a:pt x="74107" y="2095"/>
                    <a:pt x="72202" y="4191"/>
                    <a:pt x="70392" y="6382"/>
                  </a:cubicBezTo>
                  <a:cubicBezTo>
                    <a:pt x="57914" y="21145"/>
                    <a:pt x="47627" y="36195"/>
                    <a:pt x="39055" y="50768"/>
                  </a:cubicBezTo>
                  <a:cubicBezTo>
                    <a:pt x="39055" y="50768"/>
                    <a:pt x="15909" y="91630"/>
                    <a:pt x="5146" y="144399"/>
                  </a:cubicBezTo>
                  <a:cubicBezTo>
                    <a:pt x="-14857" y="245554"/>
                    <a:pt x="29530" y="364427"/>
                    <a:pt x="34959" y="379190"/>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1" name="Google Shape;1201;p41">
              <a:extLst>
                <a:ext uri="{FF2B5EF4-FFF2-40B4-BE49-F238E27FC236}">
                  <a16:creationId xmlns:a16="http://schemas.microsoft.com/office/drawing/2014/main" id="{5EB73820-81D7-FF17-E3F2-7DE68D1E6526}"/>
                </a:ext>
              </a:extLst>
            </p:cNvPr>
            <p:cNvSpPr/>
            <p:nvPr/>
          </p:nvSpPr>
          <p:spPr>
            <a:xfrm>
              <a:off x="2888801" y="2683309"/>
              <a:ext cx="413526" cy="493489"/>
            </a:xfrm>
            <a:custGeom>
              <a:avLst/>
              <a:gdLst/>
              <a:ahLst/>
              <a:cxnLst/>
              <a:rect l="l" t="t" r="r" b="b"/>
              <a:pathLst>
                <a:path w="298037" h="355668" extrusionOk="0">
                  <a:moveTo>
                    <a:pt x="294037" y="149640"/>
                  </a:moveTo>
                  <a:cubicBezTo>
                    <a:pt x="312896" y="246605"/>
                    <a:pt x="263271" y="337759"/>
                    <a:pt x="183166" y="353380"/>
                  </a:cubicBezTo>
                  <a:cubicBezTo>
                    <a:pt x="103061" y="369001"/>
                    <a:pt x="22860" y="302993"/>
                    <a:pt x="4001" y="206028"/>
                  </a:cubicBezTo>
                  <a:cubicBezTo>
                    <a:pt x="-14859" y="109064"/>
                    <a:pt x="34766" y="17909"/>
                    <a:pt x="114872" y="2288"/>
                  </a:cubicBezTo>
                  <a:cubicBezTo>
                    <a:pt x="194977" y="-13333"/>
                    <a:pt x="275177" y="52676"/>
                    <a:pt x="294037" y="149640"/>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2" name="Google Shape;1202;p41">
              <a:extLst>
                <a:ext uri="{FF2B5EF4-FFF2-40B4-BE49-F238E27FC236}">
                  <a16:creationId xmlns:a16="http://schemas.microsoft.com/office/drawing/2014/main" id="{75E616D9-4F17-88F5-BC0A-3F6851BEDA0D}"/>
                </a:ext>
              </a:extLst>
            </p:cNvPr>
            <p:cNvSpPr/>
            <p:nvPr/>
          </p:nvSpPr>
          <p:spPr>
            <a:xfrm>
              <a:off x="2958064" y="2871049"/>
              <a:ext cx="431661" cy="1041549"/>
            </a:xfrm>
            <a:custGeom>
              <a:avLst/>
              <a:gdLst/>
              <a:ahLst/>
              <a:cxnLst/>
              <a:rect l="l" t="t" r="r" b="b"/>
              <a:pathLst>
                <a:path w="311107" h="750666" extrusionOk="0">
                  <a:moveTo>
                    <a:pt x="266224" y="569786"/>
                  </a:moveTo>
                  <a:cubicBezTo>
                    <a:pt x="272701" y="665226"/>
                    <a:pt x="256318" y="742188"/>
                    <a:pt x="225647" y="749999"/>
                  </a:cubicBezTo>
                  <a:cubicBezTo>
                    <a:pt x="192786" y="758285"/>
                    <a:pt x="134874" y="688848"/>
                    <a:pt x="94869" y="573500"/>
                  </a:cubicBezTo>
                  <a:cubicBezTo>
                    <a:pt x="63246" y="410909"/>
                    <a:pt x="31623" y="248412"/>
                    <a:pt x="0" y="85820"/>
                  </a:cubicBezTo>
                  <a:cubicBezTo>
                    <a:pt x="91726" y="57245"/>
                    <a:pt x="183451" y="28575"/>
                    <a:pt x="275272" y="0"/>
                  </a:cubicBezTo>
                  <a:cubicBezTo>
                    <a:pt x="289655" y="53150"/>
                    <a:pt x="302133" y="115824"/>
                    <a:pt x="307848" y="186690"/>
                  </a:cubicBezTo>
                  <a:cubicBezTo>
                    <a:pt x="320707" y="347282"/>
                    <a:pt x="293180" y="480536"/>
                    <a:pt x="266224" y="569786"/>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3" name="Google Shape;1203;p41">
              <a:extLst>
                <a:ext uri="{FF2B5EF4-FFF2-40B4-BE49-F238E27FC236}">
                  <a16:creationId xmlns:a16="http://schemas.microsoft.com/office/drawing/2014/main" id="{AB79F931-2EB7-AB06-7401-FE368EDE933E}"/>
                </a:ext>
              </a:extLst>
            </p:cNvPr>
            <p:cNvSpPr/>
            <p:nvPr/>
          </p:nvSpPr>
          <p:spPr>
            <a:xfrm>
              <a:off x="2696035" y="2955485"/>
              <a:ext cx="577024" cy="966559"/>
            </a:xfrm>
            <a:custGeom>
              <a:avLst/>
              <a:gdLst/>
              <a:ahLst/>
              <a:cxnLst/>
              <a:rect l="l" t="t" r="r" b="b"/>
              <a:pathLst>
                <a:path w="415873" h="696619" extrusionOk="0">
                  <a:moveTo>
                    <a:pt x="160222" y="551497"/>
                  </a:moveTo>
                  <a:cubicBezTo>
                    <a:pt x="124503" y="640270"/>
                    <a:pt x="76402" y="702469"/>
                    <a:pt x="45446" y="696182"/>
                  </a:cubicBezTo>
                  <a:cubicBezTo>
                    <a:pt x="12204" y="689419"/>
                    <a:pt x="-9704" y="601694"/>
                    <a:pt x="4298" y="480441"/>
                  </a:cubicBezTo>
                  <a:cubicBezTo>
                    <a:pt x="46398" y="320326"/>
                    <a:pt x="88594" y="160115"/>
                    <a:pt x="130695" y="0"/>
                  </a:cubicBezTo>
                  <a:cubicBezTo>
                    <a:pt x="225754" y="14097"/>
                    <a:pt x="320814" y="28194"/>
                    <a:pt x="415873" y="42291"/>
                  </a:cubicBezTo>
                  <a:cubicBezTo>
                    <a:pt x="405777" y="96393"/>
                    <a:pt x="389775" y="158305"/>
                    <a:pt x="364057" y="224599"/>
                  </a:cubicBezTo>
                  <a:cubicBezTo>
                    <a:pt x="305955" y="374809"/>
                    <a:pt x="223182" y="482822"/>
                    <a:pt x="160127" y="551593"/>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4" name="Google Shape;1204;p41">
              <a:extLst>
                <a:ext uri="{FF2B5EF4-FFF2-40B4-BE49-F238E27FC236}">
                  <a16:creationId xmlns:a16="http://schemas.microsoft.com/office/drawing/2014/main" id="{1F79C6C0-2BD8-F960-0D6B-455DBE32A72A}"/>
                </a:ext>
              </a:extLst>
            </p:cNvPr>
            <p:cNvSpPr/>
            <p:nvPr/>
          </p:nvSpPr>
          <p:spPr>
            <a:xfrm>
              <a:off x="3049029" y="3732952"/>
              <a:ext cx="255664" cy="978903"/>
            </a:xfrm>
            <a:custGeom>
              <a:avLst/>
              <a:gdLst/>
              <a:ahLst/>
              <a:cxnLst/>
              <a:rect l="l" t="t" r="r" b="b"/>
              <a:pathLst>
                <a:path w="184262" h="705516" extrusionOk="0">
                  <a:moveTo>
                    <a:pt x="166069" y="704183"/>
                  </a:moveTo>
                  <a:cubicBezTo>
                    <a:pt x="140447" y="704659"/>
                    <a:pt x="114920" y="705041"/>
                    <a:pt x="89298" y="705517"/>
                  </a:cubicBezTo>
                  <a:cubicBezTo>
                    <a:pt x="59199" y="615886"/>
                    <a:pt x="39863" y="538639"/>
                    <a:pt x="27100" y="480155"/>
                  </a:cubicBezTo>
                  <a:cubicBezTo>
                    <a:pt x="-14715" y="287465"/>
                    <a:pt x="1954" y="232505"/>
                    <a:pt x="11193" y="208502"/>
                  </a:cubicBezTo>
                  <a:cubicBezTo>
                    <a:pt x="18718" y="188976"/>
                    <a:pt x="29195" y="169450"/>
                    <a:pt x="41197" y="129730"/>
                  </a:cubicBezTo>
                  <a:cubicBezTo>
                    <a:pt x="57199" y="76581"/>
                    <a:pt x="62628" y="30766"/>
                    <a:pt x="64628" y="0"/>
                  </a:cubicBezTo>
                  <a:cubicBezTo>
                    <a:pt x="104538" y="33814"/>
                    <a:pt x="144352" y="67723"/>
                    <a:pt x="184262" y="101537"/>
                  </a:cubicBezTo>
                  <a:cubicBezTo>
                    <a:pt x="178642" y="153067"/>
                    <a:pt x="173785" y="206121"/>
                    <a:pt x="170165" y="260699"/>
                  </a:cubicBezTo>
                  <a:cubicBezTo>
                    <a:pt x="159497" y="418529"/>
                    <a:pt x="159307" y="566928"/>
                    <a:pt x="165974" y="704183"/>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5" name="Google Shape;1205;p41">
              <a:extLst>
                <a:ext uri="{FF2B5EF4-FFF2-40B4-BE49-F238E27FC236}">
                  <a16:creationId xmlns:a16="http://schemas.microsoft.com/office/drawing/2014/main" id="{ABB7E02B-0737-1D8C-A6DA-584F84E9285A}"/>
                </a:ext>
              </a:extLst>
            </p:cNvPr>
            <p:cNvSpPr/>
            <p:nvPr/>
          </p:nvSpPr>
          <p:spPr>
            <a:xfrm>
              <a:off x="2230075" y="4506594"/>
              <a:ext cx="369772" cy="342821"/>
            </a:xfrm>
            <a:custGeom>
              <a:avLst/>
              <a:gdLst/>
              <a:ahLst/>
              <a:cxnLst/>
              <a:rect l="l" t="t" r="r" b="b"/>
              <a:pathLst>
                <a:path w="266502" h="247078" extrusionOk="0">
                  <a:moveTo>
                    <a:pt x="264700" y="247079"/>
                  </a:moveTo>
                  <a:cubicBezTo>
                    <a:pt x="176498" y="198311"/>
                    <a:pt x="88202" y="149543"/>
                    <a:pt x="0" y="100774"/>
                  </a:cubicBezTo>
                  <a:cubicBezTo>
                    <a:pt x="2953" y="89440"/>
                    <a:pt x="9144" y="73533"/>
                    <a:pt x="24098" y="60960"/>
                  </a:cubicBezTo>
                  <a:cubicBezTo>
                    <a:pt x="29718" y="56293"/>
                    <a:pt x="34576" y="53721"/>
                    <a:pt x="37148" y="52292"/>
                  </a:cubicBezTo>
                  <a:cubicBezTo>
                    <a:pt x="50292" y="44958"/>
                    <a:pt x="69056" y="30766"/>
                    <a:pt x="92012" y="0"/>
                  </a:cubicBezTo>
                  <a:cubicBezTo>
                    <a:pt x="108966" y="7049"/>
                    <a:pt x="126016" y="14097"/>
                    <a:pt x="142970" y="21146"/>
                  </a:cubicBezTo>
                  <a:cubicBezTo>
                    <a:pt x="158115" y="136207"/>
                    <a:pt x="183261" y="171545"/>
                    <a:pt x="204216" y="181642"/>
                  </a:cubicBezTo>
                  <a:cubicBezTo>
                    <a:pt x="218980" y="188786"/>
                    <a:pt x="228314" y="204311"/>
                    <a:pt x="242602" y="212503"/>
                  </a:cubicBezTo>
                  <a:cubicBezTo>
                    <a:pt x="251746" y="217742"/>
                    <a:pt x="263557" y="223171"/>
                    <a:pt x="266033" y="234124"/>
                  </a:cubicBezTo>
                  <a:cubicBezTo>
                    <a:pt x="267176" y="239173"/>
                    <a:pt x="266033" y="243840"/>
                    <a:pt x="264700" y="247079"/>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6" name="Google Shape;1206;p41">
              <a:extLst>
                <a:ext uri="{FF2B5EF4-FFF2-40B4-BE49-F238E27FC236}">
                  <a16:creationId xmlns:a16="http://schemas.microsoft.com/office/drawing/2014/main" id="{AB206B10-903A-776B-251F-73A9F664DBBD}"/>
                </a:ext>
              </a:extLst>
            </p:cNvPr>
            <p:cNvSpPr/>
            <p:nvPr/>
          </p:nvSpPr>
          <p:spPr>
            <a:xfrm>
              <a:off x="2320051" y="3682159"/>
              <a:ext cx="500090" cy="922207"/>
            </a:xfrm>
            <a:custGeom>
              <a:avLst/>
              <a:gdLst/>
              <a:ahLst/>
              <a:cxnLst/>
              <a:rect l="l" t="t" r="r" b="b"/>
              <a:pathLst>
                <a:path w="360425" h="664654" extrusionOk="0">
                  <a:moveTo>
                    <a:pt x="67723" y="664655"/>
                  </a:moveTo>
                  <a:cubicBezTo>
                    <a:pt x="45148" y="652558"/>
                    <a:pt x="22574" y="640556"/>
                    <a:pt x="0" y="628460"/>
                  </a:cubicBezTo>
                  <a:cubicBezTo>
                    <a:pt x="17335" y="535496"/>
                    <a:pt x="37910" y="458534"/>
                    <a:pt x="55340" y="401288"/>
                  </a:cubicBezTo>
                  <a:cubicBezTo>
                    <a:pt x="112586" y="212598"/>
                    <a:pt x="153829" y="172688"/>
                    <a:pt x="173546" y="156210"/>
                  </a:cubicBezTo>
                  <a:cubicBezTo>
                    <a:pt x="189643" y="142780"/>
                    <a:pt x="208312" y="130874"/>
                    <a:pt x="238030" y="101918"/>
                  </a:cubicBezTo>
                  <a:cubicBezTo>
                    <a:pt x="277844" y="63246"/>
                    <a:pt x="304895" y="25813"/>
                    <a:pt x="321659" y="0"/>
                  </a:cubicBezTo>
                  <a:cubicBezTo>
                    <a:pt x="334613" y="49625"/>
                    <a:pt x="347472" y="99251"/>
                    <a:pt x="360426" y="148876"/>
                  </a:cubicBezTo>
                  <a:cubicBezTo>
                    <a:pt x="336042" y="192310"/>
                    <a:pt x="311563" y="235649"/>
                    <a:pt x="287084" y="279178"/>
                  </a:cubicBezTo>
                  <a:cubicBezTo>
                    <a:pt x="214122" y="408432"/>
                    <a:pt x="140970" y="536924"/>
                    <a:pt x="67818" y="664655"/>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7" name="Google Shape;1207;p41">
              <a:extLst>
                <a:ext uri="{FF2B5EF4-FFF2-40B4-BE49-F238E27FC236}">
                  <a16:creationId xmlns:a16="http://schemas.microsoft.com/office/drawing/2014/main" id="{66550C43-8FD4-43A9-C779-D8ECB7E7B9B9}"/>
                </a:ext>
              </a:extLst>
            </p:cNvPr>
            <p:cNvSpPr/>
            <p:nvPr/>
          </p:nvSpPr>
          <p:spPr>
            <a:xfrm>
              <a:off x="2916957" y="1316055"/>
              <a:ext cx="353439" cy="426791"/>
            </a:xfrm>
            <a:custGeom>
              <a:avLst/>
              <a:gdLst/>
              <a:ahLst/>
              <a:cxnLst/>
              <a:rect l="l" t="t" r="r" b="b"/>
              <a:pathLst>
                <a:path w="254731" h="307597" extrusionOk="0">
                  <a:moveTo>
                    <a:pt x="158830" y="300993"/>
                  </a:moveTo>
                  <a:cubicBezTo>
                    <a:pt x="131779" y="293658"/>
                    <a:pt x="80916" y="273751"/>
                    <a:pt x="29766" y="210505"/>
                  </a:cubicBezTo>
                  <a:cubicBezTo>
                    <a:pt x="26814" y="206886"/>
                    <a:pt x="-15763" y="152593"/>
                    <a:pt x="6335" y="86966"/>
                  </a:cubicBezTo>
                  <a:cubicBezTo>
                    <a:pt x="20527" y="44865"/>
                    <a:pt x="54436" y="18481"/>
                    <a:pt x="85964" y="7337"/>
                  </a:cubicBezTo>
                  <a:cubicBezTo>
                    <a:pt x="151877" y="-15999"/>
                    <a:pt x="225981" y="20577"/>
                    <a:pt x="241698" y="57534"/>
                  </a:cubicBezTo>
                  <a:cubicBezTo>
                    <a:pt x="244365" y="63725"/>
                    <a:pt x="245698" y="69630"/>
                    <a:pt x="246556" y="74679"/>
                  </a:cubicBezTo>
                  <a:cubicBezTo>
                    <a:pt x="251699" y="117541"/>
                    <a:pt x="254080" y="136686"/>
                    <a:pt x="254366" y="137734"/>
                  </a:cubicBezTo>
                  <a:cubicBezTo>
                    <a:pt x="254366" y="138020"/>
                    <a:pt x="254937" y="139353"/>
                    <a:pt x="254652" y="141068"/>
                  </a:cubicBezTo>
                  <a:cubicBezTo>
                    <a:pt x="254461" y="142211"/>
                    <a:pt x="254080" y="143068"/>
                    <a:pt x="253699" y="143640"/>
                  </a:cubicBezTo>
                  <a:cubicBezTo>
                    <a:pt x="251699" y="148974"/>
                    <a:pt x="249699" y="154403"/>
                    <a:pt x="247698" y="159832"/>
                  </a:cubicBezTo>
                  <a:cubicBezTo>
                    <a:pt x="245698" y="196503"/>
                    <a:pt x="245508" y="211934"/>
                    <a:pt x="246079" y="216601"/>
                  </a:cubicBezTo>
                  <a:cubicBezTo>
                    <a:pt x="246079" y="216696"/>
                    <a:pt x="246079" y="217363"/>
                    <a:pt x="246270" y="218220"/>
                  </a:cubicBezTo>
                  <a:cubicBezTo>
                    <a:pt x="247032" y="226031"/>
                    <a:pt x="247413" y="229841"/>
                    <a:pt x="245794" y="233079"/>
                  </a:cubicBezTo>
                  <a:cubicBezTo>
                    <a:pt x="245317" y="234032"/>
                    <a:pt x="244936" y="234794"/>
                    <a:pt x="245222" y="235746"/>
                  </a:cubicBezTo>
                  <a:cubicBezTo>
                    <a:pt x="245794" y="237461"/>
                    <a:pt x="248270" y="237175"/>
                    <a:pt x="249032" y="238699"/>
                  </a:cubicBezTo>
                  <a:cubicBezTo>
                    <a:pt x="250175" y="240890"/>
                    <a:pt x="246270" y="244890"/>
                    <a:pt x="245603" y="245652"/>
                  </a:cubicBezTo>
                  <a:cubicBezTo>
                    <a:pt x="244936" y="246319"/>
                    <a:pt x="239221" y="252225"/>
                    <a:pt x="233887" y="250701"/>
                  </a:cubicBezTo>
                  <a:cubicBezTo>
                    <a:pt x="231887" y="250129"/>
                    <a:pt x="230363" y="248510"/>
                    <a:pt x="230363" y="248415"/>
                  </a:cubicBezTo>
                  <a:cubicBezTo>
                    <a:pt x="230458" y="248224"/>
                    <a:pt x="239888" y="252796"/>
                    <a:pt x="239412" y="256797"/>
                  </a:cubicBezTo>
                  <a:cubicBezTo>
                    <a:pt x="239221" y="258416"/>
                    <a:pt x="237411" y="259940"/>
                    <a:pt x="236935" y="260321"/>
                  </a:cubicBezTo>
                  <a:cubicBezTo>
                    <a:pt x="235411" y="261559"/>
                    <a:pt x="234173" y="261654"/>
                    <a:pt x="233506" y="262035"/>
                  </a:cubicBezTo>
                  <a:cubicBezTo>
                    <a:pt x="229315" y="264321"/>
                    <a:pt x="236078" y="288420"/>
                    <a:pt x="231982" y="297564"/>
                  </a:cubicBezTo>
                  <a:cubicBezTo>
                    <a:pt x="225981" y="310994"/>
                    <a:pt x="190358" y="309660"/>
                    <a:pt x="158830" y="301088"/>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8" name="Google Shape;1208;p41">
              <a:extLst>
                <a:ext uri="{FF2B5EF4-FFF2-40B4-BE49-F238E27FC236}">
                  <a16:creationId xmlns:a16="http://schemas.microsoft.com/office/drawing/2014/main" id="{5034AC84-51A2-3853-F63A-21D2CE47349B}"/>
                </a:ext>
              </a:extLst>
            </p:cNvPr>
            <p:cNvSpPr/>
            <p:nvPr/>
          </p:nvSpPr>
          <p:spPr>
            <a:xfrm>
              <a:off x="3249471" y="1532030"/>
              <a:ext cx="42044" cy="91132"/>
            </a:xfrm>
            <a:custGeom>
              <a:avLst/>
              <a:gdLst/>
              <a:ahLst/>
              <a:cxnLst/>
              <a:rect l="l" t="t" r="r" b="b"/>
              <a:pathLst>
                <a:path w="30302" h="65681" extrusionOk="0">
                  <a:moveTo>
                    <a:pt x="30302" y="50959"/>
                  </a:moveTo>
                  <a:cubicBezTo>
                    <a:pt x="29731" y="56864"/>
                    <a:pt x="23158" y="60769"/>
                    <a:pt x="20777" y="62198"/>
                  </a:cubicBezTo>
                  <a:cubicBezTo>
                    <a:pt x="14110" y="66103"/>
                    <a:pt x="7442" y="65818"/>
                    <a:pt x="4680" y="65532"/>
                  </a:cubicBezTo>
                  <a:cubicBezTo>
                    <a:pt x="2965" y="64103"/>
                    <a:pt x="203" y="61246"/>
                    <a:pt x="13" y="57245"/>
                  </a:cubicBezTo>
                  <a:cubicBezTo>
                    <a:pt x="-178" y="54007"/>
                    <a:pt x="1822" y="52388"/>
                    <a:pt x="2775" y="48482"/>
                  </a:cubicBezTo>
                  <a:cubicBezTo>
                    <a:pt x="3346" y="46006"/>
                    <a:pt x="3632" y="42196"/>
                    <a:pt x="1727" y="37052"/>
                  </a:cubicBezTo>
                  <a:cubicBezTo>
                    <a:pt x="3442" y="24670"/>
                    <a:pt x="5251" y="12287"/>
                    <a:pt x="6966" y="0"/>
                  </a:cubicBezTo>
                  <a:cubicBezTo>
                    <a:pt x="10300" y="7715"/>
                    <a:pt x="12967" y="14097"/>
                    <a:pt x="14776" y="18478"/>
                  </a:cubicBezTo>
                  <a:cubicBezTo>
                    <a:pt x="20777" y="32861"/>
                    <a:pt x="20587" y="33242"/>
                    <a:pt x="22587" y="36766"/>
                  </a:cubicBezTo>
                  <a:cubicBezTo>
                    <a:pt x="27445" y="45053"/>
                    <a:pt x="30588" y="46672"/>
                    <a:pt x="30207" y="51054"/>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9" name="Google Shape;1209;p41">
              <a:extLst>
                <a:ext uri="{FF2B5EF4-FFF2-40B4-BE49-F238E27FC236}">
                  <a16:creationId xmlns:a16="http://schemas.microsoft.com/office/drawing/2014/main" id="{77656B34-6EE1-3C50-4B7E-0CC7A13252F4}"/>
                </a:ext>
              </a:extLst>
            </p:cNvPr>
            <p:cNvSpPr/>
            <p:nvPr/>
          </p:nvSpPr>
          <p:spPr>
            <a:xfrm>
              <a:off x="3193091" y="1518087"/>
              <a:ext cx="71770" cy="27181"/>
            </a:xfrm>
            <a:custGeom>
              <a:avLst/>
              <a:gdLst/>
              <a:ahLst/>
              <a:cxnLst/>
              <a:rect l="l" t="t" r="r" b="b"/>
              <a:pathLst>
                <a:path w="51726" h="19590" extrusionOk="0">
                  <a:moveTo>
                    <a:pt x="49481" y="19591"/>
                  </a:moveTo>
                  <a:cubicBezTo>
                    <a:pt x="48814" y="19591"/>
                    <a:pt x="48147" y="19305"/>
                    <a:pt x="47671" y="18638"/>
                  </a:cubicBezTo>
                  <a:cubicBezTo>
                    <a:pt x="46052" y="16448"/>
                    <a:pt x="37289" y="5494"/>
                    <a:pt x="22715" y="4541"/>
                  </a:cubicBezTo>
                  <a:cubicBezTo>
                    <a:pt x="14238" y="4065"/>
                    <a:pt x="7571" y="6923"/>
                    <a:pt x="3380" y="9494"/>
                  </a:cubicBezTo>
                  <a:cubicBezTo>
                    <a:pt x="2332" y="10161"/>
                    <a:pt x="998" y="9875"/>
                    <a:pt x="332" y="8732"/>
                  </a:cubicBezTo>
                  <a:cubicBezTo>
                    <a:pt x="-335" y="7685"/>
                    <a:pt x="46" y="6256"/>
                    <a:pt x="1094" y="5684"/>
                  </a:cubicBezTo>
                  <a:cubicBezTo>
                    <a:pt x="5761" y="2827"/>
                    <a:pt x="13381" y="-507"/>
                    <a:pt x="23001" y="65"/>
                  </a:cubicBezTo>
                  <a:cubicBezTo>
                    <a:pt x="39194" y="1112"/>
                    <a:pt x="48719" y="12447"/>
                    <a:pt x="51290" y="15971"/>
                  </a:cubicBezTo>
                  <a:cubicBezTo>
                    <a:pt x="52052" y="16924"/>
                    <a:pt x="51767" y="18353"/>
                    <a:pt x="50814" y="19115"/>
                  </a:cubicBezTo>
                  <a:cubicBezTo>
                    <a:pt x="50433" y="19400"/>
                    <a:pt x="49957" y="19591"/>
                    <a:pt x="49481" y="1959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0" name="Google Shape;1210;p41">
              <a:extLst>
                <a:ext uri="{FF2B5EF4-FFF2-40B4-BE49-F238E27FC236}">
                  <a16:creationId xmlns:a16="http://schemas.microsoft.com/office/drawing/2014/main" id="{012980B7-1FEB-37B1-33B0-CB57C53C5020}"/>
                </a:ext>
              </a:extLst>
            </p:cNvPr>
            <p:cNvSpPr/>
            <p:nvPr/>
          </p:nvSpPr>
          <p:spPr>
            <a:xfrm>
              <a:off x="3231122" y="1531035"/>
              <a:ext cx="27675" cy="32255"/>
            </a:xfrm>
            <a:custGeom>
              <a:avLst/>
              <a:gdLst/>
              <a:ahLst/>
              <a:cxnLst/>
              <a:rect l="l" t="t" r="r" b="b"/>
              <a:pathLst>
                <a:path w="19946" h="23247" extrusionOk="0">
                  <a:moveTo>
                    <a:pt x="17641" y="16148"/>
                  </a:moveTo>
                  <a:cubicBezTo>
                    <a:pt x="14117" y="22053"/>
                    <a:pt x="7925" y="24816"/>
                    <a:pt x="3639" y="22339"/>
                  </a:cubicBezTo>
                  <a:cubicBezTo>
                    <a:pt x="-647" y="19863"/>
                    <a:pt x="-1219" y="13005"/>
                    <a:pt x="2306" y="7099"/>
                  </a:cubicBezTo>
                  <a:cubicBezTo>
                    <a:pt x="5830" y="1194"/>
                    <a:pt x="12021" y="-1569"/>
                    <a:pt x="16307" y="908"/>
                  </a:cubicBezTo>
                  <a:cubicBezTo>
                    <a:pt x="20594" y="3384"/>
                    <a:pt x="21165" y="10242"/>
                    <a:pt x="17641" y="1614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1" name="Google Shape;1211;p41">
              <a:extLst>
                <a:ext uri="{FF2B5EF4-FFF2-40B4-BE49-F238E27FC236}">
                  <a16:creationId xmlns:a16="http://schemas.microsoft.com/office/drawing/2014/main" id="{495C39B5-0A98-7D82-0127-28D27CD43969}"/>
                </a:ext>
              </a:extLst>
            </p:cNvPr>
            <p:cNvSpPr/>
            <p:nvPr/>
          </p:nvSpPr>
          <p:spPr>
            <a:xfrm>
              <a:off x="3138798" y="1459658"/>
              <a:ext cx="115002" cy="42892"/>
            </a:xfrm>
            <a:custGeom>
              <a:avLst/>
              <a:gdLst/>
              <a:ahLst/>
              <a:cxnLst/>
              <a:rect l="l" t="t" r="r" b="b"/>
              <a:pathLst>
                <a:path w="82884" h="30913" extrusionOk="0">
                  <a:moveTo>
                    <a:pt x="13811" y="18722"/>
                  </a:moveTo>
                  <a:cubicBezTo>
                    <a:pt x="13811" y="18722"/>
                    <a:pt x="19717" y="17483"/>
                    <a:pt x="25241" y="17674"/>
                  </a:cubicBezTo>
                  <a:cubicBezTo>
                    <a:pt x="34290" y="18055"/>
                    <a:pt x="53150" y="22436"/>
                    <a:pt x="76867" y="30914"/>
                  </a:cubicBezTo>
                  <a:cubicBezTo>
                    <a:pt x="78296" y="29294"/>
                    <a:pt x="81725" y="25008"/>
                    <a:pt x="82677" y="18436"/>
                  </a:cubicBezTo>
                  <a:cubicBezTo>
                    <a:pt x="83439" y="12816"/>
                    <a:pt x="81915" y="8339"/>
                    <a:pt x="81058" y="6434"/>
                  </a:cubicBezTo>
                  <a:cubicBezTo>
                    <a:pt x="64675" y="5482"/>
                    <a:pt x="52769" y="3482"/>
                    <a:pt x="44482" y="1672"/>
                  </a:cubicBezTo>
                  <a:cubicBezTo>
                    <a:pt x="41339" y="1005"/>
                    <a:pt x="32099" y="-1090"/>
                    <a:pt x="20669" y="719"/>
                  </a:cubicBezTo>
                  <a:cubicBezTo>
                    <a:pt x="15145" y="1577"/>
                    <a:pt x="12668" y="2910"/>
                    <a:pt x="11525" y="3577"/>
                  </a:cubicBezTo>
                  <a:cubicBezTo>
                    <a:pt x="3048" y="8530"/>
                    <a:pt x="667" y="18245"/>
                    <a:pt x="0" y="21579"/>
                  </a:cubicBezTo>
                  <a:cubicBezTo>
                    <a:pt x="3524" y="20627"/>
                    <a:pt x="8287" y="19579"/>
                    <a:pt x="13907" y="188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2" name="Google Shape;1212;p41">
              <a:extLst>
                <a:ext uri="{FF2B5EF4-FFF2-40B4-BE49-F238E27FC236}">
                  <a16:creationId xmlns:a16="http://schemas.microsoft.com/office/drawing/2014/main" id="{53DB744F-869A-EDE9-05D5-2C2071BDDA25}"/>
                </a:ext>
              </a:extLst>
            </p:cNvPr>
            <p:cNvSpPr/>
            <p:nvPr/>
          </p:nvSpPr>
          <p:spPr>
            <a:xfrm>
              <a:off x="3191902" y="1640412"/>
              <a:ext cx="52038" cy="26363"/>
            </a:xfrm>
            <a:custGeom>
              <a:avLst/>
              <a:gdLst/>
              <a:ahLst/>
              <a:cxnLst/>
              <a:rect l="l" t="t" r="r" b="b"/>
              <a:pathLst>
                <a:path w="37505" h="19000" extrusionOk="0">
                  <a:moveTo>
                    <a:pt x="30145" y="19001"/>
                  </a:moveTo>
                  <a:cubicBezTo>
                    <a:pt x="24049" y="19001"/>
                    <a:pt x="15286" y="17667"/>
                    <a:pt x="7666" y="11666"/>
                  </a:cubicBezTo>
                  <a:cubicBezTo>
                    <a:pt x="4808" y="9380"/>
                    <a:pt x="2332" y="6618"/>
                    <a:pt x="332" y="3380"/>
                  </a:cubicBezTo>
                  <a:cubicBezTo>
                    <a:pt x="-335" y="2332"/>
                    <a:pt x="46" y="998"/>
                    <a:pt x="1094" y="332"/>
                  </a:cubicBezTo>
                  <a:cubicBezTo>
                    <a:pt x="2141" y="-335"/>
                    <a:pt x="3475" y="46"/>
                    <a:pt x="4142" y="1094"/>
                  </a:cubicBezTo>
                  <a:cubicBezTo>
                    <a:pt x="5856" y="3856"/>
                    <a:pt x="7952" y="6237"/>
                    <a:pt x="10428" y="8237"/>
                  </a:cubicBezTo>
                  <a:cubicBezTo>
                    <a:pt x="19477" y="15476"/>
                    <a:pt x="30621" y="14905"/>
                    <a:pt x="35003" y="14238"/>
                  </a:cubicBezTo>
                  <a:cubicBezTo>
                    <a:pt x="36241" y="14143"/>
                    <a:pt x="37384" y="14905"/>
                    <a:pt x="37479" y="16143"/>
                  </a:cubicBezTo>
                  <a:cubicBezTo>
                    <a:pt x="37670" y="17381"/>
                    <a:pt x="36812" y="18524"/>
                    <a:pt x="35574" y="18620"/>
                  </a:cubicBezTo>
                  <a:cubicBezTo>
                    <a:pt x="34241" y="18810"/>
                    <a:pt x="32336" y="19001"/>
                    <a:pt x="30050" y="1900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3" name="Google Shape;1213;p41">
              <a:extLst>
                <a:ext uri="{FF2B5EF4-FFF2-40B4-BE49-F238E27FC236}">
                  <a16:creationId xmlns:a16="http://schemas.microsoft.com/office/drawing/2014/main" id="{3007F79B-A2DB-5CF7-6903-D61E1AB764D3}"/>
                </a:ext>
              </a:extLst>
            </p:cNvPr>
            <p:cNvSpPr/>
            <p:nvPr/>
          </p:nvSpPr>
          <p:spPr>
            <a:xfrm>
              <a:off x="2946323" y="2805876"/>
              <a:ext cx="471391" cy="1864768"/>
            </a:xfrm>
            <a:custGeom>
              <a:avLst/>
              <a:gdLst/>
              <a:ahLst/>
              <a:cxnLst/>
              <a:rect l="l" t="t" r="r" b="b"/>
              <a:pathLst>
                <a:path w="339741" h="1343977" extrusionOk="0">
                  <a:moveTo>
                    <a:pt x="103822" y="682181"/>
                  </a:moveTo>
                  <a:cubicBezTo>
                    <a:pt x="88678" y="742950"/>
                    <a:pt x="76105" y="813340"/>
                    <a:pt x="70580" y="892016"/>
                  </a:cubicBezTo>
                  <a:cubicBezTo>
                    <a:pt x="57626" y="1078230"/>
                    <a:pt x="90107" y="1233964"/>
                    <a:pt x="123158" y="1341596"/>
                  </a:cubicBezTo>
                  <a:cubicBezTo>
                    <a:pt x="169069" y="1342358"/>
                    <a:pt x="214979" y="1343216"/>
                    <a:pt x="260890" y="1343978"/>
                  </a:cubicBezTo>
                  <a:cubicBezTo>
                    <a:pt x="271367" y="1113663"/>
                    <a:pt x="281845" y="883444"/>
                    <a:pt x="292322" y="653129"/>
                  </a:cubicBezTo>
                  <a:cubicBezTo>
                    <a:pt x="320135" y="567119"/>
                    <a:pt x="354044" y="422624"/>
                    <a:pt x="333375" y="246126"/>
                  </a:cubicBezTo>
                  <a:cubicBezTo>
                    <a:pt x="321659" y="145923"/>
                    <a:pt x="295561" y="62579"/>
                    <a:pt x="270129" y="0"/>
                  </a:cubicBezTo>
                  <a:cubicBezTo>
                    <a:pt x="180118" y="20479"/>
                    <a:pt x="90011" y="40862"/>
                    <a:pt x="0" y="61341"/>
                  </a:cubicBezTo>
                  <a:cubicBezTo>
                    <a:pt x="34576" y="268319"/>
                    <a:pt x="69247" y="475202"/>
                    <a:pt x="103822" y="68218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4" name="Google Shape;1214;p41">
              <a:extLst>
                <a:ext uri="{FF2B5EF4-FFF2-40B4-BE49-F238E27FC236}">
                  <a16:creationId xmlns:a16="http://schemas.microsoft.com/office/drawing/2014/main" id="{D4692965-C23C-D527-D29F-C6B2BEE4ABDA}"/>
                </a:ext>
              </a:extLst>
            </p:cNvPr>
            <p:cNvSpPr/>
            <p:nvPr/>
          </p:nvSpPr>
          <p:spPr>
            <a:xfrm>
              <a:off x="2332716" y="2726453"/>
              <a:ext cx="989476" cy="1833975"/>
            </a:xfrm>
            <a:custGeom>
              <a:avLst/>
              <a:gdLst/>
              <a:ahLst/>
              <a:cxnLst/>
              <a:rect l="l" t="t" r="r" b="b"/>
              <a:pathLst>
                <a:path w="713136" h="1321784" extrusionOk="0">
                  <a:moveTo>
                    <a:pt x="249079" y="745617"/>
                  </a:moveTo>
                  <a:cubicBezTo>
                    <a:pt x="209455" y="769144"/>
                    <a:pt x="152876" y="810673"/>
                    <a:pt x="111347" y="879729"/>
                  </a:cubicBezTo>
                  <a:cubicBezTo>
                    <a:pt x="90011" y="915257"/>
                    <a:pt x="79534" y="946595"/>
                    <a:pt x="60198" y="1018603"/>
                  </a:cubicBezTo>
                  <a:cubicBezTo>
                    <a:pt x="42958" y="1082707"/>
                    <a:pt x="21431" y="1168622"/>
                    <a:pt x="0" y="1272350"/>
                  </a:cubicBezTo>
                  <a:cubicBezTo>
                    <a:pt x="39719" y="1288828"/>
                    <a:pt x="79438" y="1305306"/>
                    <a:pt x="119253" y="1321784"/>
                  </a:cubicBezTo>
                  <a:cubicBezTo>
                    <a:pt x="193834" y="1157764"/>
                    <a:pt x="287369" y="977551"/>
                    <a:pt x="404908" y="789146"/>
                  </a:cubicBezTo>
                  <a:cubicBezTo>
                    <a:pt x="491204" y="650748"/>
                    <a:pt x="578930" y="526447"/>
                    <a:pt x="663988" y="415957"/>
                  </a:cubicBezTo>
                  <a:cubicBezTo>
                    <a:pt x="680371" y="296513"/>
                    <a:pt x="696754" y="176974"/>
                    <a:pt x="713137" y="57531"/>
                  </a:cubicBezTo>
                  <a:cubicBezTo>
                    <a:pt x="625602" y="38386"/>
                    <a:pt x="538163" y="19145"/>
                    <a:pt x="450628" y="0"/>
                  </a:cubicBezTo>
                  <a:cubicBezTo>
                    <a:pt x="442246" y="9620"/>
                    <a:pt x="432911" y="21717"/>
                    <a:pt x="424148" y="36671"/>
                  </a:cubicBezTo>
                  <a:cubicBezTo>
                    <a:pt x="411766" y="57912"/>
                    <a:pt x="404622" y="77915"/>
                    <a:pt x="400431" y="93440"/>
                  </a:cubicBezTo>
                  <a:cubicBezTo>
                    <a:pt x="382143" y="156019"/>
                    <a:pt x="364522" y="220218"/>
                    <a:pt x="347663" y="286226"/>
                  </a:cubicBezTo>
                  <a:cubicBezTo>
                    <a:pt x="306800" y="445770"/>
                    <a:pt x="274606" y="599313"/>
                    <a:pt x="249174" y="74561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5" name="Google Shape;1215;p41">
              <a:extLst>
                <a:ext uri="{FF2B5EF4-FFF2-40B4-BE49-F238E27FC236}">
                  <a16:creationId xmlns:a16="http://schemas.microsoft.com/office/drawing/2014/main" id="{83C62F1A-1D7D-3F19-49B0-B4063353E369}"/>
                </a:ext>
              </a:extLst>
            </p:cNvPr>
            <p:cNvSpPr/>
            <p:nvPr/>
          </p:nvSpPr>
          <p:spPr>
            <a:xfrm>
              <a:off x="2973199" y="3061811"/>
              <a:ext cx="94435" cy="539485"/>
            </a:xfrm>
            <a:custGeom>
              <a:avLst/>
              <a:gdLst/>
              <a:ahLst/>
              <a:cxnLst/>
              <a:rect l="l" t="t" r="r" b="b"/>
              <a:pathLst>
                <a:path w="68061" h="388818" extrusionOk="0">
                  <a:moveTo>
                    <a:pt x="65844" y="388818"/>
                  </a:moveTo>
                  <a:cubicBezTo>
                    <a:pt x="64797" y="388818"/>
                    <a:pt x="63844" y="388056"/>
                    <a:pt x="63654" y="386914"/>
                  </a:cubicBezTo>
                  <a:lnTo>
                    <a:pt x="27" y="2580"/>
                  </a:lnTo>
                  <a:cubicBezTo>
                    <a:pt x="-164" y="1342"/>
                    <a:pt x="693" y="198"/>
                    <a:pt x="1836" y="8"/>
                  </a:cubicBezTo>
                  <a:cubicBezTo>
                    <a:pt x="3075" y="-87"/>
                    <a:pt x="4218" y="675"/>
                    <a:pt x="4408" y="1818"/>
                  </a:cubicBezTo>
                  <a:lnTo>
                    <a:pt x="68035" y="386151"/>
                  </a:lnTo>
                  <a:cubicBezTo>
                    <a:pt x="68226" y="387390"/>
                    <a:pt x="67368" y="388533"/>
                    <a:pt x="66225" y="388723"/>
                  </a:cubicBezTo>
                  <a:cubicBezTo>
                    <a:pt x="66130" y="388723"/>
                    <a:pt x="65940" y="388723"/>
                    <a:pt x="65844" y="38872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6" name="Google Shape;1216;p41">
              <a:extLst>
                <a:ext uri="{FF2B5EF4-FFF2-40B4-BE49-F238E27FC236}">
                  <a16:creationId xmlns:a16="http://schemas.microsoft.com/office/drawing/2014/main" id="{B14DBC3C-BC2B-7A99-B170-1E8473146534}"/>
                </a:ext>
              </a:extLst>
            </p:cNvPr>
            <p:cNvSpPr/>
            <p:nvPr/>
          </p:nvSpPr>
          <p:spPr>
            <a:xfrm>
              <a:off x="2787875" y="1794100"/>
              <a:ext cx="646948" cy="1314899"/>
            </a:xfrm>
            <a:custGeom>
              <a:avLst/>
              <a:gdLst/>
              <a:ahLst/>
              <a:cxnLst/>
              <a:rect l="l" t="t" r="r" b="b"/>
              <a:pathLst>
                <a:path w="466269" h="947675" extrusionOk="0">
                  <a:moveTo>
                    <a:pt x="95" y="899732"/>
                  </a:moveTo>
                  <a:cubicBezTo>
                    <a:pt x="60960" y="921449"/>
                    <a:pt x="151733" y="946118"/>
                    <a:pt x="262985" y="947547"/>
                  </a:cubicBezTo>
                  <a:cubicBezTo>
                    <a:pt x="342424" y="948976"/>
                    <a:pt x="410242" y="938308"/>
                    <a:pt x="462153" y="926116"/>
                  </a:cubicBezTo>
                  <a:cubicBezTo>
                    <a:pt x="464725" y="877443"/>
                    <a:pt x="479869" y="555117"/>
                    <a:pt x="429387" y="348139"/>
                  </a:cubicBezTo>
                  <a:cubicBezTo>
                    <a:pt x="424434" y="328136"/>
                    <a:pt x="417195" y="297371"/>
                    <a:pt x="403003" y="260033"/>
                  </a:cubicBezTo>
                  <a:cubicBezTo>
                    <a:pt x="403003" y="260033"/>
                    <a:pt x="393192" y="233458"/>
                    <a:pt x="380714" y="206692"/>
                  </a:cubicBezTo>
                  <a:cubicBezTo>
                    <a:pt x="345948" y="131921"/>
                    <a:pt x="291179" y="59531"/>
                    <a:pt x="272891" y="36004"/>
                  </a:cubicBezTo>
                  <a:cubicBezTo>
                    <a:pt x="273177" y="35433"/>
                    <a:pt x="273463" y="34480"/>
                    <a:pt x="273082" y="33719"/>
                  </a:cubicBezTo>
                  <a:cubicBezTo>
                    <a:pt x="271844" y="30861"/>
                    <a:pt x="263176" y="32195"/>
                    <a:pt x="261461" y="32385"/>
                  </a:cubicBezTo>
                  <a:cubicBezTo>
                    <a:pt x="242792" y="34862"/>
                    <a:pt x="186214" y="22289"/>
                    <a:pt x="176022" y="20002"/>
                  </a:cubicBezTo>
                  <a:cubicBezTo>
                    <a:pt x="147828" y="13716"/>
                    <a:pt x="121158" y="5715"/>
                    <a:pt x="110490" y="1429"/>
                  </a:cubicBezTo>
                  <a:cubicBezTo>
                    <a:pt x="109061" y="857"/>
                    <a:pt x="107632" y="572"/>
                    <a:pt x="106108" y="0"/>
                  </a:cubicBezTo>
                  <a:cubicBezTo>
                    <a:pt x="93631" y="16478"/>
                    <a:pt x="75914" y="41434"/>
                    <a:pt x="60007" y="74486"/>
                  </a:cubicBezTo>
                  <a:cubicBezTo>
                    <a:pt x="2572" y="190976"/>
                    <a:pt x="11906" y="302323"/>
                    <a:pt x="15049" y="353378"/>
                  </a:cubicBezTo>
                  <a:cubicBezTo>
                    <a:pt x="23146" y="480060"/>
                    <a:pt x="19431" y="652558"/>
                    <a:pt x="0" y="89982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7" name="Google Shape;1217;p41">
              <a:extLst>
                <a:ext uri="{FF2B5EF4-FFF2-40B4-BE49-F238E27FC236}">
                  <a16:creationId xmlns:a16="http://schemas.microsoft.com/office/drawing/2014/main" id="{39293CB7-48DB-3324-D4B7-79662F4CDD5C}"/>
                </a:ext>
              </a:extLst>
            </p:cNvPr>
            <p:cNvSpPr/>
            <p:nvPr/>
          </p:nvSpPr>
          <p:spPr>
            <a:xfrm>
              <a:off x="3125282" y="4731564"/>
              <a:ext cx="433974" cy="106889"/>
            </a:xfrm>
            <a:custGeom>
              <a:avLst/>
              <a:gdLst/>
              <a:ahLst/>
              <a:cxnLst/>
              <a:rect l="l" t="t" r="r" b="b"/>
              <a:pathLst>
                <a:path w="312774" h="77037" extrusionOk="0">
                  <a:moveTo>
                    <a:pt x="1479" y="77037"/>
                  </a:moveTo>
                  <a:cubicBezTo>
                    <a:pt x="105206" y="76084"/>
                    <a:pt x="208933" y="75227"/>
                    <a:pt x="312756" y="74275"/>
                  </a:cubicBezTo>
                  <a:cubicBezTo>
                    <a:pt x="312851" y="70369"/>
                    <a:pt x="312661" y="64464"/>
                    <a:pt x="310375" y="57987"/>
                  </a:cubicBezTo>
                  <a:cubicBezTo>
                    <a:pt x="301040" y="30745"/>
                    <a:pt x="266750" y="20363"/>
                    <a:pt x="238175" y="11791"/>
                  </a:cubicBezTo>
                  <a:cubicBezTo>
                    <a:pt x="218649" y="5885"/>
                    <a:pt x="188359" y="-782"/>
                    <a:pt x="149783" y="75"/>
                  </a:cubicBezTo>
                  <a:cubicBezTo>
                    <a:pt x="131305" y="24745"/>
                    <a:pt x="113779" y="32269"/>
                    <a:pt x="101110" y="34460"/>
                  </a:cubicBezTo>
                  <a:cubicBezTo>
                    <a:pt x="64153" y="40842"/>
                    <a:pt x="31387" y="8647"/>
                    <a:pt x="12718" y="22935"/>
                  </a:cubicBezTo>
                  <a:cubicBezTo>
                    <a:pt x="8623" y="26078"/>
                    <a:pt x="7099" y="30745"/>
                    <a:pt x="4146" y="38937"/>
                  </a:cubicBezTo>
                  <a:cubicBezTo>
                    <a:pt x="-1760" y="55034"/>
                    <a:pt x="-45" y="69512"/>
                    <a:pt x="1384" y="769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8" name="Google Shape;1218;p41">
              <a:extLst>
                <a:ext uri="{FF2B5EF4-FFF2-40B4-BE49-F238E27FC236}">
                  <a16:creationId xmlns:a16="http://schemas.microsoft.com/office/drawing/2014/main" id="{AB7BAD4C-24F8-F0A5-58E9-2C3F8F80D4CE}"/>
                </a:ext>
              </a:extLst>
            </p:cNvPr>
            <p:cNvSpPr/>
            <p:nvPr/>
          </p:nvSpPr>
          <p:spPr>
            <a:xfrm>
              <a:off x="2219125" y="4590955"/>
              <a:ext cx="391122" cy="266640"/>
            </a:xfrm>
            <a:custGeom>
              <a:avLst/>
              <a:gdLst/>
              <a:ahLst/>
              <a:cxnLst/>
              <a:rect l="l" t="t" r="r" b="b"/>
              <a:pathLst>
                <a:path w="281890" h="192173" extrusionOk="0">
                  <a:moveTo>
                    <a:pt x="95" y="42631"/>
                  </a:moveTo>
                  <a:cubicBezTo>
                    <a:pt x="91535" y="92447"/>
                    <a:pt x="182880" y="142262"/>
                    <a:pt x="274320" y="192174"/>
                  </a:cubicBezTo>
                  <a:cubicBezTo>
                    <a:pt x="277082" y="187506"/>
                    <a:pt x="280511" y="180362"/>
                    <a:pt x="281559" y="171314"/>
                  </a:cubicBezTo>
                  <a:cubicBezTo>
                    <a:pt x="284988" y="142167"/>
                    <a:pt x="261176" y="117974"/>
                    <a:pt x="239649" y="96543"/>
                  </a:cubicBezTo>
                  <a:cubicBezTo>
                    <a:pt x="225171" y="82160"/>
                    <a:pt x="201644" y="61967"/>
                    <a:pt x="167164" y="44536"/>
                  </a:cubicBezTo>
                  <a:cubicBezTo>
                    <a:pt x="139256" y="57585"/>
                    <a:pt x="120301" y="55966"/>
                    <a:pt x="108014" y="51966"/>
                  </a:cubicBezTo>
                  <a:cubicBezTo>
                    <a:pt x="72390" y="40250"/>
                    <a:pt x="58674" y="-3660"/>
                    <a:pt x="35433" y="245"/>
                  </a:cubicBezTo>
                  <a:cubicBezTo>
                    <a:pt x="30289" y="1102"/>
                    <a:pt x="26861" y="4531"/>
                    <a:pt x="20288" y="10341"/>
                  </a:cubicBezTo>
                  <a:cubicBezTo>
                    <a:pt x="7525" y="21771"/>
                    <a:pt x="2191" y="35392"/>
                    <a:pt x="0" y="4263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9" name="Google Shape;1219;p41">
              <a:extLst>
                <a:ext uri="{FF2B5EF4-FFF2-40B4-BE49-F238E27FC236}">
                  <a16:creationId xmlns:a16="http://schemas.microsoft.com/office/drawing/2014/main" id="{6C07C01C-F2F2-1615-285B-F071BF7A432B}"/>
                </a:ext>
              </a:extLst>
            </p:cNvPr>
            <p:cNvSpPr/>
            <p:nvPr/>
          </p:nvSpPr>
          <p:spPr>
            <a:xfrm>
              <a:off x="3170464" y="3881507"/>
              <a:ext cx="14025" cy="725554"/>
            </a:xfrm>
            <a:custGeom>
              <a:avLst/>
              <a:gdLst/>
              <a:ahLst/>
              <a:cxnLst/>
              <a:rect l="l" t="t" r="r" b="b"/>
              <a:pathLst>
                <a:path w="10108" h="522922" extrusionOk="0">
                  <a:moveTo>
                    <a:pt x="2197" y="522922"/>
                  </a:moveTo>
                  <a:cubicBezTo>
                    <a:pt x="959" y="522922"/>
                    <a:pt x="-89" y="521875"/>
                    <a:pt x="6" y="520637"/>
                  </a:cubicBezTo>
                  <a:lnTo>
                    <a:pt x="5721" y="2191"/>
                  </a:lnTo>
                  <a:cubicBezTo>
                    <a:pt x="5721" y="953"/>
                    <a:pt x="6769" y="0"/>
                    <a:pt x="7912" y="0"/>
                  </a:cubicBezTo>
                  <a:cubicBezTo>
                    <a:pt x="9150" y="0"/>
                    <a:pt x="10198" y="1048"/>
                    <a:pt x="10103" y="2286"/>
                  </a:cubicBezTo>
                  <a:lnTo>
                    <a:pt x="4388" y="520732"/>
                  </a:lnTo>
                  <a:cubicBezTo>
                    <a:pt x="4388" y="521970"/>
                    <a:pt x="3340" y="522922"/>
                    <a:pt x="2197" y="52292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0" name="Google Shape;1220;p41">
              <a:extLst>
                <a:ext uri="{FF2B5EF4-FFF2-40B4-BE49-F238E27FC236}">
                  <a16:creationId xmlns:a16="http://schemas.microsoft.com/office/drawing/2014/main" id="{55D835A9-B2F7-E7DF-AA61-C749BC1EAD3C}"/>
                </a:ext>
              </a:extLst>
            </p:cNvPr>
            <p:cNvSpPr/>
            <p:nvPr/>
          </p:nvSpPr>
          <p:spPr>
            <a:xfrm>
              <a:off x="3199487" y="3733712"/>
              <a:ext cx="11251" cy="73908"/>
            </a:xfrm>
            <a:custGeom>
              <a:avLst/>
              <a:gdLst/>
              <a:ahLst/>
              <a:cxnLst/>
              <a:rect l="l" t="t" r="r" b="b"/>
              <a:pathLst>
                <a:path w="8109" h="53267" extrusionOk="0">
                  <a:moveTo>
                    <a:pt x="2198" y="53267"/>
                  </a:moveTo>
                  <a:cubicBezTo>
                    <a:pt x="769" y="53172"/>
                    <a:pt x="-88" y="52124"/>
                    <a:pt x="7" y="50886"/>
                  </a:cubicBezTo>
                  <a:lnTo>
                    <a:pt x="3627" y="2118"/>
                  </a:lnTo>
                  <a:cubicBezTo>
                    <a:pt x="3722" y="880"/>
                    <a:pt x="4579" y="-168"/>
                    <a:pt x="6008" y="22"/>
                  </a:cubicBezTo>
                  <a:cubicBezTo>
                    <a:pt x="7246" y="22"/>
                    <a:pt x="8199" y="1166"/>
                    <a:pt x="8103" y="2404"/>
                  </a:cubicBezTo>
                  <a:lnTo>
                    <a:pt x="4484" y="51172"/>
                  </a:lnTo>
                  <a:cubicBezTo>
                    <a:pt x="4484" y="52315"/>
                    <a:pt x="3436" y="53267"/>
                    <a:pt x="2293" y="5326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1" name="Google Shape;1221;p41">
              <a:extLst>
                <a:ext uri="{FF2B5EF4-FFF2-40B4-BE49-F238E27FC236}">
                  <a16:creationId xmlns:a16="http://schemas.microsoft.com/office/drawing/2014/main" id="{10E058C2-59A0-950F-5F5D-1690658E4F13}"/>
                </a:ext>
              </a:extLst>
            </p:cNvPr>
            <p:cNvSpPr/>
            <p:nvPr/>
          </p:nvSpPr>
          <p:spPr>
            <a:xfrm>
              <a:off x="3132436" y="3224020"/>
              <a:ext cx="75807" cy="421532"/>
            </a:xfrm>
            <a:custGeom>
              <a:avLst/>
              <a:gdLst/>
              <a:ahLst/>
              <a:cxnLst/>
              <a:rect l="l" t="t" r="r" b="b"/>
              <a:pathLst>
                <a:path w="54636" h="303807" extrusionOk="0">
                  <a:moveTo>
                    <a:pt x="52417" y="303807"/>
                  </a:moveTo>
                  <a:cubicBezTo>
                    <a:pt x="51369" y="303807"/>
                    <a:pt x="50416" y="303045"/>
                    <a:pt x="50226" y="301902"/>
                  </a:cubicBezTo>
                  <a:lnTo>
                    <a:pt x="29" y="2627"/>
                  </a:lnTo>
                  <a:cubicBezTo>
                    <a:pt x="-161" y="1389"/>
                    <a:pt x="601" y="246"/>
                    <a:pt x="1839" y="55"/>
                  </a:cubicBezTo>
                  <a:cubicBezTo>
                    <a:pt x="2982" y="-231"/>
                    <a:pt x="4220" y="627"/>
                    <a:pt x="4411" y="1865"/>
                  </a:cubicBezTo>
                  <a:lnTo>
                    <a:pt x="54607" y="301140"/>
                  </a:lnTo>
                  <a:cubicBezTo>
                    <a:pt x="54798" y="302379"/>
                    <a:pt x="54036" y="303522"/>
                    <a:pt x="52798" y="303712"/>
                  </a:cubicBezTo>
                  <a:cubicBezTo>
                    <a:pt x="52702" y="303712"/>
                    <a:pt x="52512" y="303712"/>
                    <a:pt x="52417" y="30371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2" name="Google Shape;1222;p41">
              <a:extLst>
                <a:ext uri="{FF2B5EF4-FFF2-40B4-BE49-F238E27FC236}">
                  <a16:creationId xmlns:a16="http://schemas.microsoft.com/office/drawing/2014/main" id="{96941A74-D667-0DF6-D14F-B43D1F6895C6}"/>
                </a:ext>
              </a:extLst>
            </p:cNvPr>
            <p:cNvSpPr/>
            <p:nvPr/>
          </p:nvSpPr>
          <p:spPr>
            <a:xfrm>
              <a:off x="2379844" y="3854754"/>
              <a:ext cx="351355" cy="629578"/>
            </a:xfrm>
            <a:custGeom>
              <a:avLst/>
              <a:gdLst/>
              <a:ahLst/>
              <a:cxnLst/>
              <a:rect l="l" t="t" r="r" b="b"/>
              <a:pathLst>
                <a:path w="253229" h="453750" extrusionOk="0">
                  <a:moveTo>
                    <a:pt x="2170" y="453751"/>
                  </a:moveTo>
                  <a:cubicBezTo>
                    <a:pt x="2170" y="453751"/>
                    <a:pt x="1408" y="453751"/>
                    <a:pt x="1123" y="453465"/>
                  </a:cubicBezTo>
                  <a:cubicBezTo>
                    <a:pt x="75" y="452893"/>
                    <a:pt x="-306" y="451560"/>
                    <a:pt x="265" y="450417"/>
                  </a:cubicBezTo>
                  <a:lnTo>
                    <a:pt x="249058" y="1123"/>
                  </a:lnTo>
                  <a:cubicBezTo>
                    <a:pt x="249630" y="75"/>
                    <a:pt x="251059" y="-306"/>
                    <a:pt x="252106" y="265"/>
                  </a:cubicBezTo>
                  <a:cubicBezTo>
                    <a:pt x="253154" y="837"/>
                    <a:pt x="253535" y="2171"/>
                    <a:pt x="252964" y="3313"/>
                  </a:cubicBezTo>
                  <a:lnTo>
                    <a:pt x="4171" y="452608"/>
                  </a:lnTo>
                  <a:cubicBezTo>
                    <a:pt x="3790" y="453370"/>
                    <a:pt x="3028" y="453751"/>
                    <a:pt x="2266" y="45375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3" name="Google Shape;1223;p41">
              <a:extLst>
                <a:ext uri="{FF2B5EF4-FFF2-40B4-BE49-F238E27FC236}">
                  <a16:creationId xmlns:a16="http://schemas.microsoft.com/office/drawing/2014/main" id="{6FC65A42-095F-478C-8E3D-E911C6293E44}"/>
                </a:ext>
              </a:extLst>
            </p:cNvPr>
            <p:cNvSpPr/>
            <p:nvPr/>
          </p:nvSpPr>
          <p:spPr>
            <a:xfrm>
              <a:off x="2784961" y="3232581"/>
              <a:ext cx="176534" cy="565866"/>
            </a:xfrm>
            <a:custGeom>
              <a:avLst/>
              <a:gdLst/>
              <a:ahLst/>
              <a:cxnLst/>
              <a:rect l="l" t="t" r="r" b="b"/>
              <a:pathLst>
                <a:path w="127232" h="407831" extrusionOk="0">
                  <a:moveTo>
                    <a:pt x="2199" y="407831"/>
                  </a:moveTo>
                  <a:cubicBezTo>
                    <a:pt x="389" y="407355"/>
                    <a:pt x="-278" y="406117"/>
                    <a:pt x="103" y="404974"/>
                  </a:cubicBezTo>
                  <a:lnTo>
                    <a:pt x="122881" y="1590"/>
                  </a:lnTo>
                  <a:cubicBezTo>
                    <a:pt x="123262" y="447"/>
                    <a:pt x="124500" y="-220"/>
                    <a:pt x="125643" y="66"/>
                  </a:cubicBezTo>
                  <a:cubicBezTo>
                    <a:pt x="126786" y="447"/>
                    <a:pt x="127453" y="1685"/>
                    <a:pt x="127167" y="2828"/>
                  </a:cubicBezTo>
                  <a:lnTo>
                    <a:pt x="4390" y="406212"/>
                  </a:lnTo>
                  <a:cubicBezTo>
                    <a:pt x="4104" y="407165"/>
                    <a:pt x="3247" y="407831"/>
                    <a:pt x="2294" y="40783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4" name="Google Shape;1224;p41">
              <a:extLst>
                <a:ext uri="{FF2B5EF4-FFF2-40B4-BE49-F238E27FC236}">
                  <a16:creationId xmlns:a16="http://schemas.microsoft.com/office/drawing/2014/main" id="{52AC2F75-DEFC-5533-9D5F-C869AEF47B0D}"/>
                </a:ext>
              </a:extLst>
            </p:cNvPr>
            <p:cNvSpPr/>
            <p:nvPr/>
          </p:nvSpPr>
          <p:spPr>
            <a:xfrm>
              <a:off x="2882297" y="1280825"/>
              <a:ext cx="412960" cy="354484"/>
            </a:xfrm>
            <a:custGeom>
              <a:avLst/>
              <a:gdLst/>
              <a:ahLst/>
              <a:cxnLst/>
              <a:rect l="l" t="t" r="r" b="b"/>
              <a:pathLst>
                <a:path w="297629" h="255484" extrusionOk="0">
                  <a:moveTo>
                    <a:pt x="2498" y="154024"/>
                  </a:moveTo>
                  <a:cubicBezTo>
                    <a:pt x="5927" y="164788"/>
                    <a:pt x="9356" y="163454"/>
                    <a:pt x="25168" y="185743"/>
                  </a:cubicBezTo>
                  <a:cubicBezTo>
                    <a:pt x="55457" y="228415"/>
                    <a:pt x="59077" y="256323"/>
                    <a:pt x="67554" y="255466"/>
                  </a:cubicBezTo>
                  <a:cubicBezTo>
                    <a:pt x="82984" y="253846"/>
                    <a:pt x="80222" y="160501"/>
                    <a:pt x="96700" y="158596"/>
                  </a:cubicBezTo>
                  <a:cubicBezTo>
                    <a:pt x="108892" y="157168"/>
                    <a:pt x="117751" y="207650"/>
                    <a:pt x="134705" y="207555"/>
                  </a:cubicBezTo>
                  <a:cubicBezTo>
                    <a:pt x="155184" y="207364"/>
                    <a:pt x="151755" y="133927"/>
                    <a:pt x="195379" y="113353"/>
                  </a:cubicBezTo>
                  <a:cubicBezTo>
                    <a:pt x="225574" y="99065"/>
                    <a:pt x="260816" y="118401"/>
                    <a:pt x="271484" y="100208"/>
                  </a:cubicBezTo>
                  <a:cubicBezTo>
                    <a:pt x="277866" y="89350"/>
                    <a:pt x="269770" y="74681"/>
                    <a:pt x="281104" y="62584"/>
                  </a:cubicBezTo>
                  <a:cubicBezTo>
                    <a:pt x="287200" y="56107"/>
                    <a:pt x="291868" y="57727"/>
                    <a:pt x="295297" y="52012"/>
                  </a:cubicBezTo>
                  <a:cubicBezTo>
                    <a:pt x="303583" y="38105"/>
                    <a:pt x="288343" y="6863"/>
                    <a:pt x="272341" y="5530"/>
                  </a:cubicBezTo>
                  <a:cubicBezTo>
                    <a:pt x="259292" y="4387"/>
                    <a:pt x="256435" y="24103"/>
                    <a:pt x="240147" y="25532"/>
                  </a:cubicBezTo>
                  <a:cubicBezTo>
                    <a:pt x="220811" y="27151"/>
                    <a:pt x="213001" y="386"/>
                    <a:pt x="190045" y="5"/>
                  </a:cubicBezTo>
                  <a:cubicBezTo>
                    <a:pt x="179949" y="-185"/>
                    <a:pt x="179568" y="4958"/>
                    <a:pt x="160327" y="13531"/>
                  </a:cubicBezTo>
                  <a:cubicBezTo>
                    <a:pt x="131848" y="26199"/>
                    <a:pt x="120132" y="20484"/>
                    <a:pt x="90414" y="30771"/>
                  </a:cubicBezTo>
                  <a:cubicBezTo>
                    <a:pt x="82222" y="33628"/>
                    <a:pt x="65839" y="39439"/>
                    <a:pt x="49647" y="51631"/>
                  </a:cubicBezTo>
                  <a:cubicBezTo>
                    <a:pt x="19357" y="74491"/>
                    <a:pt x="-8646" y="118687"/>
                    <a:pt x="2498" y="15402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5" name="Google Shape;1225;p41">
              <a:extLst>
                <a:ext uri="{FF2B5EF4-FFF2-40B4-BE49-F238E27FC236}">
                  <a16:creationId xmlns:a16="http://schemas.microsoft.com/office/drawing/2014/main" id="{F7ACC094-12C8-1087-ACC9-C7545F799525}"/>
                </a:ext>
              </a:extLst>
            </p:cNvPr>
            <p:cNvSpPr/>
            <p:nvPr/>
          </p:nvSpPr>
          <p:spPr>
            <a:xfrm>
              <a:off x="2950413" y="1850565"/>
              <a:ext cx="220442" cy="728066"/>
            </a:xfrm>
            <a:custGeom>
              <a:avLst/>
              <a:gdLst/>
              <a:ahLst/>
              <a:cxnLst/>
              <a:rect l="l" t="t" r="r" b="b"/>
              <a:pathLst>
                <a:path w="158877" h="524732" extrusionOk="0">
                  <a:moveTo>
                    <a:pt x="0" y="318707"/>
                  </a:moveTo>
                  <a:cubicBezTo>
                    <a:pt x="0" y="331756"/>
                    <a:pt x="0" y="345948"/>
                    <a:pt x="286" y="360998"/>
                  </a:cubicBezTo>
                  <a:cubicBezTo>
                    <a:pt x="571" y="406813"/>
                    <a:pt x="2000" y="462153"/>
                    <a:pt x="6096" y="524732"/>
                  </a:cubicBezTo>
                  <a:lnTo>
                    <a:pt x="118872" y="524732"/>
                  </a:lnTo>
                  <a:cubicBezTo>
                    <a:pt x="126111" y="471964"/>
                    <a:pt x="133636" y="419481"/>
                    <a:pt x="140875" y="366998"/>
                  </a:cubicBezTo>
                  <a:cubicBezTo>
                    <a:pt x="141161" y="366141"/>
                    <a:pt x="141161" y="365284"/>
                    <a:pt x="141161" y="364712"/>
                  </a:cubicBezTo>
                  <a:cubicBezTo>
                    <a:pt x="147256" y="322707"/>
                    <a:pt x="153067" y="280607"/>
                    <a:pt x="158877" y="238887"/>
                  </a:cubicBezTo>
                  <a:cubicBezTo>
                    <a:pt x="134493" y="159163"/>
                    <a:pt x="110490" y="79724"/>
                    <a:pt x="86392" y="0"/>
                  </a:cubicBezTo>
                  <a:cubicBezTo>
                    <a:pt x="81725" y="1429"/>
                    <a:pt x="74486" y="4096"/>
                    <a:pt x="66675" y="8668"/>
                  </a:cubicBezTo>
                  <a:cubicBezTo>
                    <a:pt x="27813" y="32195"/>
                    <a:pt x="2000" y="88678"/>
                    <a:pt x="286" y="305753"/>
                  </a:cubicBezTo>
                  <a:cubicBezTo>
                    <a:pt x="0" y="309848"/>
                    <a:pt x="0" y="314135"/>
                    <a:pt x="0" y="318516"/>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6" name="Google Shape;1226;p41">
              <a:extLst>
                <a:ext uri="{FF2B5EF4-FFF2-40B4-BE49-F238E27FC236}">
                  <a16:creationId xmlns:a16="http://schemas.microsoft.com/office/drawing/2014/main" id="{D5D4F6CC-39AB-2588-20FB-E69C3E1A743F}"/>
                </a:ext>
              </a:extLst>
            </p:cNvPr>
            <p:cNvSpPr/>
            <p:nvPr/>
          </p:nvSpPr>
          <p:spPr>
            <a:xfrm>
              <a:off x="2912342" y="1845411"/>
              <a:ext cx="293601" cy="521245"/>
            </a:xfrm>
            <a:custGeom>
              <a:avLst/>
              <a:gdLst/>
              <a:ahLst/>
              <a:cxnLst/>
              <a:rect l="l" t="t" r="r" b="b"/>
              <a:pathLst>
                <a:path w="211604" h="375672" extrusionOk="0">
                  <a:moveTo>
                    <a:pt x="2245" y="324523"/>
                  </a:moveTo>
                  <a:cubicBezTo>
                    <a:pt x="63586" y="341573"/>
                    <a:pt x="124927" y="358623"/>
                    <a:pt x="186268" y="375673"/>
                  </a:cubicBezTo>
                  <a:cubicBezTo>
                    <a:pt x="194745" y="289090"/>
                    <a:pt x="203127" y="202508"/>
                    <a:pt x="211605" y="116021"/>
                  </a:cubicBezTo>
                  <a:cubicBezTo>
                    <a:pt x="204747" y="50013"/>
                    <a:pt x="162360" y="2483"/>
                    <a:pt x="119784" y="102"/>
                  </a:cubicBezTo>
                  <a:cubicBezTo>
                    <a:pt x="60919" y="-3327"/>
                    <a:pt x="23295" y="80779"/>
                    <a:pt x="18342" y="91923"/>
                  </a:cubicBezTo>
                  <a:cubicBezTo>
                    <a:pt x="5102" y="121546"/>
                    <a:pt x="2721" y="149454"/>
                    <a:pt x="816" y="204032"/>
                  </a:cubicBezTo>
                  <a:cubicBezTo>
                    <a:pt x="-994" y="254515"/>
                    <a:pt x="530" y="296139"/>
                    <a:pt x="2245" y="32461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7" name="Google Shape;1227;p41">
              <a:extLst>
                <a:ext uri="{FF2B5EF4-FFF2-40B4-BE49-F238E27FC236}">
                  <a16:creationId xmlns:a16="http://schemas.microsoft.com/office/drawing/2014/main" id="{8AEE7208-F958-9D90-975D-14E204A42084}"/>
                </a:ext>
              </a:extLst>
            </p:cNvPr>
            <p:cNvSpPr/>
            <p:nvPr/>
          </p:nvSpPr>
          <p:spPr>
            <a:xfrm>
              <a:off x="2958856" y="2528425"/>
              <a:ext cx="492160" cy="515685"/>
            </a:xfrm>
            <a:custGeom>
              <a:avLst/>
              <a:gdLst/>
              <a:ahLst/>
              <a:cxnLst/>
              <a:rect l="l" t="t" r="r" b="b"/>
              <a:pathLst>
                <a:path w="354710" h="371665" extrusionOk="0">
                  <a:moveTo>
                    <a:pt x="354711" y="327660"/>
                  </a:moveTo>
                  <a:cubicBezTo>
                    <a:pt x="332899" y="342329"/>
                    <a:pt x="311182" y="356997"/>
                    <a:pt x="289369" y="371666"/>
                  </a:cubicBezTo>
                  <a:cubicBezTo>
                    <a:pt x="252698" y="335471"/>
                    <a:pt x="220790" y="307753"/>
                    <a:pt x="198120" y="288988"/>
                  </a:cubicBezTo>
                  <a:cubicBezTo>
                    <a:pt x="104108" y="211169"/>
                    <a:pt x="70675" y="187166"/>
                    <a:pt x="38386" y="133445"/>
                  </a:cubicBezTo>
                  <a:cubicBezTo>
                    <a:pt x="15716" y="95726"/>
                    <a:pt x="5334" y="60008"/>
                    <a:pt x="0" y="35338"/>
                  </a:cubicBezTo>
                  <a:cubicBezTo>
                    <a:pt x="37052" y="23527"/>
                    <a:pt x="74104" y="11811"/>
                    <a:pt x="111157" y="0"/>
                  </a:cubicBezTo>
                  <a:cubicBezTo>
                    <a:pt x="139637" y="27051"/>
                    <a:pt x="159353" y="51340"/>
                    <a:pt x="171450" y="67247"/>
                  </a:cubicBezTo>
                  <a:cubicBezTo>
                    <a:pt x="237839" y="155067"/>
                    <a:pt x="242506" y="216884"/>
                    <a:pt x="313468" y="290417"/>
                  </a:cubicBezTo>
                  <a:cubicBezTo>
                    <a:pt x="330422" y="307943"/>
                    <a:pt x="345662" y="320516"/>
                    <a:pt x="354711" y="327565"/>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8" name="Google Shape;1228;p41">
              <a:extLst>
                <a:ext uri="{FF2B5EF4-FFF2-40B4-BE49-F238E27FC236}">
                  <a16:creationId xmlns:a16="http://schemas.microsoft.com/office/drawing/2014/main" id="{A59B1419-CBC1-0DC4-E795-13AEAD1D1ABA}"/>
                </a:ext>
              </a:extLst>
            </p:cNvPr>
            <p:cNvSpPr/>
            <p:nvPr/>
          </p:nvSpPr>
          <p:spPr>
            <a:xfrm>
              <a:off x="3167296" y="2111648"/>
              <a:ext cx="23145" cy="257587"/>
            </a:xfrm>
            <a:custGeom>
              <a:avLst/>
              <a:gdLst/>
              <a:ahLst/>
              <a:cxnLst/>
              <a:rect l="l" t="t" r="r" b="b"/>
              <a:pathLst>
                <a:path w="16681" h="185648" extrusionOk="0">
                  <a:moveTo>
                    <a:pt x="2197" y="185649"/>
                  </a:moveTo>
                  <a:cubicBezTo>
                    <a:pt x="864" y="185649"/>
                    <a:pt x="-89" y="184506"/>
                    <a:pt x="7" y="183268"/>
                  </a:cubicBezTo>
                  <a:lnTo>
                    <a:pt x="12199" y="2102"/>
                  </a:lnTo>
                  <a:cubicBezTo>
                    <a:pt x="12199" y="864"/>
                    <a:pt x="13342" y="-89"/>
                    <a:pt x="14580" y="7"/>
                  </a:cubicBezTo>
                  <a:cubicBezTo>
                    <a:pt x="15818" y="7"/>
                    <a:pt x="16771" y="1150"/>
                    <a:pt x="16675" y="2388"/>
                  </a:cubicBezTo>
                  <a:lnTo>
                    <a:pt x="4483" y="183553"/>
                  </a:lnTo>
                  <a:cubicBezTo>
                    <a:pt x="4483" y="184696"/>
                    <a:pt x="3436" y="185649"/>
                    <a:pt x="2293" y="18564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9" name="Google Shape;1229;p41">
              <a:extLst>
                <a:ext uri="{FF2B5EF4-FFF2-40B4-BE49-F238E27FC236}">
                  <a16:creationId xmlns:a16="http://schemas.microsoft.com/office/drawing/2014/main" id="{BE0B3D28-5C5B-BBA8-9857-E4BB9D08B946}"/>
                </a:ext>
              </a:extLst>
            </p:cNvPr>
            <p:cNvSpPr/>
            <p:nvPr/>
          </p:nvSpPr>
          <p:spPr>
            <a:xfrm>
              <a:off x="2894965" y="1969530"/>
              <a:ext cx="45932" cy="316161"/>
            </a:xfrm>
            <a:custGeom>
              <a:avLst/>
              <a:gdLst/>
              <a:ahLst/>
              <a:cxnLst/>
              <a:rect l="l" t="t" r="r" b="b"/>
              <a:pathLst>
                <a:path w="33104" h="227864" extrusionOk="0">
                  <a:moveTo>
                    <a:pt x="2217" y="227865"/>
                  </a:moveTo>
                  <a:cubicBezTo>
                    <a:pt x="693" y="227674"/>
                    <a:pt x="-164" y="226531"/>
                    <a:pt x="26" y="225388"/>
                  </a:cubicBezTo>
                  <a:lnTo>
                    <a:pt x="28697" y="1932"/>
                  </a:lnTo>
                  <a:cubicBezTo>
                    <a:pt x="28887" y="693"/>
                    <a:pt x="29935" y="-164"/>
                    <a:pt x="31173" y="27"/>
                  </a:cubicBezTo>
                  <a:cubicBezTo>
                    <a:pt x="32411" y="217"/>
                    <a:pt x="33269" y="1265"/>
                    <a:pt x="33078" y="2503"/>
                  </a:cubicBezTo>
                  <a:lnTo>
                    <a:pt x="4408" y="225959"/>
                  </a:lnTo>
                  <a:cubicBezTo>
                    <a:pt x="4217" y="227103"/>
                    <a:pt x="3265" y="227865"/>
                    <a:pt x="2217" y="22786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0" name="Google Shape;1230;p41">
              <a:extLst>
                <a:ext uri="{FF2B5EF4-FFF2-40B4-BE49-F238E27FC236}">
                  <a16:creationId xmlns:a16="http://schemas.microsoft.com/office/drawing/2014/main" id="{2455C6E1-EF7F-02CF-BAB1-75ACBB4E196B}"/>
                </a:ext>
              </a:extLst>
            </p:cNvPr>
            <p:cNvSpPr/>
            <p:nvPr/>
          </p:nvSpPr>
          <p:spPr>
            <a:xfrm>
              <a:off x="4359863" y="4192995"/>
              <a:ext cx="324936" cy="587844"/>
            </a:xfrm>
            <a:custGeom>
              <a:avLst/>
              <a:gdLst/>
              <a:ahLst/>
              <a:cxnLst/>
              <a:rect l="l" t="t" r="r" b="b"/>
              <a:pathLst>
                <a:path w="234188" h="423671" extrusionOk="0">
                  <a:moveTo>
                    <a:pt x="234189" y="32004"/>
                  </a:moveTo>
                  <a:cubicBezTo>
                    <a:pt x="204947" y="102775"/>
                    <a:pt x="187516" y="160877"/>
                    <a:pt x="177039" y="201359"/>
                  </a:cubicBezTo>
                  <a:cubicBezTo>
                    <a:pt x="163608" y="253079"/>
                    <a:pt x="165037" y="297466"/>
                    <a:pt x="133414" y="316040"/>
                  </a:cubicBezTo>
                  <a:cubicBezTo>
                    <a:pt x="120365" y="323659"/>
                    <a:pt x="94266" y="331660"/>
                    <a:pt x="80932" y="357568"/>
                  </a:cubicBezTo>
                  <a:cubicBezTo>
                    <a:pt x="77788" y="363760"/>
                    <a:pt x="76169" y="369284"/>
                    <a:pt x="75312" y="373094"/>
                  </a:cubicBezTo>
                  <a:cubicBezTo>
                    <a:pt x="94457" y="381381"/>
                    <a:pt x="101696" y="400050"/>
                    <a:pt x="96171" y="411385"/>
                  </a:cubicBezTo>
                  <a:cubicBezTo>
                    <a:pt x="91219" y="421672"/>
                    <a:pt x="76741" y="423482"/>
                    <a:pt x="75121" y="423672"/>
                  </a:cubicBezTo>
                  <a:cubicBezTo>
                    <a:pt x="60643" y="419005"/>
                    <a:pt x="39974" y="409766"/>
                    <a:pt x="22353" y="390811"/>
                  </a:cubicBezTo>
                  <a:cubicBezTo>
                    <a:pt x="14066" y="381952"/>
                    <a:pt x="2827" y="369856"/>
                    <a:pt x="445" y="352330"/>
                  </a:cubicBezTo>
                  <a:cubicBezTo>
                    <a:pt x="-2222" y="332613"/>
                    <a:pt x="7779" y="316421"/>
                    <a:pt x="12161" y="308705"/>
                  </a:cubicBezTo>
                  <a:cubicBezTo>
                    <a:pt x="31306" y="275368"/>
                    <a:pt x="33878" y="234982"/>
                    <a:pt x="46070" y="198501"/>
                  </a:cubicBezTo>
                  <a:cubicBezTo>
                    <a:pt x="58643" y="160782"/>
                    <a:pt x="77883" y="100298"/>
                    <a:pt x="107125" y="0"/>
                  </a:cubicBezTo>
                  <a:lnTo>
                    <a:pt x="234094" y="32099"/>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1" name="Google Shape;1231;p41">
              <a:extLst>
                <a:ext uri="{FF2B5EF4-FFF2-40B4-BE49-F238E27FC236}">
                  <a16:creationId xmlns:a16="http://schemas.microsoft.com/office/drawing/2014/main" id="{33D76674-E9BB-0C63-290D-E64FBE12BAD6}"/>
                </a:ext>
              </a:extLst>
            </p:cNvPr>
            <p:cNvSpPr/>
            <p:nvPr/>
          </p:nvSpPr>
          <p:spPr>
            <a:xfrm>
              <a:off x="4921915" y="3537711"/>
              <a:ext cx="56417" cy="161863"/>
            </a:xfrm>
            <a:custGeom>
              <a:avLst/>
              <a:gdLst/>
              <a:ahLst/>
              <a:cxnLst/>
              <a:rect l="l" t="t" r="r" b="b"/>
              <a:pathLst>
                <a:path w="40661" h="116658" extrusionOk="0">
                  <a:moveTo>
                    <a:pt x="2614" y="55329"/>
                  </a:moveTo>
                  <a:cubicBezTo>
                    <a:pt x="-2910" y="87523"/>
                    <a:pt x="614" y="114955"/>
                    <a:pt x="10425" y="116575"/>
                  </a:cubicBezTo>
                  <a:cubicBezTo>
                    <a:pt x="20235" y="118289"/>
                    <a:pt x="32618" y="93524"/>
                    <a:pt x="38047" y="61330"/>
                  </a:cubicBezTo>
                  <a:cubicBezTo>
                    <a:pt x="43572" y="29135"/>
                    <a:pt x="40047" y="1703"/>
                    <a:pt x="30237" y="84"/>
                  </a:cubicBezTo>
                  <a:cubicBezTo>
                    <a:pt x="20426" y="-1631"/>
                    <a:pt x="8043" y="23134"/>
                    <a:pt x="2614" y="5532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2" name="Google Shape;1232;p41">
              <a:extLst>
                <a:ext uri="{FF2B5EF4-FFF2-40B4-BE49-F238E27FC236}">
                  <a16:creationId xmlns:a16="http://schemas.microsoft.com/office/drawing/2014/main" id="{0C721B0C-27DD-6EB3-067A-E7BC1A94A279}"/>
                </a:ext>
              </a:extLst>
            </p:cNvPr>
            <p:cNvSpPr/>
            <p:nvPr/>
          </p:nvSpPr>
          <p:spPr>
            <a:xfrm>
              <a:off x="3853231" y="3531190"/>
              <a:ext cx="1300049" cy="879037"/>
            </a:xfrm>
            <a:custGeom>
              <a:avLst/>
              <a:gdLst/>
              <a:ahLst/>
              <a:cxnLst/>
              <a:rect l="l" t="t" r="r" b="b"/>
              <a:pathLst>
                <a:path w="936972" h="633540" extrusionOk="0">
                  <a:moveTo>
                    <a:pt x="13415" y="508378"/>
                  </a:moveTo>
                  <a:cubicBezTo>
                    <a:pt x="39704" y="545335"/>
                    <a:pt x="94759" y="530762"/>
                    <a:pt x="181341" y="534667"/>
                  </a:cubicBezTo>
                  <a:cubicBezTo>
                    <a:pt x="312310" y="540477"/>
                    <a:pt x="403654" y="583626"/>
                    <a:pt x="475282" y="611153"/>
                  </a:cubicBezTo>
                  <a:cubicBezTo>
                    <a:pt x="520336" y="628298"/>
                    <a:pt x="557578" y="639061"/>
                    <a:pt x="592249" y="630584"/>
                  </a:cubicBezTo>
                  <a:cubicBezTo>
                    <a:pt x="603584" y="627631"/>
                    <a:pt x="614633" y="623154"/>
                    <a:pt x="625587" y="615630"/>
                  </a:cubicBezTo>
                  <a:cubicBezTo>
                    <a:pt x="645399" y="602295"/>
                    <a:pt x="654733" y="587721"/>
                    <a:pt x="672926" y="558956"/>
                  </a:cubicBezTo>
                  <a:cubicBezTo>
                    <a:pt x="738744" y="455610"/>
                    <a:pt x="725409" y="343119"/>
                    <a:pt x="717694" y="298352"/>
                  </a:cubicBezTo>
                  <a:cubicBezTo>
                    <a:pt x="729695" y="283112"/>
                    <a:pt x="741982" y="267586"/>
                    <a:pt x="753984" y="252346"/>
                  </a:cubicBezTo>
                  <a:cubicBezTo>
                    <a:pt x="772177" y="275016"/>
                    <a:pt x="791227" y="286065"/>
                    <a:pt x="802561" y="291589"/>
                  </a:cubicBezTo>
                  <a:cubicBezTo>
                    <a:pt x="816182" y="298066"/>
                    <a:pt x="830470" y="304257"/>
                    <a:pt x="844376" y="298352"/>
                  </a:cubicBezTo>
                  <a:cubicBezTo>
                    <a:pt x="853806" y="294447"/>
                    <a:pt x="863521" y="284731"/>
                    <a:pt x="861902" y="276635"/>
                  </a:cubicBezTo>
                  <a:cubicBezTo>
                    <a:pt x="858949" y="261395"/>
                    <a:pt x="816849" y="259109"/>
                    <a:pt x="816849" y="255870"/>
                  </a:cubicBezTo>
                  <a:cubicBezTo>
                    <a:pt x="817516" y="251013"/>
                    <a:pt x="904384" y="275301"/>
                    <a:pt x="927720" y="238725"/>
                  </a:cubicBezTo>
                  <a:cubicBezTo>
                    <a:pt x="943246" y="214437"/>
                    <a:pt x="937435" y="179385"/>
                    <a:pt x="923529" y="157668"/>
                  </a:cubicBezTo>
                  <a:cubicBezTo>
                    <a:pt x="917719" y="148905"/>
                    <a:pt x="911242" y="143380"/>
                    <a:pt x="905336" y="138237"/>
                  </a:cubicBezTo>
                  <a:cubicBezTo>
                    <a:pt x="889144" y="124330"/>
                    <a:pt x="877428" y="121377"/>
                    <a:pt x="855425" y="112329"/>
                  </a:cubicBezTo>
                  <a:cubicBezTo>
                    <a:pt x="851234" y="110709"/>
                    <a:pt x="846662" y="108804"/>
                    <a:pt x="841804" y="106518"/>
                  </a:cubicBezTo>
                  <a:cubicBezTo>
                    <a:pt x="805228" y="90326"/>
                    <a:pt x="784750" y="80610"/>
                    <a:pt x="778940" y="61465"/>
                  </a:cubicBezTo>
                  <a:cubicBezTo>
                    <a:pt x="777034" y="54702"/>
                    <a:pt x="778654" y="52702"/>
                    <a:pt x="775034" y="34890"/>
                  </a:cubicBezTo>
                  <a:cubicBezTo>
                    <a:pt x="770843" y="14793"/>
                    <a:pt x="768271" y="3172"/>
                    <a:pt x="761413" y="505"/>
                  </a:cubicBezTo>
                  <a:cubicBezTo>
                    <a:pt x="758175" y="-828"/>
                    <a:pt x="749698" y="-1114"/>
                    <a:pt x="730933" y="20889"/>
                  </a:cubicBezTo>
                  <a:cubicBezTo>
                    <a:pt x="701120" y="56226"/>
                    <a:pt x="692357" y="93850"/>
                    <a:pt x="687214" y="110709"/>
                  </a:cubicBezTo>
                  <a:cubicBezTo>
                    <a:pt x="677498" y="141189"/>
                    <a:pt x="654448" y="181004"/>
                    <a:pt x="593869" y="220628"/>
                  </a:cubicBezTo>
                  <a:cubicBezTo>
                    <a:pt x="417847" y="252727"/>
                    <a:pt x="322882" y="281207"/>
                    <a:pt x="268495" y="301686"/>
                  </a:cubicBezTo>
                  <a:cubicBezTo>
                    <a:pt x="250683" y="308448"/>
                    <a:pt x="232871" y="315973"/>
                    <a:pt x="202677" y="325022"/>
                  </a:cubicBezTo>
                  <a:cubicBezTo>
                    <a:pt x="195914" y="326927"/>
                    <a:pt x="189056" y="328927"/>
                    <a:pt x="182865" y="330546"/>
                  </a:cubicBezTo>
                  <a:cubicBezTo>
                    <a:pt x="149527" y="339595"/>
                    <a:pt x="125143" y="342834"/>
                    <a:pt x="105712" y="345501"/>
                  </a:cubicBezTo>
                  <a:cubicBezTo>
                    <a:pt x="82090" y="348739"/>
                    <a:pt x="66184" y="350644"/>
                    <a:pt x="51610" y="359121"/>
                  </a:cubicBezTo>
                  <a:cubicBezTo>
                    <a:pt x="47705" y="361026"/>
                    <a:pt x="44181" y="363693"/>
                    <a:pt x="40561" y="366551"/>
                  </a:cubicBezTo>
                  <a:cubicBezTo>
                    <a:pt x="1318" y="399603"/>
                    <a:pt x="-12874" y="471516"/>
                    <a:pt x="13320" y="50847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3" name="Google Shape;1233;p41">
              <a:extLst>
                <a:ext uri="{FF2B5EF4-FFF2-40B4-BE49-F238E27FC236}">
                  <a16:creationId xmlns:a16="http://schemas.microsoft.com/office/drawing/2014/main" id="{EB2A8530-84BE-EA24-223E-74F8A88F99CE}"/>
                </a:ext>
              </a:extLst>
            </p:cNvPr>
            <p:cNvSpPr/>
            <p:nvPr/>
          </p:nvSpPr>
          <p:spPr>
            <a:xfrm>
              <a:off x="4566554" y="4262391"/>
              <a:ext cx="277876" cy="584557"/>
            </a:xfrm>
            <a:custGeom>
              <a:avLst/>
              <a:gdLst/>
              <a:ahLst/>
              <a:cxnLst/>
              <a:rect l="l" t="t" r="r" b="b"/>
              <a:pathLst>
                <a:path w="200271" h="421302" extrusionOk="0">
                  <a:moveTo>
                    <a:pt x="125635" y="0"/>
                  </a:moveTo>
                  <a:cubicBezTo>
                    <a:pt x="136493" y="75819"/>
                    <a:pt x="151162" y="134588"/>
                    <a:pt x="162782" y="174879"/>
                  </a:cubicBezTo>
                  <a:cubicBezTo>
                    <a:pt x="177546" y="226219"/>
                    <a:pt x="201454" y="263747"/>
                    <a:pt x="183737" y="295751"/>
                  </a:cubicBezTo>
                  <a:cubicBezTo>
                    <a:pt x="176403" y="308991"/>
                    <a:pt x="158020" y="329184"/>
                    <a:pt x="159734" y="358235"/>
                  </a:cubicBezTo>
                  <a:cubicBezTo>
                    <a:pt x="160115" y="365093"/>
                    <a:pt x="161639" y="370713"/>
                    <a:pt x="162782" y="374428"/>
                  </a:cubicBezTo>
                  <a:cubicBezTo>
                    <a:pt x="183451" y="371856"/>
                    <a:pt x="199263" y="384238"/>
                    <a:pt x="200216" y="396716"/>
                  </a:cubicBezTo>
                  <a:cubicBezTo>
                    <a:pt x="201168" y="408146"/>
                    <a:pt x="189643" y="417100"/>
                    <a:pt x="188404" y="417957"/>
                  </a:cubicBezTo>
                  <a:cubicBezTo>
                    <a:pt x="173546" y="421386"/>
                    <a:pt x="151067" y="423862"/>
                    <a:pt x="126301" y="416624"/>
                  </a:cubicBezTo>
                  <a:cubicBezTo>
                    <a:pt x="114681" y="413194"/>
                    <a:pt x="98774" y="408527"/>
                    <a:pt x="87821" y="394716"/>
                  </a:cubicBezTo>
                  <a:cubicBezTo>
                    <a:pt x="75438" y="379095"/>
                    <a:pt x="75819" y="360140"/>
                    <a:pt x="75629" y="351187"/>
                  </a:cubicBezTo>
                  <a:cubicBezTo>
                    <a:pt x="75152" y="312801"/>
                    <a:pt x="56674" y="276701"/>
                    <a:pt x="48578" y="239077"/>
                  </a:cubicBezTo>
                  <a:cubicBezTo>
                    <a:pt x="40196" y="200215"/>
                    <a:pt x="25908" y="138398"/>
                    <a:pt x="0" y="37147"/>
                  </a:cubicBezTo>
                  <a:lnTo>
                    <a:pt x="125635"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4" name="Google Shape;1234;p41">
              <a:extLst>
                <a:ext uri="{FF2B5EF4-FFF2-40B4-BE49-F238E27FC236}">
                  <a16:creationId xmlns:a16="http://schemas.microsoft.com/office/drawing/2014/main" id="{A9EAB80D-78DF-9495-A1A4-4DC2E7BCCE82}"/>
                </a:ext>
              </a:extLst>
            </p:cNvPr>
            <p:cNvSpPr/>
            <p:nvPr/>
          </p:nvSpPr>
          <p:spPr>
            <a:xfrm>
              <a:off x="3684691" y="4051037"/>
              <a:ext cx="469473" cy="745774"/>
            </a:xfrm>
            <a:custGeom>
              <a:avLst/>
              <a:gdLst/>
              <a:ahLst/>
              <a:cxnLst/>
              <a:rect l="l" t="t" r="r" b="b"/>
              <a:pathLst>
                <a:path w="338359" h="537495" extrusionOk="0">
                  <a:moveTo>
                    <a:pt x="338264" y="91821"/>
                  </a:moveTo>
                  <a:cubicBezTo>
                    <a:pt x="336264" y="169736"/>
                    <a:pt x="313023" y="219075"/>
                    <a:pt x="282924" y="251174"/>
                  </a:cubicBezTo>
                  <a:cubicBezTo>
                    <a:pt x="222250" y="315754"/>
                    <a:pt x="139287" y="304229"/>
                    <a:pt x="110045" y="364617"/>
                  </a:cubicBezTo>
                  <a:cubicBezTo>
                    <a:pt x="91091" y="403670"/>
                    <a:pt x="105283" y="450723"/>
                    <a:pt x="122904" y="487680"/>
                  </a:cubicBezTo>
                  <a:cubicBezTo>
                    <a:pt x="124047" y="488156"/>
                    <a:pt x="144145" y="497300"/>
                    <a:pt x="146526" y="517207"/>
                  </a:cubicBezTo>
                  <a:cubicBezTo>
                    <a:pt x="147574" y="526542"/>
                    <a:pt x="144335" y="533972"/>
                    <a:pt x="142431" y="537496"/>
                  </a:cubicBezTo>
                  <a:lnTo>
                    <a:pt x="41085" y="537496"/>
                  </a:lnTo>
                  <a:cubicBezTo>
                    <a:pt x="30512" y="447199"/>
                    <a:pt x="17558" y="386524"/>
                    <a:pt x="6033" y="344424"/>
                  </a:cubicBezTo>
                  <a:cubicBezTo>
                    <a:pt x="1841" y="328993"/>
                    <a:pt x="-5778" y="302895"/>
                    <a:pt x="7366" y="283655"/>
                  </a:cubicBezTo>
                  <a:cubicBezTo>
                    <a:pt x="23749" y="259747"/>
                    <a:pt x="55086" y="273367"/>
                    <a:pt x="80327" y="252603"/>
                  </a:cubicBezTo>
                  <a:cubicBezTo>
                    <a:pt x="110617" y="227647"/>
                    <a:pt x="94424" y="184213"/>
                    <a:pt x="107379" y="125635"/>
                  </a:cubicBezTo>
                  <a:cubicBezTo>
                    <a:pt x="114618" y="92678"/>
                    <a:pt x="132620" y="48196"/>
                    <a:pt x="180340" y="0"/>
                  </a:cubicBezTo>
                  <a:lnTo>
                    <a:pt x="338360" y="9182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5" name="Google Shape;1235;p41">
              <a:extLst>
                <a:ext uri="{FF2B5EF4-FFF2-40B4-BE49-F238E27FC236}">
                  <a16:creationId xmlns:a16="http://schemas.microsoft.com/office/drawing/2014/main" id="{CD112D26-B5ED-86C8-D2C3-D2468BCC4F18}"/>
                </a:ext>
              </a:extLst>
            </p:cNvPr>
            <p:cNvSpPr/>
            <p:nvPr/>
          </p:nvSpPr>
          <p:spPr>
            <a:xfrm>
              <a:off x="3903431" y="4021089"/>
              <a:ext cx="469473" cy="745774"/>
            </a:xfrm>
            <a:custGeom>
              <a:avLst/>
              <a:gdLst/>
              <a:ahLst/>
              <a:cxnLst/>
              <a:rect l="l" t="t" r="r" b="b"/>
              <a:pathLst>
                <a:path w="338359" h="537495" extrusionOk="0">
                  <a:moveTo>
                    <a:pt x="338265" y="91821"/>
                  </a:moveTo>
                  <a:cubicBezTo>
                    <a:pt x="336264" y="169736"/>
                    <a:pt x="313023" y="219075"/>
                    <a:pt x="282924" y="251174"/>
                  </a:cubicBezTo>
                  <a:cubicBezTo>
                    <a:pt x="222250" y="315754"/>
                    <a:pt x="139287" y="304229"/>
                    <a:pt x="110045" y="364617"/>
                  </a:cubicBezTo>
                  <a:cubicBezTo>
                    <a:pt x="91091" y="403670"/>
                    <a:pt x="105283" y="450723"/>
                    <a:pt x="122904" y="487680"/>
                  </a:cubicBezTo>
                  <a:cubicBezTo>
                    <a:pt x="124047" y="488156"/>
                    <a:pt x="144145" y="497300"/>
                    <a:pt x="146526" y="517208"/>
                  </a:cubicBezTo>
                  <a:cubicBezTo>
                    <a:pt x="147574" y="526542"/>
                    <a:pt x="144336" y="533972"/>
                    <a:pt x="142431" y="537496"/>
                  </a:cubicBezTo>
                  <a:lnTo>
                    <a:pt x="41085" y="537496"/>
                  </a:lnTo>
                  <a:cubicBezTo>
                    <a:pt x="30512" y="447199"/>
                    <a:pt x="17558" y="386620"/>
                    <a:pt x="6033" y="344424"/>
                  </a:cubicBezTo>
                  <a:cubicBezTo>
                    <a:pt x="1841" y="328994"/>
                    <a:pt x="-5778" y="302895"/>
                    <a:pt x="7366" y="283655"/>
                  </a:cubicBezTo>
                  <a:cubicBezTo>
                    <a:pt x="23749" y="259747"/>
                    <a:pt x="55086" y="273367"/>
                    <a:pt x="80328" y="252603"/>
                  </a:cubicBezTo>
                  <a:cubicBezTo>
                    <a:pt x="110617" y="227648"/>
                    <a:pt x="94424" y="184214"/>
                    <a:pt x="107379" y="125635"/>
                  </a:cubicBezTo>
                  <a:cubicBezTo>
                    <a:pt x="114618" y="92678"/>
                    <a:pt x="132620" y="48196"/>
                    <a:pt x="180340" y="0"/>
                  </a:cubicBezTo>
                  <a:lnTo>
                    <a:pt x="338360" y="9182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6" name="Google Shape;1236;p41">
              <a:extLst>
                <a:ext uri="{FF2B5EF4-FFF2-40B4-BE49-F238E27FC236}">
                  <a16:creationId xmlns:a16="http://schemas.microsoft.com/office/drawing/2014/main" id="{25411B79-A0B4-C269-BCB5-62D020998796}"/>
                </a:ext>
              </a:extLst>
            </p:cNvPr>
            <p:cNvSpPr/>
            <p:nvPr/>
          </p:nvSpPr>
          <p:spPr>
            <a:xfrm>
              <a:off x="3789105" y="3689517"/>
              <a:ext cx="355494" cy="359636"/>
            </a:xfrm>
            <a:custGeom>
              <a:avLst/>
              <a:gdLst/>
              <a:ahLst/>
              <a:cxnLst/>
              <a:rect l="l" t="t" r="r" b="b"/>
              <a:pathLst>
                <a:path w="256212" h="259197" extrusionOk="0">
                  <a:moveTo>
                    <a:pt x="12086" y="162996"/>
                  </a:moveTo>
                  <a:cubicBezTo>
                    <a:pt x="29898" y="207096"/>
                    <a:pt x="67141" y="231385"/>
                    <a:pt x="98002" y="244625"/>
                  </a:cubicBezTo>
                  <a:cubicBezTo>
                    <a:pt x="123624" y="255293"/>
                    <a:pt x="144960" y="258531"/>
                    <a:pt x="147913" y="259198"/>
                  </a:cubicBezTo>
                  <a:lnTo>
                    <a:pt x="169344" y="250816"/>
                  </a:lnTo>
                  <a:lnTo>
                    <a:pt x="256212" y="215859"/>
                  </a:lnTo>
                  <a:cubicBezTo>
                    <a:pt x="247164" y="216526"/>
                    <a:pt x="238019" y="216526"/>
                    <a:pt x="229352" y="216145"/>
                  </a:cubicBezTo>
                  <a:cubicBezTo>
                    <a:pt x="170011" y="214526"/>
                    <a:pt x="120481" y="192809"/>
                    <a:pt x="100383" y="153947"/>
                  </a:cubicBezTo>
                  <a:cubicBezTo>
                    <a:pt x="85143" y="124419"/>
                    <a:pt x="80952" y="74222"/>
                    <a:pt x="102288" y="59649"/>
                  </a:cubicBezTo>
                  <a:cubicBezTo>
                    <a:pt x="111051" y="54125"/>
                    <a:pt x="124958" y="53172"/>
                    <a:pt x="132768" y="59649"/>
                  </a:cubicBezTo>
                  <a:cubicBezTo>
                    <a:pt x="148294" y="72889"/>
                    <a:pt x="128863" y="109275"/>
                    <a:pt x="139912" y="115371"/>
                  </a:cubicBezTo>
                  <a:cubicBezTo>
                    <a:pt x="144484" y="118323"/>
                    <a:pt x="152866" y="114418"/>
                    <a:pt x="161343" y="107560"/>
                  </a:cubicBezTo>
                  <a:cubicBezTo>
                    <a:pt x="167153" y="102702"/>
                    <a:pt x="172678" y="96225"/>
                    <a:pt x="176583" y="89367"/>
                  </a:cubicBezTo>
                  <a:cubicBezTo>
                    <a:pt x="186585" y="71841"/>
                    <a:pt x="188299" y="47838"/>
                    <a:pt x="177250" y="29455"/>
                  </a:cubicBezTo>
                  <a:cubicBezTo>
                    <a:pt x="158486" y="-2644"/>
                    <a:pt x="113052" y="-358"/>
                    <a:pt x="101050" y="309"/>
                  </a:cubicBezTo>
                  <a:cubicBezTo>
                    <a:pt x="95240" y="594"/>
                    <a:pt x="47615" y="3833"/>
                    <a:pt x="18754" y="43457"/>
                  </a:cubicBezTo>
                  <a:cubicBezTo>
                    <a:pt x="-16584" y="92415"/>
                    <a:pt x="8086" y="152994"/>
                    <a:pt x="12277" y="16309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7" name="Google Shape;1237;p41">
              <a:extLst>
                <a:ext uri="{FF2B5EF4-FFF2-40B4-BE49-F238E27FC236}">
                  <a16:creationId xmlns:a16="http://schemas.microsoft.com/office/drawing/2014/main" id="{BE38645E-B1D0-A0DF-F77A-EC41C94024F5}"/>
                </a:ext>
              </a:extLst>
            </p:cNvPr>
            <p:cNvSpPr/>
            <p:nvPr/>
          </p:nvSpPr>
          <p:spPr>
            <a:xfrm>
              <a:off x="3870206" y="3531323"/>
              <a:ext cx="1171014" cy="722104"/>
            </a:xfrm>
            <a:custGeom>
              <a:avLst/>
              <a:gdLst/>
              <a:ahLst/>
              <a:cxnLst/>
              <a:rect l="l" t="t" r="r" b="b"/>
              <a:pathLst>
                <a:path w="843974" h="520435" extrusionOk="0">
                  <a:moveTo>
                    <a:pt x="21257" y="299590"/>
                  </a:moveTo>
                  <a:cubicBezTo>
                    <a:pt x="41640" y="328451"/>
                    <a:pt x="63357" y="318354"/>
                    <a:pt x="93551" y="345310"/>
                  </a:cubicBezTo>
                  <a:cubicBezTo>
                    <a:pt x="95171" y="346929"/>
                    <a:pt x="96790" y="348548"/>
                    <a:pt x="98409" y="350168"/>
                  </a:cubicBezTo>
                  <a:cubicBezTo>
                    <a:pt x="103934" y="355692"/>
                    <a:pt x="107839" y="360550"/>
                    <a:pt x="110696" y="365122"/>
                  </a:cubicBezTo>
                  <a:cubicBezTo>
                    <a:pt x="122984" y="383886"/>
                    <a:pt x="121364" y="397507"/>
                    <a:pt x="143462" y="422463"/>
                  </a:cubicBezTo>
                  <a:cubicBezTo>
                    <a:pt x="149654" y="429225"/>
                    <a:pt x="156131" y="435417"/>
                    <a:pt x="223853" y="475898"/>
                  </a:cubicBezTo>
                  <a:cubicBezTo>
                    <a:pt x="293862" y="517427"/>
                    <a:pt x="310436" y="524856"/>
                    <a:pt x="327200" y="518379"/>
                  </a:cubicBezTo>
                  <a:cubicBezTo>
                    <a:pt x="341487" y="512855"/>
                    <a:pt x="343392" y="502187"/>
                    <a:pt x="362156" y="496662"/>
                  </a:cubicBezTo>
                  <a:cubicBezTo>
                    <a:pt x="382921" y="491138"/>
                    <a:pt x="401018" y="497996"/>
                    <a:pt x="409496" y="500853"/>
                  </a:cubicBezTo>
                  <a:cubicBezTo>
                    <a:pt x="430546" y="507997"/>
                    <a:pt x="468170" y="516760"/>
                    <a:pt x="501507" y="516379"/>
                  </a:cubicBezTo>
                  <a:cubicBezTo>
                    <a:pt x="517414" y="516379"/>
                    <a:pt x="531987" y="514093"/>
                    <a:pt x="543322" y="508949"/>
                  </a:cubicBezTo>
                  <a:cubicBezTo>
                    <a:pt x="546560" y="507616"/>
                    <a:pt x="549513" y="505997"/>
                    <a:pt x="552085" y="504092"/>
                  </a:cubicBezTo>
                  <a:cubicBezTo>
                    <a:pt x="584851" y="480470"/>
                    <a:pt x="543989" y="436369"/>
                    <a:pt x="576374" y="366360"/>
                  </a:cubicBezTo>
                  <a:cubicBezTo>
                    <a:pt x="605901" y="302828"/>
                    <a:pt x="666766" y="280159"/>
                    <a:pt x="661908" y="225390"/>
                  </a:cubicBezTo>
                  <a:cubicBezTo>
                    <a:pt x="660956" y="212722"/>
                    <a:pt x="656384" y="200720"/>
                    <a:pt x="663527" y="194244"/>
                  </a:cubicBezTo>
                  <a:cubicBezTo>
                    <a:pt x="679434" y="179670"/>
                    <a:pt x="724773" y="224057"/>
                    <a:pt x="749729" y="209198"/>
                  </a:cubicBezTo>
                  <a:cubicBezTo>
                    <a:pt x="775637" y="193672"/>
                    <a:pt x="751824" y="131664"/>
                    <a:pt x="776970" y="117472"/>
                  </a:cubicBezTo>
                  <a:cubicBezTo>
                    <a:pt x="801545" y="103565"/>
                    <a:pt x="851265" y="123187"/>
                    <a:pt x="843074" y="112328"/>
                  </a:cubicBezTo>
                  <a:cubicBezTo>
                    <a:pt x="840311" y="111185"/>
                    <a:pt x="835454" y="109185"/>
                    <a:pt x="829453" y="106518"/>
                  </a:cubicBezTo>
                  <a:cubicBezTo>
                    <a:pt x="792877" y="90326"/>
                    <a:pt x="772398" y="80610"/>
                    <a:pt x="766588" y="61465"/>
                  </a:cubicBezTo>
                  <a:cubicBezTo>
                    <a:pt x="764683" y="54702"/>
                    <a:pt x="766302" y="52702"/>
                    <a:pt x="762683" y="34890"/>
                  </a:cubicBezTo>
                  <a:cubicBezTo>
                    <a:pt x="758492" y="14793"/>
                    <a:pt x="755920" y="3172"/>
                    <a:pt x="749062" y="505"/>
                  </a:cubicBezTo>
                  <a:cubicBezTo>
                    <a:pt x="745823" y="-828"/>
                    <a:pt x="737346" y="-1114"/>
                    <a:pt x="718582" y="20889"/>
                  </a:cubicBezTo>
                  <a:cubicBezTo>
                    <a:pt x="688769" y="56226"/>
                    <a:pt x="680006" y="93850"/>
                    <a:pt x="674862" y="110709"/>
                  </a:cubicBezTo>
                  <a:cubicBezTo>
                    <a:pt x="665147" y="141189"/>
                    <a:pt x="642096" y="181004"/>
                    <a:pt x="581517" y="220628"/>
                  </a:cubicBezTo>
                  <a:cubicBezTo>
                    <a:pt x="405495" y="252727"/>
                    <a:pt x="310531" y="281207"/>
                    <a:pt x="256143" y="301685"/>
                  </a:cubicBezTo>
                  <a:cubicBezTo>
                    <a:pt x="238331" y="308448"/>
                    <a:pt x="220520" y="315973"/>
                    <a:pt x="190325" y="325022"/>
                  </a:cubicBezTo>
                  <a:cubicBezTo>
                    <a:pt x="183563" y="326927"/>
                    <a:pt x="176705" y="328927"/>
                    <a:pt x="170513" y="330546"/>
                  </a:cubicBezTo>
                  <a:cubicBezTo>
                    <a:pt x="111173" y="328927"/>
                    <a:pt x="61643" y="307210"/>
                    <a:pt x="41545" y="268348"/>
                  </a:cubicBezTo>
                  <a:cubicBezTo>
                    <a:pt x="26305" y="238820"/>
                    <a:pt x="22114" y="188624"/>
                    <a:pt x="43450" y="174051"/>
                  </a:cubicBezTo>
                  <a:cubicBezTo>
                    <a:pt x="52213" y="168526"/>
                    <a:pt x="66119" y="167573"/>
                    <a:pt x="73930" y="174051"/>
                  </a:cubicBezTo>
                  <a:cubicBezTo>
                    <a:pt x="89456" y="187290"/>
                    <a:pt x="70025" y="223676"/>
                    <a:pt x="81074" y="229772"/>
                  </a:cubicBezTo>
                  <a:cubicBezTo>
                    <a:pt x="85646" y="232724"/>
                    <a:pt x="94028" y="228819"/>
                    <a:pt x="102505" y="221961"/>
                  </a:cubicBezTo>
                  <a:cubicBezTo>
                    <a:pt x="102791" y="217389"/>
                    <a:pt x="102791" y="212531"/>
                    <a:pt x="102219" y="206435"/>
                  </a:cubicBezTo>
                  <a:cubicBezTo>
                    <a:pt x="101267" y="195386"/>
                    <a:pt x="97647" y="160430"/>
                    <a:pt x="77930" y="151952"/>
                  </a:cubicBezTo>
                  <a:cubicBezTo>
                    <a:pt x="57547" y="142904"/>
                    <a:pt x="25733" y="165573"/>
                    <a:pt x="11160" y="190243"/>
                  </a:cubicBezTo>
                  <a:cubicBezTo>
                    <a:pt x="-9604" y="225581"/>
                    <a:pt x="1445" y="271301"/>
                    <a:pt x="21161" y="29978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8" name="Google Shape;1238;p41">
              <a:extLst>
                <a:ext uri="{FF2B5EF4-FFF2-40B4-BE49-F238E27FC236}">
                  <a16:creationId xmlns:a16="http://schemas.microsoft.com/office/drawing/2014/main" id="{5B6F38DC-9141-3519-530E-7E521534E457}"/>
                </a:ext>
              </a:extLst>
            </p:cNvPr>
            <p:cNvSpPr/>
            <p:nvPr/>
          </p:nvSpPr>
          <p:spPr>
            <a:xfrm>
              <a:off x="5098856" y="3747167"/>
              <a:ext cx="56733" cy="81460"/>
            </a:xfrm>
            <a:custGeom>
              <a:avLst/>
              <a:gdLst/>
              <a:ahLst/>
              <a:cxnLst/>
              <a:rect l="l" t="t" r="r" b="b"/>
              <a:pathLst>
                <a:path w="40889" h="58710" extrusionOk="0">
                  <a:moveTo>
                    <a:pt x="216" y="8026"/>
                  </a:moveTo>
                  <a:cubicBezTo>
                    <a:pt x="-1594" y="13931"/>
                    <a:pt x="8217" y="17646"/>
                    <a:pt x="20314" y="35744"/>
                  </a:cubicBezTo>
                  <a:cubicBezTo>
                    <a:pt x="30029" y="50317"/>
                    <a:pt x="31172" y="59080"/>
                    <a:pt x="34601" y="58699"/>
                  </a:cubicBezTo>
                  <a:cubicBezTo>
                    <a:pt x="39269" y="58127"/>
                    <a:pt x="42412" y="41554"/>
                    <a:pt x="40126" y="27266"/>
                  </a:cubicBezTo>
                  <a:cubicBezTo>
                    <a:pt x="38792" y="18694"/>
                    <a:pt x="36983" y="7359"/>
                    <a:pt x="27458" y="2406"/>
                  </a:cubicBezTo>
                  <a:cubicBezTo>
                    <a:pt x="17171" y="-2928"/>
                    <a:pt x="2121" y="1358"/>
                    <a:pt x="121" y="793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9" name="Google Shape;1239;p41">
              <a:extLst>
                <a:ext uri="{FF2B5EF4-FFF2-40B4-BE49-F238E27FC236}">
                  <a16:creationId xmlns:a16="http://schemas.microsoft.com/office/drawing/2014/main" id="{E7426785-390B-BEF9-B7B9-261203DA6C66}"/>
                </a:ext>
              </a:extLst>
            </p:cNvPr>
            <p:cNvSpPr/>
            <p:nvPr/>
          </p:nvSpPr>
          <p:spPr>
            <a:xfrm>
              <a:off x="4988995" y="3698650"/>
              <a:ext cx="22466" cy="54713"/>
            </a:xfrm>
            <a:custGeom>
              <a:avLst/>
              <a:gdLst/>
              <a:ahLst/>
              <a:cxnLst/>
              <a:rect l="l" t="t" r="r" b="b"/>
              <a:pathLst>
                <a:path w="16192" h="39433" extrusionOk="0">
                  <a:moveTo>
                    <a:pt x="0" y="19717"/>
                  </a:moveTo>
                  <a:cubicBezTo>
                    <a:pt x="0" y="30671"/>
                    <a:pt x="3619" y="39433"/>
                    <a:pt x="8096" y="39433"/>
                  </a:cubicBezTo>
                  <a:cubicBezTo>
                    <a:pt x="12573" y="39433"/>
                    <a:pt x="16192" y="30575"/>
                    <a:pt x="16192" y="19717"/>
                  </a:cubicBezTo>
                  <a:cubicBezTo>
                    <a:pt x="16192" y="8858"/>
                    <a:pt x="12573" y="0"/>
                    <a:pt x="8096" y="0"/>
                  </a:cubicBezTo>
                  <a:cubicBezTo>
                    <a:pt x="3619" y="0"/>
                    <a:pt x="0" y="8858"/>
                    <a:pt x="0" y="19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0" name="Google Shape;1240;p41">
              <a:extLst>
                <a:ext uri="{FF2B5EF4-FFF2-40B4-BE49-F238E27FC236}">
                  <a16:creationId xmlns:a16="http://schemas.microsoft.com/office/drawing/2014/main" id="{43CC5212-DDFB-AC5F-2B87-0D5DDE6033C5}"/>
                </a:ext>
              </a:extLst>
            </p:cNvPr>
            <p:cNvSpPr/>
            <p:nvPr/>
          </p:nvSpPr>
          <p:spPr>
            <a:xfrm>
              <a:off x="4515810" y="4373432"/>
              <a:ext cx="110202" cy="128899"/>
            </a:xfrm>
            <a:custGeom>
              <a:avLst/>
              <a:gdLst/>
              <a:ahLst/>
              <a:cxnLst/>
              <a:rect l="l" t="t" r="r" b="b"/>
              <a:pathLst>
                <a:path w="79425" h="92900" extrusionOk="0">
                  <a:moveTo>
                    <a:pt x="77117" y="92901"/>
                  </a:moveTo>
                  <a:cubicBezTo>
                    <a:pt x="76165" y="92901"/>
                    <a:pt x="75307" y="92329"/>
                    <a:pt x="75022" y="91472"/>
                  </a:cubicBezTo>
                  <a:lnTo>
                    <a:pt x="47114" y="13653"/>
                  </a:lnTo>
                  <a:lnTo>
                    <a:pt x="1774" y="4414"/>
                  </a:lnTo>
                  <a:cubicBezTo>
                    <a:pt x="536" y="4128"/>
                    <a:pt x="-226" y="2985"/>
                    <a:pt x="60" y="1747"/>
                  </a:cubicBezTo>
                  <a:cubicBezTo>
                    <a:pt x="346" y="508"/>
                    <a:pt x="1489" y="-158"/>
                    <a:pt x="2727" y="32"/>
                  </a:cubicBezTo>
                  <a:lnTo>
                    <a:pt x="49304" y="9462"/>
                  </a:lnTo>
                  <a:cubicBezTo>
                    <a:pt x="50066" y="9652"/>
                    <a:pt x="50733" y="10129"/>
                    <a:pt x="50923" y="10891"/>
                  </a:cubicBezTo>
                  <a:lnTo>
                    <a:pt x="79308" y="89853"/>
                  </a:lnTo>
                  <a:cubicBezTo>
                    <a:pt x="79689" y="90996"/>
                    <a:pt x="79118" y="92329"/>
                    <a:pt x="77974" y="92710"/>
                  </a:cubicBezTo>
                  <a:cubicBezTo>
                    <a:pt x="77689" y="92710"/>
                    <a:pt x="77498" y="92806"/>
                    <a:pt x="77212" y="9280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1" name="Google Shape;1241;p41">
              <a:extLst>
                <a:ext uri="{FF2B5EF4-FFF2-40B4-BE49-F238E27FC236}">
                  <a16:creationId xmlns:a16="http://schemas.microsoft.com/office/drawing/2014/main" id="{829EFB5C-A6A9-D2F4-D25C-9D18F5469573}"/>
                </a:ext>
              </a:extLst>
            </p:cNvPr>
            <p:cNvSpPr/>
            <p:nvPr/>
          </p:nvSpPr>
          <p:spPr>
            <a:xfrm>
              <a:off x="4731832" y="4304130"/>
              <a:ext cx="23982" cy="54928"/>
            </a:xfrm>
            <a:custGeom>
              <a:avLst/>
              <a:gdLst/>
              <a:ahLst/>
              <a:cxnLst/>
              <a:rect l="l" t="t" r="r" b="b"/>
              <a:pathLst>
                <a:path w="17284" h="39588" extrusionOk="0">
                  <a:moveTo>
                    <a:pt x="15072" y="39589"/>
                  </a:moveTo>
                  <a:cubicBezTo>
                    <a:pt x="14119" y="39589"/>
                    <a:pt x="13262" y="39018"/>
                    <a:pt x="12976" y="38160"/>
                  </a:cubicBezTo>
                  <a:lnTo>
                    <a:pt x="118" y="3013"/>
                  </a:lnTo>
                  <a:cubicBezTo>
                    <a:pt x="-263" y="1870"/>
                    <a:pt x="308" y="537"/>
                    <a:pt x="1451" y="155"/>
                  </a:cubicBezTo>
                  <a:cubicBezTo>
                    <a:pt x="2594" y="-321"/>
                    <a:pt x="3928" y="346"/>
                    <a:pt x="4309" y="1489"/>
                  </a:cubicBezTo>
                  <a:lnTo>
                    <a:pt x="17167" y="36636"/>
                  </a:lnTo>
                  <a:cubicBezTo>
                    <a:pt x="17548" y="37779"/>
                    <a:pt x="16977" y="39113"/>
                    <a:pt x="15834" y="39494"/>
                  </a:cubicBezTo>
                  <a:cubicBezTo>
                    <a:pt x="15548" y="39589"/>
                    <a:pt x="15358" y="39589"/>
                    <a:pt x="15072" y="3958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2" name="Google Shape;1242;p41">
              <a:extLst>
                <a:ext uri="{FF2B5EF4-FFF2-40B4-BE49-F238E27FC236}">
                  <a16:creationId xmlns:a16="http://schemas.microsoft.com/office/drawing/2014/main" id="{7711ECE2-FA08-42E1-7AC0-ABD84816ECAA}"/>
                </a:ext>
              </a:extLst>
            </p:cNvPr>
            <p:cNvSpPr/>
            <p:nvPr/>
          </p:nvSpPr>
          <p:spPr>
            <a:xfrm>
              <a:off x="3914869" y="4064054"/>
              <a:ext cx="310900" cy="416478"/>
            </a:xfrm>
            <a:custGeom>
              <a:avLst/>
              <a:gdLst/>
              <a:ahLst/>
              <a:cxnLst/>
              <a:rect l="l" t="t" r="r" b="b"/>
              <a:pathLst>
                <a:path w="224072" h="300164" extrusionOk="0">
                  <a:moveTo>
                    <a:pt x="2251" y="300070"/>
                  </a:moveTo>
                  <a:cubicBezTo>
                    <a:pt x="1203" y="300070"/>
                    <a:pt x="346" y="299403"/>
                    <a:pt x="60" y="298355"/>
                  </a:cubicBezTo>
                  <a:cubicBezTo>
                    <a:pt x="-225" y="297117"/>
                    <a:pt x="537" y="295974"/>
                    <a:pt x="1679" y="295688"/>
                  </a:cubicBezTo>
                  <a:cubicBezTo>
                    <a:pt x="41494" y="286258"/>
                    <a:pt x="78356" y="269685"/>
                    <a:pt x="111312" y="246444"/>
                  </a:cubicBezTo>
                  <a:cubicBezTo>
                    <a:pt x="134839" y="229870"/>
                    <a:pt x="174177" y="202057"/>
                    <a:pt x="198657" y="151099"/>
                  </a:cubicBezTo>
                  <a:cubicBezTo>
                    <a:pt x="227232" y="91567"/>
                    <a:pt x="220374" y="32512"/>
                    <a:pt x="213706" y="2699"/>
                  </a:cubicBezTo>
                  <a:cubicBezTo>
                    <a:pt x="213420" y="1461"/>
                    <a:pt x="214182" y="318"/>
                    <a:pt x="215421" y="32"/>
                  </a:cubicBezTo>
                  <a:cubicBezTo>
                    <a:pt x="216659" y="-158"/>
                    <a:pt x="217802" y="508"/>
                    <a:pt x="218088" y="1747"/>
                  </a:cubicBezTo>
                  <a:cubicBezTo>
                    <a:pt x="224850" y="32227"/>
                    <a:pt x="231899" y="92329"/>
                    <a:pt x="202752" y="153099"/>
                  </a:cubicBezTo>
                  <a:cubicBezTo>
                    <a:pt x="177701" y="205201"/>
                    <a:pt x="137792" y="233299"/>
                    <a:pt x="113884" y="250159"/>
                  </a:cubicBezTo>
                  <a:cubicBezTo>
                    <a:pt x="80451" y="273781"/>
                    <a:pt x="43018" y="290545"/>
                    <a:pt x="2727" y="300165"/>
                  </a:cubicBezTo>
                  <a:cubicBezTo>
                    <a:pt x="2537" y="300165"/>
                    <a:pt x="2346" y="300165"/>
                    <a:pt x="2251" y="30016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3" name="Google Shape;1243;p41">
              <a:extLst>
                <a:ext uri="{FF2B5EF4-FFF2-40B4-BE49-F238E27FC236}">
                  <a16:creationId xmlns:a16="http://schemas.microsoft.com/office/drawing/2014/main" id="{614B682E-8145-9C0A-065A-03C71524908A}"/>
                </a:ext>
              </a:extLst>
            </p:cNvPr>
            <p:cNvSpPr/>
            <p:nvPr/>
          </p:nvSpPr>
          <p:spPr>
            <a:xfrm>
              <a:off x="4194111" y="4271402"/>
              <a:ext cx="144328" cy="43967"/>
            </a:xfrm>
            <a:custGeom>
              <a:avLst/>
              <a:gdLst/>
              <a:ahLst/>
              <a:cxnLst/>
              <a:rect l="l" t="t" r="r" b="b"/>
              <a:pathLst>
                <a:path w="104020" h="31688" extrusionOk="0">
                  <a:moveTo>
                    <a:pt x="101731" y="31689"/>
                  </a:moveTo>
                  <a:cubicBezTo>
                    <a:pt x="101159" y="31689"/>
                    <a:pt x="1623" y="4352"/>
                    <a:pt x="1623" y="4352"/>
                  </a:cubicBezTo>
                  <a:cubicBezTo>
                    <a:pt x="480" y="4067"/>
                    <a:pt x="-282" y="2828"/>
                    <a:pt x="99" y="1590"/>
                  </a:cubicBezTo>
                  <a:cubicBezTo>
                    <a:pt x="385" y="447"/>
                    <a:pt x="1623" y="-220"/>
                    <a:pt x="2861" y="66"/>
                  </a:cubicBezTo>
                  <a:lnTo>
                    <a:pt x="102398" y="27308"/>
                  </a:lnTo>
                  <a:cubicBezTo>
                    <a:pt x="103541" y="27593"/>
                    <a:pt x="104303" y="28831"/>
                    <a:pt x="103922" y="30070"/>
                  </a:cubicBezTo>
                  <a:cubicBezTo>
                    <a:pt x="103636" y="31022"/>
                    <a:pt x="102779" y="31689"/>
                    <a:pt x="101731" y="3168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4" name="Google Shape;1244;p41">
              <a:extLst>
                <a:ext uri="{FF2B5EF4-FFF2-40B4-BE49-F238E27FC236}">
                  <a16:creationId xmlns:a16="http://schemas.microsoft.com/office/drawing/2014/main" id="{313BD29C-2192-E937-239C-17E8A3A32157}"/>
                </a:ext>
              </a:extLst>
            </p:cNvPr>
            <p:cNvSpPr/>
            <p:nvPr/>
          </p:nvSpPr>
          <p:spPr>
            <a:xfrm>
              <a:off x="3795712" y="4529707"/>
              <a:ext cx="25721" cy="35526"/>
            </a:xfrm>
            <a:custGeom>
              <a:avLst/>
              <a:gdLst/>
              <a:ahLst/>
              <a:cxnLst/>
              <a:rect l="l" t="t" r="r" b="b"/>
              <a:pathLst>
                <a:path w="18538" h="25604" extrusionOk="0">
                  <a:moveTo>
                    <a:pt x="16365" y="25605"/>
                  </a:moveTo>
                  <a:cubicBezTo>
                    <a:pt x="15699" y="25605"/>
                    <a:pt x="14937" y="25224"/>
                    <a:pt x="14556" y="24652"/>
                  </a:cubicBezTo>
                  <a:lnTo>
                    <a:pt x="363" y="3411"/>
                  </a:lnTo>
                  <a:cubicBezTo>
                    <a:pt x="-303" y="2364"/>
                    <a:pt x="-18" y="1030"/>
                    <a:pt x="935" y="363"/>
                  </a:cubicBezTo>
                  <a:cubicBezTo>
                    <a:pt x="1983" y="-303"/>
                    <a:pt x="3316" y="-18"/>
                    <a:pt x="3983" y="935"/>
                  </a:cubicBezTo>
                  <a:lnTo>
                    <a:pt x="18175" y="22176"/>
                  </a:lnTo>
                  <a:cubicBezTo>
                    <a:pt x="18842" y="23223"/>
                    <a:pt x="18556" y="24557"/>
                    <a:pt x="17604" y="25224"/>
                  </a:cubicBezTo>
                  <a:cubicBezTo>
                    <a:pt x="17223" y="25509"/>
                    <a:pt x="16746" y="25605"/>
                    <a:pt x="16365" y="2560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5" name="Google Shape;1245;p41">
              <a:extLst>
                <a:ext uri="{FF2B5EF4-FFF2-40B4-BE49-F238E27FC236}">
                  <a16:creationId xmlns:a16="http://schemas.microsoft.com/office/drawing/2014/main" id="{15BE7C50-6B7C-1C2F-BACD-7088C999F168}"/>
                </a:ext>
              </a:extLst>
            </p:cNvPr>
            <p:cNvSpPr/>
            <p:nvPr/>
          </p:nvSpPr>
          <p:spPr>
            <a:xfrm>
              <a:off x="3733844" y="4420080"/>
              <a:ext cx="58217" cy="33007"/>
            </a:xfrm>
            <a:custGeom>
              <a:avLst/>
              <a:gdLst/>
              <a:ahLst/>
              <a:cxnLst/>
              <a:rect l="l" t="t" r="r" b="b"/>
              <a:pathLst>
                <a:path w="41958" h="23789" extrusionOk="0">
                  <a:moveTo>
                    <a:pt x="39696" y="23789"/>
                  </a:moveTo>
                  <a:cubicBezTo>
                    <a:pt x="39696" y="23789"/>
                    <a:pt x="39029" y="23789"/>
                    <a:pt x="38648" y="23504"/>
                  </a:cubicBezTo>
                  <a:lnTo>
                    <a:pt x="1215" y="4263"/>
                  </a:lnTo>
                  <a:cubicBezTo>
                    <a:pt x="72" y="3692"/>
                    <a:pt x="-309" y="2358"/>
                    <a:pt x="263" y="1215"/>
                  </a:cubicBezTo>
                  <a:cubicBezTo>
                    <a:pt x="834" y="72"/>
                    <a:pt x="2168" y="-309"/>
                    <a:pt x="3311" y="263"/>
                  </a:cubicBezTo>
                  <a:lnTo>
                    <a:pt x="40744" y="19503"/>
                  </a:lnTo>
                  <a:cubicBezTo>
                    <a:pt x="41887" y="20075"/>
                    <a:pt x="42268" y="21408"/>
                    <a:pt x="41696" y="22551"/>
                  </a:cubicBezTo>
                  <a:cubicBezTo>
                    <a:pt x="41315" y="23313"/>
                    <a:pt x="40553" y="23789"/>
                    <a:pt x="39696" y="2378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6" name="Google Shape;1246;p41">
              <a:extLst>
                <a:ext uri="{FF2B5EF4-FFF2-40B4-BE49-F238E27FC236}">
                  <a16:creationId xmlns:a16="http://schemas.microsoft.com/office/drawing/2014/main" id="{18097459-8D32-C797-224D-736FA0C94F85}"/>
                </a:ext>
              </a:extLst>
            </p:cNvPr>
            <p:cNvSpPr/>
            <p:nvPr/>
          </p:nvSpPr>
          <p:spPr>
            <a:xfrm>
              <a:off x="4007556" y="4558960"/>
              <a:ext cx="21695" cy="28689"/>
            </a:xfrm>
            <a:custGeom>
              <a:avLst/>
              <a:gdLst/>
              <a:ahLst/>
              <a:cxnLst/>
              <a:rect l="l" t="t" r="r" b="b"/>
              <a:pathLst>
                <a:path w="15636" h="20677" extrusionOk="0">
                  <a:moveTo>
                    <a:pt x="13343" y="20677"/>
                  </a:moveTo>
                  <a:cubicBezTo>
                    <a:pt x="12676" y="20677"/>
                    <a:pt x="11914" y="20296"/>
                    <a:pt x="11533" y="19725"/>
                  </a:cubicBezTo>
                  <a:lnTo>
                    <a:pt x="389" y="3532"/>
                  </a:lnTo>
                  <a:cubicBezTo>
                    <a:pt x="-278" y="2484"/>
                    <a:pt x="-87" y="1151"/>
                    <a:pt x="960" y="389"/>
                  </a:cubicBezTo>
                  <a:cubicBezTo>
                    <a:pt x="2008" y="-278"/>
                    <a:pt x="3342" y="-87"/>
                    <a:pt x="4104" y="960"/>
                  </a:cubicBezTo>
                  <a:lnTo>
                    <a:pt x="15248" y="17153"/>
                  </a:lnTo>
                  <a:cubicBezTo>
                    <a:pt x="15915" y="18201"/>
                    <a:pt x="15724" y="19534"/>
                    <a:pt x="14676" y="20296"/>
                  </a:cubicBezTo>
                  <a:cubicBezTo>
                    <a:pt x="14295" y="20582"/>
                    <a:pt x="13819" y="20677"/>
                    <a:pt x="13438" y="2067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7" name="Google Shape;1247;p41">
              <a:extLst>
                <a:ext uri="{FF2B5EF4-FFF2-40B4-BE49-F238E27FC236}">
                  <a16:creationId xmlns:a16="http://schemas.microsoft.com/office/drawing/2014/main" id="{823B44A8-B509-2271-9E2B-AD7773884EFC}"/>
                </a:ext>
              </a:extLst>
            </p:cNvPr>
            <p:cNvSpPr/>
            <p:nvPr/>
          </p:nvSpPr>
          <p:spPr>
            <a:xfrm>
              <a:off x="4936086" y="3833743"/>
              <a:ext cx="60492" cy="58419"/>
            </a:xfrm>
            <a:custGeom>
              <a:avLst/>
              <a:gdLst/>
              <a:ahLst/>
              <a:cxnLst/>
              <a:rect l="l" t="t" r="r" b="b"/>
              <a:pathLst>
                <a:path w="43598" h="42104" extrusionOk="0">
                  <a:moveTo>
                    <a:pt x="41342" y="42104"/>
                  </a:moveTo>
                  <a:cubicBezTo>
                    <a:pt x="34008" y="40390"/>
                    <a:pt x="24007" y="36485"/>
                    <a:pt x="14863" y="27626"/>
                  </a:cubicBezTo>
                  <a:cubicBezTo>
                    <a:pt x="6100" y="19054"/>
                    <a:pt x="2004" y="9434"/>
                    <a:pt x="99" y="2861"/>
                  </a:cubicBezTo>
                  <a:cubicBezTo>
                    <a:pt x="-282" y="1718"/>
                    <a:pt x="480" y="480"/>
                    <a:pt x="1623" y="99"/>
                  </a:cubicBezTo>
                  <a:cubicBezTo>
                    <a:pt x="2861" y="-282"/>
                    <a:pt x="4004" y="480"/>
                    <a:pt x="4385" y="1623"/>
                  </a:cubicBezTo>
                  <a:cubicBezTo>
                    <a:pt x="6100" y="7624"/>
                    <a:pt x="9910" y="16577"/>
                    <a:pt x="18006" y="24483"/>
                  </a:cubicBezTo>
                  <a:cubicBezTo>
                    <a:pt x="26388" y="32675"/>
                    <a:pt x="35627" y="36199"/>
                    <a:pt x="41914" y="37723"/>
                  </a:cubicBezTo>
                  <a:cubicBezTo>
                    <a:pt x="43152" y="38009"/>
                    <a:pt x="43819" y="39247"/>
                    <a:pt x="43533" y="40390"/>
                  </a:cubicBezTo>
                  <a:cubicBezTo>
                    <a:pt x="43247" y="41438"/>
                    <a:pt x="42390" y="42104"/>
                    <a:pt x="41342" y="4210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8" name="Google Shape;1248;p41">
              <a:extLst>
                <a:ext uri="{FF2B5EF4-FFF2-40B4-BE49-F238E27FC236}">
                  <a16:creationId xmlns:a16="http://schemas.microsoft.com/office/drawing/2014/main" id="{76E30211-6CED-C2DA-DA9E-0AE9BC533E75}"/>
                </a:ext>
              </a:extLst>
            </p:cNvPr>
            <p:cNvSpPr/>
            <p:nvPr/>
          </p:nvSpPr>
          <p:spPr>
            <a:xfrm>
              <a:off x="4975942" y="3695252"/>
              <a:ext cx="44560" cy="34328"/>
            </a:xfrm>
            <a:custGeom>
              <a:avLst/>
              <a:gdLst/>
              <a:ahLst/>
              <a:cxnLst/>
              <a:rect l="l" t="t" r="r" b="b"/>
              <a:pathLst>
                <a:path w="32115" h="24741" extrusionOk="0">
                  <a:moveTo>
                    <a:pt x="2185" y="24742"/>
                  </a:moveTo>
                  <a:cubicBezTo>
                    <a:pt x="1708" y="24742"/>
                    <a:pt x="1232" y="24551"/>
                    <a:pt x="851" y="24265"/>
                  </a:cubicBezTo>
                  <a:cubicBezTo>
                    <a:pt x="-101" y="23503"/>
                    <a:pt x="-292" y="22075"/>
                    <a:pt x="470" y="21122"/>
                  </a:cubicBezTo>
                  <a:cubicBezTo>
                    <a:pt x="2947" y="17979"/>
                    <a:pt x="5709" y="15026"/>
                    <a:pt x="8757" y="12359"/>
                  </a:cubicBezTo>
                  <a:cubicBezTo>
                    <a:pt x="14662" y="7120"/>
                    <a:pt x="21520" y="3025"/>
                    <a:pt x="29140" y="167"/>
                  </a:cubicBezTo>
                  <a:cubicBezTo>
                    <a:pt x="30283" y="-309"/>
                    <a:pt x="31617" y="262"/>
                    <a:pt x="31998" y="1501"/>
                  </a:cubicBezTo>
                  <a:cubicBezTo>
                    <a:pt x="32379" y="2644"/>
                    <a:pt x="31807" y="3977"/>
                    <a:pt x="30664" y="4358"/>
                  </a:cubicBezTo>
                  <a:cubicBezTo>
                    <a:pt x="23616" y="7025"/>
                    <a:pt x="17234" y="10835"/>
                    <a:pt x="11710" y="15693"/>
                  </a:cubicBezTo>
                  <a:cubicBezTo>
                    <a:pt x="8947" y="18169"/>
                    <a:pt x="6280" y="20932"/>
                    <a:pt x="3994" y="23884"/>
                  </a:cubicBezTo>
                  <a:cubicBezTo>
                    <a:pt x="3518" y="24456"/>
                    <a:pt x="2851" y="24742"/>
                    <a:pt x="2280" y="2474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9" name="Google Shape;1249;p41">
              <a:extLst>
                <a:ext uri="{FF2B5EF4-FFF2-40B4-BE49-F238E27FC236}">
                  <a16:creationId xmlns:a16="http://schemas.microsoft.com/office/drawing/2014/main" id="{A8B93917-9EA2-D6F9-5D71-6F75D27763CB}"/>
                </a:ext>
              </a:extLst>
            </p:cNvPr>
            <p:cNvSpPr/>
            <p:nvPr/>
          </p:nvSpPr>
          <p:spPr>
            <a:xfrm>
              <a:off x="4965117" y="3870556"/>
              <a:ext cx="70042" cy="117363"/>
            </a:xfrm>
            <a:custGeom>
              <a:avLst/>
              <a:gdLst/>
              <a:ahLst/>
              <a:cxnLst/>
              <a:rect l="l" t="t" r="r" b="b"/>
              <a:pathLst>
                <a:path w="50481" h="84586" extrusionOk="0">
                  <a:moveTo>
                    <a:pt x="856" y="42291"/>
                  </a:moveTo>
                  <a:cubicBezTo>
                    <a:pt x="3332" y="60769"/>
                    <a:pt x="12857" y="84963"/>
                    <a:pt x="22192" y="84582"/>
                  </a:cubicBezTo>
                  <a:cubicBezTo>
                    <a:pt x="30669" y="84296"/>
                    <a:pt x="36861" y="64198"/>
                    <a:pt x="43528" y="42291"/>
                  </a:cubicBezTo>
                  <a:cubicBezTo>
                    <a:pt x="47243" y="30289"/>
                    <a:pt x="49338" y="20288"/>
                    <a:pt x="50481" y="13621"/>
                  </a:cubicBezTo>
                  <a:cubicBezTo>
                    <a:pt x="35527" y="9049"/>
                    <a:pt x="20478" y="4477"/>
                    <a:pt x="5523" y="0"/>
                  </a:cubicBezTo>
                  <a:cubicBezTo>
                    <a:pt x="2380" y="8858"/>
                    <a:pt x="-1716" y="24003"/>
                    <a:pt x="761" y="4229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0" name="Google Shape;1250;p41">
              <a:extLst>
                <a:ext uri="{FF2B5EF4-FFF2-40B4-BE49-F238E27FC236}">
                  <a16:creationId xmlns:a16="http://schemas.microsoft.com/office/drawing/2014/main" id="{5BC6A388-A56C-C51B-924E-5203CD329DB0}"/>
                </a:ext>
              </a:extLst>
            </p:cNvPr>
            <p:cNvSpPr/>
            <p:nvPr/>
          </p:nvSpPr>
          <p:spPr>
            <a:xfrm>
              <a:off x="4668669" y="3807890"/>
              <a:ext cx="206167" cy="190044"/>
            </a:xfrm>
            <a:custGeom>
              <a:avLst/>
              <a:gdLst/>
              <a:ahLst/>
              <a:cxnLst/>
              <a:rect l="l" t="t" r="r" b="b"/>
              <a:pathLst>
                <a:path w="148589" h="136969" extrusionOk="0">
                  <a:moveTo>
                    <a:pt x="140875" y="136874"/>
                  </a:moveTo>
                  <a:lnTo>
                    <a:pt x="148590" y="105442"/>
                  </a:lnTo>
                  <a:cubicBezTo>
                    <a:pt x="126206" y="100013"/>
                    <a:pt x="105727" y="90297"/>
                    <a:pt x="87630" y="76771"/>
                  </a:cubicBezTo>
                  <a:cubicBezTo>
                    <a:pt x="54959" y="52388"/>
                    <a:pt x="38481" y="21526"/>
                    <a:pt x="30289" y="0"/>
                  </a:cubicBezTo>
                  <a:lnTo>
                    <a:pt x="0" y="11430"/>
                  </a:lnTo>
                  <a:cubicBezTo>
                    <a:pt x="9715" y="37052"/>
                    <a:pt x="29337" y="73723"/>
                    <a:pt x="68294" y="102775"/>
                  </a:cubicBezTo>
                  <a:cubicBezTo>
                    <a:pt x="89916" y="118872"/>
                    <a:pt x="114300" y="130397"/>
                    <a:pt x="140970" y="136969"/>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1" name="Google Shape;1251;p41">
              <a:extLst>
                <a:ext uri="{FF2B5EF4-FFF2-40B4-BE49-F238E27FC236}">
                  <a16:creationId xmlns:a16="http://schemas.microsoft.com/office/drawing/2014/main" id="{123F7D7D-4CEB-B990-074E-545E58F3CE91}"/>
                </a:ext>
              </a:extLst>
            </p:cNvPr>
            <p:cNvSpPr/>
            <p:nvPr/>
          </p:nvSpPr>
          <p:spPr>
            <a:xfrm>
              <a:off x="4927037" y="3599356"/>
              <a:ext cx="15364" cy="46999"/>
            </a:xfrm>
            <a:custGeom>
              <a:avLst/>
              <a:gdLst/>
              <a:ahLst/>
              <a:cxnLst/>
              <a:rect l="l" t="t" r="r" b="b"/>
              <a:pathLst>
                <a:path w="11073" h="33873" extrusionOk="0">
                  <a:moveTo>
                    <a:pt x="8823" y="33874"/>
                  </a:moveTo>
                  <a:cubicBezTo>
                    <a:pt x="7775" y="33874"/>
                    <a:pt x="6918" y="33207"/>
                    <a:pt x="6632" y="32159"/>
                  </a:cubicBezTo>
                  <a:lnTo>
                    <a:pt x="60" y="2727"/>
                  </a:lnTo>
                  <a:cubicBezTo>
                    <a:pt x="-226" y="1489"/>
                    <a:pt x="536" y="346"/>
                    <a:pt x="1774" y="60"/>
                  </a:cubicBezTo>
                  <a:cubicBezTo>
                    <a:pt x="3013" y="-226"/>
                    <a:pt x="4156" y="536"/>
                    <a:pt x="4441" y="1774"/>
                  </a:cubicBezTo>
                  <a:lnTo>
                    <a:pt x="11014" y="31207"/>
                  </a:lnTo>
                  <a:cubicBezTo>
                    <a:pt x="11299" y="32445"/>
                    <a:pt x="10537" y="33588"/>
                    <a:pt x="9299" y="33874"/>
                  </a:cubicBezTo>
                  <a:cubicBezTo>
                    <a:pt x="9109" y="33874"/>
                    <a:pt x="9014" y="33874"/>
                    <a:pt x="8823" y="338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2" name="Google Shape;1252;p41">
              <a:extLst>
                <a:ext uri="{FF2B5EF4-FFF2-40B4-BE49-F238E27FC236}">
                  <a16:creationId xmlns:a16="http://schemas.microsoft.com/office/drawing/2014/main" id="{F96E84BC-BC33-1EBD-23BA-FFAE0F481B52}"/>
                </a:ext>
              </a:extLst>
            </p:cNvPr>
            <p:cNvSpPr/>
            <p:nvPr/>
          </p:nvSpPr>
          <p:spPr>
            <a:xfrm>
              <a:off x="3320608" y="3004828"/>
              <a:ext cx="1395348" cy="807493"/>
            </a:xfrm>
            <a:custGeom>
              <a:avLst/>
              <a:gdLst/>
              <a:ahLst/>
              <a:cxnLst/>
              <a:rect l="l" t="t" r="r" b="b"/>
              <a:pathLst>
                <a:path w="1005656" h="581977" extrusionOk="0">
                  <a:moveTo>
                    <a:pt x="1003459" y="581978"/>
                  </a:moveTo>
                  <a:cubicBezTo>
                    <a:pt x="645509" y="560451"/>
                    <a:pt x="414147" y="465773"/>
                    <a:pt x="315563" y="300514"/>
                  </a:cubicBezTo>
                  <a:cubicBezTo>
                    <a:pt x="306991" y="286131"/>
                    <a:pt x="298609" y="267271"/>
                    <a:pt x="288893" y="245459"/>
                  </a:cubicBezTo>
                  <a:cubicBezTo>
                    <a:pt x="256985" y="173641"/>
                    <a:pt x="213265" y="75343"/>
                    <a:pt x="113633" y="29623"/>
                  </a:cubicBezTo>
                  <a:cubicBezTo>
                    <a:pt x="79724" y="14097"/>
                    <a:pt x="42196" y="5620"/>
                    <a:pt x="2191" y="4477"/>
                  </a:cubicBezTo>
                  <a:cubicBezTo>
                    <a:pt x="952" y="4477"/>
                    <a:pt x="0" y="3429"/>
                    <a:pt x="0" y="2191"/>
                  </a:cubicBezTo>
                  <a:cubicBezTo>
                    <a:pt x="0" y="953"/>
                    <a:pt x="1048" y="0"/>
                    <a:pt x="2191" y="0"/>
                  </a:cubicBezTo>
                  <a:cubicBezTo>
                    <a:pt x="42958" y="1143"/>
                    <a:pt x="80963" y="9716"/>
                    <a:pt x="115443" y="25527"/>
                  </a:cubicBezTo>
                  <a:cubicBezTo>
                    <a:pt x="216599" y="72009"/>
                    <a:pt x="260699" y="171164"/>
                    <a:pt x="292989" y="243650"/>
                  </a:cubicBezTo>
                  <a:cubicBezTo>
                    <a:pt x="302609" y="265367"/>
                    <a:pt x="310896" y="284036"/>
                    <a:pt x="319373" y="298228"/>
                  </a:cubicBezTo>
                  <a:cubicBezTo>
                    <a:pt x="417100" y="462153"/>
                    <a:pt x="647319" y="556070"/>
                    <a:pt x="1003554" y="577501"/>
                  </a:cubicBezTo>
                  <a:cubicBezTo>
                    <a:pt x="1004792" y="577501"/>
                    <a:pt x="1005745" y="578644"/>
                    <a:pt x="1005650" y="579882"/>
                  </a:cubicBezTo>
                  <a:cubicBezTo>
                    <a:pt x="1005650" y="581025"/>
                    <a:pt x="1004602" y="581978"/>
                    <a:pt x="1003459" y="58197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3" name="Google Shape;1253;p41">
              <a:extLst>
                <a:ext uri="{FF2B5EF4-FFF2-40B4-BE49-F238E27FC236}">
                  <a16:creationId xmlns:a16="http://schemas.microsoft.com/office/drawing/2014/main" id="{A80247DB-4938-F3EC-355F-5235F1F297AE}"/>
                </a:ext>
              </a:extLst>
            </p:cNvPr>
            <p:cNvSpPr/>
            <p:nvPr/>
          </p:nvSpPr>
          <p:spPr>
            <a:xfrm>
              <a:off x="3303852" y="2943281"/>
              <a:ext cx="221274" cy="144404"/>
            </a:xfrm>
            <a:custGeom>
              <a:avLst/>
              <a:gdLst/>
              <a:ahLst/>
              <a:cxnLst/>
              <a:rect l="l" t="t" r="r" b="b"/>
              <a:pathLst>
                <a:path w="159477" h="104075" extrusionOk="0">
                  <a:moveTo>
                    <a:pt x="20480" y="88916"/>
                  </a:moveTo>
                  <a:cubicBezTo>
                    <a:pt x="34577" y="82534"/>
                    <a:pt x="46388" y="81772"/>
                    <a:pt x="53436" y="81963"/>
                  </a:cubicBezTo>
                  <a:cubicBezTo>
                    <a:pt x="67343" y="82344"/>
                    <a:pt x="91250" y="87011"/>
                    <a:pt x="103252" y="99203"/>
                  </a:cubicBezTo>
                  <a:cubicBezTo>
                    <a:pt x="104395" y="100346"/>
                    <a:pt x="106681" y="102918"/>
                    <a:pt x="110491" y="103775"/>
                  </a:cubicBezTo>
                  <a:cubicBezTo>
                    <a:pt x="117539" y="105395"/>
                    <a:pt x="124683" y="100156"/>
                    <a:pt x="129541" y="95584"/>
                  </a:cubicBezTo>
                  <a:cubicBezTo>
                    <a:pt x="132398" y="93774"/>
                    <a:pt x="160497" y="75105"/>
                    <a:pt x="159449" y="50816"/>
                  </a:cubicBezTo>
                  <a:cubicBezTo>
                    <a:pt x="158402" y="24337"/>
                    <a:pt x="123254" y="-4619"/>
                    <a:pt x="74105" y="620"/>
                  </a:cubicBezTo>
                  <a:cubicBezTo>
                    <a:pt x="56294" y="7954"/>
                    <a:pt x="38387" y="15193"/>
                    <a:pt x="20575" y="22527"/>
                  </a:cubicBezTo>
                  <a:cubicBezTo>
                    <a:pt x="7907" y="28813"/>
                    <a:pt x="-94" y="41767"/>
                    <a:pt x="1" y="55769"/>
                  </a:cubicBezTo>
                  <a:cubicBezTo>
                    <a:pt x="1" y="69771"/>
                    <a:pt x="8002" y="82630"/>
                    <a:pt x="20575" y="88916"/>
                  </a:cubicBezTo>
                  <a:close/>
                </a:path>
              </a:pathLst>
            </a:custGeom>
            <a:solidFill>
              <a:srgbClr val="CC8E7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D3469D3F-4D08-CEAC-3AA4-C4E2718844F0}"/>
              </a:ext>
            </a:extLst>
          </p:cNvPr>
          <p:cNvSpPr txBox="1"/>
          <p:nvPr/>
        </p:nvSpPr>
        <p:spPr>
          <a:xfrm>
            <a:off x="8761090" y="4441061"/>
            <a:ext cx="615820" cy="307777"/>
          </a:xfrm>
          <a:prstGeom prst="rect">
            <a:avLst/>
          </a:prstGeom>
          <a:noFill/>
        </p:spPr>
        <p:txBody>
          <a:bodyPr wrap="square" rtlCol="0">
            <a:spAutoFit/>
          </a:bodyPr>
          <a:lstStyle/>
          <a:p>
            <a:r>
              <a:rPr lang="en-US" dirty="0"/>
              <a:t>12</a:t>
            </a:r>
          </a:p>
        </p:txBody>
      </p:sp>
    </p:spTree>
    <p:extLst>
      <p:ext uri="{BB962C8B-B14F-4D97-AF65-F5344CB8AC3E}">
        <p14:creationId xmlns:p14="http://schemas.microsoft.com/office/powerpoint/2010/main" val="1478735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57">
          <a:extLst>
            <a:ext uri="{FF2B5EF4-FFF2-40B4-BE49-F238E27FC236}">
              <a16:creationId xmlns:a16="http://schemas.microsoft.com/office/drawing/2014/main" id="{4E524778-2330-DC5A-25D4-5E95EA7E98EE}"/>
            </a:ext>
          </a:extLst>
        </p:cNvPr>
        <p:cNvGrpSpPr/>
        <p:nvPr/>
      </p:nvGrpSpPr>
      <p:grpSpPr>
        <a:xfrm>
          <a:off x="0" y="0"/>
          <a:ext cx="0" cy="0"/>
          <a:chOff x="0" y="0"/>
          <a:chExt cx="0" cy="0"/>
        </a:xfrm>
      </p:grpSpPr>
      <p:sp>
        <p:nvSpPr>
          <p:cNvPr id="1258" name="Google Shape;1258;p42">
            <a:extLst>
              <a:ext uri="{FF2B5EF4-FFF2-40B4-BE49-F238E27FC236}">
                <a16:creationId xmlns:a16="http://schemas.microsoft.com/office/drawing/2014/main" id="{4E3C8D67-9E4D-BAA6-BA43-0B560EB2B1B3}"/>
              </a:ext>
            </a:extLst>
          </p:cNvPr>
          <p:cNvSpPr txBox="1">
            <a:spLocks noGrp="1"/>
          </p:cNvSpPr>
          <p:nvPr>
            <p:ph type="title"/>
          </p:nvPr>
        </p:nvSpPr>
        <p:spPr>
          <a:xfrm>
            <a:off x="644373" y="71987"/>
            <a:ext cx="7704000" cy="572700"/>
          </a:xfrm>
          <a:prstGeom prst="rect">
            <a:avLst/>
          </a:prstGeom>
        </p:spPr>
        <p:txBody>
          <a:bodyPr spcFirstLastPara="1" wrap="square" lIns="91425" tIns="91425" rIns="91425" bIns="91425" anchor="t" anchorCtr="0">
            <a:noAutofit/>
          </a:bodyPr>
          <a:lstStyle/>
          <a:p>
            <a:pPr lvl="0"/>
            <a:r>
              <a:rPr lang="en-US" b="1" dirty="0"/>
              <a:t>THE BREAKTHROUGH </a:t>
            </a:r>
            <a:br>
              <a:rPr lang="en-US" dirty="0"/>
            </a:br>
            <a:r>
              <a:rPr lang="en-US" sz="2400" dirty="0"/>
              <a:t>I Built a Smart Deduplication Algorithm</a:t>
            </a:r>
            <a:endParaRPr sz="2400" dirty="0"/>
          </a:p>
        </p:txBody>
      </p:sp>
      <p:pic>
        <p:nvPicPr>
          <p:cNvPr id="9" name="Picture 8">
            <a:extLst>
              <a:ext uri="{FF2B5EF4-FFF2-40B4-BE49-F238E27FC236}">
                <a16:creationId xmlns:a16="http://schemas.microsoft.com/office/drawing/2014/main" id="{AEAB18B6-D87C-6D06-46A9-09D89EA9DD4E}"/>
              </a:ext>
            </a:extLst>
          </p:cNvPr>
          <p:cNvPicPr>
            <a:picLocks noChangeAspect="1"/>
          </p:cNvPicPr>
          <p:nvPr/>
        </p:nvPicPr>
        <p:blipFill>
          <a:blip r:embed="rId3"/>
          <a:srcRect l="105" t="16231" r="-105" b="16824"/>
          <a:stretch>
            <a:fillRect/>
          </a:stretch>
        </p:blipFill>
        <p:spPr>
          <a:xfrm>
            <a:off x="946287" y="1368056"/>
            <a:ext cx="6723332" cy="2523461"/>
          </a:xfrm>
          <a:prstGeom prst="rect">
            <a:avLst/>
          </a:prstGeom>
        </p:spPr>
      </p:pic>
      <p:sp>
        <p:nvSpPr>
          <p:cNvPr id="2" name="TextBox 1">
            <a:extLst>
              <a:ext uri="{FF2B5EF4-FFF2-40B4-BE49-F238E27FC236}">
                <a16:creationId xmlns:a16="http://schemas.microsoft.com/office/drawing/2014/main" id="{E64EEF3C-2FD8-E493-D646-E006FCBD3778}"/>
              </a:ext>
            </a:extLst>
          </p:cNvPr>
          <p:cNvSpPr txBox="1"/>
          <p:nvPr/>
        </p:nvSpPr>
        <p:spPr>
          <a:xfrm>
            <a:off x="8669611" y="4461997"/>
            <a:ext cx="474389" cy="307777"/>
          </a:xfrm>
          <a:prstGeom prst="rect">
            <a:avLst/>
          </a:prstGeom>
          <a:noFill/>
        </p:spPr>
        <p:txBody>
          <a:bodyPr wrap="square" rtlCol="0">
            <a:spAutoFit/>
          </a:bodyPr>
          <a:lstStyle/>
          <a:p>
            <a:r>
              <a:rPr lang="en-US" dirty="0"/>
              <a:t>13</a:t>
            </a:r>
          </a:p>
        </p:txBody>
      </p:sp>
    </p:spTree>
    <p:extLst>
      <p:ext uri="{BB962C8B-B14F-4D97-AF65-F5344CB8AC3E}">
        <p14:creationId xmlns:p14="http://schemas.microsoft.com/office/powerpoint/2010/main" val="4109895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22">
          <a:extLst>
            <a:ext uri="{FF2B5EF4-FFF2-40B4-BE49-F238E27FC236}">
              <a16:creationId xmlns:a16="http://schemas.microsoft.com/office/drawing/2014/main" id="{99EE43C6-0DDF-32C6-E9A4-D36752829754}"/>
            </a:ext>
          </a:extLst>
        </p:cNvPr>
        <p:cNvGrpSpPr/>
        <p:nvPr/>
      </p:nvGrpSpPr>
      <p:grpSpPr>
        <a:xfrm>
          <a:off x="0" y="0"/>
          <a:ext cx="0" cy="0"/>
          <a:chOff x="0" y="0"/>
          <a:chExt cx="0" cy="0"/>
        </a:xfrm>
      </p:grpSpPr>
      <p:grpSp>
        <p:nvGrpSpPr>
          <p:cNvPr id="1925" name="Google Shape;1925;p56">
            <a:extLst>
              <a:ext uri="{FF2B5EF4-FFF2-40B4-BE49-F238E27FC236}">
                <a16:creationId xmlns:a16="http://schemas.microsoft.com/office/drawing/2014/main" id="{03064C11-01BD-34AA-B69F-81DAA06569BF}"/>
              </a:ext>
            </a:extLst>
          </p:cNvPr>
          <p:cNvGrpSpPr/>
          <p:nvPr/>
        </p:nvGrpSpPr>
        <p:grpSpPr>
          <a:xfrm>
            <a:off x="7474335" y="3019646"/>
            <a:ext cx="1491179" cy="2059187"/>
            <a:chOff x="6179253" y="2428349"/>
            <a:chExt cx="1960363" cy="2559912"/>
          </a:xfrm>
        </p:grpSpPr>
        <p:sp>
          <p:nvSpPr>
            <p:cNvPr id="1926" name="Google Shape;1926;p56">
              <a:extLst>
                <a:ext uri="{FF2B5EF4-FFF2-40B4-BE49-F238E27FC236}">
                  <a16:creationId xmlns:a16="http://schemas.microsoft.com/office/drawing/2014/main" id="{C3E91E36-2296-388E-251C-6C82EF383928}"/>
                </a:ext>
              </a:extLst>
            </p:cNvPr>
            <p:cNvSpPr/>
            <p:nvPr/>
          </p:nvSpPr>
          <p:spPr>
            <a:xfrm>
              <a:off x="7701974" y="4156192"/>
              <a:ext cx="295614" cy="825488"/>
            </a:xfrm>
            <a:custGeom>
              <a:avLst/>
              <a:gdLst/>
              <a:ahLst/>
              <a:cxnLst/>
              <a:rect l="l" t="t" r="r" b="b"/>
              <a:pathLst>
                <a:path w="81605" h="227878" extrusionOk="0">
                  <a:moveTo>
                    <a:pt x="34623" y="0"/>
                  </a:moveTo>
                  <a:cubicBezTo>
                    <a:pt x="50270" y="75946"/>
                    <a:pt x="65958" y="151933"/>
                    <a:pt x="81605" y="227879"/>
                  </a:cubicBezTo>
                  <a:lnTo>
                    <a:pt x="72034" y="227879"/>
                  </a:lnTo>
                  <a:cubicBezTo>
                    <a:pt x="48023" y="153306"/>
                    <a:pt x="24011" y="78692"/>
                    <a:pt x="0" y="4120"/>
                  </a:cubicBezTo>
                  <a:lnTo>
                    <a:pt x="3462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56">
              <a:extLst>
                <a:ext uri="{FF2B5EF4-FFF2-40B4-BE49-F238E27FC236}">
                  <a16:creationId xmlns:a16="http://schemas.microsoft.com/office/drawing/2014/main" id="{1647B507-5104-66D1-AF7B-146768EFB380}"/>
                </a:ext>
              </a:extLst>
            </p:cNvPr>
            <p:cNvSpPr/>
            <p:nvPr/>
          </p:nvSpPr>
          <p:spPr>
            <a:xfrm>
              <a:off x="6803748" y="4157998"/>
              <a:ext cx="295614" cy="825488"/>
            </a:xfrm>
            <a:custGeom>
              <a:avLst/>
              <a:gdLst/>
              <a:ahLst/>
              <a:cxnLst/>
              <a:rect l="l" t="t" r="r" b="b"/>
              <a:pathLst>
                <a:path w="81605" h="227878" extrusionOk="0">
                  <a:moveTo>
                    <a:pt x="34623" y="0"/>
                  </a:moveTo>
                  <a:cubicBezTo>
                    <a:pt x="50270" y="75946"/>
                    <a:pt x="65958" y="151933"/>
                    <a:pt x="81605" y="227879"/>
                  </a:cubicBezTo>
                  <a:lnTo>
                    <a:pt x="72034" y="227879"/>
                  </a:lnTo>
                  <a:cubicBezTo>
                    <a:pt x="48023" y="153306"/>
                    <a:pt x="24011" y="78692"/>
                    <a:pt x="0" y="4120"/>
                  </a:cubicBezTo>
                  <a:lnTo>
                    <a:pt x="3462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56">
              <a:extLst>
                <a:ext uri="{FF2B5EF4-FFF2-40B4-BE49-F238E27FC236}">
                  <a16:creationId xmlns:a16="http://schemas.microsoft.com/office/drawing/2014/main" id="{2D8CE5E8-8B20-F1E4-DD46-775FDD9D56F0}"/>
                </a:ext>
              </a:extLst>
            </p:cNvPr>
            <p:cNvSpPr/>
            <p:nvPr/>
          </p:nvSpPr>
          <p:spPr>
            <a:xfrm>
              <a:off x="7248114" y="4157998"/>
              <a:ext cx="295614" cy="825488"/>
            </a:xfrm>
            <a:custGeom>
              <a:avLst/>
              <a:gdLst/>
              <a:ahLst/>
              <a:cxnLst/>
              <a:rect l="l" t="t" r="r" b="b"/>
              <a:pathLst>
                <a:path w="81605" h="227878" extrusionOk="0">
                  <a:moveTo>
                    <a:pt x="34623" y="0"/>
                  </a:moveTo>
                  <a:cubicBezTo>
                    <a:pt x="50270" y="75946"/>
                    <a:pt x="65958" y="151933"/>
                    <a:pt x="81605" y="227879"/>
                  </a:cubicBezTo>
                  <a:lnTo>
                    <a:pt x="72034" y="227879"/>
                  </a:lnTo>
                  <a:cubicBezTo>
                    <a:pt x="48023" y="153306"/>
                    <a:pt x="24011" y="78692"/>
                    <a:pt x="0" y="4120"/>
                  </a:cubicBezTo>
                  <a:lnTo>
                    <a:pt x="3462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56">
              <a:extLst>
                <a:ext uri="{FF2B5EF4-FFF2-40B4-BE49-F238E27FC236}">
                  <a16:creationId xmlns:a16="http://schemas.microsoft.com/office/drawing/2014/main" id="{8B82C36A-8286-1142-8D34-10AE0B557729}"/>
                </a:ext>
              </a:extLst>
            </p:cNvPr>
            <p:cNvSpPr/>
            <p:nvPr/>
          </p:nvSpPr>
          <p:spPr>
            <a:xfrm>
              <a:off x="6266441" y="4157998"/>
              <a:ext cx="295614" cy="825488"/>
            </a:xfrm>
            <a:custGeom>
              <a:avLst/>
              <a:gdLst/>
              <a:ahLst/>
              <a:cxnLst/>
              <a:rect l="l" t="t" r="r" b="b"/>
              <a:pathLst>
                <a:path w="81605" h="227878" extrusionOk="0">
                  <a:moveTo>
                    <a:pt x="34623" y="0"/>
                  </a:moveTo>
                  <a:cubicBezTo>
                    <a:pt x="50270" y="75946"/>
                    <a:pt x="65958" y="151933"/>
                    <a:pt x="81605" y="227879"/>
                  </a:cubicBezTo>
                  <a:lnTo>
                    <a:pt x="72034" y="227879"/>
                  </a:lnTo>
                  <a:cubicBezTo>
                    <a:pt x="48023" y="153306"/>
                    <a:pt x="24011" y="78692"/>
                    <a:pt x="0" y="4120"/>
                  </a:cubicBezTo>
                  <a:lnTo>
                    <a:pt x="3462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56">
              <a:extLst>
                <a:ext uri="{FF2B5EF4-FFF2-40B4-BE49-F238E27FC236}">
                  <a16:creationId xmlns:a16="http://schemas.microsoft.com/office/drawing/2014/main" id="{A7D04208-1793-CB71-B6FB-98D1ABBE8019}"/>
                </a:ext>
              </a:extLst>
            </p:cNvPr>
            <p:cNvSpPr/>
            <p:nvPr/>
          </p:nvSpPr>
          <p:spPr>
            <a:xfrm rot="10800000">
              <a:off x="6179253" y="3948837"/>
              <a:ext cx="1756202" cy="306619"/>
            </a:xfrm>
            <a:custGeom>
              <a:avLst/>
              <a:gdLst/>
              <a:ahLst/>
              <a:cxnLst/>
              <a:rect l="l" t="t" r="r" b="b"/>
              <a:pathLst>
                <a:path w="484804" h="84643" extrusionOk="0">
                  <a:moveTo>
                    <a:pt x="474192" y="0"/>
                  </a:moveTo>
                  <a:cubicBezTo>
                    <a:pt x="480053" y="0"/>
                    <a:pt x="484804" y="4751"/>
                    <a:pt x="484804" y="10612"/>
                  </a:cubicBezTo>
                  <a:lnTo>
                    <a:pt x="484804" y="74031"/>
                  </a:lnTo>
                  <a:cubicBezTo>
                    <a:pt x="484804" y="79892"/>
                    <a:pt x="480053" y="84643"/>
                    <a:pt x="474192" y="84643"/>
                  </a:cubicBezTo>
                  <a:lnTo>
                    <a:pt x="10611" y="84643"/>
                  </a:lnTo>
                  <a:cubicBezTo>
                    <a:pt x="4751" y="84643"/>
                    <a:pt x="0" y="79892"/>
                    <a:pt x="0" y="74031"/>
                  </a:cubicBezTo>
                  <a:lnTo>
                    <a:pt x="0" y="10612"/>
                  </a:lnTo>
                  <a:cubicBezTo>
                    <a:pt x="0" y="4751"/>
                    <a:pt x="4751" y="0"/>
                    <a:pt x="10611"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56">
              <a:extLst>
                <a:ext uri="{FF2B5EF4-FFF2-40B4-BE49-F238E27FC236}">
                  <a16:creationId xmlns:a16="http://schemas.microsoft.com/office/drawing/2014/main" id="{69BA3A63-9EBD-A473-8D2A-300DFF968D85}"/>
                </a:ext>
              </a:extLst>
            </p:cNvPr>
            <p:cNvSpPr/>
            <p:nvPr/>
          </p:nvSpPr>
          <p:spPr>
            <a:xfrm>
              <a:off x="6264331" y="3260306"/>
              <a:ext cx="924230" cy="818475"/>
            </a:xfrm>
            <a:custGeom>
              <a:avLst/>
              <a:gdLst/>
              <a:ahLst/>
              <a:cxnLst/>
              <a:rect l="l" t="t" r="r" b="b"/>
              <a:pathLst>
                <a:path w="255136" h="225942" extrusionOk="0">
                  <a:moveTo>
                    <a:pt x="0" y="212584"/>
                  </a:moveTo>
                  <a:cubicBezTo>
                    <a:pt x="5868" y="189655"/>
                    <a:pt x="33666" y="89739"/>
                    <a:pt x="114106" y="34309"/>
                  </a:cubicBezTo>
                  <a:cubicBezTo>
                    <a:pt x="172574" y="-5973"/>
                    <a:pt x="227712" y="-1271"/>
                    <a:pt x="249684" y="2225"/>
                  </a:cubicBezTo>
                  <a:cubicBezTo>
                    <a:pt x="253097" y="19744"/>
                    <a:pt x="255635" y="41176"/>
                    <a:pt x="255053" y="65520"/>
                  </a:cubicBezTo>
                  <a:cubicBezTo>
                    <a:pt x="253139" y="147791"/>
                    <a:pt x="217101" y="205343"/>
                    <a:pt x="202702" y="225942"/>
                  </a:cubicBezTo>
                  <a:cubicBezTo>
                    <a:pt x="135121" y="221490"/>
                    <a:pt x="67540" y="217037"/>
                    <a:pt x="0" y="21258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56">
              <a:extLst>
                <a:ext uri="{FF2B5EF4-FFF2-40B4-BE49-F238E27FC236}">
                  <a16:creationId xmlns:a16="http://schemas.microsoft.com/office/drawing/2014/main" id="{F68D8044-DB61-5DEC-09F8-38E87AB452A0}"/>
                </a:ext>
              </a:extLst>
            </p:cNvPr>
            <p:cNvSpPr/>
            <p:nvPr/>
          </p:nvSpPr>
          <p:spPr>
            <a:xfrm>
              <a:off x="6825021" y="3219121"/>
              <a:ext cx="1314594" cy="866803"/>
            </a:xfrm>
            <a:custGeom>
              <a:avLst/>
              <a:gdLst/>
              <a:ahLst/>
              <a:cxnLst/>
              <a:rect l="l" t="t" r="r" b="b"/>
              <a:pathLst>
                <a:path w="362897" h="239283" extrusionOk="0">
                  <a:moveTo>
                    <a:pt x="25168" y="72862"/>
                  </a:moveTo>
                  <a:cubicBezTo>
                    <a:pt x="31618" y="61335"/>
                    <a:pt x="50511" y="28626"/>
                    <a:pt x="88879" y="10691"/>
                  </a:cubicBezTo>
                  <a:cubicBezTo>
                    <a:pt x="116719" y="-2293"/>
                    <a:pt x="139731" y="-462"/>
                    <a:pt x="176684" y="1078"/>
                  </a:cubicBezTo>
                  <a:cubicBezTo>
                    <a:pt x="321793" y="7112"/>
                    <a:pt x="340810" y="-5997"/>
                    <a:pt x="354834" y="13562"/>
                  </a:cubicBezTo>
                  <a:cubicBezTo>
                    <a:pt x="379844" y="48351"/>
                    <a:pt x="342017" y="121259"/>
                    <a:pt x="305022" y="160626"/>
                  </a:cubicBezTo>
                  <a:cubicBezTo>
                    <a:pt x="268277" y="199702"/>
                    <a:pt x="225664" y="212852"/>
                    <a:pt x="197159" y="221216"/>
                  </a:cubicBezTo>
                  <a:cubicBezTo>
                    <a:pt x="166322" y="230288"/>
                    <a:pt x="55463" y="262997"/>
                    <a:pt x="14431" y="208732"/>
                  </a:cubicBezTo>
                  <a:cubicBezTo>
                    <a:pt x="-15989" y="168491"/>
                    <a:pt x="8605" y="102325"/>
                    <a:pt x="25126" y="7282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56">
              <a:extLst>
                <a:ext uri="{FF2B5EF4-FFF2-40B4-BE49-F238E27FC236}">
                  <a16:creationId xmlns:a16="http://schemas.microsoft.com/office/drawing/2014/main" id="{89199239-FE13-77B9-9515-BAAEEE3A388B}"/>
                </a:ext>
              </a:extLst>
            </p:cNvPr>
            <p:cNvSpPr/>
            <p:nvPr/>
          </p:nvSpPr>
          <p:spPr>
            <a:xfrm>
              <a:off x="7451921" y="2727290"/>
              <a:ext cx="178481" cy="188432"/>
            </a:xfrm>
            <a:custGeom>
              <a:avLst/>
              <a:gdLst/>
              <a:ahLst/>
              <a:cxnLst/>
              <a:rect l="l" t="t" r="r" b="b"/>
              <a:pathLst>
                <a:path w="49270" h="52017" extrusionOk="0">
                  <a:moveTo>
                    <a:pt x="49271" y="26009"/>
                  </a:moveTo>
                  <a:cubicBezTo>
                    <a:pt x="49271" y="40366"/>
                    <a:pt x="38243" y="52018"/>
                    <a:pt x="24635" y="52018"/>
                  </a:cubicBezTo>
                  <a:cubicBezTo>
                    <a:pt x="11028" y="52018"/>
                    <a:pt x="0" y="40366"/>
                    <a:pt x="0" y="26009"/>
                  </a:cubicBezTo>
                  <a:cubicBezTo>
                    <a:pt x="0" y="11652"/>
                    <a:pt x="11028" y="0"/>
                    <a:pt x="24635" y="0"/>
                  </a:cubicBezTo>
                  <a:cubicBezTo>
                    <a:pt x="38243" y="0"/>
                    <a:pt x="49271" y="11652"/>
                    <a:pt x="49271" y="260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56">
              <a:extLst>
                <a:ext uri="{FF2B5EF4-FFF2-40B4-BE49-F238E27FC236}">
                  <a16:creationId xmlns:a16="http://schemas.microsoft.com/office/drawing/2014/main" id="{1D762893-C37C-A541-82B9-3FE213169E91}"/>
                </a:ext>
              </a:extLst>
            </p:cNvPr>
            <p:cNvSpPr/>
            <p:nvPr/>
          </p:nvSpPr>
          <p:spPr>
            <a:xfrm>
              <a:off x="7202924" y="2758167"/>
              <a:ext cx="178484" cy="188432"/>
            </a:xfrm>
            <a:custGeom>
              <a:avLst/>
              <a:gdLst/>
              <a:ahLst/>
              <a:cxnLst/>
              <a:rect l="l" t="t" r="r" b="b"/>
              <a:pathLst>
                <a:path w="49271" h="52017" extrusionOk="0">
                  <a:moveTo>
                    <a:pt x="49271" y="26009"/>
                  </a:moveTo>
                  <a:cubicBezTo>
                    <a:pt x="49271" y="40366"/>
                    <a:pt x="38243" y="52018"/>
                    <a:pt x="24636" y="52018"/>
                  </a:cubicBezTo>
                  <a:cubicBezTo>
                    <a:pt x="11028" y="52018"/>
                    <a:pt x="0" y="40366"/>
                    <a:pt x="0" y="26009"/>
                  </a:cubicBezTo>
                  <a:cubicBezTo>
                    <a:pt x="0" y="11652"/>
                    <a:pt x="11028" y="0"/>
                    <a:pt x="24636" y="0"/>
                  </a:cubicBezTo>
                  <a:cubicBezTo>
                    <a:pt x="38243" y="0"/>
                    <a:pt x="49271" y="11652"/>
                    <a:pt x="49271" y="260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56">
              <a:extLst>
                <a:ext uri="{FF2B5EF4-FFF2-40B4-BE49-F238E27FC236}">
                  <a16:creationId xmlns:a16="http://schemas.microsoft.com/office/drawing/2014/main" id="{0EE27119-0723-DB48-1695-1997702349B2}"/>
                </a:ext>
              </a:extLst>
            </p:cNvPr>
            <p:cNvSpPr/>
            <p:nvPr/>
          </p:nvSpPr>
          <p:spPr>
            <a:xfrm>
              <a:off x="6982398" y="3057955"/>
              <a:ext cx="300436" cy="497891"/>
            </a:xfrm>
            <a:custGeom>
              <a:avLst/>
              <a:gdLst/>
              <a:ahLst/>
              <a:cxnLst/>
              <a:rect l="l" t="t" r="r" b="b"/>
              <a:pathLst>
                <a:path w="82936" h="137444" extrusionOk="0">
                  <a:moveTo>
                    <a:pt x="41947" y="5777"/>
                  </a:moveTo>
                  <a:cubicBezTo>
                    <a:pt x="27965" y="48806"/>
                    <a:pt x="13982" y="91793"/>
                    <a:pt x="0" y="134822"/>
                  </a:cubicBezTo>
                  <a:cubicBezTo>
                    <a:pt x="12318" y="135696"/>
                    <a:pt x="24635" y="136570"/>
                    <a:pt x="36995" y="137444"/>
                  </a:cubicBezTo>
                  <a:cubicBezTo>
                    <a:pt x="43653" y="125709"/>
                    <a:pt x="50228" y="112684"/>
                    <a:pt x="56595" y="98368"/>
                  </a:cubicBezTo>
                  <a:cubicBezTo>
                    <a:pt x="59092" y="92459"/>
                    <a:pt x="61630" y="86425"/>
                    <a:pt x="64044" y="80017"/>
                  </a:cubicBezTo>
                  <a:cubicBezTo>
                    <a:pt x="67165" y="71902"/>
                    <a:pt x="70286" y="63454"/>
                    <a:pt x="72908" y="54674"/>
                  </a:cubicBezTo>
                  <a:cubicBezTo>
                    <a:pt x="76986" y="41357"/>
                    <a:pt x="80315" y="28707"/>
                    <a:pt x="82937" y="16638"/>
                  </a:cubicBezTo>
                  <a:cubicBezTo>
                    <a:pt x="78567" y="7192"/>
                    <a:pt x="69828" y="742"/>
                    <a:pt x="60215" y="76"/>
                  </a:cubicBezTo>
                  <a:cubicBezTo>
                    <a:pt x="50769" y="-673"/>
                    <a:pt x="43861" y="4321"/>
                    <a:pt x="41988" y="5860"/>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6" name="Google Shape;1936;p56">
              <a:extLst>
                <a:ext uri="{FF2B5EF4-FFF2-40B4-BE49-F238E27FC236}">
                  <a16:creationId xmlns:a16="http://schemas.microsoft.com/office/drawing/2014/main" id="{E3CB5406-232E-ED08-44CA-32A2BCC3025B}"/>
                </a:ext>
              </a:extLst>
            </p:cNvPr>
            <p:cNvSpPr/>
            <p:nvPr/>
          </p:nvSpPr>
          <p:spPr>
            <a:xfrm>
              <a:off x="7061482" y="3322588"/>
              <a:ext cx="152706" cy="91200"/>
            </a:xfrm>
            <a:custGeom>
              <a:avLst/>
              <a:gdLst/>
              <a:ahLst/>
              <a:cxnLst/>
              <a:rect l="l" t="t" r="r" b="b"/>
              <a:pathLst>
                <a:path w="42155" h="25176" extrusionOk="0">
                  <a:moveTo>
                    <a:pt x="0" y="0"/>
                  </a:moveTo>
                  <a:cubicBezTo>
                    <a:pt x="3828" y="4120"/>
                    <a:pt x="8614" y="8573"/>
                    <a:pt x="14440" y="13067"/>
                  </a:cubicBezTo>
                  <a:cubicBezTo>
                    <a:pt x="21639" y="18435"/>
                    <a:pt x="28631" y="22305"/>
                    <a:pt x="34706" y="25177"/>
                  </a:cubicBezTo>
                  <a:cubicBezTo>
                    <a:pt x="37203" y="19267"/>
                    <a:pt x="39741" y="13233"/>
                    <a:pt x="42155" y="6825"/>
                  </a:cubicBezTo>
                  <a:lnTo>
                    <a:pt x="0" y="0"/>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7" name="Google Shape;1937;p56">
              <a:extLst>
                <a:ext uri="{FF2B5EF4-FFF2-40B4-BE49-F238E27FC236}">
                  <a16:creationId xmlns:a16="http://schemas.microsoft.com/office/drawing/2014/main" id="{083EC1B0-62F2-553F-FF4D-8EAE3F6C1BC7}"/>
                </a:ext>
              </a:extLst>
            </p:cNvPr>
            <p:cNvSpPr/>
            <p:nvPr/>
          </p:nvSpPr>
          <p:spPr>
            <a:xfrm>
              <a:off x="7036024" y="3030778"/>
              <a:ext cx="263157" cy="348963"/>
            </a:xfrm>
            <a:custGeom>
              <a:avLst/>
              <a:gdLst/>
              <a:ahLst/>
              <a:cxnLst/>
              <a:rect l="l" t="t" r="r" b="b"/>
              <a:pathLst>
                <a:path w="72645" h="96332" extrusionOk="0">
                  <a:moveTo>
                    <a:pt x="71951" y="35465"/>
                  </a:moveTo>
                  <a:cubicBezTo>
                    <a:pt x="73282" y="47866"/>
                    <a:pt x="73698" y="69422"/>
                    <a:pt x="63669" y="96305"/>
                  </a:cubicBezTo>
                  <a:cubicBezTo>
                    <a:pt x="53807" y="96513"/>
                    <a:pt x="40116" y="95639"/>
                    <a:pt x="24635" y="90936"/>
                  </a:cubicBezTo>
                  <a:cubicBezTo>
                    <a:pt x="14773" y="87940"/>
                    <a:pt x="6492" y="84153"/>
                    <a:pt x="0" y="80533"/>
                  </a:cubicBezTo>
                  <a:cubicBezTo>
                    <a:pt x="8489" y="56813"/>
                    <a:pt x="17020" y="33093"/>
                    <a:pt x="25509" y="9414"/>
                  </a:cubicBezTo>
                  <a:cubicBezTo>
                    <a:pt x="26758" y="8457"/>
                    <a:pt x="44985" y="-4984"/>
                    <a:pt x="58592" y="2007"/>
                  </a:cubicBezTo>
                  <a:cubicBezTo>
                    <a:pt x="68871" y="7334"/>
                    <a:pt x="70411" y="21191"/>
                    <a:pt x="71951" y="3546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8" name="Google Shape;1938;p56">
              <a:extLst>
                <a:ext uri="{FF2B5EF4-FFF2-40B4-BE49-F238E27FC236}">
                  <a16:creationId xmlns:a16="http://schemas.microsoft.com/office/drawing/2014/main" id="{5CD87C53-87F2-10F9-38ED-48B166988C60}"/>
                </a:ext>
              </a:extLst>
            </p:cNvPr>
            <p:cNvSpPr/>
            <p:nvPr/>
          </p:nvSpPr>
          <p:spPr>
            <a:xfrm>
              <a:off x="7150706" y="2987713"/>
              <a:ext cx="626906" cy="762391"/>
            </a:xfrm>
            <a:custGeom>
              <a:avLst/>
              <a:gdLst/>
              <a:ahLst/>
              <a:cxnLst/>
              <a:rect l="l" t="t" r="r" b="b"/>
              <a:pathLst>
                <a:path w="173059" h="210460" extrusionOk="0">
                  <a:moveTo>
                    <a:pt x="3399" y="57890"/>
                  </a:moveTo>
                  <a:cubicBezTo>
                    <a:pt x="12054" y="81818"/>
                    <a:pt x="17256" y="124514"/>
                    <a:pt x="25329" y="158971"/>
                  </a:cubicBezTo>
                  <a:cubicBezTo>
                    <a:pt x="28783" y="173786"/>
                    <a:pt x="32487" y="186187"/>
                    <a:pt x="34027" y="197839"/>
                  </a:cubicBezTo>
                  <a:cubicBezTo>
                    <a:pt x="38063" y="197048"/>
                    <a:pt x="41975" y="197298"/>
                    <a:pt x="45595" y="198962"/>
                  </a:cubicBezTo>
                  <a:cubicBezTo>
                    <a:pt x="75016" y="212320"/>
                    <a:pt x="112344" y="212820"/>
                    <a:pt x="149214" y="206661"/>
                  </a:cubicBezTo>
                  <a:cubicBezTo>
                    <a:pt x="142015" y="200419"/>
                    <a:pt x="135357" y="195591"/>
                    <a:pt x="129989" y="192137"/>
                  </a:cubicBezTo>
                  <a:cubicBezTo>
                    <a:pt x="140184" y="160344"/>
                    <a:pt x="149922" y="126512"/>
                    <a:pt x="158827" y="90765"/>
                  </a:cubicBezTo>
                  <a:cubicBezTo>
                    <a:pt x="164154" y="69417"/>
                    <a:pt x="168856" y="48569"/>
                    <a:pt x="173059" y="28261"/>
                  </a:cubicBezTo>
                  <a:cubicBezTo>
                    <a:pt x="167067" y="9244"/>
                    <a:pt x="157662" y="5290"/>
                    <a:pt x="154707" y="3958"/>
                  </a:cubicBezTo>
                  <a:cubicBezTo>
                    <a:pt x="145636" y="-161"/>
                    <a:pt x="138062" y="1795"/>
                    <a:pt x="125161" y="4749"/>
                  </a:cubicBezTo>
                  <a:cubicBezTo>
                    <a:pt x="103106" y="9826"/>
                    <a:pt x="102190" y="-786"/>
                    <a:pt x="69648" y="47"/>
                  </a:cubicBezTo>
                  <a:cubicBezTo>
                    <a:pt x="63073" y="213"/>
                    <a:pt x="53377" y="546"/>
                    <a:pt x="42058" y="3085"/>
                  </a:cubicBezTo>
                  <a:cubicBezTo>
                    <a:pt x="41892" y="3251"/>
                    <a:pt x="41684" y="3459"/>
                    <a:pt x="41517" y="3626"/>
                  </a:cubicBezTo>
                  <a:cubicBezTo>
                    <a:pt x="30781" y="14029"/>
                    <a:pt x="15009" y="12032"/>
                    <a:pt x="3981" y="21104"/>
                  </a:cubicBezTo>
                  <a:cubicBezTo>
                    <a:pt x="-1054" y="29884"/>
                    <a:pt x="-596" y="40745"/>
                    <a:pt x="1443" y="50275"/>
                  </a:cubicBezTo>
                  <a:cubicBezTo>
                    <a:pt x="2025" y="52980"/>
                    <a:pt x="2691" y="55518"/>
                    <a:pt x="3440" y="57932"/>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9" name="Google Shape;1939;p56">
              <a:extLst>
                <a:ext uri="{FF2B5EF4-FFF2-40B4-BE49-F238E27FC236}">
                  <a16:creationId xmlns:a16="http://schemas.microsoft.com/office/drawing/2014/main" id="{C395EBEF-B715-259D-E0FF-F444A036E650}"/>
                </a:ext>
              </a:extLst>
            </p:cNvPr>
            <p:cNvSpPr/>
            <p:nvPr/>
          </p:nvSpPr>
          <p:spPr>
            <a:xfrm>
              <a:off x="7148976" y="3205525"/>
              <a:ext cx="183509" cy="183505"/>
            </a:xfrm>
            <a:custGeom>
              <a:avLst/>
              <a:gdLst/>
              <a:ahLst/>
              <a:cxnLst/>
              <a:rect l="l" t="t" r="r" b="b"/>
              <a:pathLst>
                <a:path w="50658" h="50657" extrusionOk="0">
                  <a:moveTo>
                    <a:pt x="132" y="27888"/>
                  </a:moveTo>
                  <a:cubicBezTo>
                    <a:pt x="1547" y="41787"/>
                    <a:pt x="13948" y="51941"/>
                    <a:pt x="27888" y="50526"/>
                  </a:cubicBezTo>
                  <a:cubicBezTo>
                    <a:pt x="41829" y="49111"/>
                    <a:pt x="51941" y="36710"/>
                    <a:pt x="50526" y="22770"/>
                  </a:cubicBezTo>
                  <a:cubicBezTo>
                    <a:pt x="49111" y="8871"/>
                    <a:pt x="36711" y="-1283"/>
                    <a:pt x="22770" y="132"/>
                  </a:cubicBezTo>
                  <a:cubicBezTo>
                    <a:pt x="8871" y="1547"/>
                    <a:pt x="-1283" y="13947"/>
                    <a:pt x="132" y="27888"/>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0" name="Google Shape;1940;p56">
              <a:extLst>
                <a:ext uri="{FF2B5EF4-FFF2-40B4-BE49-F238E27FC236}">
                  <a16:creationId xmlns:a16="http://schemas.microsoft.com/office/drawing/2014/main" id="{DF0B9F8D-AC13-0FF4-91EB-FB72EA28B90E}"/>
                </a:ext>
              </a:extLst>
            </p:cNvPr>
            <p:cNvSpPr/>
            <p:nvPr/>
          </p:nvSpPr>
          <p:spPr>
            <a:xfrm>
              <a:off x="7142453" y="3238845"/>
              <a:ext cx="183911" cy="156767"/>
            </a:xfrm>
            <a:custGeom>
              <a:avLst/>
              <a:gdLst/>
              <a:ahLst/>
              <a:cxnLst/>
              <a:rect l="l" t="t" r="r" b="b"/>
              <a:pathLst>
                <a:path w="50769" h="43276" extrusionOk="0">
                  <a:moveTo>
                    <a:pt x="27068" y="43277"/>
                  </a:moveTo>
                  <a:cubicBezTo>
                    <a:pt x="20826" y="43277"/>
                    <a:pt x="14834" y="41154"/>
                    <a:pt x="9965" y="37159"/>
                  </a:cubicBezTo>
                  <a:cubicBezTo>
                    <a:pt x="4347" y="32582"/>
                    <a:pt x="851" y="26090"/>
                    <a:pt x="144" y="18849"/>
                  </a:cubicBezTo>
                  <a:cubicBezTo>
                    <a:pt x="-522" y="12482"/>
                    <a:pt x="1143" y="6074"/>
                    <a:pt x="4721" y="789"/>
                  </a:cubicBezTo>
                  <a:cubicBezTo>
                    <a:pt x="5304" y="-44"/>
                    <a:pt x="6428" y="-252"/>
                    <a:pt x="7260" y="331"/>
                  </a:cubicBezTo>
                  <a:cubicBezTo>
                    <a:pt x="8092" y="913"/>
                    <a:pt x="8300" y="2037"/>
                    <a:pt x="7759" y="2869"/>
                  </a:cubicBezTo>
                  <a:cubicBezTo>
                    <a:pt x="4638" y="7447"/>
                    <a:pt x="3223" y="12981"/>
                    <a:pt x="3764" y="18475"/>
                  </a:cubicBezTo>
                  <a:cubicBezTo>
                    <a:pt x="4389" y="24717"/>
                    <a:pt x="7426" y="30335"/>
                    <a:pt x="12295" y="34288"/>
                  </a:cubicBezTo>
                  <a:cubicBezTo>
                    <a:pt x="17164" y="38241"/>
                    <a:pt x="23281" y="40072"/>
                    <a:pt x="29523" y="39448"/>
                  </a:cubicBezTo>
                  <a:cubicBezTo>
                    <a:pt x="36889" y="38699"/>
                    <a:pt x="43547" y="34454"/>
                    <a:pt x="47334" y="28129"/>
                  </a:cubicBezTo>
                  <a:cubicBezTo>
                    <a:pt x="47834" y="27255"/>
                    <a:pt x="48957" y="26964"/>
                    <a:pt x="49873" y="27505"/>
                  </a:cubicBezTo>
                  <a:cubicBezTo>
                    <a:pt x="50746" y="28046"/>
                    <a:pt x="51038" y="29169"/>
                    <a:pt x="50497" y="30002"/>
                  </a:cubicBezTo>
                  <a:cubicBezTo>
                    <a:pt x="46086" y="37326"/>
                    <a:pt x="38429" y="42236"/>
                    <a:pt x="29898" y="43110"/>
                  </a:cubicBezTo>
                  <a:cubicBezTo>
                    <a:pt x="28982" y="43193"/>
                    <a:pt x="28025" y="43235"/>
                    <a:pt x="27110" y="43235"/>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1" name="Google Shape;1941;p56">
              <a:extLst>
                <a:ext uri="{FF2B5EF4-FFF2-40B4-BE49-F238E27FC236}">
                  <a16:creationId xmlns:a16="http://schemas.microsoft.com/office/drawing/2014/main" id="{77FF4292-46C6-8E2F-A624-61EDAFF0FF67}"/>
                </a:ext>
              </a:extLst>
            </p:cNvPr>
            <p:cNvSpPr/>
            <p:nvPr/>
          </p:nvSpPr>
          <p:spPr>
            <a:xfrm>
              <a:off x="7432464" y="3176752"/>
              <a:ext cx="183505" cy="183505"/>
            </a:xfrm>
            <a:custGeom>
              <a:avLst/>
              <a:gdLst/>
              <a:ahLst/>
              <a:cxnLst/>
              <a:rect l="l" t="t" r="r" b="b"/>
              <a:pathLst>
                <a:path w="50657" h="50657" extrusionOk="0">
                  <a:moveTo>
                    <a:pt x="132" y="27888"/>
                  </a:moveTo>
                  <a:cubicBezTo>
                    <a:pt x="1547" y="41787"/>
                    <a:pt x="13948" y="51941"/>
                    <a:pt x="27888" y="50526"/>
                  </a:cubicBezTo>
                  <a:cubicBezTo>
                    <a:pt x="41787" y="49111"/>
                    <a:pt x="51941" y="36710"/>
                    <a:pt x="50526" y="22770"/>
                  </a:cubicBezTo>
                  <a:cubicBezTo>
                    <a:pt x="49112" y="8871"/>
                    <a:pt x="36710" y="-1283"/>
                    <a:pt x="22770" y="132"/>
                  </a:cubicBezTo>
                  <a:cubicBezTo>
                    <a:pt x="8871" y="1546"/>
                    <a:pt x="-1283" y="13948"/>
                    <a:pt x="132" y="27888"/>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2" name="Google Shape;1942;p56">
              <a:extLst>
                <a:ext uri="{FF2B5EF4-FFF2-40B4-BE49-F238E27FC236}">
                  <a16:creationId xmlns:a16="http://schemas.microsoft.com/office/drawing/2014/main" id="{2ABE17F5-49A0-0E40-8168-8CAEF2440D51}"/>
                </a:ext>
              </a:extLst>
            </p:cNvPr>
            <p:cNvSpPr/>
            <p:nvPr/>
          </p:nvSpPr>
          <p:spPr>
            <a:xfrm>
              <a:off x="7429645" y="3288410"/>
              <a:ext cx="185208" cy="78369"/>
            </a:xfrm>
            <a:custGeom>
              <a:avLst/>
              <a:gdLst/>
              <a:ahLst/>
              <a:cxnLst/>
              <a:rect l="l" t="t" r="r" b="b"/>
              <a:pathLst>
                <a:path w="51127" h="21634" extrusionOk="0">
                  <a:moveTo>
                    <a:pt x="26087" y="21635"/>
                  </a:moveTo>
                  <a:cubicBezTo>
                    <a:pt x="14228" y="21635"/>
                    <a:pt x="3574" y="13895"/>
                    <a:pt x="79" y="2368"/>
                  </a:cubicBezTo>
                  <a:cubicBezTo>
                    <a:pt x="-213" y="1411"/>
                    <a:pt x="328" y="370"/>
                    <a:pt x="1327" y="79"/>
                  </a:cubicBezTo>
                  <a:cubicBezTo>
                    <a:pt x="2284" y="-212"/>
                    <a:pt x="3325" y="329"/>
                    <a:pt x="3616" y="1286"/>
                  </a:cubicBezTo>
                  <a:cubicBezTo>
                    <a:pt x="6862" y="11980"/>
                    <a:pt x="17224" y="18972"/>
                    <a:pt x="28459" y="17806"/>
                  </a:cubicBezTo>
                  <a:cubicBezTo>
                    <a:pt x="36866" y="16933"/>
                    <a:pt x="44231" y="11606"/>
                    <a:pt x="47602" y="3866"/>
                  </a:cubicBezTo>
                  <a:cubicBezTo>
                    <a:pt x="48018" y="2950"/>
                    <a:pt x="49100" y="2534"/>
                    <a:pt x="50016" y="2909"/>
                  </a:cubicBezTo>
                  <a:cubicBezTo>
                    <a:pt x="50931" y="3325"/>
                    <a:pt x="51389" y="4407"/>
                    <a:pt x="50973" y="5322"/>
                  </a:cubicBezTo>
                  <a:cubicBezTo>
                    <a:pt x="47061" y="14269"/>
                    <a:pt x="38572" y="20470"/>
                    <a:pt x="28834" y="21469"/>
                  </a:cubicBezTo>
                  <a:cubicBezTo>
                    <a:pt x="27918" y="21552"/>
                    <a:pt x="27003" y="21593"/>
                    <a:pt x="26087" y="21593"/>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3" name="Google Shape;1943;p56">
              <a:extLst>
                <a:ext uri="{FF2B5EF4-FFF2-40B4-BE49-F238E27FC236}">
                  <a16:creationId xmlns:a16="http://schemas.microsoft.com/office/drawing/2014/main" id="{9D93971C-A752-5A0C-28FB-9846B488563D}"/>
                </a:ext>
              </a:extLst>
            </p:cNvPr>
            <p:cNvSpPr/>
            <p:nvPr/>
          </p:nvSpPr>
          <p:spPr>
            <a:xfrm>
              <a:off x="7126341" y="2683755"/>
              <a:ext cx="651137" cy="489624"/>
            </a:xfrm>
            <a:custGeom>
              <a:avLst/>
              <a:gdLst/>
              <a:ahLst/>
              <a:cxnLst/>
              <a:rect l="l" t="t" r="r" b="b"/>
              <a:pathLst>
                <a:path w="179748" h="135162" extrusionOk="0">
                  <a:moveTo>
                    <a:pt x="179707" y="111651"/>
                  </a:moveTo>
                  <a:cubicBezTo>
                    <a:pt x="122529" y="119058"/>
                    <a:pt x="65351" y="126632"/>
                    <a:pt x="8132" y="134164"/>
                  </a:cubicBezTo>
                  <a:cubicBezTo>
                    <a:pt x="5427" y="134455"/>
                    <a:pt x="2847" y="134871"/>
                    <a:pt x="142" y="135163"/>
                  </a:cubicBezTo>
                  <a:cubicBezTo>
                    <a:pt x="-274" y="128754"/>
                    <a:pt x="-149" y="118600"/>
                    <a:pt x="5843" y="110069"/>
                  </a:cubicBezTo>
                  <a:cubicBezTo>
                    <a:pt x="7425" y="108072"/>
                    <a:pt x="8964" y="106366"/>
                    <a:pt x="10712" y="104951"/>
                  </a:cubicBezTo>
                  <a:cubicBezTo>
                    <a:pt x="21698" y="95962"/>
                    <a:pt x="37512" y="97960"/>
                    <a:pt x="48206" y="87556"/>
                  </a:cubicBezTo>
                  <a:cubicBezTo>
                    <a:pt x="48331" y="87431"/>
                    <a:pt x="48623" y="87140"/>
                    <a:pt x="48789" y="86973"/>
                  </a:cubicBezTo>
                  <a:cubicBezTo>
                    <a:pt x="52368" y="83270"/>
                    <a:pt x="55905" y="77402"/>
                    <a:pt x="57362" y="68164"/>
                  </a:cubicBezTo>
                  <a:cubicBezTo>
                    <a:pt x="57944" y="65043"/>
                    <a:pt x="58236" y="61589"/>
                    <a:pt x="58236" y="57594"/>
                  </a:cubicBezTo>
                  <a:cubicBezTo>
                    <a:pt x="58360" y="51019"/>
                    <a:pt x="57528" y="43320"/>
                    <a:pt x="55822" y="34082"/>
                  </a:cubicBezTo>
                  <a:cubicBezTo>
                    <a:pt x="60233" y="31960"/>
                    <a:pt x="65102" y="29213"/>
                    <a:pt x="70095" y="25676"/>
                  </a:cubicBezTo>
                  <a:cubicBezTo>
                    <a:pt x="75672" y="21681"/>
                    <a:pt x="80208" y="17561"/>
                    <a:pt x="84078" y="13400"/>
                  </a:cubicBezTo>
                  <a:cubicBezTo>
                    <a:pt x="88489" y="8531"/>
                    <a:pt x="91901" y="3828"/>
                    <a:pt x="94481" y="0"/>
                  </a:cubicBezTo>
                  <a:cubicBezTo>
                    <a:pt x="95605" y="9987"/>
                    <a:pt x="96895" y="19975"/>
                    <a:pt x="98060" y="30087"/>
                  </a:cubicBezTo>
                  <a:cubicBezTo>
                    <a:pt x="100932" y="60340"/>
                    <a:pt x="110461" y="72284"/>
                    <a:pt x="119575" y="77277"/>
                  </a:cubicBezTo>
                  <a:cubicBezTo>
                    <a:pt x="133973" y="85267"/>
                    <a:pt x="149537" y="76986"/>
                    <a:pt x="164643" y="88097"/>
                  </a:cubicBezTo>
                  <a:cubicBezTo>
                    <a:pt x="173631" y="94672"/>
                    <a:pt x="177626" y="104368"/>
                    <a:pt x="179749" y="111609"/>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4" name="Google Shape;1944;p56">
              <a:extLst>
                <a:ext uri="{FF2B5EF4-FFF2-40B4-BE49-F238E27FC236}">
                  <a16:creationId xmlns:a16="http://schemas.microsoft.com/office/drawing/2014/main" id="{71630CFF-4093-35E6-7B84-37EA33AC18B7}"/>
                </a:ext>
              </a:extLst>
            </p:cNvPr>
            <p:cNvSpPr/>
            <p:nvPr/>
          </p:nvSpPr>
          <p:spPr>
            <a:xfrm>
              <a:off x="7376456" y="3014395"/>
              <a:ext cx="40550" cy="17399"/>
            </a:xfrm>
            <a:custGeom>
              <a:avLst/>
              <a:gdLst/>
              <a:ahLst/>
              <a:cxnLst/>
              <a:rect l="l" t="t" r="r" b="b"/>
              <a:pathLst>
                <a:path w="11194" h="4803" extrusionOk="0">
                  <a:moveTo>
                    <a:pt x="11194" y="1040"/>
                  </a:moveTo>
                  <a:cubicBezTo>
                    <a:pt x="9946" y="3704"/>
                    <a:pt x="7615" y="5119"/>
                    <a:pt x="5202" y="4744"/>
                  </a:cubicBezTo>
                  <a:cubicBezTo>
                    <a:pt x="1789" y="4203"/>
                    <a:pt x="125" y="291"/>
                    <a:pt x="0" y="0"/>
                  </a:cubicBezTo>
                  <a:lnTo>
                    <a:pt x="11194" y="104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5" name="Google Shape;1945;p56">
              <a:extLst>
                <a:ext uri="{FF2B5EF4-FFF2-40B4-BE49-F238E27FC236}">
                  <a16:creationId xmlns:a16="http://schemas.microsoft.com/office/drawing/2014/main" id="{9FB96D1F-97E0-33EC-D81C-F4A62B7EFE7E}"/>
                </a:ext>
              </a:extLst>
            </p:cNvPr>
            <p:cNvSpPr/>
            <p:nvPr/>
          </p:nvSpPr>
          <p:spPr>
            <a:xfrm>
              <a:off x="7242691" y="3050096"/>
              <a:ext cx="129037" cy="16968"/>
            </a:xfrm>
            <a:custGeom>
              <a:avLst/>
              <a:gdLst/>
              <a:ahLst/>
              <a:cxnLst/>
              <a:rect l="l" t="t" r="r" b="b"/>
              <a:pathLst>
                <a:path w="35621" h="4684" extrusionOk="0">
                  <a:moveTo>
                    <a:pt x="35622" y="0"/>
                  </a:moveTo>
                  <a:cubicBezTo>
                    <a:pt x="34956" y="583"/>
                    <a:pt x="33957" y="1373"/>
                    <a:pt x="32667" y="2164"/>
                  </a:cubicBezTo>
                  <a:cubicBezTo>
                    <a:pt x="28339" y="4744"/>
                    <a:pt x="24511" y="4744"/>
                    <a:pt x="21847" y="4661"/>
                  </a:cubicBezTo>
                  <a:cubicBezTo>
                    <a:pt x="12110" y="4411"/>
                    <a:pt x="3038" y="3246"/>
                    <a:pt x="0" y="2871"/>
                  </a:cubicBezTo>
                  <a:lnTo>
                    <a:pt x="20765" y="1831"/>
                  </a:lnTo>
                  <a:lnTo>
                    <a:pt x="35622" y="0"/>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6" name="Google Shape;1946;p56">
              <a:extLst>
                <a:ext uri="{FF2B5EF4-FFF2-40B4-BE49-F238E27FC236}">
                  <a16:creationId xmlns:a16="http://schemas.microsoft.com/office/drawing/2014/main" id="{B9D13B80-53BA-D170-7E32-96358C44825C}"/>
                </a:ext>
              </a:extLst>
            </p:cNvPr>
            <p:cNvSpPr/>
            <p:nvPr/>
          </p:nvSpPr>
          <p:spPr>
            <a:xfrm>
              <a:off x="7419535" y="3022680"/>
              <a:ext cx="195365" cy="30237"/>
            </a:xfrm>
            <a:custGeom>
              <a:avLst/>
              <a:gdLst/>
              <a:ahLst/>
              <a:cxnLst/>
              <a:rect l="l" t="t" r="r" b="b"/>
              <a:pathLst>
                <a:path w="53931" h="8347" extrusionOk="0">
                  <a:moveTo>
                    <a:pt x="42" y="6242"/>
                  </a:moveTo>
                  <a:cubicBezTo>
                    <a:pt x="1165" y="6617"/>
                    <a:pt x="2871" y="7158"/>
                    <a:pt x="4952" y="7615"/>
                  </a:cubicBezTo>
                  <a:cubicBezTo>
                    <a:pt x="12068" y="9072"/>
                    <a:pt x="17769" y="8032"/>
                    <a:pt x="21764" y="7282"/>
                  </a:cubicBezTo>
                  <a:cubicBezTo>
                    <a:pt x="36204" y="4578"/>
                    <a:pt x="49479" y="1165"/>
                    <a:pt x="53932" y="0"/>
                  </a:cubicBezTo>
                  <a:cubicBezTo>
                    <a:pt x="43528" y="1415"/>
                    <a:pt x="33083" y="2830"/>
                    <a:pt x="22680" y="4245"/>
                  </a:cubicBezTo>
                  <a:lnTo>
                    <a:pt x="0" y="6242"/>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7" name="Google Shape;1947;p56">
              <a:extLst>
                <a:ext uri="{FF2B5EF4-FFF2-40B4-BE49-F238E27FC236}">
                  <a16:creationId xmlns:a16="http://schemas.microsoft.com/office/drawing/2014/main" id="{56AB20EF-D91B-B2CA-49B4-190DD291FE47}"/>
                </a:ext>
              </a:extLst>
            </p:cNvPr>
            <p:cNvSpPr/>
            <p:nvPr/>
          </p:nvSpPr>
          <p:spPr>
            <a:xfrm>
              <a:off x="6485911" y="3935213"/>
              <a:ext cx="267543" cy="859257"/>
            </a:xfrm>
            <a:custGeom>
              <a:avLst/>
              <a:gdLst/>
              <a:ahLst/>
              <a:cxnLst/>
              <a:rect l="l" t="t" r="r" b="b"/>
              <a:pathLst>
                <a:path w="73856" h="237200" extrusionOk="0">
                  <a:moveTo>
                    <a:pt x="21431" y="233996"/>
                  </a:moveTo>
                  <a:cubicBezTo>
                    <a:pt x="27673" y="235078"/>
                    <a:pt x="33957" y="236118"/>
                    <a:pt x="40199" y="237200"/>
                  </a:cubicBezTo>
                  <a:cubicBezTo>
                    <a:pt x="41989" y="226297"/>
                    <a:pt x="45068" y="208986"/>
                    <a:pt x="49812" y="187929"/>
                  </a:cubicBezTo>
                  <a:cubicBezTo>
                    <a:pt x="64377" y="122886"/>
                    <a:pt x="76695" y="102287"/>
                    <a:pt x="73282" y="68205"/>
                  </a:cubicBezTo>
                  <a:cubicBezTo>
                    <a:pt x="71868" y="54015"/>
                    <a:pt x="67332" y="33125"/>
                    <a:pt x="51893" y="8406"/>
                  </a:cubicBezTo>
                  <a:cubicBezTo>
                    <a:pt x="34581" y="5618"/>
                    <a:pt x="17311" y="2788"/>
                    <a:pt x="0" y="0"/>
                  </a:cubicBezTo>
                  <a:cubicBezTo>
                    <a:pt x="6700" y="41781"/>
                    <a:pt x="12359" y="86682"/>
                    <a:pt x="16230" y="134455"/>
                  </a:cubicBezTo>
                  <a:cubicBezTo>
                    <a:pt x="19018" y="169120"/>
                    <a:pt x="20682" y="202369"/>
                    <a:pt x="21390" y="234038"/>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8" name="Google Shape;1948;p56">
              <a:extLst>
                <a:ext uri="{FF2B5EF4-FFF2-40B4-BE49-F238E27FC236}">
                  <a16:creationId xmlns:a16="http://schemas.microsoft.com/office/drawing/2014/main" id="{60D90F7C-703F-0BFA-8C71-7BBF305ED465}"/>
                </a:ext>
              </a:extLst>
            </p:cNvPr>
            <p:cNvSpPr/>
            <p:nvPr/>
          </p:nvSpPr>
          <p:spPr>
            <a:xfrm>
              <a:off x="6314190" y="4782370"/>
              <a:ext cx="360345" cy="196271"/>
            </a:xfrm>
            <a:custGeom>
              <a:avLst/>
              <a:gdLst/>
              <a:ahLst/>
              <a:cxnLst/>
              <a:rect l="l" t="t" r="r" b="b"/>
              <a:pathLst>
                <a:path w="99474" h="54181" extrusionOk="0">
                  <a:moveTo>
                    <a:pt x="0" y="54182"/>
                  </a:moveTo>
                  <a:lnTo>
                    <a:pt x="98501" y="54182"/>
                  </a:lnTo>
                  <a:cubicBezTo>
                    <a:pt x="99499" y="49770"/>
                    <a:pt x="100290" y="43154"/>
                    <a:pt x="97918" y="36079"/>
                  </a:cubicBezTo>
                  <a:cubicBezTo>
                    <a:pt x="97002" y="33416"/>
                    <a:pt x="96004" y="31627"/>
                    <a:pt x="95463" y="30670"/>
                  </a:cubicBezTo>
                  <a:cubicBezTo>
                    <a:pt x="92716" y="25676"/>
                    <a:pt x="89470" y="17270"/>
                    <a:pt x="87723" y="2455"/>
                  </a:cubicBezTo>
                  <a:cubicBezTo>
                    <a:pt x="81439" y="1623"/>
                    <a:pt x="75155" y="832"/>
                    <a:pt x="68872" y="0"/>
                  </a:cubicBezTo>
                  <a:cubicBezTo>
                    <a:pt x="45068" y="36329"/>
                    <a:pt x="31585" y="43612"/>
                    <a:pt x="23595" y="43071"/>
                  </a:cubicBezTo>
                  <a:cubicBezTo>
                    <a:pt x="21431" y="42946"/>
                    <a:pt x="13608" y="41822"/>
                    <a:pt x="6908" y="46275"/>
                  </a:cubicBezTo>
                  <a:cubicBezTo>
                    <a:pt x="3329" y="48647"/>
                    <a:pt x="1249" y="51810"/>
                    <a:pt x="0" y="54182"/>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9" name="Google Shape;1949;p56">
              <a:extLst>
                <a:ext uri="{FF2B5EF4-FFF2-40B4-BE49-F238E27FC236}">
                  <a16:creationId xmlns:a16="http://schemas.microsoft.com/office/drawing/2014/main" id="{C21886FF-0487-3472-F1A2-ED1123B0B824}"/>
                </a:ext>
              </a:extLst>
            </p:cNvPr>
            <p:cNvSpPr/>
            <p:nvPr/>
          </p:nvSpPr>
          <p:spPr>
            <a:xfrm>
              <a:off x="6791397" y="3935213"/>
              <a:ext cx="267543" cy="859257"/>
            </a:xfrm>
            <a:custGeom>
              <a:avLst/>
              <a:gdLst/>
              <a:ahLst/>
              <a:cxnLst/>
              <a:rect l="l" t="t" r="r" b="b"/>
              <a:pathLst>
                <a:path w="73856" h="237200" extrusionOk="0">
                  <a:moveTo>
                    <a:pt x="21431" y="233996"/>
                  </a:moveTo>
                  <a:cubicBezTo>
                    <a:pt x="27673" y="235078"/>
                    <a:pt x="33957" y="236118"/>
                    <a:pt x="40199" y="237200"/>
                  </a:cubicBezTo>
                  <a:cubicBezTo>
                    <a:pt x="41989" y="226297"/>
                    <a:pt x="45068" y="208986"/>
                    <a:pt x="49812" y="187929"/>
                  </a:cubicBezTo>
                  <a:cubicBezTo>
                    <a:pt x="64377" y="122886"/>
                    <a:pt x="76695" y="102287"/>
                    <a:pt x="73283" y="68205"/>
                  </a:cubicBezTo>
                  <a:cubicBezTo>
                    <a:pt x="71868" y="54015"/>
                    <a:pt x="67332" y="33125"/>
                    <a:pt x="51893" y="8406"/>
                  </a:cubicBezTo>
                  <a:cubicBezTo>
                    <a:pt x="34582" y="5618"/>
                    <a:pt x="17312" y="2788"/>
                    <a:pt x="0" y="0"/>
                  </a:cubicBezTo>
                  <a:cubicBezTo>
                    <a:pt x="6700" y="41781"/>
                    <a:pt x="12360" y="86682"/>
                    <a:pt x="16230" y="134455"/>
                  </a:cubicBezTo>
                  <a:cubicBezTo>
                    <a:pt x="19018" y="169120"/>
                    <a:pt x="20682" y="202369"/>
                    <a:pt x="21390" y="234038"/>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0" name="Google Shape;1950;p56">
              <a:extLst>
                <a:ext uri="{FF2B5EF4-FFF2-40B4-BE49-F238E27FC236}">
                  <a16:creationId xmlns:a16="http://schemas.microsoft.com/office/drawing/2014/main" id="{45A6C1F6-D3CA-3821-20E8-0CC3E2101EF1}"/>
                </a:ext>
              </a:extLst>
            </p:cNvPr>
            <p:cNvSpPr/>
            <p:nvPr/>
          </p:nvSpPr>
          <p:spPr>
            <a:xfrm>
              <a:off x="6619676" y="4782370"/>
              <a:ext cx="360345" cy="196271"/>
            </a:xfrm>
            <a:custGeom>
              <a:avLst/>
              <a:gdLst/>
              <a:ahLst/>
              <a:cxnLst/>
              <a:rect l="l" t="t" r="r" b="b"/>
              <a:pathLst>
                <a:path w="99474" h="54181" extrusionOk="0">
                  <a:moveTo>
                    <a:pt x="0" y="54182"/>
                  </a:moveTo>
                  <a:lnTo>
                    <a:pt x="98500" y="54182"/>
                  </a:lnTo>
                  <a:cubicBezTo>
                    <a:pt x="99499" y="49770"/>
                    <a:pt x="100290" y="43154"/>
                    <a:pt x="97918" y="36079"/>
                  </a:cubicBezTo>
                  <a:cubicBezTo>
                    <a:pt x="97002" y="33416"/>
                    <a:pt x="96004" y="31627"/>
                    <a:pt x="95463" y="30670"/>
                  </a:cubicBezTo>
                  <a:cubicBezTo>
                    <a:pt x="92716" y="25676"/>
                    <a:pt x="89470" y="17270"/>
                    <a:pt x="87723" y="2455"/>
                  </a:cubicBezTo>
                  <a:cubicBezTo>
                    <a:pt x="81439" y="1623"/>
                    <a:pt x="75155" y="832"/>
                    <a:pt x="68871" y="0"/>
                  </a:cubicBezTo>
                  <a:cubicBezTo>
                    <a:pt x="45068" y="36329"/>
                    <a:pt x="31585" y="43612"/>
                    <a:pt x="23595" y="43071"/>
                  </a:cubicBezTo>
                  <a:cubicBezTo>
                    <a:pt x="21431" y="42946"/>
                    <a:pt x="13608" y="41822"/>
                    <a:pt x="6908" y="46275"/>
                  </a:cubicBezTo>
                  <a:cubicBezTo>
                    <a:pt x="3329" y="48647"/>
                    <a:pt x="1248" y="51810"/>
                    <a:pt x="0" y="54182"/>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1" name="Google Shape;1951;p56">
              <a:extLst>
                <a:ext uri="{FF2B5EF4-FFF2-40B4-BE49-F238E27FC236}">
                  <a16:creationId xmlns:a16="http://schemas.microsoft.com/office/drawing/2014/main" id="{330F5BF2-2A61-8164-53A1-19E612C51570}"/>
                </a:ext>
              </a:extLst>
            </p:cNvPr>
            <p:cNvSpPr/>
            <p:nvPr/>
          </p:nvSpPr>
          <p:spPr>
            <a:xfrm>
              <a:off x="6483627" y="3826809"/>
              <a:ext cx="203143" cy="203907"/>
            </a:xfrm>
            <a:custGeom>
              <a:avLst/>
              <a:gdLst/>
              <a:ahLst/>
              <a:cxnLst/>
              <a:rect l="l" t="t" r="r" b="b"/>
              <a:pathLst>
                <a:path w="56078" h="56289" extrusionOk="0">
                  <a:moveTo>
                    <a:pt x="19482" y="1151"/>
                  </a:moveTo>
                  <a:cubicBezTo>
                    <a:pt x="5625" y="5438"/>
                    <a:pt x="-2115" y="20543"/>
                    <a:pt x="506" y="34026"/>
                  </a:cubicBezTo>
                  <a:cubicBezTo>
                    <a:pt x="2504" y="44263"/>
                    <a:pt x="10286" y="52753"/>
                    <a:pt x="20814" y="56290"/>
                  </a:cubicBezTo>
                  <a:cubicBezTo>
                    <a:pt x="25766" y="54709"/>
                    <a:pt x="30802" y="53169"/>
                    <a:pt x="36045" y="51671"/>
                  </a:cubicBezTo>
                  <a:cubicBezTo>
                    <a:pt x="40414" y="50422"/>
                    <a:pt x="44742" y="49216"/>
                    <a:pt x="48987" y="48134"/>
                  </a:cubicBezTo>
                  <a:cubicBezTo>
                    <a:pt x="50111" y="46677"/>
                    <a:pt x="58849" y="35233"/>
                    <a:pt x="55187" y="21750"/>
                  </a:cubicBezTo>
                  <a:cubicBezTo>
                    <a:pt x="51317" y="7560"/>
                    <a:pt x="35171" y="-3718"/>
                    <a:pt x="19482" y="1151"/>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2" name="Google Shape;1952;p56">
              <a:extLst>
                <a:ext uri="{FF2B5EF4-FFF2-40B4-BE49-F238E27FC236}">
                  <a16:creationId xmlns:a16="http://schemas.microsoft.com/office/drawing/2014/main" id="{96C18E00-C422-D0C1-ED48-99E94D5F0D5E}"/>
                </a:ext>
              </a:extLst>
            </p:cNvPr>
            <p:cNvSpPr/>
            <p:nvPr/>
          </p:nvSpPr>
          <p:spPr>
            <a:xfrm>
              <a:off x="6591206" y="3671456"/>
              <a:ext cx="765192" cy="355737"/>
            </a:xfrm>
            <a:custGeom>
              <a:avLst/>
              <a:gdLst/>
              <a:ahLst/>
              <a:cxnLst/>
              <a:rect l="l" t="t" r="r" b="b"/>
              <a:pathLst>
                <a:path w="211233" h="98202" extrusionOk="0">
                  <a:moveTo>
                    <a:pt x="0" y="33749"/>
                  </a:moveTo>
                  <a:cubicBezTo>
                    <a:pt x="4702" y="52517"/>
                    <a:pt x="9363" y="71285"/>
                    <a:pt x="14066" y="90053"/>
                  </a:cubicBezTo>
                  <a:cubicBezTo>
                    <a:pt x="48855" y="96753"/>
                    <a:pt x="94922" y="101455"/>
                    <a:pt x="148229" y="95421"/>
                  </a:cubicBezTo>
                  <a:cubicBezTo>
                    <a:pt x="171533" y="92799"/>
                    <a:pt x="192590" y="88472"/>
                    <a:pt x="211233" y="83561"/>
                  </a:cubicBezTo>
                  <a:cubicBezTo>
                    <a:pt x="198458" y="55721"/>
                    <a:pt x="185682" y="27840"/>
                    <a:pt x="172906" y="0"/>
                  </a:cubicBezTo>
                  <a:cubicBezTo>
                    <a:pt x="134663" y="7823"/>
                    <a:pt x="96045" y="15480"/>
                    <a:pt x="57095" y="22971"/>
                  </a:cubicBezTo>
                  <a:cubicBezTo>
                    <a:pt x="37994" y="26633"/>
                    <a:pt x="18976" y="30253"/>
                    <a:pt x="0" y="3374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3" name="Google Shape;1953;p56">
              <a:extLst>
                <a:ext uri="{FF2B5EF4-FFF2-40B4-BE49-F238E27FC236}">
                  <a16:creationId xmlns:a16="http://schemas.microsoft.com/office/drawing/2014/main" id="{4D3B8736-52C3-3A57-5577-70ECF17B1E7F}"/>
                </a:ext>
              </a:extLst>
            </p:cNvPr>
            <p:cNvSpPr/>
            <p:nvPr/>
          </p:nvSpPr>
          <p:spPr>
            <a:xfrm>
              <a:off x="6773896" y="3862206"/>
              <a:ext cx="203143" cy="203907"/>
            </a:xfrm>
            <a:custGeom>
              <a:avLst/>
              <a:gdLst/>
              <a:ahLst/>
              <a:cxnLst/>
              <a:rect l="l" t="t" r="r" b="b"/>
              <a:pathLst>
                <a:path w="56078" h="56289" extrusionOk="0">
                  <a:moveTo>
                    <a:pt x="19482" y="1151"/>
                  </a:moveTo>
                  <a:cubicBezTo>
                    <a:pt x="5625" y="5438"/>
                    <a:pt x="-2115" y="20543"/>
                    <a:pt x="506" y="34026"/>
                  </a:cubicBezTo>
                  <a:cubicBezTo>
                    <a:pt x="2504" y="44263"/>
                    <a:pt x="10286" y="52753"/>
                    <a:pt x="20814" y="56290"/>
                  </a:cubicBezTo>
                  <a:cubicBezTo>
                    <a:pt x="25766" y="54709"/>
                    <a:pt x="30843" y="53169"/>
                    <a:pt x="36045" y="51671"/>
                  </a:cubicBezTo>
                  <a:cubicBezTo>
                    <a:pt x="40414" y="50422"/>
                    <a:pt x="44742" y="49216"/>
                    <a:pt x="48987" y="48134"/>
                  </a:cubicBezTo>
                  <a:cubicBezTo>
                    <a:pt x="50110" y="46677"/>
                    <a:pt x="58849" y="35233"/>
                    <a:pt x="55187" y="21750"/>
                  </a:cubicBezTo>
                  <a:cubicBezTo>
                    <a:pt x="51317" y="7560"/>
                    <a:pt x="35171" y="-3718"/>
                    <a:pt x="19482" y="115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4" name="Google Shape;1954;p56">
              <a:extLst>
                <a:ext uri="{FF2B5EF4-FFF2-40B4-BE49-F238E27FC236}">
                  <a16:creationId xmlns:a16="http://schemas.microsoft.com/office/drawing/2014/main" id="{F146C0F9-5388-BE2D-C960-2585C3893359}"/>
                </a:ext>
              </a:extLst>
            </p:cNvPr>
            <p:cNvSpPr/>
            <p:nvPr/>
          </p:nvSpPr>
          <p:spPr>
            <a:xfrm>
              <a:off x="6874094" y="3704168"/>
              <a:ext cx="844676" cy="358573"/>
            </a:xfrm>
            <a:custGeom>
              <a:avLst/>
              <a:gdLst/>
              <a:ahLst/>
              <a:cxnLst/>
              <a:rect l="l" t="t" r="r" b="b"/>
              <a:pathLst>
                <a:path w="233175" h="98985" extrusionOk="0">
                  <a:moveTo>
                    <a:pt x="0" y="43687"/>
                  </a:moveTo>
                  <a:cubicBezTo>
                    <a:pt x="5368" y="59417"/>
                    <a:pt x="10736" y="75147"/>
                    <a:pt x="16105" y="90836"/>
                  </a:cubicBezTo>
                  <a:cubicBezTo>
                    <a:pt x="50894" y="97536"/>
                    <a:pt x="96961" y="102238"/>
                    <a:pt x="150268" y="96204"/>
                  </a:cubicBezTo>
                  <a:cubicBezTo>
                    <a:pt x="173572" y="93582"/>
                    <a:pt x="194629" y="89255"/>
                    <a:pt x="213272" y="84344"/>
                  </a:cubicBezTo>
                  <a:cubicBezTo>
                    <a:pt x="229169" y="72026"/>
                    <a:pt x="236493" y="52135"/>
                    <a:pt x="231749" y="34407"/>
                  </a:cubicBezTo>
                  <a:cubicBezTo>
                    <a:pt x="225756" y="11936"/>
                    <a:pt x="201287" y="-3753"/>
                    <a:pt x="174946" y="783"/>
                  </a:cubicBezTo>
                  <a:cubicBezTo>
                    <a:pt x="140531" y="4612"/>
                    <a:pt x="101372" y="11561"/>
                    <a:pt x="59133" y="23754"/>
                  </a:cubicBezTo>
                  <a:cubicBezTo>
                    <a:pt x="37869" y="29871"/>
                    <a:pt x="18144" y="36654"/>
                    <a:pt x="0" y="4368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5" name="Google Shape;1955;p56">
              <a:extLst>
                <a:ext uri="{FF2B5EF4-FFF2-40B4-BE49-F238E27FC236}">
                  <a16:creationId xmlns:a16="http://schemas.microsoft.com/office/drawing/2014/main" id="{B3C2DC2B-EE63-DD9A-AC4B-12A61E0C0EEC}"/>
                </a:ext>
              </a:extLst>
            </p:cNvPr>
            <p:cNvSpPr/>
            <p:nvPr/>
          </p:nvSpPr>
          <p:spPr>
            <a:xfrm>
              <a:off x="6767746" y="3929639"/>
              <a:ext cx="323189" cy="813729"/>
            </a:xfrm>
            <a:custGeom>
              <a:avLst/>
              <a:gdLst/>
              <a:ahLst/>
              <a:cxnLst/>
              <a:rect l="l" t="t" r="r" b="b"/>
              <a:pathLst>
                <a:path w="89217" h="224632" extrusionOk="0">
                  <a:moveTo>
                    <a:pt x="0" y="42"/>
                  </a:moveTo>
                  <a:cubicBezTo>
                    <a:pt x="7740" y="74697"/>
                    <a:pt x="15439" y="149395"/>
                    <a:pt x="23179" y="224050"/>
                  </a:cubicBezTo>
                  <a:cubicBezTo>
                    <a:pt x="35871" y="224258"/>
                    <a:pt x="48522" y="224466"/>
                    <a:pt x="61214" y="224633"/>
                  </a:cubicBezTo>
                  <a:cubicBezTo>
                    <a:pt x="73449" y="196086"/>
                    <a:pt x="87972" y="151975"/>
                    <a:pt x="89137" y="96878"/>
                  </a:cubicBezTo>
                  <a:cubicBezTo>
                    <a:pt x="89761" y="68497"/>
                    <a:pt x="86682" y="43570"/>
                    <a:pt x="82604" y="23179"/>
                  </a:cubicBezTo>
                  <a:cubicBezTo>
                    <a:pt x="55055" y="15439"/>
                    <a:pt x="27549" y="7740"/>
                    <a:pt x="0"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6" name="Google Shape;1956;p56">
              <a:extLst>
                <a:ext uri="{FF2B5EF4-FFF2-40B4-BE49-F238E27FC236}">
                  <a16:creationId xmlns:a16="http://schemas.microsoft.com/office/drawing/2014/main" id="{61B8F57D-314B-9ACF-CB4D-CF16C8718A21}"/>
                </a:ext>
              </a:extLst>
            </p:cNvPr>
            <p:cNvSpPr/>
            <p:nvPr/>
          </p:nvSpPr>
          <p:spPr>
            <a:xfrm>
              <a:off x="6458195" y="3790199"/>
              <a:ext cx="323192" cy="958553"/>
            </a:xfrm>
            <a:custGeom>
              <a:avLst/>
              <a:gdLst/>
              <a:ahLst/>
              <a:cxnLst/>
              <a:rect l="l" t="t" r="r" b="b"/>
              <a:pathLst>
                <a:path w="89218" h="264611" extrusionOk="0">
                  <a:moveTo>
                    <a:pt x="0" y="40020"/>
                  </a:moveTo>
                  <a:cubicBezTo>
                    <a:pt x="7740" y="114676"/>
                    <a:pt x="15439" y="189373"/>
                    <a:pt x="23179" y="264029"/>
                  </a:cubicBezTo>
                  <a:cubicBezTo>
                    <a:pt x="35871" y="264237"/>
                    <a:pt x="48522" y="264445"/>
                    <a:pt x="61214" y="264612"/>
                  </a:cubicBezTo>
                  <a:cubicBezTo>
                    <a:pt x="73449" y="236064"/>
                    <a:pt x="87972" y="191954"/>
                    <a:pt x="89138" y="136856"/>
                  </a:cubicBezTo>
                  <a:cubicBezTo>
                    <a:pt x="89762" y="108476"/>
                    <a:pt x="86682" y="83549"/>
                    <a:pt x="82604" y="63158"/>
                  </a:cubicBezTo>
                  <a:cubicBezTo>
                    <a:pt x="74364" y="42601"/>
                    <a:pt x="66166" y="22085"/>
                    <a:pt x="57927" y="1527"/>
                  </a:cubicBezTo>
                  <a:cubicBezTo>
                    <a:pt x="55180" y="778"/>
                    <a:pt x="37619" y="-3674"/>
                    <a:pt x="20682" y="7270"/>
                  </a:cubicBezTo>
                  <a:cubicBezTo>
                    <a:pt x="3204" y="18589"/>
                    <a:pt x="375" y="37274"/>
                    <a:pt x="0" y="3997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7" name="Google Shape;1957;p56">
              <a:extLst>
                <a:ext uri="{FF2B5EF4-FFF2-40B4-BE49-F238E27FC236}">
                  <a16:creationId xmlns:a16="http://schemas.microsoft.com/office/drawing/2014/main" id="{4717480D-28BB-2494-0F97-DB1179BB570A}"/>
                </a:ext>
              </a:extLst>
            </p:cNvPr>
            <p:cNvSpPr/>
            <p:nvPr/>
          </p:nvSpPr>
          <p:spPr>
            <a:xfrm>
              <a:off x="7117093" y="2929739"/>
              <a:ext cx="673959" cy="856692"/>
            </a:xfrm>
            <a:custGeom>
              <a:avLst/>
              <a:gdLst/>
              <a:ahLst/>
              <a:cxnLst/>
              <a:rect l="l" t="t" r="r" b="b"/>
              <a:pathLst>
                <a:path w="186048" h="236492" extrusionOk="0">
                  <a:moveTo>
                    <a:pt x="3322" y="36204"/>
                  </a:moveTo>
                  <a:cubicBezTo>
                    <a:pt x="2323" y="47898"/>
                    <a:pt x="1490" y="59883"/>
                    <a:pt x="949" y="72159"/>
                  </a:cubicBezTo>
                  <a:cubicBezTo>
                    <a:pt x="-1464" y="124426"/>
                    <a:pt x="908" y="172990"/>
                    <a:pt x="5985" y="217142"/>
                  </a:cubicBezTo>
                  <a:cubicBezTo>
                    <a:pt x="11811" y="223884"/>
                    <a:pt x="21049" y="232373"/>
                    <a:pt x="34074" y="235411"/>
                  </a:cubicBezTo>
                  <a:cubicBezTo>
                    <a:pt x="52592" y="239739"/>
                    <a:pt x="65992" y="230001"/>
                    <a:pt x="84427" y="225174"/>
                  </a:cubicBezTo>
                  <a:cubicBezTo>
                    <a:pt x="100116" y="221012"/>
                    <a:pt x="123420" y="219348"/>
                    <a:pt x="155671" y="231499"/>
                  </a:cubicBezTo>
                  <a:cubicBezTo>
                    <a:pt x="165783" y="168038"/>
                    <a:pt x="175937" y="104576"/>
                    <a:pt x="186049" y="41156"/>
                  </a:cubicBezTo>
                  <a:cubicBezTo>
                    <a:pt x="184509" y="37952"/>
                    <a:pt x="182095" y="33666"/>
                    <a:pt x="178475" y="29130"/>
                  </a:cubicBezTo>
                  <a:cubicBezTo>
                    <a:pt x="175645" y="25593"/>
                    <a:pt x="169486" y="18685"/>
                    <a:pt x="159749" y="13316"/>
                  </a:cubicBezTo>
                  <a:cubicBezTo>
                    <a:pt x="155546" y="10986"/>
                    <a:pt x="152383" y="9904"/>
                    <a:pt x="125417" y="3288"/>
                  </a:cubicBezTo>
                  <a:cubicBezTo>
                    <a:pt x="119924" y="1914"/>
                    <a:pt x="115263" y="791"/>
                    <a:pt x="111851" y="0"/>
                  </a:cubicBezTo>
                  <a:cubicBezTo>
                    <a:pt x="101864" y="24136"/>
                    <a:pt x="81639" y="33749"/>
                    <a:pt x="70570" y="28714"/>
                  </a:cubicBezTo>
                  <a:cubicBezTo>
                    <a:pt x="60666" y="24178"/>
                    <a:pt x="58918" y="8240"/>
                    <a:pt x="58668" y="5951"/>
                  </a:cubicBezTo>
                  <a:cubicBezTo>
                    <a:pt x="40192" y="16063"/>
                    <a:pt x="21715" y="26175"/>
                    <a:pt x="3280" y="3628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8" name="Google Shape;1958;p56">
              <a:extLst>
                <a:ext uri="{FF2B5EF4-FFF2-40B4-BE49-F238E27FC236}">
                  <a16:creationId xmlns:a16="http://schemas.microsoft.com/office/drawing/2014/main" id="{E3AB680A-4EA9-8DB5-E64E-046D5636962B}"/>
                </a:ext>
              </a:extLst>
            </p:cNvPr>
            <p:cNvSpPr/>
            <p:nvPr/>
          </p:nvSpPr>
          <p:spPr>
            <a:xfrm>
              <a:off x="7328251" y="2732409"/>
              <a:ext cx="152402" cy="214361"/>
            </a:xfrm>
            <a:custGeom>
              <a:avLst/>
              <a:gdLst/>
              <a:ahLst/>
              <a:cxnLst/>
              <a:rect l="l" t="t" r="r" b="b"/>
              <a:pathLst>
                <a:path w="42071" h="59175" extrusionOk="0">
                  <a:moveTo>
                    <a:pt x="42072" y="27507"/>
                  </a:moveTo>
                  <a:cubicBezTo>
                    <a:pt x="42072" y="45068"/>
                    <a:pt x="29962" y="59175"/>
                    <a:pt x="15106" y="59175"/>
                  </a:cubicBezTo>
                  <a:cubicBezTo>
                    <a:pt x="10112" y="59175"/>
                    <a:pt x="5535" y="57594"/>
                    <a:pt x="1540" y="54764"/>
                  </a:cubicBezTo>
                  <a:cubicBezTo>
                    <a:pt x="2122" y="51643"/>
                    <a:pt x="2414" y="48189"/>
                    <a:pt x="2414" y="44194"/>
                  </a:cubicBezTo>
                  <a:cubicBezTo>
                    <a:pt x="2538" y="37619"/>
                    <a:pt x="1706" y="29921"/>
                    <a:pt x="0" y="20682"/>
                  </a:cubicBezTo>
                  <a:cubicBezTo>
                    <a:pt x="4411" y="18560"/>
                    <a:pt x="9280" y="15813"/>
                    <a:pt x="14274" y="12276"/>
                  </a:cubicBezTo>
                  <a:cubicBezTo>
                    <a:pt x="19850" y="8281"/>
                    <a:pt x="24386" y="4161"/>
                    <a:pt x="28256" y="0"/>
                  </a:cubicBezTo>
                  <a:cubicBezTo>
                    <a:pt x="36537" y="5410"/>
                    <a:pt x="42072" y="15689"/>
                    <a:pt x="42072" y="2750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9" name="Google Shape;1959;p56">
              <a:extLst>
                <a:ext uri="{FF2B5EF4-FFF2-40B4-BE49-F238E27FC236}">
                  <a16:creationId xmlns:a16="http://schemas.microsoft.com/office/drawing/2014/main" id="{D1E82A1E-2F46-A4F6-2136-E498F315526A}"/>
                </a:ext>
              </a:extLst>
            </p:cNvPr>
            <p:cNvSpPr/>
            <p:nvPr/>
          </p:nvSpPr>
          <p:spPr>
            <a:xfrm>
              <a:off x="7199927" y="2453785"/>
              <a:ext cx="342935" cy="447520"/>
            </a:xfrm>
            <a:custGeom>
              <a:avLst/>
              <a:gdLst/>
              <a:ahLst/>
              <a:cxnLst/>
              <a:rect l="l" t="t" r="r" b="b"/>
              <a:pathLst>
                <a:path w="94668" h="123539" extrusionOk="0">
                  <a:moveTo>
                    <a:pt x="42234" y="487"/>
                  </a:moveTo>
                  <a:cubicBezTo>
                    <a:pt x="37907" y="861"/>
                    <a:pt x="34203" y="1402"/>
                    <a:pt x="30707" y="2151"/>
                  </a:cubicBezTo>
                  <a:cubicBezTo>
                    <a:pt x="11523" y="6230"/>
                    <a:pt x="-1627" y="23999"/>
                    <a:pt x="163" y="43557"/>
                  </a:cubicBezTo>
                  <a:lnTo>
                    <a:pt x="3825" y="83257"/>
                  </a:lnTo>
                  <a:cubicBezTo>
                    <a:pt x="5281" y="88168"/>
                    <a:pt x="10899" y="104688"/>
                    <a:pt x="27670" y="115258"/>
                  </a:cubicBezTo>
                  <a:cubicBezTo>
                    <a:pt x="37407" y="121417"/>
                    <a:pt x="46854" y="123040"/>
                    <a:pt x="52305" y="123540"/>
                  </a:cubicBezTo>
                  <a:cubicBezTo>
                    <a:pt x="52638" y="123540"/>
                    <a:pt x="52971" y="123456"/>
                    <a:pt x="53345" y="123415"/>
                  </a:cubicBezTo>
                  <a:cubicBezTo>
                    <a:pt x="53678" y="123415"/>
                    <a:pt x="54011" y="123415"/>
                    <a:pt x="54386" y="123373"/>
                  </a:cubicBezTo>
                  <a:cubicBezTo>
                    <a:pt x="59629" y="121875"/>
                    <a:pt x="68660" y="118546"/>
                    <a:pt x="77065" y="110722"/>
                  </a:cubicBezTo>
                  <a:cubicBezTo>
                    <a:pt x="91630" y="97239"/>
                    <a:pt x="94127" y="79970"/>
                    <a:pt x="94668" y="74893"/>
                  </a:cubicBezTo>
                  <a:lnTo>
                    <a:pt x="91006" y="35193"/>
                  </a:lnTo>
                  <a:cubicBezTo>
                    <a:pt x="89217" y="15634"/>
                    <a:pt x="73071" y="528"/>
                    <a:pt x="53429" y="29"/>
                  </a:cubicBezTo>
                  <a:cubicBezTo>
                    <a:pt x="49850" y="-54"/>
                    <a:pt x="46105" y="29"/>
                    <a:pt x="42193" y="44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0" name="Google Shape;1960;p56">
              <a:extLst>
                <a:ext uri="{FF2B5EF4-FFF2-40B4-BE49-F238E27FC236}">
                  <a16:creationId xmlns:a16="http://schemas.microsoft.com/office/drawing/2014/main" id="{11771717-3323-646E-273F-264490C4FAA0}"/>
                </a:ext>
              </a:extLst>
            </p:cNvPr>
            <p:cNvSpPr/>
            <p:nvPr/>
          </p:nvSpPr>
          <p:spPr>
            <a:xfrm>
              <a:off x="7159230" y="2630911"/>
              <a:ext cx="77808" cy="105013"/>
            </a:xfrm>
            <a:custGeom>
              <a:avLst/>
              <a:gdLst/>
              <a:ahLst/>
              <a:cxnLst/>
              <a:rect l="l" t="t" r="r" b="b"/>
              <a:pathLst>
                <a:path w="21479" h="28989" extrusionOk="0">
                  <a:moveTo>
                    <a:pt x="21393" y="13517"/>
                  </a:moveTo>
                  <a:cubicBezTo>
                    <a:pt x="22142" y="21507"/>
                    <a:pt x="17939" y="28415"/>
                    <a:pt x="12071" y="28955"/>
                  </a:cubicBezTo>
                  <a:cubicBezTo>
                    <a:pt x="6204" y="29496"/>
                    <a:pt x="794" y="23462"/>
                    <a:pt x="86" y="15473"/>
                  </a:cubicBezTo>
                  <a:cubicBezTo>
                    <a:pt x="-663" y="7483"/>
                    <a:pt x="3540" y="575"/>
                    <a:pt x="9408" y="34"/>
                  </a:cubicBezTo>
                  <a:cubicBezTo>
                    <a:pt x="15317" y="-507"/>
                    <a:pt x="20685" y="5527"/>
                    <a:pt x="21393" y="13517"/>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1" name="Google Shape;1961;p56">
              <a:extLst>
                <a:ext uri="{FF2B5EF4-FFF2-40B4-BE49-F238E27FC236}">
                  <a16:creationId xmlns:a16="http://schemas.microsoft.com/office/drawing/2014/main" id="{0BB063A0-69EA-520B-1BE8-D7C683D05FC6}"/>
                </a:ext>
              </a:extLst>
            </p:cNvPr>
            <p:cNvSpPr/>
            <p:nvPr/>
          </p:nvSpPr>
          <p:spPr>
            <a:xfrm>
              <a:off x="7506289" y="2598977"/>
              <a:ext cx="77808" cy="105013"/>
            </a:xfrm>
            <a:custGeom>
              <a:avLst/>
              <a:gdLst/>
              <a:ahLst/>
              <a:cxnLst/>
              <a:rect l="l" t="t" r="r" b="b"/>
              <a:pathLst>
                <a:path w="21479" h="28989" extrusionOk="0">
                  <a:moveTo>
                    <a:pt x="21393" y="13517"/>
                  </a:moveTo>
                  <a:cubicBezTo>
                    <a:pt x="22142" y="21507"/>
                    <a:pt x="17939" y="28415"/>
                    <a:pt x="12071" y="28955"/>
                  </a:cubicBezTo>
                  <a:cubicBezTo>
                    <a:pt x="6162" y="29496"/>
                    <a:pt x="794" y="23462"/>
                    <a:pt x="86" y="15473"/>
                  </a:cubicBezTo>
                  <a:cubicBezTo>
                    <a:pt x="-663" y="7483"/>
                    <a:pt x="3540" y="575"/>
                    <a:pt x="9408" y="34"/>
                  </a:cubicBezTo>
                  <a:cubicBezTo>
                    <a:pt x="15317" y="-507"/>
                    <a:pt x="20685" y="5527"/>
                    <a:pt x="21393" y="13517"/>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2" name="Google Shape;1962;p56">
              <a:extLst>
                <a:ext uri="{FF2B5EF4-FFF2-40B4-BE49-F238E27FC236}">
                  <a16:creationId xmlns:a16="http://schemas.microsoft.com/office/drawing/2014/main" id="{BA06B833-4A60-F2EA-9656-13F1B292BF1D}"/>
                </a:ext>
              </a:extLst>
            </p:cNvPr>
            <p:cNvSpPr/>
            <p:nvPr/>
          </p:nvSpPr>
          <p:spPr>
            <a:xfrm>
              <a:off x="7363653" y="2793394"/>
              <a:ext cx="33613" cy="8335"/>
            </a:xfrm>
            <a:custGeom>
              <a:avLst/>
              <a:gdLst/>
              <a:ahLst/>
              <a:cxnLst/>
              <a:rect l="l" t="t" r="r" b="b"/>
              <a:pathLst>
                <a:path w="9279" h="2301" extrusionOk="0">
                  <a:moveTo>
                    <a:pt x="0" y="1588"/>
                  </a:moveTo>
                  <a:cubicBezTo>
                    <a:pt x="1456" y="589"/>
                    <a:pt x="2996" y="215"/>
                    <a:pt x="4536" y="48"/>
                  </a:cubicBezTo>
                  <a:cubicBezTo>
                    <a:pt x="6075" y="-77"/>
                    <a:pt x="7657" y="7"/>
                    <a:pt x="9280" y="714"/>
                  </a:cubicBezTo>
                  <a:cubicBezTo>
                    <a:pt x="7823" y="1754"/>
                    <a:pt x="6284" y="2087"/>
                    <a:pt x="4744" y="2254"/>
                  </a:cubicBezTo>
                  <a:cubicBezTo>
                    <a:pt x="3204" y="2379"/>
                    <a:pt x="1623" y="2295"/>
                    <a:pt x="0" y="158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3" name="Google Shape;1963;p56">
              <a:extLst>
                <a:ext uri="{FF2B5EF4-FFF2-40B4-BE49-F238E27FC236}">
                  <a16:creationId xmlns:a16="http://schemas.microsoft.com/office/drawing/2014/main" id="{348F90F8-B3F6-2F86-54FB-02BA4C654B09}"/>
                </a:ext>
              </a:extLst>
            </p:cNvPr>
            <p:cNvSpPr/>
            <p:nvPr/>
          </p:nvSpPr>
          <p:spPr>
            <a:xfrm>
              <a:off x="7358610" y="2853348"/>
              <a:ext cx="69802" cy="21724"/>
            </a:xfrm>
            <a:custGeom>
              <a:avLst/>
              <a:gdLst/>
              <a:ahLst/>
              <a:cxnLst/>
              <a:rect l="l" t="t" r="r" b="b"/>
              <a:pathLst>
                <a:path w="19269" h="5997" extrusionOk="0">
                  <a:moveTo>
                    <a:pt x="8218" y="5998"/>
                  </a:moveTo>
                  <a:cubicBezTo>
                    <a:pt x="5846" y="5998"/>
                    <a:pt x="3474" y="5582"/>
                    <a:pt x="1227" y="4791"/>
                  </a:cubicBezTo>
                  <a:cubicBezTo>
                    <a:pt x="269" y="4458"/>
                    <a:pt x="-230" y="3418"/>
                    <a:pt x="103" y="2461"/>
                  </a:cubicBezTo>
                  <a:cubicBezTo>
                    <a:pt x="436" y="1504"/>
                    <a:pt x="1476" y="1004"/>
                    <a:pt x="2434" y="1337"/>
                  </a:cubicBezTo>
                  <a:cubicBezTo>
                    <a:pt x="4639" y="2128"/>
                    <a:pt x="6928" y="2461"/>
                    <a:pt x="9300" y="2294"/>
                  </a:cubicBezTo>
                  <a:cubicBezTo>
                    <a:pt x="12462" y="2086"/>
                    <a:pt x="15001" y="1046"/>
                    <a:pt x="16540" y="214"/>
                  </a:cubicBezTo>
                  <a:cubicBezTo>
                    <a:pt x="17414" y="-244"/>
                    <a:pt x="18538" y="47"/>
                    <a:pt x="19037" y="963"/>
                  </a:cubicBezTo>
                  <a:cubicBezTo>
                    <a:pt x="19537" y="1836"/>
                    <a:pt x="19204" y="2960"/>
                    <a:pt x="18288" y="3459"/>
                  </a:cubicBezTo>
                  <a:cubicBezTo>
                    <a:pt x="15625" y="4916"/>
                    <a:pt x="12587" y="5790"/>
                    <a:pt x="9549" y="5998"/>
                  </a:cubicBezTo>
                  <a:cubicBezTo>
                    <a:pt x="9092" y="5998"/>
                    <a:pt x="8676" y="5998"/>
                    <a:pt x="8259" y="599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4" name="Google Shape;1964;p56">
              <a:extLst>
                <a:ext uri="{FF2B5EF4-FFF2-40B4-BE49-F238E27FC236}">
                  <a16:creationId xmlns:a16="http://schemas.microsoft.com/office/drawing/2014/main" id="{F4257F71-3A8E-02AC-7D66-465CF92B449F}"/>
                </a:ext>
              </a:extLst>
            </p:cNvPr>
            <p:cNvSpPr/>
            <p:nvPr/>
          </p:nvSpPr>
          <p:spPr>
            <a:xfrm>
              <a:off x="7348272" y="2821643"/>
              <a:ext cx="82705" cy="36739"/>
            </a:xfrm>
            <a:custGeom>
              <a:avLst/>
              <a:gdLst/>
              <a:ahLst/>
              <a:cxnLst/>
              <a:rect l="l" t="t" r="r" b="b"/>
              <a:pathLst>
                <a:path w="22831" h="10142" extrusionOk="0">
                  <a:moveTo>
                    <a:pt x="21976" y="2606"/>
                  </a:moveTo>
                  <a:cubicBezTo>
                    <a:pt x="22601" y="3813"/>
                    <a:pt x="23225" y="5602"/>
                    <a:pt x="22517" y="7100"/>
                  </a:cubicBezTo>
                  <a:cubicBezTo>
                    <a:pt x="22185" y="7808"/>
                    <a:pt x="21227" y="9056"/>
                    <a:pt x="12988" y="9847"/>
                  </a:cubicBezTo>
                  <a:cubicBezTo>
                    <a:pt x="3833" y="10721"/>
                    <a:pt x="2293" y="9431"/>
                    <a:pt x="1752" y="8890"/>
                  </a:cubicBezTo>
                  <a:cubicBezTo>
                    <a:pt x="212" y="7309"/>
                    <a:pt x="-37" y="5061"/>
                    <a:pt x="4" y="3563"/>
                  </a:cubicBezTo>
                  <a:cubicBezTo>
                    <a:pt x="1419" y="3147"/>
                    <a:pt x="3417" y="2565"/>
                    <a:pt x="5872" y="1940"/>
                  </a:cubicBezTo>
                  <a:cubicBezTo>
                    <a:pt x="8577" y="1233"/>
                    <a:pt x="9950" y="858"/>
                    <a:pt x="11198" y="650"/>
                  </a:cubicBezTo>
                  <a:cubicBezTo>
                    <a:pt x="14694" y="26"/>
                    <a:pt x="21477" y="-681"/>
                    <a:pt x="22226" y="1316"/>
                  </a:cubicBezTo>
                  <a:cubicBezTo>
                    <a:pt x="22309" y="1566"/>
                    <a:pt x="22351" y="1982"/>
                    <a:pt x="22018" y="264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5" name="Google Shape;1965;p56">
              <a:extLst>
                <a:ext uri="{FF2B5EF4-FFF2-40B4-BE49-F238E27FC236}">
                  <a16:creationId xmlns:a16="http://schemas.microsoft.com/office/drawing/2014/main" id="{920DB023-481B-EBF2-6E54-9F30A59E7F78}"/>
                </a:ext>
              </a:extLst>
            </p:cNvPr>
            <p:cNvSpPr/>
            <p:nvPr/>
          </p:nvSpPr>
          <p:spPr>
            <a:xfrm>
              <a:off x="7403112" y="2631548"/>
              <a:ext cx="109294" cy="35664"/>
            </a:xfrm>
            <a:custGeom>
              <a:avLst/>
              <a:gdLst/>
              <a:ahLst/>
              <a:cxnLst/>
              <a:rect l="l" t="t" r="r" b="b"/>
              <a:pathLst>
                <a:path w="30171" h="9845" extrusionOk="0">
                  <a:moveTo>
                    <a:pt x="30172" y="4727"/>
                  </a:moveTo>
                  <a:cubicBezTo>
                    <a:pt x="26052" y="4436"/>
                    <a:pt x="20392" y="4436"/>
                    <a:pt x="13818" y="5684"/>
                  </a:cubicBezTo>
                  <a:cubicBezTo>
                    <a:pt x="8158" y="6724"/>
                    <a:pt x="3539" y="8347"/>
                    <a:pt x="126" y="9845"/>
                  </a:cubicBezTo>
                  <a:cubicBezTo>
                    <a:pt x="2" y="9096"/>
                    <a:pt x="-40" y="8222"/>
                    <a:pt x="43" y="7224"/>
                  </a:cubicBezTo>
                  <a:cubicBezTo>
                    <a:pt x="251" y="4852"/>
                    <a:pt x="1167" y="2937"/>
                    <a:pt x="1874" y="1772"/>
                  </a:cubicBezTo>
                  <a:cubicBezTo>
                    <a:pt x="6369" y="982"/>
                    <a:pt x="10156" y="565"/>
                    <a:pt x="12944" y="316"/>
                  </a:cubicBezTo>
                  <a:cubicBezTo>
                    <a:pt x="19685" y="-267"/>
                    <a:pt x="21641" y="66"/>
                    <a:pt x="22889" y="441"/>
                  </a:cubicBezTo>
                  <a:cubicBezTo>
                    <a:pt x="26468" y="1398"/>
                    <a:pt x="28840" y="3395"/>
                    <a:pt x="30172" y="47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6" name="Google Shape;1966;p56">
              <a:extLst>
                <a:ext uri="{FF2B5EF4-FFF2-40B4-BE49-F238E27FC236}">
                  <a16:creationId xmlns:a16="http://schemas.microsoft.com/office/drawing/2014/main" id="{0E82BEDD-2A01-6748-9DDB-C875AF4DD18D}"/>
                </a:ext>
              </a:extLst>
            </p:cNvPr>
            <p:cNvSpPr/>
            <p:nvPr/>
          </p:nvSpPr>
          <p:spPr>
            <a:xfrm>
              <a:off x="7397335" y="2637209"/>
              <a:ext cx="7745" cy="30451"/>
            </a:xfrm>
            <a:custGeom>
              <a:avLst/>
              <a:gdLst/>
              <a:ahLst/>
              <a:cxnLst/>
              <a:rect l="l" t="t" r="r" b="b"/>
              <a:pathLst>
                <a:path w="2138" h="8406" extrusionOk="0">
                  <a:moveTo>
                    <a:pt x="932" y="499"/>
                  </a:moveTo>
                  <a:cubicBezTo>
                    <a:pt x="640" y="1248"/>
                    <a:pt x="266" y="2372"/>
                    <a:pt x="99" y="3745"/>
                  </a:cubicBezTo>
                  <a:cubicBezTo>
                    <a:pt x="-192" y="6159"/>
                    <a:pt x="224" y="8406"/>
                    <a:pt x="474" y="8406"/>
                  </a:cubicBezTo>
                  <a:cubicBezTo>
                    <a:pt x="765" y="8406"/>
                    <a:pt x="1057" y="5535"/>
                    <a:pt x="1140" y="4702"/>
                  </a:cubicBezTo>
                  <a:cubicBezTo>
                    <a:pt x="1265" y="3454"/>
                    <a:pt x="1306" y="2372"/>
                    <a:pt x="1806" y="874"/>
                  </a:cubicBezTo>
                  <a:cubicBezTo>
                    <a:pt x="1930" y="499"/>
                    <a:pt x="2055" y="208"/>
                    <a:pt x="2139" y="0"/>
                  </a:cubicBezTo>
                  <a:lnTo>
                    <a:pt x="890" y="49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7" name="Google Shape;1967;p56">
              <a:extLst>
                <a:ext uri="{FF2B5EF4-FFF2-40B4-BE49-F238E27FC236}">
                  <a16:creationId xmlns:a16="http://schemas.microsoft.com/office/drawing/2014/main" id="{4E7E8C54-58EB-9679-4FEF-45601DC6CF56}"/>
                </a:ext>
              </a:extLst>
            </p:cNvPr>
            <p:cNvSpPr/>
            <p:nvPr/>
          </p:nvSpPr>
          <p:spPr>
            <a:xfrm>
              <a:off x="7229888" y="2657697"/>
              <a:ext cx="110493" cy="29393"/>
            </a:xfrm>
            <a:custGeom>
              <a:avLst/>
              <a:gdLst/>
              <a:ahLst/>
              <a:cxnLst/>
              <a:rect l="l" t="t" r="r" b="b"/>
              <a:pathLst>
                <a:path w="30502" h="8114" extrusionOk="0">
                  <a:moveTo>
                    <a:pt x="0" y="8115"/>
                  </a:moveTo>
                  <a:cubicBezTo>
                    <a:pt x="3995" y="7074"/>
                    <a:pt x="9571" y="6076"/>
                    <a:pt x="16271" y="6076"/>
                  </a:cubicBezTo>
                  <a:cubicBezTo>
                    <a:pt x="22014" y="6076"/>
                    <a:pt x="26841" y="6825"/>
                    <a:pt x="30503" y="7657"/>
                  </a:cubicBezTo>
                  <a:cubicBezTo>
                    <a:pt x="30503" y="6908"/>
                    <a:pt x="30378" y="5992"/>
                    <a:pt x="30087" y="5035"/>
                  </a:cubicBezTo>
                  <a:cubicBezTo>
                    <a:pt x="29463" y="2705"/>
                    <a:pt x="28214" y="1040"/>
                    <a:pt x="27299" y="0"/>
                  </a:cubicBezTo>
                  <a:cubicBezTo>
                    <a:pt x="22721" y="42"/>
                    <a:pt x="18934" y="333"/>
                    <a:pt x="16146" y="583"/>
                  </a:cubicBezTo>
                  <a:cubicBezTo>
                    <a:pt x="9405" y="1207"/>
                    <a:pt x="7574" y="1914"/>
                    <a:pt x="6367" y="2497"/>
                  </a:cubicBezTo>
                  <a:cubicBezTo>
                    <a:pt x="3038" y="4120"/>
                    <a:pt x="1040" y="6492"/>
                    <a:pt x="0" y="807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8" name="Google Shape;1968;p56">
              <a:extLst>
                <a:ext uri="{FF2B5EF4-FFF2-40B4-BE49-F238E27FC236}">
                  <a16:creationId xmlns:a16="http://schemas.microsoft.com/office/drawing/2014/main" id="{A9CC75E0-8D53-9C76-6A0F-B2DA0F3E774D}"/>
                </a:ext>
              </a:extLst>
            </p:cNvPr>
            <p:cNvSpPr/>
            <p:nvPr/>
          </p:nvSpPr>
          <p:spPr>
            <a:xfrm>
              <a:off x="7333225" y="2656339"/>
              <a:ext cx="12110" cy="28944"/>
            </a:xfrm>
            <a:custGeom>
              <a:avLst/>
              <a:gdLst/>
              <a:ahLst/>
              <a:cxnLst/>
              <a:rect l="l" t="t" r="r" b="b"/>
              <a:pathLst>
                <a:path w="3343" h="7990" extrusionOk="0">
                  <a:moveTo>
                    <a:pt x="1290" y="250"/>
                  </a:moveTo>
                  <a:cubicBezTo>
                    <a:pt x="1706" y="957"/>
                    <a:pt x="2289" y="1997"/>
                    <a:pt x="2705" y="3329"/>
                  </a:cubicBezTo>
                  <a:cubicBezTo>
                    <a:pt x="3412" y="5660"/>
                    <a:pt x="3454" y="7948"/>
                    <a:pt x="3204" y="7990"/>
                  </a:cubicBezTo>
                  <a:cubicBezTo>
                    <a:pt x="2913" y="8032"/>
                    <a:pt x="2122" y="5285"/>
                    <a:pt x="1873" y="4453"/>
                  </a:cubicBezTo>
                  <a:cubicBezTo>
                    <a:pt x="1498" y="3246"/>
                    <a:pt x="1290" y="2206"/>
                    <a:pt x="499" y="791"/>
                  </a:cubicBezTo>
                  <a:cubicBezTo>
                    <a:pt x="291" y="458"/>
                    <a:pt x="125" y="166"/>
                    <a:pt x="0" y="0"/>
                  </a:cubicBezTo>
                  <a:lnTo>
                    <a:pt x="1290" y="2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9" name="Google Shape;1969;p56">
              <a:extLst>
                <a:ext uri="{FF2B5EF4-FFF2-40B4-BE49-F238E27FC236}">
                  <a16:creationId xmlns:a16="http://schemas.microsoft.com/office/drawing/2014/main" id="{75F4A3B4-104A-1201-0FC0-8E0C340DB8C2}"/>
                </a:ext>
              </a:extLst>
            </p:cNvPr>
            <p:cNvSpPr/>
            <p:nvPr/>
          </p:nvSpPr>
          <p:spPr>
            <a:xfrm>
              <a:off x="7281622" y="2724680"/>
              <a:ext cx="44184" cy="37931"/>
            </a:xfrm>
            <a:custGeom>
              <a:avLst/>
              <a:gdLst/>
              <a:ahLst/>
              <a:cxnLst/>
              <a:rect l="l" t="t" r="r" b="b"/>
              <a:pathLst>
                <a:path w="12197" h="10471" extrusionOk="0">
                  <a:moveTo>
                    <a:pt x="12174" y="4508"/>
                  </a:moveTo>
                  <a:cubicBezTo>
                    <a:pt x="12466" y="7379"/>
                    <a:pt x="9969" y="10001"/>
                    <a:pt x="6598" y="10417"/>
                  </a:cubicBezTo>
                  <a:cubicBezTo>
                    <a:pt x="3227" y="10833"/>
                    <a:pt x="314" y="8835"/>
                    <a:pt x="23" y="5964"/>
                  </a:cubicBezTo>
                  <a:cubicBezTo>
                    <a:pt x="-268" y="3134"/>
                    <a:pt x="2229" y="471"/>
                    <a:pt x="5599" y="55"/>
                  </a:cubicBezTo>
                  <a:cubicBezTo>
                    <a:pt x="8970" y="-361"/>
                    <a:pt x="11883" y="1636"/>
                    <a:pt x="12174" y="45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0" name="Google Shape;1970;p56">
              <a:extLst>
                <a:ext uri="{FF2B5EF4-FFF2-40B4-BE49-F238E27FC236}">
                  <a16:creationId xmlns:a16="http://schemas.microsoft.com/office/drawing/2014/main" id="{EC751E50-1D2D-8EB6-7380-9578470C8782}"/>
                </a:ext>
              </a:extLst>
            </p:cNvPr>
            <p:cNvSpPr/>
            <p:nvPr/>
          </p:nvSpPr>
          <p:spPr>
            <a:xfrm>
              <a:off x="7243849" y="2715486"/>
              <a:ext cx="96728" cy="22963"/>
            </a:xfrm>
            <a:custGeom>
              <a:avLst/>
              <a:gdLst/>
              <a:ahLst/>
              <a:cxnLst/>
              <a:rect l="l" t="t" r="r" b="b"/>
              <a:pathLst>
                <a:path w="26702" h="6339" extrusionOk="0">
                  <a:moveTo>
                    <a:pt x="1845" y="6340"/>
                  </a:moveTo>
                  <a:cubicBezTo>
                    <a:pt x="929" y="6340"/>
                    <a:pt x="138" y="5632"/>
                    <a:pt x="14" y="4717"/>
                  </a:cubicBezTo>
                  <a:cubicBezTo>
                    <a:pt x="-111" y="3718"/>
                    <a:pt x="638" y="2802"/>
                    <a:pt x="1637" y="2678"/>
                  </a:cubicBezTo>
                  <a:cubicBezTo>
                    <a:pt x="7213" y="2095"/>
                    <a:pt x="12789" y="1471"/>
                    <a:pt x="18449" y="763"/>
                  </a:cubicBezTo>
                  <a:lnTo>
                    <a:pt x="24649" y="14"/>
                  </a:lnTo>
                  <a:cubicBezTo>
                    <a:pt x="25565" y="-111"/>
                    <a:pt x="26563" y="597"/>
                    <a:pt x="26688" y="1596"/>
                  </a:cubicBezTo>
                  <a:cubicBezTo>
                    <a:pt x="26813" y="2594"/>
                    <a:pt x="26106" y="3510"/>
                    <a:pt x="25107" y="3635"/>
                  </a:cubicBezTo>
                  <a:lnTo>
                    <a:pt x="18906" y="4384"/>
                  </a:lnTo>
                  <a:cubicBezTo>
                    <a:pt x="13247" y="5091"/>
                    <a:pt x="7587" y="5715"/>
                    <a:pt x="2011" y="6298"/>
                  </a:cubicBezTo>
                  <a:cubicBezTo>
                    <a:pt x="1969" y="6298"/>
                    <a:pt x="1886" y="6298"/>
                    <a:pt x="1845" y="629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1" name="Google Shape;1971;p56">
              <a:extLst>
                <a:ext uri="{FF2B5EF4-FFF2-40B4-BE49-F238E27FC236}">
                  <a16:creationId xmlns:a16="http://schemas.microsoft.com/office/drawing/2014/main" id="{D799066A-A63A-C1B8-8ADF-A809D7FB8EED}"/>
                </a:ext>
              </a:extLst>
            </p:cNvPr>
            <p:cNvSpPr/>
            <p:nvPr/>
          </p:nvSpPr>
          <p:spPr>
            <a:xfrm>
              <a:off x="7434510" y="2706227"/>
              <a:ext cx="43890" cy="37935"/>
            </a:xfrm>
            <a:custGeom>
              <a:avLst/>
              <a:gdLst/>
              <a:ahLst/>
              <a:cxnLst/>
              <a:rect l="l" t="t" r="r" b="b"/>
              <a:pathLst>
                <a:path w="12116" h="10472" extrusionOk="0">
                  <a:moveTo>
                    <a:pt x="232" y="7067"/>
                  </a:moveTo>
                  <a:cubicBezTo>
                    <a:pt x="1148" y="9772"/>
                    <a:pt x="4519" y="11145"/>
                    <a:pt x="7723" y="10147"/>
                  </a:cubicBezTo>
                  <a:cubicBezTo>
                    <a:pt x="10927" y="9148"/>
                    <a:pt x="12800" y="6110"/>
                    <a:pt x="11884" y="3405"/>
                  </a:cubicBezTo>
                  <a:cubicBezTo>
                    <a:pt x="10969" y="700"/>
                    <a:pt x="7598" y="-673"/>
                    <a:pt x="4394" y="326"/>
                  </a:cubicBezTo>
                  <a:cubicBezTo>
                    <a:pt x="1190" y="1325"/>
                    <a:pt x="-683" y="4362"/>
                    <a:pt x="232" y="706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2" name="Google Shape;1972;p56">
              <a:extLst>
                <a:ext uri="{FF2B5EF4-FFF2-40B4-BE49-F238E27FC236}">
                  <a16:creationId xmlns:a16="http://schemas.microsoft.com/office/drawing/2014/main" id="{BCDF14FC-6CBB-BD8D-B2E1-4F24FC1A65C6}"/>
                </a:ext>
              </a:extLst>
            </p:cNvPr>
            <p:cNvSpPr/>
            <p:nvPr/>
          </p:nvSpPr>
          <p:spPr>
            <a:xfrm>
              <a:off x="7413377" y="2685808"/>
              <a:ext cx="93500" cy="38645"/>
            </a:xfrm>
            <a:custGeom>
              <a:avLst/>
              <a:gdLst/>
              <a:ahLst/>
              <a:cxnLst/>
              <a:rect l="l" t="t" r="r" b="b"/>
              <a:pathLst>
                <a:path w="25811" h="10668" extrusionOk="0">
                  <a:moveTo>
                    <a:pt x="1827" y="10669"/>
                  </a:moveTo>
                  <a:cubicBezTo>
                    <a:pt x="1036" y="10669"/>
                    <a:pt x="287" y="10169"/>
                    <a:pt x="79" y="9378"/>
                  </a:cubicBezTo>
                  <a:cubicBezTo>
                    <a:pt x="-212" y="8421"/>
                    <a:pt x="329" y="7381"/>
                    <a:pt x="1286" y="7090"/>
                  </a:cubicBezTo>
                  <a:lnTo>
                    <a:pt x="7236" y="5259"/>
                  </a:lnTo>
                  <a:cubicBezTo>
                    <a:pt x="12688" y="3553"/>
                    <a:pt x="18098" y="1846"/>
                    <a:pt x="23383" y="99"/>
                  </a:cubicBezTo>
                  <a:cubicBezTo>
                    <a:pt x="24340" y="-234"/>
                    <a:pt x="25380" y="307"/>
                    <a:pt x="25713" y="1264"/>
                  </a:cubicBezTo>
                  <a:cubicBezTo>
                    <a:pt x="26046" y="2221"/>
                    <a:pt x="25505" y="3261"/>
                    <a:pt x="24548" y="3594"/>
                  </a:cubicBezTo>
                  <a:cubicBezTo>
                    <a:pt x="19221" y="5342"/>
                    <a:pt x="13811" y="7090"/>
                    <a:pt x="8360" y="8754"/>
                  </a:cubicBezTo>
                  <a:lnTo>
                    <a:pt x="2368" y="10585"/>
                  </a:lnTo>
                  <a:cubicBezTo>
                    <a:pt x="2368" y="10585"/>
                    <a:pt x="1993" y="10669"/>
                    <a:pt x="1827" y="1066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3" name="Google Shape;1973;p56">
              <a:extLst>
                <a:ext uri="{FF2B5EF4-FFF2-40B4-BE49-F238E27FC236}">
                  <a16:creationId xmlns:a16="http://schemas.microsoft.com/office/drawing/2014/main" id="{2A95BF18-F368-B9DD-34AB-5ACE76C1C342}"/>
                </a:ext>
              </a:extLst>
            </p:cNvPr>
            <p:cNvSpPr/>
            <p:nvPr/>
          </p:nvSpPr>
          <p:spPr>
            <a:xfrm>
              <a:off x="7321034" y="2807363"/>
              <a:ext cx="132156" cy="38351"/>
            </a:xfrm>
            <a:custGeom>
              <a:avLst/>
              <a:gdLst/>
              <a:ahLst/>
              <a:cxnLst/>
              <a:rect l="l" t="t" r="r" b="b"/>
              <a:pathLst>
                <a:path w="36482" h="10587" extrusionOk="0">
                  <a:moveTo>
                    <a:pt x="15935" y="10588"/>
                  </a:moveTo>
                  <a:cubicBezTo>
                    <a:pt x="9152" y="10588"/>
                    <a:pt x="3826" y="8299"/>
                    <a:pt x="954" y="6759"/>
                  </a:cubicBezTo>
                  <a:cubicBezTo>
                    <a:pt x="81" y="6260"/>
                    <a:pt x="-252" y="5136"/>
                    <a:pt x="205" y="4262"/>
                  </a:cubicBezTo>
                  <a:cubicBezTo>
                    <a:pt x="705" y="3388"/>
                    <a:pt x="1828" y="3056"/>
                    <a:pt x="2702" y="3513"/>
                  </a:cubicBezTo>
                  <a:cubicBezTo>
                    <a:pt x="5740" y="5178"/>
                    <a:pt x="11982" y="7800"/>
                    <a:pt x="19889" y="6634"/>
                  </a:cubicBezTo>
                  <a:cubicBezTo>
                    <a:pt x="26214" y="5677"/>
                    <a:pt x="30750" y="2723"/>
                    <a:pt x="33455" y="434"/>
                  </a:cubicBezTo>
                  <a:cubicBezTo>
                    <a:pt x="34246" y="-232"/>
                    <a:pt x="35411" y="-107"/>
                    <a:pt x="36035" y="642"/>
                  </a:cubicBezTo>
                  <a:cubicBezTo>
                    <a:pt x="36701" y="1433"/>
                    <a:pt x="36618" y="2556"/>
                    <a:pt x="35827" y="3222"/>
                  </a:cubicBezTo>
                  <a:cubicBezTo>
                    <a:pt x="32747" y="5844"/>
                    <a:pt x="27587" y="9173"/>
                    <a:pt x="20430" y="10255"/>
                  </a:cubicBezTo>
                  <a:cubicBezTo>
                    <a:pt x="18848" y="10504"/>
                    <a:pt x="17350" y="10588"/>
                    <a:pt x="15935" y="1058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4" name="Google Shape;1974;p56">
              <a:extLst>
                <a:ext uri="{FF2B5EF4-FFF2-40B4-BE49-F238E27FC236}">
                  <a16:creationId xmlns:a16="http://schemas.microsoft.com/office/drawing/2014/main" id="{19740BA5-15EE-1059-7B41-64D04827BC5E}"/>
                </a:ext>
              </a:extLst>
            </p:cNvPr>
            <p:cNvSpPr/>
            <p:nvPr/>
          </p:nvSpPr>
          <p:spPr>
            <a:xfrm>
              <a:off x="6297770" y="4815961"/>
              <a:ext cx="383257" cy="172301"/>
            </a:xfrm>
            <a:custGeom>
              <a:avLst/>
              <a:gdLst/>
              <a:ahLst/>
              <a:cxnLst/>
              <a:rect l="l" t="t" r="r" b="b"/>
              <a:pathLst>
                <a:path w="105799" h="47564" extrusionOk="0">
                  <a:moveTo>
                    <a:pt x="65209" y="0"/>
                  </a:moveTo>
                  <a:cubicBezTo>
                    <a:pt x="54889" y="19101"/>
                    <a:pt x="44319" y="24927"/>
                    <a:pt x="36537" y="26758"/>
                  </a:cubicBezTo>
                  <a:cubicBezTo>
                    <a:pt x="26217" y="29171"/>
                    <a:pt x="17436" y="25218"/>
                    <a:pt x="9197" y="31211"/>
                  </a:cubicBezTo>
                  <a:cubicBezTo>
                    <a:pt x="3204" y="35580"/>
                    <a:pt x="957" y="42654"/>
                    <a:pt x="0" y="47565"/>
                  </a:cubicBezTo>
                  <a:lnTo>
                    <a:pt x="105159" y="47565"/>
                  </a:lnTo>
                  <a:cubicBezTo>
                    <a:pt x="105908" y="42654"/>
                    <a:pt x="106407" y="34956"/>
                    <a:pt x="104243" y="25967"/>
                  </a:cubicBezTo>
                  <a:cubicBezTo>
                    <a:pt x="102662" y="19517"/>
                    <a:pt x="101788" y="15855"/>
                    <a:pt x="98625" y="13691"/>
                  </a:cubicBezTo>
                  <a:cubicBezTo>
                    <a:pt x="90469" y="8115"/>
                    <a:pt x="75987" y="18393"/>
                    <a:pt x="73449" y="14731"/>
                  </a:cubicBezTo>
                  <a:cubicBezTo>
                    <a:pt x="71826" y="12359"/>
                    <a:pt x="77527" y="7449"/>
                    <a:pt x="75696" y="3579"/>
                  </a:cubicBezTo>
                  <a:cubicBezTo>
                    <a:pt x="74281" y="666"/>
                    <a:pt x="69412" y="42"/>
                    <a:pt x="65209"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5" name="Google Shape;1975;p56">
              <a:extLst>
                <a:ext uri="{FF2B5EF4-FFF2-40B4-BE49-F238E27FC236}">
                  <a16:creationId xmlns:a16="http://schemas.microsoft.com/office/drawing/2014/main" id="{78186A09-6B67-62D2-8968-2800102888CA}"/>
                </a:ext>
              </a:extLst>
            </p:cNvPr>
            <p:cNvSpPr/>
            <p:nvPr/>
          </p:nvSpPr>
          <p:spPr>
            <a:xfrm>
              <a:off x="6599941" y="4810843"/>
              <a:ext cx="383257" cy="172301"/>
            </a:xfrm>
            <a:custGeom>
              <a:avLst/>
              <a:gdLst/>
              <a:ahLst/>
              <a:cxnLst/>
              <a:rect l="l" t="t" r="r" b="b"/>
              <a:pathLst>
                <a:path w="105799" h="47564" extrusionOk="0">
                  <a:moveTo>
                    <a:pt x="65209" y="0"/>
                  </a:moveTo>
                  <a:cubicBezTo>
                    <a:pt x="54889" y="19101"/>
                    <a:pt x="44319" y="24927"/>
                    <a:pt x="36537" y="26758"/>
                  </a:cubicBezTo>
                  <a:cubicBezTo>
                    <a:pt x="26217" y="29171"/>
                    <a:pt x="17436" y="25218"/>
                    <a:pt x="9197" y="31211"/>
                  </a:cubicBezTo>
                  <a:cubicBezTo>
                    <a:pt x="3204" y="35580"/>
                    <a:pt x="957" y="42654"/>
                    <a:pt x="0" y="47565"/>
                  </a:cubicBezTo>
                  <a:lnTo>
                    <a:pt x="105159" y="47565"/>
                  </a:lnTo>
                  <a:cubicBezTo>
                    <a:pt x="105908" y="42654"/>
                    <a:pt x="106407" y="34956"/>
                    <a:pt x="104243" y="25967"/>
                  </a:cubicBezTo>
                  <a:cubicBezTo>
                    <a:pt x="102662" y="19517"/>
                    <a:pt x="101788" y="15855"/>
                    <a:pt x="98625" y="13691"/>
                  </a:cubicBezTo>
                  <a:cubicBezTo>
                    <a:pt x="90469" y="8115"/>
                    <a:pt x="75987" y="18393"/>
                    <a:pt x="73449" y="14731"/>
                  </a:cubicBezTo>
                  <a:cubicBezTo>
                    <a:pt x="71826" y="12359"/>
                    <a:pt x="77527" y="7449"/>
                    <a:pt x="75696" y="3579"/>
                  </a:cubicBezTo>
                  <a:cubicBezTo>
                    <a:pt x="74281" y="666"/>
                    <a:pt x="69412" y="42"/>
                    <a:pt x="65209"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6" name="Google Shape;1976;p56">
              <a:extLst>
                <a:ext uri="{FF2B5EF4-FFF2-40B4-BE49-F238E27FC236}">
                  <a16:creationId xmlns:a16="http://schemas.microsoft.com/office/drawing/2014/main" id="{08776FEB-AFF2-9082-E58D-DDE65B4A3596}"/>
                </a:ext>
              </a:extLst>
            </p:cNvPr>
            <p:cNvSpPr/>
            <p:nvPr/>
          </p:nvSpPr>
          <p:spPr>
            <a:xfrm>
              <a:off x="6760973" y="3908105"/>
              <a:ext cx="37069" cy="129182"/>
            </a:xfrm>
            <a:custGeom>
              <a:avLst/>
              <a:gdLst/>
              <a:ahLst/>
              <a:cxnLst/>
              <a:rect l="l" t="t" r="r" b="b"/>
              <a:pathLst>
                <a:path w="10233" h="35661" extrusionOk="0">
                  <a:moveTo>
                    <a:pt x="8404" y="35662"/>
                  </a:moveTo>
                  <a:cubicBezTo>
                    <a:pt x="7531" y="35662"/>
                    <a:pt x="6781" y="35079"/>
                    <a:pt x="6615" y="34205"/>
                  </a:cubicBezTo>
                  <a:lnTo>
                    <a:pt x="40" y="2204"/>
                  </a:lnTo>
                  <a:cubicBezTo>
                    <a:pt x="-168" y="1205"/>
                    <a:pt x="456" y="248"/>
                    <a:pt x="1455" y="40"/>
                  </a:cubicBezTo>
                  <a:cubicBezTo>
                    <a:pt x="2578" y="-168"/>
                    <a:pt x="3411" y="456"/>
                    <a:pt x="3619" y="1455"/>
                  </a:cubicBezTo>
                  <a:lnTo>
                    <a:pt x="10194" y="33456"/>
                  </a:lnTo>
                  <a:cubicBezTo>
                    <a:pt x="10402" y="34455"/>
                    <a:pt x="9778" y="35412"/>
                    <a:pt x="8779" y="35620"/>
                  </a:cubicBezTo>
                  <a:cubicBezTo>
                    <a:pt x="8654" y="35620"/>
                    <a:pt x="8529" y="35620"/>
                    <a:pt x="8404" y="3562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7" name="Google Shape;1977;p56">
              <a:extLst>
                <a:ext uri="{FF2B5EF4-FFF2-40B4-BE49-F238E27FC236}">
                  <a16:creationId xmlns:a16="http://schemas.microsoft.com/office/drawing/2014/main" id="{BAB5CCFF-58E3-EDAA-D367-333239545FB8}"/>
                </a:ext>
              </a:extLst>
            </p:cNvPr>
            <p:cNvSpPr/>
            <p:nvPr/>
          </p:nvSpPr>
          <p:spPr>
            <a:xfrm>
              <a:off x="6786786" y="3737795"/>
              <a:ext cx="454598" cy="108324"/>
            </a:xfrm>
            <a:custGeom>
              <a:avLst/>
              <a:gdLst/>
              <a:ahLst/>
              <a:cxnLst/>
              <a:rect l="l" t="t" r="r" b="b"/>
              <a:pathLst>
                <a:path w="125493" h="29903" extrusionOk="0">
                  <a:moveTo>
                    <a:pt x="1856" y="29904"/>
                  </a:moveTo>
                  <a:cubicBezTo>
                    <a:pt x="1191" y="29904"/>
                    <a:pt x="566" y="29571"/>
                    <a:pt x="233" y="28947"/>
                  </a:cubicBezTo>
                  <a:cubicBezTo>
                    <a:pt x="-266" y="28073"/>
                    <a:pt x="67" y="26949"/>
                    <a:pt x="941" y="26450"/>
                  </a:cubicBezTo>
                  <a:cubicBezTo>
                    <a:pt x="9264" y="21872"/>
                    <a:pt x="17961" y="17836"/>
                    <a:pt x="26742" y="14465"/>
                  </a:cubicBezTo>
                  <a:cubicBezTo>
                    <a:pt x="57037" y="2771"/>
                    <a:pt x="89662" y="-1889"/>
                    <a:pt x="123785" y="691"/>
                  </a:cubicBezTo>
                  <a:cubicBezTo>
                    <a:pt x="124784" y="774"/>
                    <a:pt x="125533" y="1648"/>
                    <a:pt x="125492" y="2647"/>
                  </a:cubicBezTo>
                  <a:cubicBezTo>
                    <a:pt x="125408" y="3604"/>
                    <a:pt x="124618" y="4353"/>
                    <a:pt x="123661" y="4353"/>
                  </a:cubicBezTo>
                  <a:cubicBezTo>
                    <a:pt x="89995" y="1814"/>
                    <a:pt x="57827" y="6392"/>
                    <a:pt x="28073" y="17877"/>
                  </a:cubicBezTo>
                  <a:cubicBezTo>
                    <a:pt x="19459" y="21206"/>
                    <a:pt x="10928" y="25160"/>
                    <a:pt x="2730" y="29654"/>
                  </a:cubicBezTo>
                  <a:cubicBezTo>
                    <a:pt x="2439" y="29821"/>
                    <a:pt x="2148" y="29904"/>
                    <a:pt x="1856" y="2990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8" name="Google Shape;1978;p56">
              <a:extLst>
                <a:ext uri="{FF2B5EF4-FFF2-40B4-BE49-F238E27FC236}">
                  <a16:creationId xmlns:a16="http://schemas.microsoft.com/office/drawing/2014/main" id="{EC356B96-7BED-DBEB-F522-4806BE2A6AAE}"/>
                </a:ext>
              </a:extLst>
            </p:cNvPr>
            <p:cNvSpPr/>
            <p:nvPr/>
          </p:nvSpPr>
          <p:spPr>
            <a:xfrm>
              <a:off x="7499220" y="3033402"/>
              <a:ext cx="300436" cy="497891"/>
            </a:xfrm>
            <a:custGeom>
              <a:avLst/>
              <a:gdLst/>
              <a:ahLst/>
              <a:cxnLst/>
              <a:rect l="l" t="t" r="r" b="b"/>
              <a:pathLst>
                <a:path w="82936" h="137444" extrusionOk="0">
                  <a:moveTo>
                    <a:pt x="41947" y="5777"/>
                  </a:moveTo>
                  <a:cubicBezTo>
                    <a:pt x="27965" y="48806"/>
                    <a:pt x="13982" y="91793"/>
                    <a:pt x="0" y="134822"/>
                  </a:cubicBezTo>
                  <a:cubicBezTo>
                    <a:pt x="12318" y="135696"/>
                    <a:pt x="24635" y="136570"/>
                    <a:pt x="36995" y="137444"/>
                  </a:cubicBezTo>
                  <a:cubicBezTo>
                    <a:pt x="43653" y="125709"/>
                    <a:pt x="50228" y="112684"/>
                    <a:pt x="56595" y="98369"/>
                  </a:cubicBezTo>
                  <a:cubicBezTo>
                    <a:pt x="59092" y="92459"/>
                    <a:pt x="61630" y="86425"/>
                    <a:pt x="64044" y="80017"/>
                  </a:cubicBezTo>
                  <a:cubicBezTo>
                    <a:pt x="67165" y="71902"/>
                    <a:pt x="70286" y="63454"/>
                    <a:pt x="72908" y="54674"/>
                  </a:cubicBezTo>
                  <a:cubicBezTo>
                    <a:pt x="76986" y="41357"/>
                    <a:pt x="80315" y="28707"/>
                    <a:pt x="82937" y="16638"/>
                  </a:cubicBezTo>
                  <a:cubicBezTo>
                    <a:pt x="78567" y="7192"/>
                    <a:pt x="69828" y="742"/>
                    <a:pt x="60215" y="76"/>
                  </a:cubicBezTo>
                  <a:cubicBezTo>
                    <a:pt x="50769" y="-673"/>
                    <a:pt x="43861" y="4321"/>
                    <a:pt x="41988" y="5860"/>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9" name="Google Shape;1979;p56">
              <a:extLst>
                <a:ext uri="{FF2B5EF4-FFF2-40B4-BE49-F238E27FC236}">
                  <a16:creationId xmlns:a16="http://schemas.microsoft.com/office/drawing/2014/main" id="{847422D3-027D-9D4E-482B-3C8B07A08359}"/>
                </a:ext>
              </a:extLst>
            </p:cNvPr>
            <p:cNvSpPr/>
            <p:nvPr/>
          </p:nvSpPr>
          <p:spPr>
            <a:xfrm>
              <a:off x="7578305" y="3298187"/>
              <a:ext cx="152706" cy="91200"/>
            </a:xfrm>
            <a:custGeom>
              <a:avLst/>
              <a:gdLst/>
              <a:ahLst/>
              <a:cxnLst/>
              <a:rect l="l" t="t" r="r" b="b"/>
              <a:pathLst>
                <a:path w="42155" h="25176" extrusionOk="0">
                  <a:moveTo>
                    <a:pt x="0" y="0"/>
                  </a:moveTo>
                  <a:cubicBezTo>
                    <a:pt x="3828" y="4120"/>
                    <a:pt x="8614" y="8572"/>
                    <a:pt x="14440" y="13067"/>
                  </a:cubicBezTo>
                  <a:cubicBezTo>
                    <a:pt x="21639" y="18435"/>
                    <a:pt x="28631" y="22305"/>
                    <a:pt x="34706" y="25176"/>
                  </a:cubicBezTo>
                  <a:cubicBezTo>
                    <a:pt x="37203" y="19267"/>
                    <a:pt x="39741" y="13233"/>
                    <a:pt x="42155" y="6825"/>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0" name="Google Shape;1980;p56">
              <a:extLst>
                <a:ext uri="{FF2B5EF4-FFF2-40B4-BE49-F238E27FC236}">
                  <a16:creationId xmlns:a16="http://schemas.microsoft.com/office/drawing/2014/main" id="{80F0BE71-217B-A1FF-D5F2-E56C00B86E6B}"/>
                </a:ext>
              </a:extLst>
            </p:cNvPr>
            <p:cNvSpPr/>
            <p:nvPr/>
          </p:nvSpPr>
          <p:spPr>
            <a:xfrm>
              <a:off x="7552847" y="3006225"/>
              <a:ext cx="263157" cy="348963"/>
            </a:xfrm>
            <a:custGeom>
              <a:avLst/>
              <a:gdLst/>
              <a:ahLst/>
              <a:cxnLst/>
              <a:rect l="l" t="t" r="r" b="b"/>
              <a:pathLst>
                <a:path w="72645" h="96332" extrusionOk="0">
                  <a:moveTo>
                    <a:pt x="71951" y="35465"/>
                  </a:moveTo>
                  <a:cubicBezTo>
                    <a:pt x="73282" y="47866"/>
                    <a:pt x="73698" y="69422"/>
                    <a:pt x="63669" y="96305"/>
                  </a:cubicBezTo>
                  <a:cubicBezTo>
                    <a:pt x="53807" y="96513"/>
                    <a:pt x="40116" y="95639"/>
                    <a:pt x="24635" y="90936"/>
                  </a:cubicBezTo>
                  <a:cubicBezTo>
                    <a:pt x="14773" y="87940"/>
                    <a:pt x="6492" y="84153"/>
                    <a:pt x="0" y="80533"/>
                  </a:cubicBezTo>
                  <a:cubicBezTo>
                    <a:pt x="8489" y="56813"/>
                    <a:pt x="17020" y="33093"/>
                    <a:pt x="25509" y="9414"/>
                  </a:cubicBezTo>
                  <a:cubicBezTo>
                    <a:pt x="26758" y="8457"/>
                    <a:pt x="44985" y="-4984"/>
                    <a:pt x="58592" y="2007"/>
                  </a:cubicBezTo>
                  <a:cubicBezTo>
                    <a:pt x="68871" y="7334"/>
                    <a:pt x="70411" y="21191"/>
                    <a:pt x="71951" y="3546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1" name="Google Shape;1981;p56">
              <a:extLst>
                <a:ext uri="{FF2B5EF4-FFF2-40B4-BE49-F238E27FC236}">
                  <a16:creationId xmlns:a16="http://schemas.microsoft.com/office/drawing/2014/main" id="{F9D4B45B-E26E-79D0-3F1B-5AC522AC8551}"/>
                </a:ext>
              </a:extLst>
            </p:cNvPr>
            <p:cNvSpPr/>
            <p:nvPr/>
          </p:nvSpPr>
          <p:spPr>
            <a:xfrm>
              <a:off x="7273875" y="3392181"/>
              <a:ext cx="152855" cy="384101"/>
            </a:xfrm>
            <a:custGeom>
              <a:avLst/>
              <a:gdLst/>
              <a:ahLst/>
              <a:cxnLst/>
              <a:rect l="l" t="t" r="r" b="b"/>
              <a:pathLst>
                <a:path w="42196" h="106032" extrusionOk="0">
                  <a:moveTo>
                    <a:pt x="33957" y="0"/>
                  </a:moveTo>
                  <a:cubicBezTo>
                    <a:pt x="36704" y="35164"/>
                    <a:pt x="39450" y="70328"/>
                    <a:pt x="42197" y="105492"/>
                  </a:cubicBezTo>
                  <a:cubicBezTo>
                    <a:pt x="36995" y="105658"/>
                    <a:pt x="31793" y="105866"/>
                    <a:pt x="26591" y="106033"/>
                  </a:cubicBezTo>
                  <a:cubicBezTo>
                    <a:pt x="17728" y="86932"/>
                    <a:pt x="8864" y="67873"/>
                    <a:pt x="0" y="48772"/>
                  </a:cubicBezTo>
                  <a:cubicBezTo>
                    <a:pt x="11319" y="32501"/>
                    <a:pt x="22638" y="16271"/>
                    <a:pt x="33999"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2" name="Google Shape;1982;p56">
              <a:extLst>
                <a:ext uri="{FF2B5EF4-FFF2-40B4-BE49-F238E27FC236}">
                  <a16:creationId xmlns:a16="http://schemas.microsoft.com/office/drawing/2014/main" id="{405C2298-F64D-69B2-D5D2-87B87EAC64C9}"/>
                </a:ext>
              </a:extLst>
            </p:cNvPr>
            <p:cNvSpPr/>
            <p:nvPr/>
          </p:nvSpPr>
          <p:spPr>
            <a:xfrm>
              <a:off x="6925459" y="3228445"/>
              <a:ext cx="540126" cy="374606"/>
            </a:xfrm>
            <a:custGeom>
              <a:avLst/>
              <a:gdLst/>
              <a:ahLst/>
              <a:cxnLst/>
              <a:rect l="l" t="t" r="r" b="b"/>
              <a:pathLst>
                <a:path w="149103" h="103411" extrusionOk="0">
                  <a:moveTo>
                    <a:pt x="0" y="100498"/>
                  </a:moveTo>
                  <a:cubicBezTo>
                    <a:pt x="874" y="100415"/>
                    <a:pt x="1665" y="100415"/>
                    <a:pt x="2538" y="100332"/>
                  </a:cubicBezTo>
                  <a:cubicBezTo>
                    <a:pt x="21057" y="99374"/>
                    <a:pt x="41198" y="99291"/>
                    <a:pt x="62879" y="100498"/>
                  </a:cubicBezTo>
                  <a:cubicBezTo>
                    <a:pt x="74198" y="101122"/>
                    <a:pt x="85059" y="102163"/>
                    <a:pt x="95421" y="103411"/>
                  </a:cubicBezTo>
                  <a:cubicBezTo>
                    <a:pt x="112275" y="77985"/>
                    <a:pt x="129170" y="52642"/>
                    <a:pt x="146024" y="27216"/>
                  </a:cubicBezTo>
                  <a:cubicBezTo>
                    <a:pt x="147064" y="25718"/>
                    <a:pt x="148021" y="24136"/>
                    <a:pt x="149103" y="22638"/>
                  </a:cubicBezTo>
                  <a:cubicBezTo>
                    <a:pt x="145608" y="20266"/>
                    <a:pt x="141987" y="17977"/>
                    <a:pt x="138492" y="15605"/>
                  </a:cubicBezTo>
                  <a:cubicBezTo>
                    <a:pt x="130585" y="10445"/>
                    <a:pt x="122720" y="5160"/>
                    <a:pt x="114813" y="0"/>
                  </a:cubicBezTo>
                  <a:cubicBezTo>
                    <a:pt x="112108" y="2206"/>
                    <a:pt x="109445" y="4369"/>
                    <a:pt x="106740" y="6575"/>
                  </a:cubicBezTo>
                  <a:cubicBezTo>
                    <a:pt x="98917" y="12900"/>
                    <a:pt x="91135" y="19184"/>
                    <a:pt x="83311" y="25593"/>
                  </a:cubicBezTo>
                  <a:cubicBezTo>
                    <a:pt x="56470" y="24178"/>
                    <a:pt x="29546" y="22888"/>
                    <a:pt x="2622" y="21556"/>
                  </a:cubicBezTo>
                  <a:cubicBezTo>
                    <a:pt x="1748" y="47856"/>
                    <a:pt x="874" y="74156"/>
                    <a:pt x="0" y="10045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3" name="Google Shape;1983;p56">
              <a:extLst>
                <a:ext uri="{FF2B5EF4-FFF2-40B4-BE49-F238E27FC236}">
                  <a16:creationId xmlns:a16="http://schemas.microsoft.com/office/drawing/2014/main" id="{4C7537B7-073C-9360-F719-AE0D2FA123E1}"/>
                </a:ext>
              </a:extLst>
            </p:cNvPr>
            <p:cNvSpPr/>
            <p:nvPr/>
          </p:nvSpPr>
          <p:spPr>
            <a:xfrm>
              <a:off x="7311684" y="3091477"/>
              <a:ext cx="304174" cy="238371"/>
            </a:xfrm>
            <a:custGeom>
              <a:avLst/>
              <a:gdLst/>
              <a:ahLst/>
              <a:cxnLst/>
              <a:rect l="l" t="t" r="r" b="b"/>
              <a:pathLst>
                <a:path w="83968" h="65803" extrusionOk="0">
                  <a:moveTo>
                    <a:pt x="42" y="44414"/>
                  </a:moveTo>
                  <a:cubicBezTo>
                    <a:pt x="8905" y="49075"/>
                    <a:pt x="17852" y="53694"/>
                    <a:pt x="26716" y="58438"/>
                  </a:cubicBezTo>
                  <a:cubicBezTo>
                    <a:pt x="30919" y="60560"/>
                    <a:pt x="35122" y="62807"/>
                    <a:pt x="39325" y="65013"/>
                  </a:cubicBezTo>
                  <a:cubicBezTo>
                    <a:pt x="39866" y="65262"/>
                    <a:pt x="40282" y="65554"/>
                    <a:pt x="40823" y="65803"/>
                  </a:cubicBezTo>
                  <a:cubicBezTo>
                    <a:pt x="41156" y="64472"/>
                    <a:pt x="43819" y="55982"/>
                    <a:pt x="52309" y="52112"/>
                  </a:cubicBezTo>
                  <a:cubicBezTo>
                    <a:pt x="57760" y="49574"/>
                    <a:pt x="62754" y="50281"/>
                    <a:pt x="64751" y="50614"/>
                  </a:cubicBezTo>
                  <a:cubicBezTo>
                    <a:pt x="75987" y="44206"/>
                    <a:pt x="83436" y="37214"/>
                    <a:pt x="83936" y="32013"/>
                  </a:cubicBezTo>
                  <a:cubicBezTo>
                    <a:pt x="84019" y="31139"/>
                    <a:pt x="83936" y="30431"/>
                    <a:pt x="83769" y="29807"/>
                  </a:cubicBezTo>
                  <a:cubicBezTo>
                    <a:pt x="83519" y="29017"/>
                    <a:pt x="82978" y="28059"/>
                    <a:pt x="81855" y="27185"/>
                  </a:cubicBezTo>
                  <a:cubicBezTo>
                    <a:pt x="79233" y="26145"/>
                    <a:pt x="76487" y="24980"/>
                    <a:pt x="73865" y="23940"/>
                  </a:cubicBezTo>
                  <a:cubicBezTo>
                    <a:pt x="72492" y="20278"/>
                    <a:pt x="70120" y="15492"/>
                    <a:pt x="65792" y="11122"/>
                  </a:cubicBezTo>
                  <a:cubicBezTo>
                    <a:pt x="52850" y="-2028"/>
                    <a:pt x="34040" y="-30"/>
                    <a:pt x="31086" y="303"/>
                  </a:cubicBezTo>
                  <a:cubicBezTo>
                    <a:pt x="25426" y="6711"/>
                    <a:pt x="19475" y="14119"/>
                    <a:pt x="13566" y="22608"/>
                  </a:cubicBezTo>
                  <a:cubicBezTo>
                    <a:pt x="8281" y="30223"/>
                    <a:pt x="3787" y="37547"/>
                    <a:pt x="0" y="443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4" name="Google Shape;1984;p56">
              <a:extLst>
                <a:ext uri="{FF2B5EF4-FFF2-40B4-BE49-F238E27FC236}">
                  <a16:creationId xmlns:a16="http://schemas.microsoft.com/office/drawing/2014/main" id="{E3538D6D-245E-5944-3CA9-EBBFADD70D20}"/>
                </a:ext>
              </a:extLst>
            </p:cNvPr>
            <p:cNvSpPr/>
            <p:nvPr/>
          </p:nvSpPr>
          <p:spPr>
            <a:xfrm>
              <a:off x="7414264" y="3018775"/>
              <a:ext cx="61405" cy="88172"/>
            </a:xfrm>
            <a:custGeom>
              <a:avLst/>
              <a:gdLst/>
              <a:ahLst/>
              <a:cxnLst/>
              <a:rect l="l" t="t" r="r" b="b"/>
              <a:pathLst>
                <a:path w="16951" h="24340" extrusionOk="0">
                  <a:moveTo>
                    <a:pt x="0" y="24341"/>
                  </a:moveTo>
                  <a:cubicBezTo>
                    <a:pt x="7282" y="7445"/>
                    <a:pt x="12193" y="-628"/>
                    <a:pt x="14815" y="38"/>
                  </a:cubicBezTo>
                  <a:cubicBezTo>
                    <a:pt x="17145" y="662"/>
                    <a:pt x="17561" y="8444"/>
                    <a:pt x="16105" y="23425"/>
                  </a:cubicBezTo>
                  <a:lnTo>
                    <a:pt x="42" y="2434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5" name="Google Shape;1985;p56">
              <a:extLst>
                <a:ext uri="{FF2B5EF4-FFF2-40B4-BE49-F238E27FC236}">
                  <a16:creationId xmlns:a16="http://schemas.microsoft.com/office/drawing/2014/main" id="{BB223CAB-9EA0-0D74-5C03-50A6A5193C4E}"/>
                </a:ext>
              </a:extLst>
            </p:cNvPr>
            <p:cNvSpPr/>
            <p:nvPr/>
          </p:nvSpPr>
          <p:spPr>
            <a:xfrm>
              <a:off x="7479789" y="3040015"/>
              <a:ext cx="61405" cy="88172"/>
            </a:xfrm>
            <a:custGeom>
              <a:avLst/>
              <a:gdLst/>
              <a:ahLst/>
              <a:cxnLst/>
              <a:rect l="l" t="t" r="r" b="b"/>
              <a:pathLst>
                <a:path w="16951" h="24340" extrusionOk="0">
                  <a:moveTo>
                    <a:pt x="0" y="24341"/>
                  </a:moveTo>
                  <a:cubicBezTo>
                    <a:pt x="7282" y="7445"/>
                    <a:pt x="12193" y="-628"/>
                    <a:pt x="14815" y="38"/>
                  </a:cubicBezTo>
                  <a:cubicBezTo>
                    <a:pt x="17145" y="662"/>
                    <a:pt x="17561" y="8444"/>
                    <a:pt x="16105" y="23425"/>
                  </a:cubicBezTo>
                  <a:lnTo>
                    <a:pt x="42" y="2434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6" name="Google Shape;1986;p56">
              <a:extLst>
                <a:ext uri="{FF2B5EF4-FFF2-40B4-BE49-F238E27FC236}">
                  <a16:creationId xmlns:a16="http://schemas.microsoft.com/office/drawing/2014/main" id="{C812FE70-F793-AADE-6FD2-245842AA5518}"/>
                </a:ext>
              </a:extLst>
            </p:cNvPr>
            <p:cNvSpPr/>
            <p:nvPr/>
          </p:nvSpPr>
          <p:spPr>
            <a:xfrm>
              <a:off x="6863840" y="2858394"/>
              <a:ext cx="242077" cy="479018"/>
            </a:xfrm>
            <a:custGeom>
              <a:avLst/>
              <a:gdLst/>
              <a:ahLst/>
              <a:cxnLst/>
              <a:rect l="l" t="t" r="r" b="b"/>
              <a:pathLst>
                <a:path w="66826" h="132234" extrusionOk="0">
                  <a:moveTo>
                    <a:pt x="21102" y="127074"/>
                  </a:moveTo>
                  <a:cubicBezTo>
                    <a:pt x="20394" y="122206"/>
                    <a:pt x="19520" y="113175"/>
                    <a:pt x="21102" y="102231"/>
                  </a:cubicBezTo>
                  <a:cubicBezTo>
                    <a:pt x="28093" y="53792"/>
                    <a:pt x="74701" y="28616"/>
                    <a:pt x="65670" y="7975"/>
                  </a:cubicBezTo>
                  <a:cubicBezTo>
                    <a:pt x="65462" y="7434"/>
                    <a:pt x="62841" y="1691"/>
                    <a:pt x="57639" y="318"/>
                  </a:cubicBezTo>
                  <a:cubicBezTo>
                    <a:pt x="48151" y="-2262"/>
                    <a:pt x="36873" y="11471"/>
                    <a:pt x="30590" y="19336"/>
                  </a:cubicBezTo>
                  <a:cubicBezTo>
                    <a:pt x="21518" y="30655"/>
                    <a:pt x="-6489" y="65569"/>
                    <a:pt x="1377" y="111053"/>
                  </a:cubicBezTo>
                  <a:cubicBezTo>
                    <a:pt x="3000" y="120499"/>
                    <a:pt x="5746" y="127865"/>
                    <a:pt x="7577" y="132235"/>
                  </a:cubicBezTo>
                  <a:lnTo>
                    <a:pt x="21102" y="12711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7" name="Google Shape;1987;p56">
              <a:extLst>
                <a:ext uri="{FF2B5EF4-FFF2-40B4-BE49-F238E27FC236}">
                  <a16:creationId xmlns:a16="http://schemas.microsoft.com/office/drawing/2014/main" id="{62C996AA-D61B-2A33-14C0-C6E4F506C877}"/>
                </a:ext>
              </a:extLst>
            </p:cNvPr>
            <p:cNvSpPr/>
            <p:nvPr/>
          </p:nvSpPr>
          <p:spPr>
            <a:xfrm>
              <a:off x="7357778" y="3718462"/>
              <a:ext cx="102839" cy="95413"/>
            </a:xfrm>
            <a:custGeom>
              <a:avLst/>
              <a:gdLst/>
              <a:ahLst/>
              <a:cxnLst/>
              <a:rect l="l" t="t" r="r" b="b"/>
              <a:pathLst>
                <a:path w="28389" h="26339" extrusionOk="0">
                  <a:moveTo>
                    <a:pt x="20224" y="14438"/>
                  </a:moveTo>
                  <a:cubicBezTo>
                    <a:pt x="25176" y="14313"/>
                    <a:pt x="28589" y="17933"/>
                    <a:pt x="28381" y="21138"/>
                  </a:cubicBezTo>
                  <a:cubicBezTo>
                    <a:pt x="28256" y="23302"/>
                    <a:pt x="26425" y="25341"/>
                    <a:pt x="24011" y="26339"/>
                  </a:cubicBezTo>
                  <a:lnTo>
                    <a:pt x="0" y="26339"/>
                  </a:lnTo>
                  <a:cubicBezTo>
                    <a:pt x="624" y="20638"/>
                    <a:pt x="1248" y="14937"/>
                    <a:pt x="1831" y="9194"/>
                  </a:cubicBezTo>
                  <a:cubicBezTo>
                    <a:pt x="7823" y="622"/>
                    <a:pt x="16146" y="-1542"/>
                    <a:pt x="19475" y="996"/>
                  </a:cubicBezTo>
                  <a:cubicBezTo>
                    <a:pt x="22139" y="3036"/>
                    <a:pt x="22305" y="8737"/>
                    <a:pt x="20224" y="14438"/>
                  </a:cubicBezTo>
                  <a:close/>
                </a:path>
              </a:pathLst>
            </a:custGeom>
            <a:solidFill>
              <a:srgbClr val="FFF1D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8" name="Google Shape;1988;p56">
              <a:extLst>
                <a:ext uri="{FF2B5EF4-FFF2-40B4-BE49-F238E27FC236}">
                  <a16:creationId xmlns:a16="http://schemas.microsoft.com/office/drawing/2014/main" id="{7BE27C00-FAAA-BECC-B11C-3B15DAD02184}"/>
                </a:ext>
              </a:extLst>
            </p:cNvPr>
            <p:cNvSpPr/>
            <p:nvPr/>
          </p:nvSpPr>
          <p:spPr>
            <a:xfrm>
              <a:off x="6934649" y="3200327"/>
              <a:ext cx="681374" cy="402742"/>
            </a:xfrm>
            <a:custGeom>
              <a:avLst/>
              <a:gdLst/>
              <a:ahLst/>
              <a:cxnLst/>
              <a:rect l="l" t="t" r="r" b="b"/>
              <a:pathLst>
                <a:path w="188095" h="111178" extrusionOk="0">
                  <a:moveTo>
                    <a:pt x="0" y="108099"/>
                  </a:moveTo>
                  <a:cubicBezTo>
                    <a:pt x="18518" y="107142"/>
                    <a:pt x="38660" y="107059"/>
                    <a:pt x="60340" y="108266"/>
                  </a:cubicBezTo>
                  <a:cubicBezTo>
                    <a:pt x="71660" y="108890"/>
                    <a:pt x="82521" y="109930"/>
                    <a:pt x="92883" y="111179"/>
                  </a:cubicBezTo>
                  <a:cubicBezTo>
                    <a:pt x="109736" y="85753"/>
                    <a:pt x="126632" y="60410"/>
                    <a:pt x="143486" y="34983"/>
                  </a:cubicBezTo>
                  <a:cubicBezTo>
                    <a:pt x="144027" y="35233"/>
                    <a:pt x="144443" y="35524"/>
                    <a:pt x="144984" y="35774"/>
                  </a:cubicBezTo>
                  <a:cubicBezTo>
                    <a:pt x="145317" y="34443"/>
                    <a:pt x="147980" y="25953"/>
                    <a:pt x="156469" y="22083"/>
                  </a:cubicBezTo>
                  <a:cubicBezTo>
                    <a:pt x="161921" y="19545"/>
                    <a:pt x="166914" y="20252"/>
                    <a:pt x="168912" y="20585"/>
                  </a:cubicBezTo>
                  <a:cubicBezTo>
                    <a:pt x="180148" y="14176"/>
                    <a:pt x="187596" y="7185"/>
                    <a:pt x="188096" y="1984"/>
                  </a:cubicBezTo>
                  <a:cubicBezTo>
                    <a:pt x="181687" y="-4591"/>
                    <a:pt x="155387" y="5854"/>
                    <a:pt x="135912" y="23373"/>
                  </a:cubicBezTo>
                  <a:cubicBezTo>
                    <a:pt x="134788" y="24413"/>
                    <a:pt x="133706" y="25371"/>
                    <a:pt x="132666" y="26453"/>
                  </a:cubicBezTo>
                  <a:cubicBezTo>
                    <a:pt x="131958" y="27077"/>
                    <a:pt x="131334" y="27784"/>
                    <a:pt x="130835" y="28367"/>
                  </a:cubicBezTo>
                  <a:cubicBezTo>
                    <a:pt x="103494" y="56706"/>
                    <a:pt x="114439" y="80967"/>
                    <a:pt x="92883" y="92536"/>
                  </a:cubicBezTo>
                  <a:cubicBezTo>
                    <a:pt x="66125" y="106809"/>
                    <a:pt x="34998" y="77097"/>
                    <a:pt x="9946" y="96572"/>
                  </a:cubicBezTo>
                  <a:cubicBezTo>
                    <a:pt x="5992" y="99652"/>
                    <a:pt x="1540" y="104396"/>
                    <a:pt x="42" y="10805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9" name="Google Shape;1989;p56">
              <a:extLst>
                <a:ext uri="{FF2B5EF4-FFF2-40B4-BE49-F238E27FC236}">
                  <a16:creationId xmlns:a16="http://schemas.microsoft.com/office/drawing/2014/main" id="{84551624-466C-B9E1-BEE2-DA8067834346}"/>
                </a:ext>
              </a:extLst>
            </p:cNvPr>
            <p:cNvSpPr/>
            <p:nvPr/>
          </p:nvSpPr>
          <p:spPr>
            <a:xfrm>
              <a:off x="7150072" y="3310538"/>
              <a:ext cx="224291" cy="489776"/>
            </a:xfrm>
            <a:custGeom>
              <a:avLst/>
              <a:gdLst/>
              <a:ahLst/>
              <a:cxnLst/>
              <a:rect l="l" t="t" r="r" b="b"/>
              <a:pathLst>
                <a:path w="61916" h="135204" extrusionOk="0">
                  <a:moveTo>
                    <a:pt x="61834" y="0"/>
                  </a:moveTo>
                  <a:cubicBezTo>
                    <a:pt x="55841" y="19392"/>
                    <a:pt x="49973" y="39367"/>
                    <a:pt x="44314" y="59924"/>
                  </a:cubicBezTo>
                  <a:cubicBezTo>
                    <a:pt x="37198" y="85642"/>
                    <a:pt x="30748" y="110735"/>
                    <a:pt x="24964" y="135204"/>
                  </a:cubicBezTo>
                  <a:cubicBezTo>
                    <a:pt x="19138" y="134830"/>
                    <a:pt x="13270" y="134455"/>
                    <a:pt x="7444" y="134122"/>
                  </a:cubicBezTo>
                  <a:cubicBezTo>
                    <a:pt x="7569" y="123885"/>
                    <a:pt x="7694" y="113648"/>
                    <a:pt x="7818" y="103453"/>
                  </a:cubicBezTo>
                  <a:cubicBezTo>
                    <a:pt x="5238" y="100789"/>
                    <a:pt x="3616" y="98126"/>
                    <a:pt x="2534" y="95796"/>
                  </a:cubicBezTo>
                  <a:cubicBezTo>
                    <a:pt x="-5457" y="78526"/>
                    <a:pt x="7860" y="58842"/>
                    <a:pt x="9483" y="56512"/>
                  </a:cubicBezTo>
                  <a:cubicBezTo>
                    <a:pt x="26961" y="37702"/>
                    <a:pt x="44439" y="18893"/>
                    <a:pt x="61917" y="8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0" name="Google Shape;1990;p56">
              <a:extLst>
                <a:ext uri="{FF2B5EF4-FFF2-40B4-BE49-F238E27FC236}">
                  <a16:creationId xmlns:a16="http://schemas.microsoft.com/office/drawing/2014/main" id="{68FC8E84-80AC-04FE-A946-AB3B8F582B5A}"/>
                </a:ext>
              </a:extLst>
            </p:cNvPr>
            <p:cNvSpPr/>
            <p:nvPr/>
          </p:nvSpPr>
          <p:spPr>
            <a:xfrm>
              <a:off x="7170390" y="3733676"/>
              <a:ext cx="102839" cy="95413"/>
            </a:xfrm>
            <a:custGeom>
              <a:avLst/>
              <a:gdLst/>
              <a:ahLst/>
              <a:cxnLst/>
              <a:rect l="l" t="t" r="r" b="b"/>
              <a:pathLst>
                <a:path w="28389" h="26339" extrusionOk="0">
                  <a:moveTo>
                    <a:pt x="20224" y="14438"/>
                  </a:moveTo>
                  <a:cubicBezTo>
                    <a:pt x="25176" y="14313"/>
                    <a:pt x="28589" y="17933"/>
                    <a:pt x="28381" y="21138"/>
                  </a:cubicBezTo>
                  <a:cubicBezTo>
                    <a:pt x="28256" y="23302"/>
                    <a:pt x="26425" y="25341"/>
                    <a:pt x="24011" y="26339"/>
                  </a:cubicBezTo>
                  <a:lnTo>
                    <a:pt x="0" y="26339"/>
                  </a:lnTo>
                  <a:cubicBezTo>
                    <a:pt x="624" y="20638"/>
                    <a:pt x="1248" y="14937"/>
                    <a:pt x="1831" y="9194"/>
                  </a:cubicBezTo>
                  <a:cubicBezTo>
                    <a:pt x="7823" y="622"/>
                    <a:pt x="16146" y="-1542"/>
                    <a:pt x="19475" y="996"/>
                  </a:cubicBezTo>
                  <a:cubicBezTo>
                    <a:pt x="22139" y="3035"/>
                    <a:pt x="22305" y="8737"/>
                    <a:pt x="20224" y="1443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1" name="Google Shape;1991;p56">
              <a:extLst>
                <a:ext uri="{FF2B5EF4-FFF2-40B4-BE49-F238E27FC236}">
                  <a16:creationId xmlns:a16="http://schemas.microsoft.com/office/drawing/2014/main" id="{3A3DCFD8-3A75-3171-E39E-CD8BB3D33997}"/>
                </a:ext>
              </a:extLst>
            </p:cNvPr>
            <p:cNvSpPr/>
            <p:nvPr/>
          </p:nvSpPr>
          <p:spPr>
            <a:xfrm>
              <a:off x="6814303" y="3302621"/>
              <a:ext cx="236509" cy="452019"/>
            </a:xfrm>
            <a:custGeom>
              <a:avLst/>
              <a:gdLst/>
              <a:ahLst/>
              <a:cxnLst/>
              <a:rect l="l" t="t" r="r" b="b"/>
              <a:pathLst>
                <a:path w="65289" h="124781" extrusionOk="0">
                  <a:moveTo>
                    <a:pt x="65289" y="44758"/>
                  </a:moveTo>
                  <a:cubicBezTo>
                    <a:pt x="49559" y="70808"/>
                    <a:pt x="33871" y="96817"/>
                    <a:pt x="18140" y="122868"/>
                  </a:cubicBezTo>
                  <a:cubicBezTo>
                    <a:pt x="12273" y="123492"/>
                    <a:pt x="6405" y="124116"/>
                    <a:pt x="496" y="124782"/>
                  </a:cubicBezTo>
                  <a:cubicBezTo>
                    <a:pt x="-1293" y="91657"/>
                    <a:pt x="2077" y="65191"/>
                    <a:pt x="5531" y="46964"/>
                  </a:cubicBezTo>
                  <a:cubicBezTo>
                    <a:pt x="13646" y="4268"/>
                    <a:pt x="23675" y="855"/>
                    <a:pt x="26754" y="231"/>
                  </a:cubicBezTo>
                  <a:cubicBezTo>
                    <a:pt x="32830" y="-1017"/>
                    <a:pt x="38906" y="3019"/>
                    <a:pt x="43317" y="6931"/>
                  </a:cubicBezTo>
                  <a:lnTo>
                    <a:pt x="65247" y="4475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2" name="Google Shape;1992;p56">
              <a:extLst>
                <a:ext uri="{FF2B5EF4-FFF2-40B4-BE49-F238E27FC236}">
                  <a16:creationId xmlns:a16="http://schemas.microsoft.com/office/drawing/2014/main" id="{26F78704-C981-016C-FB0D-3497D43C666D}"/>
                </a:ext>
              </a:extLst>
            </p:cNvPr>
            <p:cNvSpPr/>
            <p:nvPr/>
          </p:nvSpPr>
          <p:spPr>
            <a:xfrm>
              <a:off x="6809471" y="3720721"/>
              <a:ext cx="102839" cy="95413"/>
            </a:xfrm>
            <a:custGeom>
              <a:avLst/>
              <a:gdLst/>
              <a:ahLst/>
              <a:cxnLst/>
              <a:rect l="l" t="t" r="r" b="b"/>
              <a:pathLst>
                <a:path w="28389" h="26339" extrusionOk="0">
                  <a:moveTo>
                    <a:pt x="20225" y="14438"/>
                  </a:moveTo>
                  <a:cubicBezTo>
                    <a:pt x="25176" y="14313"/>
                    <a:pt x="28589" y="17933"/>
                    <a:pt x="28381" y="21138"/>
                  </a:cubicBezTo>
                  <a:cubicBezTo>
                    <a:pt x="28256" y="23302"/>
                    <a:pt x="26425" y="25299"/>
                    <a:pt x="24011" y="26339"/>
                  </a:cubicBezTo>
                  <a:lnTo>
                    <a:pt x="0" y="26339"/>
                  </a:lnTo>
                  <a:cubicBezTo>
                    <a:pt x="624" y="20638"/>
                    <a:pt x="1248" y="14937"/>
                    <a:pt x="1831" y="9194"/>
                  </a:cubicBezTo>
                  <a:cubicBezTo>
                    <a:pt x="7823" y="622"/>
                    <a:pt x="16146" y="-1542"/>
                    <a:pt x="19475" y="996"/>
                  </a:cubicBezTo>
                  <a:cubicBezTo>
                    <a:pt x="22139" y="3035"/>
                    <a:pt x="22305" y="8737"/>
                    <a:pt x="20225" y="1443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3" name="Google Shape;1993;p56">
              <a:extLst>
                <a:ext uri="{FF2B5EF4-FFF2-40B4-BE49-F238E27FC236}">
                  <a16:creationId xmlns:a16="http://schemas.microsoft.com/office/drawing/2014/main" id="{25C11037-B47D-91F8-47BC-679EDFED8DF5}"/>
                </a:ext>
              </a:extLst>
            </p:cNvPr>
            <p:cNvSpPr/>
            <p:nvPr/>
          </p:nvSpPr>
          <p:spPr>
            <a:xfrm>
              <a:off x="7590054" y="3186043"/>
              <a:ext cx="28650" cy="34305"/>
            </a:xfrm>
            <a:custGeom>
              <a:avLst/>
              <a:gdLst/>
              <a:ahLst/>
              <a:cxnLst/>
              <a:rect l="l" t="t" r="r" b="b"/>
              <a:pathLst>
                <a:path w="7909" h="9470" extrusionOk="0">
                  <a:moveTo>
                    <a:pt x="42" y="1102"/>
                  </a:moveTo>
                  <a:cubicBezTo>
                    <a:pt x="0" y="1810"/>
                    <a:pt x="2039" y="1810"/>
                    <a:pt x="3620" y="3516"/>
                  </a:cubicBezTo>
                  <a:cubicBezTo>
                    <a:pt x="5868" y="5930"/>
                    <a:pt x="4952" y="9342"/>
                    <a:pt x="5784" y="9467"/>
                  </a:cubicBezTo>
                  <a:cubicBezTo>
                    <a:pt x="6575" y="9592"/>
                    <a:pt x="8406" y="6804"/>
                    <a:pt x="7782" y="4057"/>
                  </a:cubicBezTo>
                  <a:cubicBezTo>
                    <a:pt x="7366" y="2226"/>
                    <a:pt x="5909" y="603"/>
                    <a:pt x="4078" y="145"/>
                  </a:cubicBezTo>
                  <a:cubicBezTo>
                    <a:pt x="2206" y="-312"/>
                    <a:pt x="83" y="395"/>
                    <a:pt x="0" y="110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4" name="Google Shape;1994;p56">
              <a:extLst>
                <a:ext uri="{FF2B5EF4-FFF2-40B4-BE49-F238E27FC236}">
                  <a16:creationId xmlns:a16="http://schemas.microsoft.com/office/drawing/2014/main" id="{68C0867E-734A-81C8-FC4F-1B0B56E8814B}"/>
                </a:ext>
              </a:extLst>
            </p:cNvPr>
            <p:cNvSpPr/>
            <p:nvPr/>
          </p:nvSpPr>
          <p:spPr>
            <a:xfrm>
              <a:off x="7559210" y="3202571"/>
              <a:ext cx="37761" cy="34182"/>
            </a:xfrm>
            <a:custGeom>
              <a:avLst/>
              <a:gdLst/>
              <a:ahLst/>
              <a:cxnLst/>
              <a:rect l="l" t="t" r="r" b="b"/>
              <a:pathLst>
                <a:path w="10424" h="9436" extrusionOk="0">
                  <a:moveTo>
                    <a:pt x="1821" y="9436"/>
                  </a:moveTo>
                  <a:cubicBezTo>
                    <a:pt x="1322" y="9436"/>
                    <a:pt x="781" y="9228"/>
                    <a:pt x="448" y="8812"/>
                  </a:cubicBezTo>
                  <a:cubicBezTo>
                    <a:pt x="-218" y="8063"/>
                    <a:pt x="-135" y="6898"/>
                    <a:pt x="656" y="6232"/>
                  </a:cubicBezTo>
                  <a:lnTo>
                    <a:pt x="7397" y="448"/>
                  </a:lnTo>
                  <a:cubicBezTo>
                    <a:pt x="8146" y="-218"/>
                    <a:pt x="9311" y="-135"/>
                    <a:pt x="9977" y="656"/>
                  </a:cubicBezTo>
                  <a:cubicBezTo>
                    <a:pt x="10643" y="1405"/>
                    <a:pt x="10560" y="2570"/>
                    <a:pt x="9769" y="3236"/>
                  </a:cubicBezTo>
                  <a:lnTo>
                    <a:pt x="3028" y="9020"/>
                  </a:lnTo>
                  <a:cubicBezTo>
                    <a:pt x="2695" y="9311"/>
                    <a:pt x="2279" y="9436"/>
                    <a:pt x="1821" y="943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5" name="Google Shape;1995;p56">
              <a:extLst>
                <a:ext uri="{FF2B5EF4-FFF2-40B4-BE49-F238E27FC236}">
                  <a16:creationId xmlns:a16="http://schemas.microsoft.com/office/drawing/2014/main" id="{06690CAC-53CF-992B-80B8-287D1137B076}"/>
                </a:ext>
              </a:extLst>
            </p:cNvPr>
            <p:cNvSpPr/>
            <p:nvPr/>
          </p:nvSpPr>
          <p:spPr>
            <a:xfrm>
              <a:off x="7496788" y="3190916"/>
              <a:ext cx="87929" cy="18862"/>
            </a:xfrm>
            <a:custGeom>
              <a:avLst/>
              <a:gdLst/>
              <a:ahLst/>
              <a:cxnLst/>
              <a:rect l="l" t="t" r="r" b="b"/>
              <a:pathLst>
                <a:path w="24273" h="5207" extrusionOk="0">
                  <a:moveTo>
                    <a:pt x="1837" y="5208"/>
                  </a:moveTo>
                  <a:cubicBezTo>
                    <a:pt x="880" y="5208"/>
                    <a:pt x="89" y="4459"/>
                    <a:pt x="6" y="3502"/>
                  </a:cubicBezTo>
                  <a:cubicBezTo>
                    <a:pt x="-77" y="2503"/>
                    <a:pt x="713" y="1629"/>
                    <a:pt x="1712" y="1546"/>
                  </a:cubicBezTo>
                  <a:lnTo>
                    <a:pt x="22311" y="6"/>
                  </a:lnTo>
                  <a:cubicBezTo>
                    <a:pt x="23310" y="-77"/>
                    <a:pt x="24184" y="713"/>
                    <a:pt x="24267" y="1712"/>
                  </a:cubicBezTo>
                  <a:cubicBezTo>
                    <a:pt x="24350" y="2711"/>
                    <a:pt x="23560" y="3585"/>
                    <a:pt x="22561" y="3668"/>
                  </a:cubicBezTo>
                  <a:lnTo>
                    <a:pt x="1962" y="5208"/>
                  </a:lnTo>
                  <a:cubicBezTo>
                    <a:pt x="1962" y="5208"/>
                    <a:pt x="1879" y="5208"/>
                    <a:pt x="1837" y="52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6" name="Google Shape;1996;p56">
              <a:extLst>
                <a:ext uri="{FF2B5EF4-FFF2-40B4-BE49-F238E27FC236}">
                  <a16:creationId xmlns:a16="http://schemas.microsoft.com/office/drawing/2014/main" id="{3BDDC773-E899-3E63-0527-20E9222EA4A1}"/>
                </a:ext>
              </a:extLst>
            </p:cNvPr>
            <p:cNvSpPr/>
            <p:nvPr/>
          </p:nvSpPr>
          <p:spPr>
            <a:xfrm>
              <a:off x="7533963" y="3139073"/>
              <a:ext cx="22843" cy="44209"/>
            </a:xfrm>
            <a:custGeom>
              <a:avLst/>
              <a:gdLst/>
              <a:ahLst/>
              <a:cxnLst/>
              <a:rect l="l" t="t" r="r" b="b"/>
              <a:pathLst>
                <a:path w="6306" h="12204" extrusionOk="0">
                  <a:moveTo>
                    <a:pt x="4467" y="12163"/>
                  </a:moveTo>
                  <a:cubicBezTo>
                    <a:pt x="3385" y="12163"/>
                    <a:pt x="2595" y="11289"/>
                    <a:pt x="2636" y="10291"/>
                  </a:cubicBezTo>
                  <a:cubicBezTo>
                    <a:pt x="2636" y="9292"/>
                    <a:pt x="2595" y="8376"/>
                    <a:pt x="2387" y="7419"/>
                  </a:cubicBezTo>
                  <a:cubicBezTo>
                    <a:pt x="1929" y="5380"/>
                    <a:pt x="1055" y="3841"/>
                    <a:pt x="347" y="2925"/>
                  </a:cubicBezTo>
                  <a:cubicBezTo>
                    <a:pt x="-235" y="2093"/>
                    <a:pt x="-69" y="969"/>
                    <a:pt x="722" y="345"/>
                  </a:cubicBezTo>
                  <a:cubicBezTo>
                    <a:pt x="1554" y="-238"/>
                    <a:pt x="2678" y="-71"/>
                    <a:pt x="3302" y="761"/>
                  </a:cubicBezTo>
                  <a:cubicBezTo>
                    <a:pt x="4592" y="2509"/>
                    <a:pt x="5508" y="4548"/>
                    <a:pt x="5966" y="6670"/>
                  </a:cubicBezTo>
                  <a:cubicBezTo>
                    <a:pt x="6215" y="7877"/>
                    <a:pt x="6340" y="9125"/>
                    <a:pt x="6298" y="10416"/>
                  </a:cubicBezTo>
                  <a:cubicBezTo>
                    <a:pt x="6298" y="11414"/>
                    <a:pt x="5466" y="12205"/>
                    <a:pt x="4467" y="1220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7" name="Google Shape;1997;p56">
              <a:extLst>
                <a:ext uri="{FF2B5EF4-FFF2-40B4-BE49-F238E27FC236}">
                  <a16:creationId xmlns:a16="http://schemas.microsoft.com/office/drawing/2014/main" id="{309F4318-B6EE-28C1-B3B8-8CF6F0E3CD6C}"/>
                </a:ext>
              </a:extLst>
            </p:cNvPr>
            <p:cNvSpPr/>
            <p:nvPr/>
          </p:nvSpPr>
          <p:spPr>
            <a:xfrm>
              <a:off x="7475851" y="3091170"/>
              <a:ext cx="65995" cy="33965"/>
            </a:xfrm>
            <a:custGeom>
              <a:avLst/>
              <a:gdLst/>
              <a:ahLst/>
              <a:cxnLst/>
              <a:rect l="l" t="t" r="r" b="b"/>
              <a:pathLst>
                <a:path w="18218" h="9376" extrusionOk="0">
                  <a:moveTo>
                    <a:pt x="16402" y="9376"/>
                  </a:moveTo>
                  <a:cubicBezTo>
                    <a:pt x="16028" y="9376"/>
                    <a:pt x="15612" y="9251"/>
                    <a:pt x="15279" y="9002"/>
                  </a:cubicBezTo>
                  <a:cubicBezTo>
                    <a:pt x="13156" y="7420"/>
                    <a:pt x="10868" y="6130"/>
                    <a:pt x="8412" y="5215"/>
                  </a:cubicBezTo>
                  <a:cubicBezTo>
                    <a:pt x="6248" y="4424"/>
                    <a:pt x="4001" y="3883"/>
                    <a:pt x="1671" y="3675"/>
                  </a:cubicBezTo>
                  <a:cubicBezTo>
                    <a:pt x="672" y="3592"/>
                    <a:pt x="-77" y="2676"/>
                    <a:pt x="6" y="1678"/>
                  </a:cubicBezTo>
                  <a:cubicBezTo>
                    <a:pt x="90" y="679"/>
                    <a:pt x="964" y="-112"/>
                    <a:pt x="2004" y="13"/>
                  </a:cubicBezTo>
                  <a:cubicBezTo>
                    <a:pt x="4626" y="263"/>
                    <a:pt x="7247" y="845"/>
                    <a:pt x="9702" y="1761"/>
                  </a:cubicBezTo>
                  <a:cubicBezTo>
                    <a:pt x="12449" y="2801"/>
                    <a:pt x="15112" y="4216"/>
                    <a:pt x="17484" y="6047"/>
                  </a:cubicBezTo>
                  <a:cubicBezTo>
                    <a:pt x="18317" y="6671"/>
                    <a:pt x="18442" y="7795"/>
                    <a:pt x="17859" y="8627"/>
                  </a:cubicBezTo>
                  <a:cubicBezTo>
                    <a:pt x="17484" y="9126"/>
                    <a:pt x="16943" y="9376"/>
                    <a:pt x="16402" y="93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8" name="Google Shape;1998;p56">
              <a:extLst>
                <a:ext uri="{FF2B5EF4-FFF2-40B4-BE49-F238E27FC236}">
                  <a16:creationId xmlns:a16="http://schemas.microsoft.com/office/drawing/2014/main" id="{B0320AD7-DA77-0632-EFF5-2B541DB5FC83}"/>
                </a:ext>
              </a:extLst>
            </p:cNvPr>
            <p:cNvSpPr/>
            <p:nvPr/>
          </p:nvSpPr>
          <p:spPr>
            <a:xfrm>
              <a:off x="7279472" y="3542213"/>
              <a:ext cx="31722" cy="63915"/>
            </a:xfrm>
            <a:custGeom>
              <a:avLst/>
              <a:gdLst/>
              <a:ahLst/>
              <a:cxnLst/>
              <a:rect l="l" t="t" r="r" b="b"/>
              <a:pathLst>
                <a:path w="8757" h="17644" extrusionOk="0">
                  <a:moveTo>
                    <a:pt x="1825" y="17644"/>
                  </a:moveTo>
                  <a:cubicBezTo>
                    <a:pt x="243" y="17187"/>
                    <a:pt x="-256" y="16146"/>
                    <a:pt x="118" y="15189"/>
                  </a:cubicBezTo>
                  <a:lnTo>
                    <a:pt x="5237" y="1207"/>
                  </a:lnTo>
                  <a:cubicBezTo>
                    <a:pt x="5570" y="250"/>
                    <a:pt x="6610" y="-250"/>
                    <a:pt x="7567" y="125"/>
                  </a:cubicBezTo>
                  <a:cubicBezTo>
                    <a:pt x="8524" y="458"/>
                    <a:pt x="8982" y="1540"/>
                    <a:pt x="8649" y="2455"/>
                  </a:cubicBezTo>
                  <a:lnTo>
                    <a:pt x="3531" y="16438"/>
                  </a:lnTo>
                  <a:cubicBezTo>
                    <a:pt x="3240" y="17187"/>
                    <a:pt x="2574" y="17644"/>
                    <a:pt x="1825" y="176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9" name="Google Shape;1999;p56">
              <a:extLst>
                <a:ext uri="{FF2B5EF4-FFF2-40B4-BE49-F238E27FC236}">
                  <a16:creationId xmlns:a16="http://schemas.microsoft.com/office/drawing/2014/main" id="{899D3144-6CD9-5881-D0AF-7E97711D2D21}"/>
                </a:ext>
              </a:extLst>
            </p:cNvPr>
            <p:cNvSpPr/>
            <p:nvPr/>
          </p:nvSpPr>
          <p:spPr>
            <a:xfrm>
              <a:off x="7174336" y="3685946"/>
              <a:ext cx="16674" cy="24691"/>
            </a:xfrm>
            <a:custGeom>
              <a:avLst/>
              <a:gdLst/>
              <a:ahLst/>
              <a:cxnLst/>
              <a:rect l="l" t="t" r="r" b="b"/>
              <a:pathLst>
                <a:path w="4603" h="6816" extrusionOk="0">
                  <a:moveTo>
                    <a:pt x="2739" y="6817"/>
                  </a:moveTo>
                  <a:cubicBezTo>
                    <a:pt x="1948" y="6817"/>
                    <a:pt x="1199" y="6276"/>
                    <a:pt x="991" y="5485"/>
                  </a:cubicBezTo>
                  <a:lnTo>
                    <a:pt x="75" y="2364"/>
                  </a:lnTo>
                  <a:cubicBezTo>
                    <a:pt x="-216" y="1407"/>
                    <a:pt x="367" y="367"/>
                    <a:pt x="1324" y="75"/>
                  </a:cubicBezTo>
                  <a:cubicBezTo>
                    <a:pt x="2281" y="-216"/>
                    <a:pt x="3321" y="367"/>
                    <a:pt x="3613" y="1324"/>
                  </a:cubicBezTo>
                  <a:lnTo>
                    <a:pt x="4528" y="4445"/>
                  </a:lnTo>
                  <a:cubicBezTo>
                    <a:pt x="4819" y="5402"/>
                    <a:pt x="4237" y="6442"/>
                    <a:pt x="3280" y="6734"/>
                  </a:cubicBezTo>
                  <a:cubicBezTo>
                    <a:pt x="3113" y="6775"/>
                    <a:pt x="2947" y="6817"/>
                    <a:pt x="2780" y="68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0" name="Google Shape;2000;p56">
              <a:extLst>
                <a:ext uri="{FF2B5EF4-FFF2-40B4-BE49-F238E27FC236}">
                  <a16:creationId xmlns:a16="http://schemas.microsoft.com/office/drawing/2014/main" id="{5B431A17-4522-2916-D5FD-B363B8947BFB}"/>
                </a:ext>
              </a:extLst>
            </p:cNvPr>
            <p:cNvSpPr/>
            <p:nvPr/>
          </p:nvSpPr>
          <p:spPr>
            <a:xfrm>
              <a:off x="6821771" y="3528056"/>
              <a:ext cx="20003" cy="33765"/>
            </a:xfrm>
            <a:custGeom>
              <a:avLst/>
              <a:gdLst/>
              <a:ahLst/>
              <a:cxnLst/>
              <a:rect l="l" t="t" r="r" b="b"/>
              <a:pathLst>
                <a:path w="5522" h="9321" extrusionOk="0">
                  <a:moveTo>
                    <a:pt x="3677" y="9321"/>
                  </a:moveTo>
                  <a:cubicBezTo>
                    <a:pt x="2886" y="9321"/>
                    <a:pt x="2179" y="8822"/>
                    <a:pt x="1929" y="8073"/>
                  </a:cubicBezTo>
                  <a:lnTo>
                    <a:pt x="98" y="2413"/>
                  </a:lnTo>
                  <a:cubicBezTo>
                    <a:pt x="-235" y="1456"/>
                    <a:pt x="306" y="416"/>
                    <a:pt x="1305" y="83"/>
                  </a:cubicBezTo>
                  <a:cubicBezTo>
                    <a:pt x="2262" y="-209"/>
                    <a:pt x="3303" y="291"/>
                    <a:pt x="3594" y="1248"/>
                  </a:cubicBezTo>
                  <a:lnTo>
                    <a:pt x="5425" y="6907"/>
                  </a:lnTo>
                  <a:cubicBezTo>
                    <a:pt x="5758" y="7865"/>
                    <a:pt x="5217" y="8905"/>
                    <a:pt x="4218" y="9238"/>
                  </a:cubicBezTo>
                  <a:cubicBezTo>
                    <a:pt x="4052" y="9279"/>
                    <a:pt x="3843" y="9321"/>
                    <a:pt x="3677" y="932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1" name="Google Shape;2001;p56">
              <a:extLst>
                <a:ext uri="{FF2B5EF4-FFF2-40B4-BE49-F238E27FC236}">
                  <a16:creationId xmlns:a16="http://schemas.microsoft.com/office/drawing/2014/main" id="{FC15F4E0-B481-2178-9103-674CA911D161}"/>
                </a:ext>
              </a:extLst>
            </p:cNvPr>
            <p:cNvSpPr/>
            <p:nvPr/>
          </p:nvSpPr>
          <p:spPr>
            <a:xfrm>
              <a:off x="6918788" y="3300124"/>
              <a:ext cx="22695" cy="17055"/>
            </a:xfrm>
            <a:custGeom>
              <a:avLst/>
              <a:gdLst/>
              <a:ahLst/>
              <a:cxnLst/>
              <a:rect l="l" t="t" r="r" b="b"/>
              <a:pathLst>
                <a:path w="6265" h="4708" extrusionOk="0">
                  <a:moveTo>
                    <a:pt x="1843" y="4709"/>
                  </a:moveTo>
                  <a:cubicBezTo>
                    <a:pt x="1135" y="4709"/>
                    <a:pt x="428" y="4292"/>
                    <a:pt x="137" y="3585"/>
                  </a:cubicBezTo>
                  <a:cubicBezTo>
                    <a:pt x="-238" y="2628"/>
                    <a:pt x="178" y="1588"/>
                    <a:pt x="1135" y="1213"/>
                  </a:cubicBezTo>
                  <a:lnTo>
                    <a:pt x="3757" y="131"/>
                  </a:lnTo>
                  <a:cubicBezTo>
                    <a:pt x="4714" y="-243"/>
                    <a:pt x="5796" y="214"/>
                    <a:pt x="6129" y="1130"/>
                  </a:cubicBezTo>
                  <a:cubicBezTo>
                    <a:pt x="6503" y="2087"/>
                    <a:pt x="6087" y="3127"/>
                    <a:pt x="5130" y="3502"/>
                  </a:cubicBezTo>
                  <a:lnTo>
                    <a:pt x="2509" y="4584"/>
                  </a:lnTo>
                  <a:cubicBezTo>
                    <a:pt x="2259" y="4667"/>
                    <a:pt x="2051" y="4709"/>
                    <a:pt x="1801" y="4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2" name="Google Shape;2002;p56">
              <a:extLst>
                <a:ext uri="{FF2B5EF4-FFF2-40B4-BE49-F238E27FC236}">
                  <a16:creationId xmlns:a16="http://schemas.microsoft.com/office/drawing/2014/main" id="{23C899D8-C3E6-FF88-D02D-51A55B231B82}"/>
                </a:ext>
              </a:extLst>
            </p:cNvPr>
            <p:cNvSpPr/>
            <p:nvPr/>
          </p:nvSpPr>
          <p:spPr>
            <a:xfrm>
              <a:off x="7204579" y="3313853"/>
              <a:ext cx="23224" cy="13715"/>
            </a:xfrm>
            <a:custGeom>
              <a:avLst/>
              <a:gdLst/>
              <a:ahLst/>
              <a:cxnLst/>
              <a:rect l="l" t="t" r="r" b="b"/>
              <a:pathLst>
                <a:path w="6411" h="3786" extrusionOk="0">
                  <a:moveTo>
                    <a:pt x="4621" y="3787"/>
                  </a:moveTo>
                  <a:cubicBezTo>
                    <a:pt x="4621" y="3787"/>
                    <a:pt x="1749" y="3662"/>
                    <a:pt x="1749" y="3662"/>
                  </a:cubicBezTo>
                  <a:cubicBezTo>
                    <a:pt x="751" y="3620"/>
                    <a:pt x="-40" y="2747"/>
                    <a:pt x="2" y="1748"/>
                  </a:cubicBezTo>
                  <a:cubicBezTo>
                    <a:pt x="43" y="749"/>
                    <a:pt x="875" y="0"/>
                    <a:pt x="1833" y="0"/>
                  </a:cubicBezTo>
                  <a:cubicBezTo>
                    <a:pt x="1916" y="0"/>
                    <a:pt x="4662" y="125"/>
                    <a:pt x="4662" y="125"/>
                  </a:cubicBezTo>
                  <a:cubicBezTo>
                    <a:pt x="5661" y="166"/>
                    <a:pt x="6452" y="1040"/>
                    <a:pt x="6410" y="2039"/>
                  </a:cubicBezTo>
                  <a:cubicBezTo>
                    <a:pt x="6368" y="3038"/>
                    <a:pt x="5536" y="3787"/>
                    <a:pt x="4579" y="378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3" name="Google Shape;2003;p56">
              <a:extLst>
                <a:ext uri="{FF2B5EF4-FFF2-40B4-BE49-F238E27FC236}">
                  <a16:creationId xmlns:a16="http://schemas.microsoft.com/office/drawing/2014/main" id="{57F7A99B-31D6-5841-4A40-4EEF57EF8B4E}"/>
                </a:ext>
              </a:extLst>
            </p:cNvPr>
            <p:cNvSpPr/>
            <p:nvPr/>
          </p:nvSpPr>
          <p:spPr>
            <a:xfrm>
              <a:off x="7334376" y="3221941"/>
              <a:ext cx="15627" cy="32132"/>
            </a:xfrm>
            <a:custGeom>
              <a:avLst/>
              <a:gdLst/>
              <a:ahLst/>
              <a:cxnLst/>
              <a:rect l="l" t="t" r="r" b="b"/>
              <a:pathLst>
                <a:path w="4314" h="8870" extrusionOk="0">
                  <a:moveTo>
                    <a:pt x="2469" y="8871"/>
                  </a:moveTo>
                  <a:cubicBezTo>
                    <a:pt x="1554" y="8871"/>
                    <a:pt x="763" y="8205"/>
                    <a:pt x="638" y="7248"/>
                  </a:cubicBezTo>
                  <a:lnTo>
                    <a:pt x="14" y="2046"/>
                  </a:lnTo>
                  <a:cubicBezTo>
                    <a:pt x="-111" y="1047"/>
                    <a:pt x="597" y="132"/>
                    <a:pt x="1637" y="7"/>
                  </a:cubicBezTo>
                  <a:cubicBezTo>
                    <a:pt x="2594" y="-76"/>
                    <a:pt x="3551" y="590"/>
                    <a:pt x="3676" y="1588"/>
                  </a:cubicBezTo>
                  <a:lnTo>
                    <a:pt x="4300" y="6790"/>
                  </a:lnTo>
                  <a:cubicBezTo>
                    <a:pt x="4425" y="7789"/>
                    <a:pt x="3718" y="8704"/>
                    <a:pt x="2677" y="8829"/>
                  </a:cubicBezTo>
                  <a:cubicBezTo>
                    <a:pt x="2594" y="8829"/>
                    <a:pt x="2553" y="8829"/>
                    <a:pt x="2469" y="882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4" name="Google Shape;2004;p56">
              <a:extLst>
                <a:ext uri="{FF2B5EF4-FFF2-40B4-BE49-F238E27FC236}">
                  <a16:creationId xmlns:a16="http://schemas.microsoft.com/office/drawing/2014/main" id="{42B48386-21D0-D838-42C9-A07570A71ECD}"/>
                </a:ext>
              </a:extLst>
            </p:cNvPr>
            <p:cNvSpPr/>
            <p:nvPr/>
          </p:nvSpPr>
          <p:spPr>
            <a:xfrm>
              <a:off x="7017495" y="3439354"/>
              <a:ext cx="619082" cy="155673"/>
            </a:xfrm>
            <a:custGeom>
              <a:avLst/>
              <a:gdLst/>
              <a:ahLst/>
              <a:cxnLst/>
              <a:rect l="l" t="t" r="r" b="b"/>
              <a:pathLst>
                <a:path w="170899" h="42974" extrusionOk="0">
                  <a:moveTo>
                    <a:pt x="1665" y="535"/>
                  </a:moveTo>
                  <a:cubicBezTo>
                    <a:pt x="1124" y="5196"/>
                    <a:pt x="541" y="9856"/>
                    <a:pt x="0" y="14559"/>
                  </a:cubicBezTo>
                  <a:cubicBezTo>
                    <a:pt x="30462" y="27875"/>
                    <a:pt x="71493" y="40817"/>
                    <a:pt x="120681" y="42732"/>
                  </a:cubicBezTo>
                  <a:cubicBezTo>
                    <a:pt x="132499" y="43189"/>
                    <a:pt x="143694" y="42981"/>
                    <a:pt x="154263" y="42274"/>
                  </a:cubicBezTo>
                  <a:cubicBezTo>
                    <a:pt x="162711" y="40984"/>
                    <a:pt x="169328" y="34658"/>
                    <a:pt x="170659" y="26918"/>
                  </a:cubicBezTo>
                  <a:cubicBezTo>
                    <a:pt x="172241" y="17597"/>
                    <a:pt x="165874" y="7776"/>
                    <a:pt x="155595" y="5237"/>
                  </a:cubicBezTo>
                  <a:cubicBezTo>
                    <a:pt x="144276" y="2532"/>
                    <a:pt x="135163" y="1409"/>
                    <a:pt x="129794" y="868"/>
                  </a:cubicBezTo>
                  <a:cubicBezTo>
                    <a:pt x="85475" y="-3460"/>
                    <a:pt x="63961" y="10106"/>
                    <a:pt x="21306" y="4363"/>
                  </a:cubicBezTo>
                  <a:cubicBezTo>
                    <a:pt x="12360" y="3157"/>
                    <a:pt x="5327" y="1492"/>
                    <a:pt x="1706" y="53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5" name="Google Shape;2005;p56">
              <a:extLst>
                <a:ext uri="{FF2B5EF4-FFF2-40B4-BE49-F238E27FC236}">
                  <a16:creationId xmlns:a16="http://schemas.microsoft.com/office/drawing/2014/main" id="{2F988F11-E606-E04E-7093-E429FC1CC7CD}"/>
                </a:ext>
              </a:extLst>
            </p:cNvPr>
            <p:cNvSpPr/>
            <p:nvPr/>
          </p:nvSpPr>
          <p:spPr>
            <a:xfrm>
              <a:off x="6862634" y="3299888"/>
              <a:ext cx="326829" cy="231800"/>
            </a:xfrm>
            <a:custGeom>
              <a:avLst/>
              <a:gdLst/>
              <a:ahLst/>
              <a:cxnLst/>
              <a:rect l="l" t="t" r="r" b="b"/>
              <a:pathLst>
                <a:path w="90222" h="63989" extrusionOk="0">
                  <a:moveTo>
                    <a:pt x="90223" y="48343"/>
                  </a:moveTo>
                  <a:cubicBezTo>
                    <a:pt x="85604" y="42975"/>
                    <a:pt x="78945" y="34777"/>
                    <a:pt x="71871" y="24082"/>
                  </a:cubicBezTo>
                  <a:cubicBezTo>
                    <a:pt x="61800" y="8893"/>
                    <a:pt x="57930" y="-595"/>
                    <a:pt x="56058" y="29"/>
                  </a:cubicBezTo>
                  <a:cubicBezTo>
                    <a:pt x="54185" y="653"/>
                    <a:pt x="55350" y="12056"/>
                    <a:pt x="60136" y="21960"/>
                  </a:cubicBezTo>
                  <a:cubicBezTo>
                    <a:pt x="61384" y="24540"/>
                    <a:pt x="62716" y="26662"/>
                    <a:pt x="63839" y="28243"/>
                  </a:cubicBezTo>
                  <a:cubicBezTo>
                    <a:pt x="60219" y="27661"/>
                    <a:pt x="54393" y="26662"/>
                    <a:pt x="47277" y="25081"/>
                  </a:cubicBezTo>
                  <a:cubicBezTo>
                    <a:pt x="34086" y="22168"/>
                    <a:pt x="30632" y="20378"/>
                    <a:pt x="23474" y="20337"/>
                  </a:cubicBezTo>
                  <a:cubicBezTo>
                    <a:pt x="12613" y="20253"/>
                    <a:pt x="3208" y="24207"/>
                    <a:pt x="3374" y="25663"/>
                  </a:cubicBezTo>
                  <a:cubicBezTo>
                    <a:pt x="3582" y="27286"/>
                    <a:pt x="15276" y="25372"/>
                    <a:pt x="32837" y="29533"/>
                  </a:cubicBezTo>
                  <a:cubicBezTo>
                    <a:pt x="37331" y="30574"/>
                    <a:pt x="40952" y="31739"/>
                    <a:pt x="43449" y="32613"/>
                  </a:cubicBezTo>
                  <a:cubicBezTo>
                    <a:pt x="43116" y="33612"/>
                    <a:pt x="42741" y="34652"/>
                    <a:pt x="42408" y="35651"/>
                  </a:cubicBezTo>
                  <a:cubicBezTo>
                    <a:pt x="35875" y="32946"/>
                    <a:pt x="24597" y="29450"/>
                    <a:pt x="11239" y="31739"/>
                  </a:cubicBezTo>
                  <a:cubicBezTo>
                    <a:pt x="5455" y="32738"/>
                    <a:pt x="-163" y="34694"/>
                    <a:pt x="4" y="35609"/>
                  </a:cubicBezTo>
                  <a:cubicBezTo>
                    <a:pt x="212" y="37024"/>
                    <a:pt x="14194" y="33986"/>
                    <a:pt x="31339" y="38772"/>
                  </a:cubicBezTo>
                  <a:cubicBezTo>
                    <a:pt x="35542" y="39937"/>
                    <a:pt x="38913" y="41310"/>
                    <a:pt x="41118" y="42309"/>
                  </a:cubicBezTo>
                  <a:cubicBezTo>
                    <a:pt x="40993" y="42683"/>
                    <a:pt x="40785" y="43266"/>
                    <a:pt x="40328" y="43724"/>
                  </a:cubicBezTo>
                  <a:cubicBezTo>
                    <a:pt x="37956" y="46096"/>
                    <a:pt x="31838" y="43349"/>
                    <a:pt x="28800" y="42267"/>
                  </a:cubicBezTo>
                  <a:cubicBezTo>
                    <a:pt x="16732" y="37939"/>
                    <a:pt x="3582" y="42101"/>
                    <a:pt x="3541" y="43183"/>
                  </a:cubicBezTo>
                  <a:cubicBezTo>
                    <a:pt x="3541" y="44140"/>
                    <a:pt x="13944" y="44390"/>
                    <a:pt x="31381" y="49009"/>
                  </a:cubicBezTo>
                  <a:cubicBezTo>
                    <a:pt x="34460" y="49841"/>
                    <a:pt x="36999" y="50590"/>
                    <a:pt x="38871" y="51173"/>
                  </a:cubicBezTo>
                  <a:cubicBezTo>
                    <a:pt x="38788" y="52047"/>
                    <a:pt x="38746" y="52962"/>
                    <a:pt x="38663" y="53836"/>
                  </a:cubicBezTo>
                  <a:cubicBezTo>
                    <a:pt x="35625" y="52879"/>
                    <a:pt x="31089" y="51755"/>
                    <a:pt x="25513" y="51381"/>
                  </a:cubicBezTo>
                  <a:cubicBezTo>
                    <a:pt x="19271" y="50965"/>
                    <a:pt x="12280" y="51547"/>
                    <a:pt x="12197" y="52546"/>
                  </a:cubicBezTo>
                  <a:cubicBezTo>
                    <a:pt x="12155" y="53253"/>
                    <a:pt x="15567" y="53794"/>
                    <a:pt x="22933" y="55667"/>
                  </a:cubicBezTo>
                  <a:cubicBezTo>
                    <a:pt x="29050" y="57207"/>
                    <a:pt x="34002" y="58663"/>
                    <a:pt x="37331" y="59662"/>
                  </a:cubicBezTo>
                  <a:cubicBezTo>
                    <a:pt x="44739" y="60661"/>
                    <a:pt x="52354" y="61576"/>
                    <a:pt x="60094" y="62409"/>
                  </a:cubicBezTo>
                  <a:cubicBezTo>
                    <a:pt x="65712" y="62991"/>
                    <a:pt x="71247" y="63532"/>
                    <a:pt x="76698" y="63990"/>
                  </a:cubicBezTo>
                  <a:cubicBezTo>
                    <a:pt x="81193" y="58788"/>
                    <a:pt x="85729" y="53586"/>
                    <a:pt x="90223" y="4838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6" name="Google Shape;2006;p56">
              <a:extLst>
                <a:ext uri="{FF2B5EF4-FFF2-40B4-BE49-F238E27FC236}">
                  <a16:creationId xmlns:a16="http://schemas.microsoft.com/office/drawing/2014/main" id="{125FCF45-3EE7-36FF-53B3-1192D0D8F01B}"/>
                </a:ext>
              </a:extLst>
            </p:cNvPr>
            <p:cNvSpPr/>
            <p:nvPr/>
          </p:nvSpPr>
          <p:spPr>
            <a:xfrm>
              <a:off x="7172012" y="2428349"/>
              <a:ext cx="424655" cy="228163"/>
            </a:xfrm>
            <a:custGeom>
              <a:avLst/>
              <a:gdLst/>
              <a:ahLst/>
              <a:cxnLst/>
              <a:rect l="l" t="t" r="r" b="b"/>
              <a:pathLst>
                <a:path w="117227" h="62985" extrusionOk="0">
                  <a:moveTo>
                    <a:pt x="94473" y="16668"/>
                  </a:moveTo>
                  <a:cubicBezTo>
                    <a:pt x="105043" y="23993"/>
                    <a:pt x="118859" y="33605"/>
                    <a:pt x="117070" y="42220"/>
                  </a:cubicBezTo>
                  <a:cubicBezTo>
                    <a:pt x="114282" y="55578"/>
                    <a:pt x="73625" y="67479"/>
                    <a:pt x="45785" y="53497"/>
                  </a:cubicBezTo>
                  <a:cubicBezTo>
                    <a:pt x="32760" y="46964"/>
                    <a:pt x="25519" y="36227"/>
                    <a:pt x="18153" y="39223"/>
                  </a:cubicBezTo>
                  <a:cubicBezTo>
                    <a:pt x="9123" y="42927"/>
                    <a:pt x="11079" y="62860"/>
                    <a:pt x="7458" y="62985"/>
                  </a:cubicBezTo>
                  <a:cubicBezTo>
                    <a:pt x="4212" y="63110"/>
                    <a:pt x="-2820" y="47421"/>
                    <a:pt x="1216" y="32690"/>
                  </a:cubicBezTo>
                  <a:cubicBezTo>
                    <a:pt x="6418" y="13797"/>
                    <a:pt x="28224" y="2270"/>
                    <a:pt x="46243" y="314"/>
                  </a:cubicBezTo>
                  <a:cubicBezTo>
                    <a:pt x="67674" y="-2016"/>
                    <a:pt x="83695" y="9136"/>
                    <a:pt x="94515" y="166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7" name="Google Shape;2007;p56">
              <a:extLst>
                <a:ext uri="{FF2B5EF4-FFF2-40B4-BE49-F238E27FC236}">
                  <a16:creationId xmlns:a16="http://schemas.microsoft.com/office/drawing/2014/main" id="{9C85EDBA-6B83-6B31-3DA6-E38B88FC7693}"/>
                </a:ext>
              </a:extLst>
            </p:cNvPr>
            <p:cNvSpPr/>
            <p:nvPr/>
          </p:nvSpPr>
          <p:spPr>
            <a:xfrm>
              <a:off x="7517344" y="3440581"/>
              <a:ext cx="30509" cy="47589"/>
            </a:xfrm>
            <a:custGeom>
              <a:avLst/>
              <a:gdLst/>
              <a:ahLst/>
              <a:cxnLst/>
              <a:rect l="l" t="t" r="r" b="b"/>
              <a:pathLst>
                <a:path w="8422" h="13137" extrusionOk="0">
                  <a:moveTo>
                    <a:pt x="6562" y="13096"/>
                  </a:moveTo>
                  <a:cubicBezTo>
                    <a:pt x="5897" y="13096"/>
                    <a:pt x="5231" y="12721"/>
                    <a:pt x="4939" y="12097"/>
                  </a:cubicBezTo>
                  <a:lnTo>
                    <a:pt x="195" y="2651"/>
                  </a:lnTo>
                  <a:cubicBezTo>
                    <a:pt x="-262" y="1735"/>
                    <a:pt x="112" y="653"/>
                    <a:pt x="1028" y="195"/>
                  </a:cubicBezTo>
                  <a:cubicBezTo>
                    <a:pt x="1943" y="-262"/>
                    <a:pt x="3025" y="112"/>
                    <a:pt x="3483" y="1028"/>
                  </a:cubicBezTo>
                  <a:lnTo>
                    <a:pt x="8227" y="10474"/>
                  </a:lnTo>
                  <a:cubicBezTo>
                    <a:pt x="8685" y="11390"/>
                    <a:pt x="8310" y="12472"/>
                    <a:pt x="7395" y="12929"/>
                  </a:cubicBezTo>
                  <a:cubicBezTo>
                    <a:pt x="7145" y="13054"/>
                    <a:pt x="6854" y="13137"/>
                    <a:pt x="6562" y="131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8" name="Google Shape;2008;p56">
              <a:extLst>
                <a:ext uri="{FF2B5EF4-FFF2-40B4-BE49-F238E27FC236}">
                  <a16:creationId xmlns:a16="http://schemas.microsoft.com/office/drawing/2014/main" id="{1D78BCD6-9451-7281-FF2C-189F068E369A}"/>
                </a:ext>
              </a:extLst>
            </p:cNvPr>
            <p:cNvSpPr/>
            <p:nvPr/>
          </p:nvSpPr>
          <p:spPr>
            <a:xfrm>
              <a:off x="7612215" y="3075496"/>
              <a:ext cx="24684" cy="84622"/>
            </a:xfrm>
            <a:custGeom>
              <a:avLst/>
              <a:gdLst/>
              <a:ahLst/>
              <a:cxnLst/>
              <a:rect l="l" t="t" r="r" b="b"/>
              <a:pathLst>
                <a:path w="6814" h="23360" extrusionOk="0">
                  <a:moveTo>
                    <a:pt x="1826" y="23361"/>
                  </a:moveTo>
                  <a:cubicBezTo>
                    <a:pt x="536" y="23194"/>
                    <a:pt x="-172" y="22237"/>
                    <a:pt x="36" y="21238"/>
                  </a:cubicBezTo>
                  <a:lnTo>
                    <a:pt x="3199" y="1555"/>
                  </a:lnTo>
                  <a:cubicBezTo>
                    <a:pt x="3365" y="556"/>
                    <a:pt x="4322" y="-110"/>
                    <a:pt x="5279" y="15"/>
                  </a:cubicBezTo>
                  <a:cubicBezTo>
                    <a:pt x="6278" y="181"/>
                    <a:pt x="6986" y="1139"/>
                    <a:pt x="6778" y="2137"/>
                  </a:cubicBezTo>
                  <a:lnTo>
                    <a:pt x="3615" y="21821"/>
                  </a:lnTo>
                  <a:cubicBezTo>
                    <a:pt x="3490" y="22736"/>
                    <a:pt x="2699" y="23361"/>
                    <a:pt x="1826" y="2336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9" name="Google Shape;2009;p56">
              <a:extLst>
                <a:ext uri="{FF2B5EF4-FFF2-40B4-BE49-F238E27FC236}">
                  <a16:creationId xmlns:a16="http://schemas.microsoft.com/office/drawing/2014/main" id="{D994413F-4630-6088-86CE-ED44FBF33DA2}"/>
                </a:ext>
              </a:extLst>
            </p:cNvPr>
            <p:cNvSpPr/>
            <p:nvPr/>
          </p:nvSpPr>
          <p:spPr>
            <a:xfrm>
              <a:off x="7207572" y="3091043"/>
              <a:ext cx="33236" cy="210916"/>
            </a:xfrm>
            <a:custGeom>
              <a:avLst/>
              <a:gdLst/>
              <a:ahLst/>
              <a:cxnLst/>
              <a:rect l="l" t="t" r="r" b="b"/>
              <a:pathLst>
                <a:path w="9175" h="58224" extrusionOk="0">
                  <a:moveTo>
                    <a:pt x="1838" y="58225"/>
                  </a:moveTo>
                  <a:cubicBezTo>
                    <a:pt x="631" y="58100"/>
                    <a:pt x="-76" y="57226"/>
                    <a:pt x="7" y="56186"/>
                  </a:cubicBezTo>
                  <a:lnTo>
                    <a:pt x="5541" y="1630"/>
                  </a:lnTo>
                  <a:cubicBezTo>
                    <a:pt x="5625" y="631"/>
                    <a:pt x="6332" y="-77"/>
                    <a:pt x="7539" y="7"/>
                  </a:cubicBezTo>
                  <a:cubicBezTo>
                    <a:pt x="8538" y="131"/>
                    <a:pt x="9287" y="1005"/>
                    <a:pt x="9162" y="2004"/>
                  </a:cubicBezTo>
                  <a:lnTo>
                    <a:pt x="3627" y="56560"/>
                  </a:lnTo>
                  <a:cubicBezTo>
                    <a:pt x="3544" y="57517"/>
                    <a:pt x="2753" y="58225"/>
                    <a:pt x="1796" y="5822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0" name="Google Shape;2010;p56">
              <a:extLst>
                <a:ext uri="{FF2B5EF4-FFF2-40B4-BE49-F238E27FC236}">
                  <a16:creationId xmlns:a16="http://schemas.microsoft.com/office/drawing/2014/main" id="{7F170F7B-CBC2-F52D-1E24-23A2DAAAA7DC}"/>
                </a:ext>
              </a:extLst>
            </p:cNvPr>
            <p:cNvSpPr/>
            <p:nvPr/>
          </p:nvSpPr>
          <p:spPr>
            <a:xfrm>
              <a:off x="7195544" y="3269157"/>
              <a:ext cx="936590" cy="816251"/>
            </a:xfrm>
            <a:custGeom>
              <a:avLst/>
              <a:gdLst/>
              <a:ahLst/>
              <a:cxnLst/>
              <a:rect l="l" t="t" r="r" b="b"/>
              <a:pathLst>
                <a:path w="258548" h="225328" extrusionOk="0">
                  <a:moveTo>
                    <a:pt x="0" y="225328"/>
                  </a:moveTo>
                  <a:cubicBezTo>
                    <a:pt x="1457" y="210888"/>
                    <a:pt x="15231" y="93245"/>
                    <a:pt x="117518" y="32489"/>
                  </a:cubicBezTo>
                  <a:cubicBezTo>
                    <a:pt x="172948" y="-470"/>
                    <a:pt x="228045" y="-1011"/>
                    <a:pt x="253097" y="404"/>
                  </a:cubicBezTo>
                  <a:cubicBezTo>
                    <a:pt x="256509" y="17924"/>
                    <a:pt x="259048" y="39355"/>
                    <a:pt x="258465" y="63699"/>
                  </a:cubicBezTo>
                  <a:cubicBezTo>
                    <a:pt x="256551" y="145970"/>
                    <a:pt x="220513" y="203523"/>
                    <a:pt x="206115" y="224121"/>
                  </a:cubicBezTo>
                  <a:cubicBezTo>
                    <a:pt x="137410" y="224538"/>
                    <a:pt x="68705" y="224912"/>
                    <a:pt x="0" y="22532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 name="Google Shape;2525;p71">
            <a:extLst>
              <a:ext uri="{FF2B5EF4-FFF2-40B4-BE49-F238E27FC236}">
                <a16:creationId xmlns:a16="http://schemas.microsoft.com/office/drawing/2014/main" id="{32EB3F07-D180-77B3-8ABB-FCAD2E526A42}"/>
              </a:ext>
            </a:extLst>
          </p:cNvPr>
          <p:cNvSpPr txBox="1">
            <a:spLocks noGrp="1"/>
          </p:cNvSpPr>
          <p:nvPr>
            <p:ph type="title" idx="4294967295"/>
          </p:nvPr>
        </p:nvSpPr>
        <p:spPr>
          <a:xfrm>
            <a:off x="1112875" y="222988"/>
            <a:ext cx="7378994" cy="903288"/>
          </a:xfrm>
          <a:prstGeom prst="rect">
            <a:avLst/>
          </a:prstGeom>
        </p:spPr>
        <p:txBody>
          <a:bodyPr spcFirstLastPara="1" wrap="square" lIns="91425" tIns="91425" rIns="91425" bIns="91425" anchor="b" anchorCtr="0">
            <a:noAutofit/>
          </a:bodyPr>
          <a:lstStyle/>
          <a:p>
            <a:pPr lvl="0" algn="ctr"/>
            <a:r>
              <a:rPr lang="en-US" sz="3200" b="1" dirty="0"/>
              <a:t>THE HUMAN TOUCH: MANUAL DATA CLEANING</a:t>
            </a:r>
          </a:p>
        </p:txBody>
      </p:sp>
      <p:sp>
        <p:nvSpPr>
          <p:cNvPr id="2" name="Google Shape;2526;p71">
            <a:extLst>
              <a:ext uri="{FF2B5EF4-FFF2-40B4-BE49-F238E27FC236}">
                <a16:creationId xmlns:a16="http://schemas.microsoft.com/office/drawing/2014/main" id="{4565AFBA-FCA0-322D-BBC2-57D53343AAFB}"/>
              </a:ext>
            </a:extLst>
          </p:cNvPr>
          <p:cNvSpPr txBox="1">
            <a:spLocks/>
          </p:cNvSpPr>
          <p:nvPr/>
        </p:nvSpPr>
        <p:spPr>
          <a:xfrm>
            <a:off x="568914" y="1381682"/>
            <a:ext cx="4369059" cy="22744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1pPr>
            <a:lvl2pPr marL="914400" marR="0" lvl="1" indent="-317500" algn="l" rtl="0">
              <a:lnSpc>
                <a:spcPct val="100000"/>
              </a:lnSpc>
              <a:spcBef>
                <a:spcPts val="1600"/>
              </a:spcBef>
              <a:spcAft>
                <a:spcPts val="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2pPr>
            <a:lvl3pPr marL="1371600" marR="0" lvl="2" indent="-317500" algn="l" rtl="0">
              <a:lnSpc>
                <a:spcPct val="100000"/>
              </a:lnSpc>
              <a:spcBef>
                <a:spcPts val="1600"/>
              </a:spcBef>
              <a:spcAft>
                <a:spcPts val="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3pPr>
            <a:lvl4pPr marL="1828800" marR="0" lvl="3" indent="-317500" algn="l" rtl="0">
              <a:lnSpc>
                <a:spcPct val="100000"/>
              </a:lnSpc>
              <a:spcBef>
                <a:spcPts val="1600"/>
              </a:spcBef>
              <a:spcAft>
                <a:spcPts val="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4pPr>
            <a:lvl5pPr marL="2286000" marR="0" lvl="4" indent="-317500" algn="l" rtl="0">
              <a:lnSpc>
                <a:spcPct val="100000"/>
              </a:lnSpc>
              <a:spcBef>
                <a:spcPts val="1600"/>
              </a:spcBef>
              <a:spcAft>
                <a:spcPts val="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5pPr>
            <a:lvl6pPr marL="2743200" marR="0" lvl="5" indent="-317500" algn="l" rtl="0">
              <a:lnSpc>
                <a:spcPct val="100000"/>
              </a:lnSpc>
              <a:spcBef>
                <a:spcPts val="1600"/>
              </a:spcBef>
              <a:spcAft>
                <a:spcPts val="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6pPr>
            <a:lvl7pPr marL="3200400" marR="0" lvl="6" indent="-317500" algn="l" rtl="0">
              <a:lnSpc>
                <a:spcPct val="100000"/>
              </a:lnSpc>
              <a:spcBef>
                <a:spcPts val="1600"/>
              </a:spcBef>
              <a:spcAft>
                <a:spcPts val="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7pPr>
            <a:lvl8pPr marL="3657600" marR="0" lvl="7" indent="-317500" algn="l" rtl="0">
              <a:lnSpc>
                <a:spcPct val="100000"/>
              </a:lnSpc>
              <a:spcBef>
                <a:spcPts val="1600"/>
              </a:spcBef>
              <a:spcAft>
                <a:spcPts val="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8pPr>
            <a:lvl9pPr marL="4114800" marR="0" lvl="8" indent="-317500" algn="l" rtl="0">
              <a:lnSpc>
                <a:spcPct val="100000"/>
              </a:lnSpc>
              <a:spcBef>
                <a:spcPts val="1600"/>
              </a:spcBef>
              <a:spcAft>
                <a:spcPts val="160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9pPr>
          </a:lstStyle>
          <a:p>
            <a:pPr marL="0" indent="0" algn="ctr">
              <a:buFont typeface="Quicksand Medium"/>
              <a:buNone/>
            </a:pPr>
            <a:endParaRPr lang="en-US" dirty="0"/>
          </a:p>
          <a:p>
            <a:pPr marL="139700" indent="0">
              <a:buNone/>
            </a:pPr>
            <a:r>
              <a:rPr lang="en-US" sz="1600" b="1" i="1" u="sng" dirty="0"/>
              <a:t>THE PROBLEM:</a:t>
            </a:r>
          </a:p>
          <a:p>
            <a:pPr marL="139700" indent="0">
              <a:buNone/>
            </a:pPr>
            <a:endParaRPr lang="en-US" sz="1600" b="1" i="1" u="sng" dirty="0"/>
          </a:p>
          <a:p>
            <a:r>
              <a:rPr lang="en-US" dirty="0"/>
              <a:t>Invalid fields from AI hallucinations</a:t>
            </a:r>
          </a:p>
          <a:p>
            <a:r>
              <a:rPr lang="en-US" dirty="0"/>
              <a:t>Inconsistent naming conventions that fuzzy matching missed</a:t>
            </a:r>
          </a:p>
          <a:p>
            <a:r>
              <a:rPr lang="en-US" dirty="0"/>
              <a:t>Fields with unclear business purpose</a:t>
            </a:r>
          </a:p>
          <a:p>
            <a:r>
              <a:rPr lang="en-US" dirty="0"/>
              <a:t>Redundant fields with subtle differences</a:t>
            </a:r>
          </a:p>
          <a:p>
            <a:r>
              <a:rPr lang="en-US" dirty="0"/>
              <a:t>Low-quality metadata needing correction</a:t>
            </a:r>
          </a:p>
          <a:p>
            <a:pPr marL="0" indent="0" algn="ctr">
              <a:buFont typeface="Quicksand Medium"/>
              <a:buNone/>
            </a:pPr>
            <a:endParaRPr lang="en-US" dirty="0"/>
          </a:p>
        </p:txBody>
      </p:sp>
      <p:sp>
        <p:nvSpPr>
          <p:cNvPr id="4" name="Google Shape;2526;p71">
            <a:extLst>
              <a:ext uri="{FF2B5EF4-FFF2-40B4-BE49-F238E27FC236}">
                <a16:creationId xmlns:a16="http://schemas.microsoft.com/office/drawing/2014/main" id="{7BA02343-C37F-2863-7DB1-5242B097E095}"/>
              </a:ext>
            </a:extLst>
          </p:cNvPr>
          <p:cNvSpPr txBox="1">
            <a:spLocks/>
          </p:cNvSpPr>
          <p:nvPr/>
        </p:nvSpPr>
        <p:spPr>
          <a:xfrm>
            <a:off x="5296859" y="1630494"/>
            <a:ext cx="4369059" cy="16372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1pPr>
            <a:lvl2pPr marL="914400" marR="0" lvl="1" indent="-317500" algn="l" rtl="0">
              <a:lnSpc>
                <a:spcPct val="100000"/>
              </a:lnSpc>
              <a:spcBef>
                <a:spcPts val="1600"/>
              </a:spcBef>
              <a:spcAft>
                <a:spcPts val="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2pPr>
            <a:lvl3pPr marL="1371600" marR="0" lvl="2" indent="-317500" algn="l" rtl="0">
              <a:lnSpc>
                <a:spcPct val="100000"/>
              </a:lnSpc>
              <a:spcBef>
                <a:spcPts val="1600"/>
              </a:spcBef>
              <a:spcAft>
                <a:spcPts val="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3pPr>
            <a:lvl4pPr marL="1828800" marR="0" lvl="3" indent="-317500" algn="l" rtl="0">
              <a:lnSpc>
                <a:spcPct val="100000"/>
              </a:lnSpc>
              <a:spcBef>
                <a:spcPts val="1600"/>
              </a:spcBef>
              <a:spcAft>
                <a:spcPts val="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4pPr>
            <a:lvl5pPr marL="2286000" marR="0" lvl="4" indent="-317500" algn="l" rtl="0">
              <a:lnSpc>
                <a:spcPct val="100000"/>
              </a:lnSpc>
              <a:spcBef>
                <a:spcPts val="1600"/>
              </a:spcBef>
              <a:spcAft>
                <a:spcPts val="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5pPr>
            <a:lvl6pPr marL="2743200" marR="0" lvl="5" indent="-317500" algn="l" rtl="0">
              <a:lnSpc>
                <a:spcPct val="100000"/>
              </a:lnSpc>
              <a:spcBef>
                <a:spcPts val="1600"/>
              </a:spcBef>
              <a:spcAft>
                <a:spcPts val="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6pPr>
            <a:lvl7pPr marL="3200400" marR="0" lvl="6" indent="-317500" algn="l" rtl="0">
              <a:lnSpc>
                <a:spcPct val="100000"/>
              </a:lnSpc>
              <a:spcBef>
                <a:spcPts val="1600"/>
              </a:spcBef>
              <a:spcAft>
                <a:spcPts val="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7pPr>
            <a:lvl8pPr marL="3657600" marR="0" lvl="7" indent="-317500" algn="l" rtl="0">
              <a:lnSpc>
                <a:spcPct val="100000"/>
              </a:lnSpc>
              <a:spcBef>
                <a:spcPts val="1600"/>
              </a:spcBef>
              <a:spcAft>
                <a:spcPts val="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8pPr>
            <a:lvl9pPr marL="4114800" marR="0" lvl="8" indent="-317500" algn="l" rtl="0">
              <a:lnSpc>
                <a:spcPct val="100000"/>
              </a:lnSpc>
              <a:spcBef>
                <a:spcPts val="1600"/>
              </a:spcBef>
              <a:spcAft>
                <a:spcPts val="1600"/>
              </a:spcAft>
              <a:buClr>
                <a:schemeClr val="dk1"/>
              </a:buClr>
              <a:buSzPts val="1400"/>
              <a:buFont typeface="Quicksand Medium"/>
              <a:buChar char="■"/>
              <a:defRPr sz="1400" b="0" i="0" u="none" strike="noStrike" cap="none">
                <a:solidFill>
                  <a:schemeClr val="dk1"/>
                </a:solidFill>
                <a:latin typeface="Quicksand Medium"/>
                <a:ea typeface="Quicksand Medium"/>
                <a:cs typeface="Quicksand Medium"/>
                <a:sym typeface="Quicksand Medium"/>
              </a:defRPr>
            </a:lvl9pPr>
          </a:lstStyle>
          <a:p>
            <a:pPr marL="139700" indent="0">
              <a:buNone/>
            </a:pPr>
            <a:r>
              <a:rPr lang="en-US" sz="1600" b="1" i="1" u="sng" dirty="0"/>
              <a:t>THE PROCESS:</a:t>
            </a:r>
          </a:p>
          <a:p>
            <a:pPr marL="139700" indent="0">
              <a:buNone/>
            </a:pPr>
            <a:endParaRPr lang="en-US" sz="1600" dirty="0"/>
          </a:p>
          <a:p>
            <a:r>
              <a:rPr lang="en-US" dirty="0"/>
              <a:t>Reviewed every field individually</a:t>
            </a:r>
          </a:p>
          <a:p>
            <a:r>
              <a:rPr lang="en-US" dirty="0"/>
              <a:t>Removed 34 invalid or low-quality fields</a:t>
            </a:r>
          </a:p>
          <a:p>
            <a:r>
              <a:rPr lang="en-US" dirty="0"/>
              <a:t>Standardized naming conventions</a:t>
            </a:r>
            <a:endParaRPr lang="en-US" dirty="0">
              <a:effectLst/>
            </a:endParaRPr>
          </a:p>
        </p:txBody>
      </p:sp>
      <p:sp>
        <p:nvSpPr>
          <p:cNvPr id="7" name="TextBox 6">
            <a:extLst>
              <a:ext uri="{FF2B5EF4-FFF2-40B4-BE49-F238E27FC236}">
                <a16:creationId xmlns:a16="http://schemas.microsoft.com/office/drawing/2014/main" id="{4FDC05C1-16CD-EB7F-8207-EAA39AE86E57}"/>
              </a:ext>
            </a:extLst>
          </p:cNvPr>
          <p:cNvSpPr txBox="1"/>
          <p:nvPr/>
        </p:nvSpPr>
        <p:spPr>
          <a:xfrm>
            <a:off x="8800239" y="4468872"/>
            <a:ext cx="474389" cy="307777"/>
          </a:xfrm>
          <a:prstGeom prst="rect">
            <a:avLst/>
          </a:prstGeom>
          <a:noFill/>
        </p:spPr>
        <p:txBody>
          <a:bodyPr wrap="square" rtlCol="0">
            <a:spAutoFit/>
          </a:bodyPr>
          <a:lstStyle/>
          <a:p>
            <a:r>
              <a:rPr lang="en-US" dirty="0"/>
              <a:t>15</a:t>
            </a:r>
          </a:p>
        </p:txBody>
      </p:sp>
    </p:spTree>
    <p:extLst>
      <p:ext uri="{BB962C8B-B14F-4D97-AF65-F5344CB8AC3E}">
        <p14:creationId xmlns:p14="http://schemas.microsoft.com/office/powerpoint/2010/main" val="1753446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57">
          <a:extLst>
            <a:ext uri="{FF2B5EF4-FFF2-40B4-BE49-F238E27FC236}">
              <a16:creationId xmlns:a16="http://schemas.microsoft.com/office/drawing/2014/main" id="{A22CA5E8-D474-E23C-6632-C831CDBA83E2}"/>
            </a:ext>
          </a:extLst>
        </p:cNvPr>
        <p:cNvGrpSpPr/>
        <p:nvPr/>
      </p:nvGrpSpPr>
      <p:grpSpPr>
        <a:xfrm>
          <a:off x="0" y="0"/>
          <a:ext cx="0" cy="0"/>
          <a:chOff x="0" y="0"/>
          <a:chExt cx="0" cy="0"/>
        </a:xfrm>
      </p:grpSpPr>
      <p:sp>
        <p:nvSpPr>
          <p:cNvPr id="1258" name="Google Shape;1258;p42">
            <a:extLst>
              <a:ext uri="{FF2B5EF4-FFF2-40B4-BE49-F238E27FC236}">
                <a16:creationId xmlns:a16="http://schemas.microsoft.com/office/drawing/2014/main" id="{58D8899A-0BE0-373E-44C9-E49432BFADCB}"/>
              </a:ext>
            </a:extLst>
          </p:cNvPr>
          <p:cNvSpPr txBox="1">
            <a:spLocks noGrp="1"/>
          </p:cNvSpPr>
          <p:nvPr>
            <p:ph type="title"/>
          </p:nvPr>
        </p:nvSpPr>
        <p:spPr>
          <a:xfrm>
            <a:off x="644373" y="71987"/>
            <a:ext cx="7704000" cy="572700"/>
          </a:xfrm>
          <a:prstGeom prst="rect">
            <a:avLst/>
          </a:prstGeom>
        </p:spPr>
        <p:txBody>
          <a:bodyPr spcFirstLastPara="1" wrap="square" lIns="91425" tIns="91425" rIns="91425" bIns="91425" anchor="t" anchorCtr="0">
            <a:noAutofit/>
          </a:bodyPr>
          <a:lstStyle/>
          <a:p>
            <a:pPr lvl="0"/>
            <a:r>
              <a:rPr lang="en-US" b="1" dirty="0"/>
              <a:t>Data Processing Pipeline Results</a:t>
            </a:r>
            <a:endParaRPr sz="2400" dirty="0"/>
          </a:p>
        </p:txBody>
      </p:sp>
      <p:sp>
        <p:nvSpPr>
          <p:cNvPr id="2" name="TextBox 1">
            <a:extLst>
              <a:ext uri="{FF2B5EF4-FFF2-40B4-BE49-F238E27FC236}">
                <a16:creationId xmlns:a16="http://schemas.microsoft.com/office/drawing/2014/main" id="{4A5776B0-5EAE-F71F-87A9-88A9F0AB4390}"/>
              </a:ext>
            </a:extLst>
          </p:cNvPr>
          <p:cNvSpPr txBox="1"/>
          <p:nvPr/>
        </p:nvSpPr>
        <p:spPr>
          <a:xfrm>
            <a:off x="8669611" y="4461997"/>
            <a:ext cx="474389" cy="307777"/>
          </a:xfrm>
          <a:prstGeom prst="rect">
            <a:avLst/>
          </a:prstGeom>
          <a:noFill/>
        </p:spPr>
        <p:txBody>
          <a:bodyPr wrap="square" rtlCol="0">
            <a:spAutoFit/>
          </a:bodyPr>
          <a:lstStyle/>
          <a:p>
            <a:r>
              <a:rPr lang="en-US" dirty="0"/>
              <a:t>14</a:t>
            </a:r>
          </a:p>
        </p:txBody>
      </p:sp>
      <p:pic>
        <p:nvPicPr>
          <p:cNvPr id="5" name="Picture 4" descr="A graph with numbers and a red line&#10;&#10;AI-generated content may be incorrect.">
            <a:extLst>
              <a:ext uri="{FF2B5EF4-FFF2-40B4-BE49-F238E27FC236}">
                <a16:creationId xmlns:a16="http://schemas.microsoft.com/office/drawing/2014/main" id="{111C7BF4-DD8E-3552-556A-54B23F7245B8}"/>
              </a:ext>
            </a:extLst>
          </p:cNvPr>
          <p:cNvPicPr>
            <a:picLocks noChangeAspect="1"/>
          </p:cNvPicPr>
          <p:nvPr/>
        </p:nvPicPr>
        <p:blipFill>
          <a:blip r:embed="rId3"/>
          <a:stretch>
            <a:fillRect/>
          </a:stretch>
        </p:blipFill>
        <p:spPr>
          <a:xfrm>
            <a:off x="2268812" y="1105536"/>
            <a:ext cx="5058069" cy="3356461"/>
          </a:xfrm>
          <a:prstGeom prst="rect">
            <a:avLst/>
          </a:prstGeom>
        </p:spPr>
      </p:pic>
    </p:spTree>
    <p:extLst>
      <p:ext uri="{BB962C8B-B14F-4D97-AF65-F5344CB8AC3E}">
        <p14:creationId xmlns:p14="http://schemas.microsoft.com/office/powerpoint/2010/main" val="670344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01">
          <a:extLst>
            <a:ext uri="{FF2B5EF4-FFF2-40B4-BE49-F238E27FC236}">
              <a16:creationId xmlns:a16="http://schemas.microsoft.com/office/drawing/2014/main" id="{75DE3D4D-3F24-51B6-2C83-DFF47981AFA5}"/>
            </a:ext>
          </a:extLst>
        </p:cNvPr>
        <p:cNvGrpSpPr/>
        <p:nvPr/>
      </p:nvGrpSpPr>
      <p:grpSpPr>
        <a:xfrm>
          <a:off x="0" y="0"/>
          <a:ext cx="0" cy="0"/>
          <a:chOff x="0" y="0"/>
          <a:chExt cx="0" cy="0"/>
        </a:xfrm>
      </p:grpSpPr>
      <p:sp>
        <p:nvSpPr>
          <p:cNvPr id="1802" name="Google Shape;1802;p54">
            <a:extLst>
              <a:ext uri="{FF2B5EF4-FFF2-40B4-BE49-F238E27FC236}">
                <a16:creationId xmlns:a16="http://schemas.microsoft.com/office/drawing/2014/main" id="{D11C35B5-77DE-ACEB-E0C1-DB73110CDA5A}"/>
              </a:ext>
            </a:extLst>
          </p:cNvPr>
          <p:cNvSpPr txBox="1">
            <a:spLocks noGrp="1"/>
          </p:cNvSpPr>
          <p:nvPr>
            <p:ph type="title"/>
          </p:nvPr>
        </p:nvSpPr>
        <p:spPr>
          <a:xfrm>
            <a:off x="2438896" y="144663"/>
            <a:ext cx="4800675" cy="542860"/>
          </a:xfrm>
          <a:prstGeom prst="rect">
            <a:avLst/>
          </a:prstGeom>
        </p:spPr>
        <p:txBody>
          <a:bodyPr spcFirstLastPara="1" wrap="square" lIns="91425" tIns="91425" rIns="91425" bIns="91425" anchor="b" anchorCtr="0">
            <a:noAutofit/>
          </a:bodyPr>
          <a:lstStyle/>
          <a:p>
            <a:pPr lvl="0"/>
            <a:r>
              <a:rPr lang="en-US" sz="3600" b="1" dirty="0"/>
              <a:t>MAKING IT VALUABLE</a:t>
            </a:r>
            <a:endParaRPr sz="3600" b="1" dirty="0"/>
          </a:p>
        </p:txBody>
      </p:sp>
      <p:sp>
        <p:nvSpPr>
          <p:cNvPr id="1804" name="Google Shape;1804;p54">
            <a:extLst>
              <a:ext uri="{FF2B5EF4-FFF2-40B4-BE49-F238E27FC236}">
                <a16:creationId xmlns:a16="http://schemas.microsoft.com/office/drawing/2014/main" id="{B631077B-5174-538F-6DF2-6FE69E04E5E6}"/>
              </a:ext>
            </a:extLst>
          </p:cNvPr>
          <p:cNvSpPr txBox="1">
            <a:spLocks noGrp="1"/>
          </p:cNvSpPr>
          <p:nvPr>
            <p:ph type="subTitle" idx="1"/>
          </p:nvPr>
        </p:nvSpPr>
        <p:spPr>
          <a:xfrm>
            <a:off x="2944163" y="590559"/>
            <a:ext cx="3143755" cy="375000"/>
          </a:xfrm>
          <a:prstGeom prst="rect">
            <a:avLst/>
          </a:prstGeom>
        </p:spPr>
        <p:txBody>
          <a:bodyPr spcFirstLastPara="1" wrap="square" lIns="91425" tIns="91425" rIns="91425" bIns="91425" anchor="t" anchorCtr="0">
            <a:noAutofit/>
          </a:bodyPr>
          <a:lstStyle/>
          <a:p>
            <a:pPr marL="0" lvl="0" indent="0"/>
            <a:r>
              <a:rPr lang="en-US" dirty="0"/>
              <a:t>Data Without Meaning is Just Noise</a:t>
            </a:r>
          </a:p>
        </p:txBody>
      </p:sp>
      <p:sp>
        <p:nvSpPr>
          <p:cNvPr id="4" name="Google Shape;1804;p54">
            <a:extLst>
              <a:ext uri="{FF2B5EF4-FFF2-40B4-BE49-F238E27FC236}">
                <a16:creationId xmlns:a16="http://schemas.microsoft.com/office/drawing/2014/main" id="{2E837D2B-0A70-638B-4C79-C73995226B25}"/>
              </a:ext>
            </a:extLst>
          </p:cNvPr>
          <p:cNvSpPr txBox="1">
            <a:spLocks/>
          </p:cNvSpPr>
          <p:nvPr/>
        </p:nvSpPr>
        <p:spPr>
          <a:xfrm>
            <a:off x="205573" y="1290921"/>
            <a:ext cx="5242083" cy="26420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Quicksand Medium"/>
              <a:buNone/>
              <a:defRPr sz="1600" b="0" i="0" u="none" strike="noStrike" cap="none">
                <a:solidFill>
                  <a:schemeClr val="dk1"/>
                </a:solidFill>
                <a:latin typeface="Quicksand Medium"/>
                <a:ea typeface="Quicksand Medium"/>
                <a:cs typeface="Quicksand Medium"/>
                <a:sym typeface="Quicksand Medium"/>
              </a:defRPr>
            </a:lvl1pPr>
            <a:lvl2pPr marL="914400" marR="0" lvl="1" indent="-317500" algn="l" rtl="0">
              <a:lnSpc>
                <a:spcPct val="100000"/>
              </a:lnSpc>
              <a:spcBef>
                <a:spcPts val="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2pPr>
            <a:lvl3pPr marL="1371600" marR="0" lvl="2" indent="-317500" algn="l" rtl="0">
              <a:lnSpc>
                <a:spcPct val="100000"/>
              </a:lnSpc>
              <a:spcBef>
                <a:spcPts val="160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3pPr>
            <a:lvl4pPr marL="1828800" marR="0" lvl="3" indent="-317500" algn="l" rtl="0">
              <a:lnSpc>
                <a:spcPct val="100000"/>
              </a:lnSpc>
              <a:spcBef>
                <a:spcPts val="160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4pPr>
            <a:lvl5pPr marL="2286000" marR="0" lvl="4" indent="-317500" algn="l" rtl="0">
              <a:lnSpc>
                <a:spcPct val="100000"/>
              </a:lnSpc>
              <a:spcBef>
                <a:spcPts val="160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5pPr>
            <a:lvl6pPr marL="2743200" marR="0" lvl="5" indent="-317500" algn="l" rtl="0">
              <a:lnSpc>
                <a:spcPct val="100000"/>
              </a:lnSpc>
              <a:spcBef>
                <a:spcPts val="160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6pPr>
            <a:lvl7pPr marL="3200400" marR="0" lvl="6" indent="-317500" algn="l" rtl="0">
              <a:lnSpc>
                <a:spcPct val="100000"/>
              </a:lnSpc>
              <a:spcBef>
                <a:spcPts val="160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7pPr>
            <a:lvl8pPr marL="3657600" marR="0" lvl="7" indent="-317500" algn="l" rtl="0">
              <a:lnSpc>
                <a:spcPct val="100000"/>
              </a:lnSpc>
              <a:spcBef>
                <a:spcPts val="1600"/>
              </a:spcBef>
              <a:spcAft>
                <a:spcPts val="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8pPr>
            <a:lvl9pPr marL="4114800" marR="0" lvl="8" indent="-317500" algn="l" rtl="0">
              <a:lnSpc>
                <a:spcPct val="100000"/>
              </a:lnSpc>
              <a:spcBef>
                <a:spcPts val="1600"/>
              </a:spcBef>
              <a:spcAft>
                <a:spcPts val="1600"/>
              </a:spcAft>
              <a:buClr>
                <a:schemeClr val="dk1"/>
              </a:buClr>
              <a:buSzPts val="1400"/>
              <a:buFont typeface="Quicksand Medium"/>
              <a:buNone/>
              <a:defRPr sz="1400" b="0" i="0" u="none" strike="noStrike" cap="none">
                <a:solidFill>
                  <a:schemeClr val="dk1"/>
                </a:solidFill>
                <a:latin typeface="Quicksand Medium"/>
                <a:ea typeface="Quicksand Medium"/>
                <a:cs typeface="Quicksand Medium"/>
                <a:sym typeface="Quicksand Medium"/>
              </a:defRPr>
            </a:lvl9pPr>
          </a:lstStyle>
          <a:p>
            <a:pPr marL="0" indent="0"/>
            <a:r>
              <a:rPr lang="en-US" dirty="0"/>
              <a:t>Through the </a:t>
            </a:r>
            <a:r>
              <a:rPr lang="en-US" b="1" dirty="0"/>
              <a:t>Enrichment</a:t>
            </a:r>
            <a:r>
              <a:rPr lang="en-US" dirty="0"/>
              <a:t> process, </a:t>
            </a:r>
          </a:p>
          <a:p>
            <a:pPr marL="0" indent="0"/>
            <a:endParaRPr lang="en-US" dirty="0"/>
          </a:p>
          <a:p>
            <a:pPr marL="0" indent="0"/>
            <a:r>
              <a:rPr lang="en-US" dirty="0"/>
              <a:t>Every field got: </a:t>
            </a:r>
          </a:p>
          <a:p>
            <a:pPr marL="0" indent="0"/>
            <a:endParaRPr lang="en-US" dirty="0"/>
          </a:p>
          <a:p>
            <a:pPr marL="0" indent="0"/>
            <a:r>
              <a:rPr lang="en-US" dirty="0"/>
              <a:t>- </a:t>
            </a:r>
            <a:r>
              <a:rPr lang="en-US" b="1" dirty="0"/>
              <a:t>Business Purpose: </a:t>
            </a:r>
            <a:r>
              <a:rPr lang="en-US" dirty="0"/>
              <a:t>Why insurers need it </a:t>
            </a:r>
          </a:p>
          <a:p>
            <a:pPr marL="0" indent="0"/>
            <a:r>
              <a:rPr lang="en-US" dirty="0"/>
              <a:t>-</a:t>
            </a:r>
            <a:r>
              <a:rPr lang="en-US" b="1" dirty="0"/>
              <a:t> Risk Impact: </a:t>
            </a:r>
            <a:r>
              <a:rPr lang="en-US" dirty="0"/>
              <a:t>HIGH/MEDIUM/LOW classification </a:t>
            </a:r>
          </a:p>
          <a:p>
            <a:pPr marL="0" indent="0"/>
            <a:r>
              <a:rPr lang="en-US" dirty="0"/>
              <a:t>- </a:t>
            </a:r>
            <a:r>
              <a:rPr lang="en-US" b="1" dirty="0"/>
              <a:t>Rich Metadata: </a:t>
            </a:r>
            <a:r>
              <a:rPr lang="en-US" dirty="0"/>
              <a:t>Data types, examples, validation rules </a:t>
            </a:r>
          </a:p>
          <a:p>
            <a:pPr marL="0" indent="0"/>
            <a:endParaRPr lang="en-US" dirty="0"/>
          </a:p>
          <a:p>
            <a:pPr marL="0" indent="0"/>
            <a:endParaRPr lang="en-US" dirty="0"/>
          </a:p>
          <a:p>
            <a:pPr marL="0" indent="0"/>
            <a:r>
              <a:rPr lang="en-US" dirty="0"/>
              <a:t>Not just a list - actionable intelligence</a:t>
            </a:r>
          </a:p>
        </p:txBody>
      </p:sp>
      <p:pic>
        <p:nvPicPr>
          <p:cNvPr id="7" name="Picture 6" descr="A pie chart with text on it&#10;&#10;AI-generated content may be incorrect.">
            <a:extLst>
              <a:ext uri="{FF2B5EF4-FFF2-40B4-BE49-F238E27FC236}">
                <a16:creationId xmlns:a16="http://schemas.microsoft.com/office/drawing/2014/main" id="{9AF09C8D-31EF-52F0-17AB-9DBD2E901DDE}"/>
              </a:ext>
            </a:extLst>
          </p:cNvPr>
          <p:cNvPicPr>
            <a:picLocks noChangeAspect="1"/>
          </p:cNvPicPr>
          <p:nvPr/>
        </p:nvPicPr>
        <p:blipFill>
          <a:blip r:embed="rId3"/>
          <a:stretch>
            <a:fillRect/>
          </a:stretch>
        </p:blipFill>
        <p:spPr>
          <a:xfrm>
            <a:off x="6087918" y="1243596"/>
            <a:ext cx="2987331" cy="2797055"/>
          </a:xfrm>
          <a:prstGeom prst="rect">
            <a:avLst/>
          </a:prstGeom>
        </p:spPr>
      </p:pic>
      <p:grpSp>
        <p:nvGrpSpPr>
          <p:cNvPr id="8" name="Google Shape;3082;p73">
            <a:extLst>
              <a:ext uri="{FF2B5EF4-FFF2-40B4-BE49-F238E27FC236}">
                <a16:creationId xmlns:a16="http://schemas.microsoft.com/office/drawing/2014/main" id="{D63A0102-69EB-6132-FFAB-8B5BE262C955}"/>
              </a:ext>
            </a:extLst>
          </p:cNvPr>
          <p:cNvGrpSpPr/>
          <p:nvPr/>
        </p:nvGrpSpPr>
        <p:grpSpPr>
          <a:xfrm>
            <a:off x="0" y="4251151"/>
            <a:ext cx="1163154" cy="892349"/>
            <a:chOff x="775749" y="3683600"/>
            <a:chExt cx="1084930" cy="832338"/>
          </a:xfrm>
        </p:grpSpPr>
        <p:sp>
          <p:nvSpPr>
            <p:cNvPr id="9" name="Google Shape;3083;p73">
              <a:extLst>
                <a:ext uri="{FF2B5EF4-FFF2-40B4-BE49-F238E27FC236}">
                  <a16:creationId xmlns:a16="http://schemas.microsoft.com/office/drawing/2014/main" id="{8851EA28-EB3E-6B7E-A87C-890C2ED2FCEF}"/>
                </a:ext>
              </a:extLst>
            </p:cNvPr>
            <p:cNvSpPr/>
            <p:nvPr/>
          </p:nvSpPr>
          <p:spPr>
            <a:xfrm>
              <a:off x="1062003" y="4093593"/>
              <a:ext cx="275085" cy="422321"/>
            </a:xfrm>
            <a:custGeom>
              <a:avLst/>
              <a:gdLst/>
              <a:ahLst/>
              <a:cxnLst/>
              <a:rect l="l" t="t" r="r" b="b"/>
              <a:pathLst>
                <a:path w="302291" h="464089" extrusionOk="0">
                  <a:moveTo>
                    <a:pt x="297294" y="37834"/>
                  </a:moveTo>
                  <a:cubicBezTo>
                    <a:pt x="301479" y="58075"/>
                    <a:pt x="313435" y="129303"/>
                    <a:pt x="273893" y="204544"/>
                  </a:cubicBezTo>
                  <a:cubicBezTo>
                    <a:pt x="238194" y="272441"/>
                    <a:pt x="181827" y="303101"/>
                    <a:pt x="162184" y="312667"/>
                  </a:cubicBezTo>
                  <a:lnTo>
                    <a:pt x="142370" y="379368"/>
                  </a:lnTo>
                  <a:cubicBezTo>
                    <a:pt x="162611" y="407039"/>
                    <a:pt x="181144" y="417885"/>
                    <a:pt x="194637" y="422583"/>
                  </a:cubicBezTo>
                  <a:cubicBezTo>
                    <a:pt x="200189" y="424547"/>
                    <a:pt x="210608" y="427451"/>
                    <a:pt x="218038" y="437016"/>
                  </a:cubicBezTo>
                  <a:cubicBezTo>
                    <a:pt x="224871" y="445813"/>
                    <a:pt x="226152" y="456488"/>
                    <a:pt x="226152" y="464090"/>
                  </a:cubicBezTo>
                  <a:lnTo>
                    <a:pt x="102571" y="464090"/>
                  </a:lnTo>
                  <a:cubicBezTo>
                    <a:pt x="68409" y="419338"/>
                    <a:pt x="34162" y="374585"/>
                    <a:pt x="0" y="329833"/>
                  </a:cubicBezTo>
                  <a:cubicBezTo>
                    <a:pt x="17594" y="300966"/>
                    <a:pt x="35187" y="272185"/>
                    <a:pt x="52780" y="243318"/>
                  </a:cubicBezTo>
                  <a:cubicBezTo>
                    <a:pt x="64310" y="162184"/>
                    <a:pt x="75925" y="81134"/>
                    <a:pt x="87455" y="0"/>
                  </a:cubicBezTo>
                  <a:lnTo>
                    <a:pt x="297379" y="37834"/>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3084;p73">
              <a:extLst>
                <a:ext uri="{FF2B5EF4-FFF2-40B4-BE49-F238E27FC236}">
                  <a16:creationId xmlns:a16="http://schemas.microsoft.com/office/drawing/2014/main" id="{603D77DF-BA69-AFE2-5FD8-B4069F6C3EC3}"/>
                </a:ext>
              </a:extLst>
            </p:cNvPr>
            <p:cNvSpPr/>
            <p:nvPr/>
          </p:nvSpPr>
          <p:spPr>
            <a:xfrm>
              <a:off x="1531018" y="3683600"/>
              <a:ext cx="329661" cy="318097"/>
            </a:xfrm>
            <a:custGeom>
              <a:avLst/>
              <a:gdLst/>
              <a:ahLst/>
              <a:cxnLst/>
              <a:rect l="l" t="t" r="r" b="b"/>
              <a:pathLst>
                <a:path w="362265" h="349557" extrusionOk="0">
                  <a:moveTo>
                    <a:pt x="226250" y="121160"/>
                  </a:moveTo>
                  <a:cubicBezTo>
                    <a:pt x="252640" y="144305"/>
                    <a:pt x="266219" y="174367"/>
                    <a:pt x="273137" y="189655"/>
                  </a:cubicBezTo>
                  <a:cubicBezTo>
                    <a:pt x="281506" y="208188"/>
                    <a:pt x="286118" y="224585"/>
                    <a:pt x="288766" y="236542"/>
                  </a:cubicBezTo>
                  <a:cubicBezTo>
                    <a:pt x="323867" y="227318"/>
                    <a:pt x="354271" y="235432"/>
                    <a:pt x="360847" y="250975"/>
                  </a:cubicBezTo>
                  <a:cubicBezTo>
                    <a:pt x="369388" y="271131"/>
                    <a:pt x="337191" y="301876"/>
                    <a:pt x="322415" y="313492"/>
                  </a:cubicBezTo>
                  <a:cubicBezTo>
                    <a:pt x="312252" y="321434"/>
                    <a:pt x="302602" y="326388"/>
                    <a:pt x="293549" y="330316"/>
                  </a:cubicBezTo>
                  <a:cubicBezTo>
                    <a:pt x="249394" y="349532"/>
                    <a:pt x="207461" y="349703"/>
                    <a:pt x="194991" y="349532"/>
                  </a:cubicBezTo>
                  <a:cubicBezTo>
                    <a:pt x="148702" y="348849"/>
                    <a:pt x="37761" y="347312"/>
                    <a:pt x="6332" y="285821"/>
                  </a:cubicBezTo>
                  <a:cubicBezTo>
                    <a:pt x="-14677" y="244741"/>
                    <a:pt x="23670" y="223390"/>
                    <a:pt x="19570" y="127224"/>
                  </a:cubicBezTo>
                  <a:cubicBezTo>
                    <a:pt x="16410" y="54118"/>
                    <a:pt x="-8101" y="13123"/>
                    <a:pt x="8724" y="2277"/>
                  </a:cubicBezTo>
                  <a:cubicBezTo>
                    <a:pt x="25805" y="-8741"/>
                    <a:pt x="67141" y="22859"/>
                    <a:pt x="85588" y="40709"/>
                  </a:cubicBezTo>
                  <a:cubicBezTo>
                    <a:pt x="101388" y="55996"/>
                    <a:pt x="111637" y="71796"/>
                    <a:pt x="118042" y="83924"/>
                  </a:cubicBezTo>
                  <a:cubicBezTo>
                    <a:pt x="136831" y="83838"/>
                    <a:pt x="186451" y="86229"/>
                    <a:pt x="226164" y="12116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3085;p73">
              <a:extLst>
                <a:ext uri="{FF2B5EF4-FFF2-40B4-BE49-F238E27FC236}">
                  <a16:creationId xmlns:a16="http://schemas.microsoft.com/office/drawing/2014/main" id="{AB8D0605-8F1B-CC66-5989-25BEE932EA6C}"/>
                </a:ext>
              </a:extLst>
            </p:cNvPr>
            <p:cNvSpPr/>
            <p:nvPr/>
          </p:nvSpPr>
          <p:spPr>
            <a:xfrm>
              <a:off x="1671901" y="3690570"/>
              <a:ext cx="73066" cy="147043"/>
            </a:xfrm>
            <a:custGeom>
              <a:avLst/>
              <a:gdLst/>
              <a:ahLst/>
              <a:cxnLst/>
              <a:rect l="l" t="t" r="r" b="b"/>
              <a:pathLst>
                <a:path w="80292" h="161586" extrusionOk="0">
                  <a:moveTo>
                    <a:pt x="0" y="94886"/>
                  </a:moveTo>
                  <a:cubicBezTo>
                    <a:pt x="13238" y="64994"/>
                    <a:pt x="25536" y="40824"/>
                    <a:pt x="34845" y="23402"/>
                  </a:cubicBezTo>
                  <a:cubicBezTo>
                    <a:pt x="44496" y="5296"/>
                    <a:pt x="48083" y="-84"/>
                    <a:pt x="52865" y="1"/>
                  </a:cubicBezTo>
                  <a:cubicBezTo>
                    <a:pt x="66359" y="257"/>
                    <a:pt x="77889" y="44753"/>
                    <a:pt x="79939" y="78061"/>
                  </a:cubicBezTo>
                  <a:cubicBezTo>
                    <a:pt x="82160" y="114443"/>
                    <a:pt x="73448" y="143908"/>
                    <a:pt x="66701" y="161587"/>
                  </a:cubicBezTo>
                  <a:lnTo>
                    <a:pt x="0" y="9488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3086;p73">
              <a:extLst>
                <a:ext uri="{FF2B5EF4-FFF2-40B4-BE49-F238E27FC236}">
                  <a16:creationId xmlns:a16="http://schemas.microsoft.com/office/drawing/2014/main" id="{154316D6-5718-AA6A-E248-8B0E2A4CD994}"/>
                </a:ext>
              </a:extLst>
            </p:cNvPr>
            <p:cNvSpPr/>
            <p:nvPr/>
          </p:nvSpPr>
          <p:spPr>
            <a:xfrm>
              <a:off x="967497" y="3895036"/>
              <a:ext cx="765272" cy="477775"/>
            </a:xfrm>
            <a:custGeom>
              <a:avLst/>
              <a:gdLst/>
              <a:ahLst/>
              <a:cxnLst/>
              <a:rect l="l" t="t" r="r" b="b"/>
              <a:pathLst>
                <a:path w="840958" h="525027" extrusionOk="0">
                  <a:moveTo>
                    <a:pt x="840435" y="82928"/>
                  </a:moveTo>
                  <a:cubicBezTo>
                    <a:pt x="842228" y="119054"/>
                    <a:pt x="845047" y="260399"/>
                    <a:pt x="743073" y="376720"/>
                  </a:cubicBezTo>
                  <a:cubicBezTo>
                    <a:pt x="663135" y="467932"/>
                    <a:pt x="563723" y="492529"/>
                    <a:pt x="499755" y="508329"/>
                  </a:cubicBezTo>
                  <a:cubicBezTo>
                    <a:pt x="448598" y="520969"/>
                    <a:pt x="303239" y="549238"/>
                    <a:pt x="153696" y="481255"/>
                  </a:cubicBezTo>
                  <a:cubicBezTo>
                    <a:pt x="96816" y="455378"/>
                    <a:pt x="26698" y="421643"/>
                    <a:pt x="5945" y="349647"/>
                  </a:cubicBezTo>
                  <a:cubicBezTo>
                    <a:pt x="-13185" y="283458"/>
                    <a:pt x="15767" y="204971"/>
                    <a:pt x="65387" y="158597"/>
                  </a:cubicBezTo>
                  <a:cubicBezTo>
                    <a:pt x="148742" y="80793"/>
                    <a:pt x="251911" y="129473"/>
                    <a:pt x="442107" y="88308"/>
                  </a:cubicBezTo>
                  <a:cubicBezTo>
                    <a:pt x="546984" y="65591"/>
                    <a:pt x="626923" y="26646"/>
                    <a:pt x="674579" y="0"/>
                  </a:cubicBezTo>
                  <a:lnTo>
                    <a:pt x="840350" y="8292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3" name="Google Shape;3087;p73">
              <a:extLst>
                <a:ext uri="{FF2B5EF4-FFF2-40B4-BE49-F238E27FC236}">
                  <a16:creationId xmlns:a16="http://schemas.microsoft.com/office/drawing/2014/main" id="{455A546A-EDAE-BC69-6E1B-F10A90B93B40}"/>
                </a:ext>
              </a:extLst>
            </p:cNvPr>
            <p:cNvSpPr/>
            <p:nvPr/>
          </p:nvSpPr>
          <p:spPr>
            <a:xfrm>
              <a:off x="1530983" y="4093593"/>
              <a:ext cx="163669" cy="422321"/>
            </a:xfrm>
            <a:custGeom>
              <a:avLst/>
              <a:gdLst/>
              <a:ahLst/>
              <a:cxnLst/>
              <a:rect l="l" t="t" r="r" b="b"/>
              <a:pathLst>
                <a:path w="179856" h="464089" extrusionOk="0">
                  <a:moveTo>
                    <a:pt x="176412" y="0"/>
                  </a:moveTo>
                  <a:cubicBezTo>
                    <a:pt x="183927" y="91981"/>
                    <a:pt x="181280" y="209071"/>
                    <a:pt x="146691" y="337947"/>
                  </a:cubicBezTo>
                  <a:cubicBezTo>
                    <a:pt x="137894" y="370742"/>
                    <a:pt x="127816" y="401402"/>
                    <a:pt x="116970" y="429842"/>
                  </a:cubicBezTo>
                  <a:cubicBezTo>
                    <a:pt x="130891" y="412676"/>
                    <a:pt x="154719" y="413017"/>
                    <a:pt x="165138" y="424889"/>
                  </a:cubicBezTo>
                  <a:cubicBezTo>
                    <a:pt x="173422" y="434198"/>
                    <a:pt x="173679" y="451108"/>
                    <a:pt x="163772" y="464090"/>
                  </a:cubicBezTo>
                  <a:lnTo>
                    <a:pt x="44632" y="464090"/>
                  </a:lnTo>
                  <a:cubicBezTo>
                    <a:pt x="33359" y="444361"/>
                    <a:pt x="-24119" y="339569"/>
                    <a:pt x="11495" y="208131"/>
                  </a:cubicBezTo>
                  <a:cubicBezTo>
                    <a:pt x="48390" y="71740"/>
                    <a:pt x="157537" y="10163"/>
                    <a:pt x="176412"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3088;p73">
              <a:extLst>
                <a:ext uri="{FF2B5EF4-FFF2-40B4-BE49-F238E27FC236}">
                  <a16:creationId xmlns:a16="http://schemas.microsoft.com/office/drawing/2014/main" id="{512D9B1F-8C58-2F3E-59D3-16F89731A9D3}"/>
                </a:ext>
              </a:extLst>
            </p:cNvPr>
            <p:cNvSpPr/>
            <p:nvPr/>
          </p:nvSpPr>
          <p:spPr>
            <a:xfrm>
              <a:off x="1349577" y="4169859"/>
              <a:ext cx="168959" cy="346079"/>
            </a:xfrm>
            <a:custGeom>
              <a:avLst/>
              <a:gdLst/>
              <a:ahLst/>
              <a:cxnLst/>
              <a:rect l="l" t="t" r="r" b="b"/>
              <a:pathLst>
                <a:path w="185669" h="380307" extrusionOk="0">
                  <a:moveTo>
                    <a:pt x="185670" y="0"/>
                  </a:moveTo>
                  <a:cubicBezTo>
                    <a:pt x="177044" y="76864"/>
                    <a:pt x="161586" y="162611"/>
                    <a:pt x="135196" y="254165"/>
                  </a:cubicBezTo>
                  <a:cubicBezTo>
                    <a:pt x="125886" y="286362"/>
                    <a:pt x="115894" y="316937"/>
                    <a:pt x="105475" y="346060"/>
                  </a:cubicBezTo>
                  <a:cubicBezTo>
                    <a:pt x="119225" y="332566"/>
                    <a:pt x="140234" y="333591"/>
                    <a:pt x="150398" y="345121"/>
                  </a:cubicBezTo>
                  <a:cubicBezTo>
                    <a:pt x="158169" y="353917"/>
                    <a:pt x="159194" y="368351"/>
                    <a:pt x="152277" y="380308"/>
                  </a:cubicBezTo>
                  <a:lnTo>
                    <a:pt x="33137" y="380308"/>
                  </a:lnTo>
                  <a:cubicBezTo>
                    <a:pt x="22120" y="294988"/>
                    <a:pt x="11017" y="209669"/>
                    <a:pt x="0" y="124349"/>
                  </a:cubicBezTo>
                  <a:lnTo>
                    <a:pt x="185670"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3089;p73">
              <a:extLst>
                <a:ext uri="{FF2B5EF4-FFF2-40B4-BE49-F238E27FC236}">
                  <a16:creationId xmlns:a16="http://schemas.microsoft.com/office/drawing/2014/main" id="{4B87124E-3A67-CA06-9169-020C40C76988}"/>
                </a:ext>
              </a:extLst>
            </p:cNvPr>
            <p:cNvSpPr/>
            <p:nvPr/>
          </p:nvSpPr>
          <p:spPr>
            <a:xfrm>
              <a:off x="898354" y="4093593"/>
              <a:ext cx="298159" cy="422321"/>
            </a:xfrm>
            <a:custGeom>
              <a:avLst/>
              <a:gdLst/>
              <a:ahLst/>
              <a:cxnLst/>
              <a:rect l="l" t="t" r="r" b="b"/>
              <a:pathLst>
                <a:path w="327647" h="464089" extrusionOk="0">
                  <a:moveTo>
                    <a:pt x="297294" y="37834"/>
                  </a:moveTo>
                  <a:cubicBezTo>
                    <a:pt x="334787" y="94372"/>
                    <a:pt x="337776" y="166710"/>
                    <a:pt x="304980" y="224358"/>
                  </a:cubicBezTo>
                  <a:cubicBezTo>
                    <a:pt x="259289" y="304554"/>
                    <a:pt x="169187" y="312154"/>
                    <a:pt x="162184" y="312667"/>
                  </a:cubicBezTo>
                  <a:cubicBezTo>
                    <a:pt x="155607" y="334872"/>
                    <a:pt x="148946" y="357163"/>
                    <a:pt x="142370" y="379368"/>
                  </a:cubicBezTo>
                  <a:cubicBezTo>
                    <a:pt x="162611" y="407039"/>
                    <a:pt x="181143" y="417885"/>
                    <a:pt x="194637" y="422583"/>
                  </a:cubicBezTo>
                  <a:cubicBezTo>
                    <a:pt x="200189" y="424547"/>
                    <a:pt x="210608" y="427451"/>
                    <a:pt x="218038" y="437016"/>
                  </a:cubicBezTo>
                  <a:cubicBezTo>
                    <a:pt x="224871" y="445813"/>
                    <a:pt x="226152" y="456488"/>
                    <a:pt x="226152" y="464090"/>
                  </a:cubicBezTo>
                  <a:lnTo>
                    <a:pt x="102571" y="464090"/>
                  </a:lnTo>
                  <a:cubicBezTo>
                    <a:pt x="68409" y="419338"/>
                    <a:pt x="34162" y="374585"/>
                    <a:pt x="0" y="329833"/>
                  </a:cubicBezTo>
                  <a:cubicBezTo>
                    <a:pt x="25195" y="307628"/>
                    <a:pt x="50474" y="285338"/>
                    <a:pt x="75669" y="263132"/>
                  </a:cubicBezTo>
                  <a:cubicBezTo>
                    <a:pt x="79597" y="175422"/>
                    <a:pt x="83440" y="87711"/>
                    <a:pt x="87369" y="0"/>
                  </a:cubicBezTo>
                  <a:lnTo>
                    <a:pt x="297379" y="3783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3090;p73">
              <a:extLst>
                <a:ext uri="{FF2B5EF4-FFF2-40B4-BE49-F238E27FC236}">
                  <a16:creationId xmlns:a16="http://schemas.microsoft.com/office/drawing/2014/main" id="{9FBFFB6A-0F72-97AD-F6C4-82B793BF0B59}"/>
                </a:ext>
              </a:extLst>
            </p:cNvPr>
            <p:cNvSpPr/>
            <p:nvPr/>
          </p:nvSpPr>
          <p:spPr>
            <a:xfrm>
              <a:off x="797005" y="3749014"/>
              <a:ext cx="410758" cy="404674"/>
            </a:xfrm>
            <a:custGeom>
              <a:avLst/>
              <a:gdLst/>
              <a:ahLst/>
              <a:cxnLst/>
              <a:rect l="l" t="t" r="r" b="b"/>
              <a:pathLst>
                <a:path w="451382" h="444697" extrusionOk="0">
                  <a:moveTo>
                    <a:pt x="326044" y="325670"/>
                  </a:moveTo>
                  <a:cubicBezTo>
                    <a:pt x="260111" y="335235"/>
                    <a:pt x="199132" y="294668"/>
                    <a:pt x="184272" y="236763"/>
                  </a:cubicBezTo>
                  <a:cubicBezTo>
                    <a:pt x="163860" y="157593"/>
                    <a:pt x="239785" y="84572"/>
                    <a:pt x="288807" y="86536"/>
                  </a:cubicBezTo>
                  <a:cubicBezTo>
                    <a:pt x="346541" y="88842"/>
                    <a:pt x="368233" y="194915"/>
                    <a:pt x="410167" y="187485"/>
                  </a:cubicBezTo>
                  <a:cubicBezTo>
                    <a:pt x="436643" y="182788"/>
                    <a:pt x="457396" y="135046"/>
                    <a:pt x="449795" y="96187"/>
                  </a:cubicBezTo>
                  <a:cubicBezTo>
                    <a:pt x="441853" y="55534"/>
                    <a:pt x="405128" y="35293"/>
                    <a:pt x="384887" y="24105"/>
                  </a:cubicBezTo>
                  <a:cubicBezTo>
                    <a:pt x="304265" y="-20476"/>
                    <a:pt x="213822" y="8904"/>
                    <a:pt x="189054" y="16932"/>
                  </a:cubicBezTo>
                  <a:cubicBezTo>
                    <a:pt x="177781" y="20604"/>
                    <a:pt x="90070" y="50410"/>
                    <a:pt x="32849" y="135901"/>
                  </a:cubicBezTo>
                  <a:cubicBezTo>
                    <a:pt x="17135" y="159387"/>
                    <a:pt x="2957" y="180567"/>
                    <a:pt x="395" y="211569"/>
                  </a:cubicBezTo>
                  <a:cubicBezTo>
                    <a:pt x="-3875" y="262983"/>
                    <a:pt x="27042" y="301927"/>
                    <a:pt x="64107" y="348558"/>
                  </a:cubicBezTo>
                  <a:cubicBezTo>
                    <a:pt x="113898" y="411245"/>
                    <a:pt x="141740" y="446347"/>
                    <a:pt x="183076" y="444638"/>
                  </a:cubicBezTo>
                  <a:cubicBezTo>
                    <a:pt x="244994" y="442162"/>
                    <a:pt x="282572" y="359405"/>
                    <a:pt x="285220" y="353341"/>
                  </a:cubicBezTo>
                  <a:lnTo>
                    <a:pt x="326044" y="32567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3091;p73">
              <a:extLst>
                <a:ext uri="{FF2B5EF4-FFF2-40B4-BE49-F238E27FC236}">
                  <a16:creationId xmlns:a16="http://schemas.microsoft.com/office/drawing/2014/main" id="{C6DD5142-C136-D0A2-3FA7-36329781FFA3}"/>
                </a:ext>
              </a:extLst>
            </p:cNvPr>
            <p:cNvSpPr/>
            <p:nvPr/>
          </p:nvSpPr>
          <p:spPr>
            <a:xfrm>
              <a:off x="1593670" y="3951069"/>
              <a:ext cx="118275" cy="52091"/>
            </a:xfrm>
            <a:custGeom>
              <a:avLst/>
              <a:gdLst/>
              <a:ahLst/>
              <a:cxnLst/>
              <a:rect l="l" t="t" r="r" b="b"/>
              <a:pathLst>
                <a:path w="129972" h="57243" extrusionOk="0">
                  <a:moveTo>
                    <a:pt x="104814" y="57243"/>
                  </a:moveTo>
                  <a:cubicBezTo>
                    <a:pt x="92686" y="57243"/>
                    <a:pt x="80559" y="55621"/>
                    <a:pt x="69029" y="52290"/>
                  </a:cubicBezTo>
                  <a:cubicBezTo>
                    <a:pt x="33501" y="42212"/>
                    <a:pt x="11039" y="19239"/>
                    <a:pt x="876" y="6513"/>
                  </a:cubicBezTo>
                  <a:cubicBezTo>
                    <a:pt x="-490" y="4805"/>
                    <a:pt x="-234" y="2243"/>
                    <a:pt x="1474" y="876"/>
                  </a:cubicBezTo>
                  <a:cubicBezTo>
                    <a:pt x="3182" y="-490"/>
                    <a:pt x="5744" y="-234"/>
                    <a:pt x="7111" y="1474"/>
                  </a:cubicBezTo>
                  <a:cubicBezTo>
                    <a:pt x="16676" y="13516"/>
                    <a:pt x="37771" y="35124"/>
                    <a:pt x="71164" y="44604"/>
                  </a:cubicBezTo>
                  <a:cubicBezTo>
                    <a:pt x="88501" y="49472"/>
                    <a:pt x="107205" y="50496"/>
                    <a:pt x="125311" y="47508"/>
                  </a:cubicBezTo>
                  <a:cubicBezTo>
                    <a:pt x="127532" y="47251"/>
                    <a:pt x="129581" y="48617"/>
                    <a:pt x="129923" y="50838"/>
                  </a:cubicBezTo>
                  <a:cubicBezTo>
                    <a:pt x="130264" y="53059"/>
                    <a:pt x="128812" y="55108"/>
                    <a:pt x="126677" y="55450"/>
                  </a:cubicBezTo>
                  <a:cubicBezTo>
                    <a:pt x="119418" y="56645"/>
                    <a:pt x="112073" y="57243"/>
                    <a:pt x="104814" y="5724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3092;p73">
              <a:extLst>
                <a:ext uri="{FF2B5EF4-FFF2-40B4-BE49-F238E27FC236}">
                  <a16:creationId xmlns:a16="http://schemas.microsoft.com/office/drawing/2014/main" id="{08178C57-383B-FBC9-DD75-8189525B49B5}"/>
                </a:ext>
              </a:extLst>
            </p:cNvPr>
            <p:cNvSpPr/>
            <p:nvPr/>
          </p:nvSpPr>
          <p:spPr>
            <a:xfrm>
              <a:off x="1780119" y="3889671"/>
              <a:ext cx="66779" cy="46569"/>
            </a:xfrm>
            <a:custGeom>
              <a:avLst/>
              <a:gdLst/>
              <a:ahLst/>
              <a:cxnLst/>
              <a:rect l="l" t="t" r="r" b="b"/>
              <a:pathLst>
                <a:path w="73384" h="51175" extrusionOk="0">
                  <a:moveTo>
                    <a:pt x="0" y="19131"/>
                  </a:moveTo>
                  <a:cubicBezTo>
                    <a:pt x="768" y="25281"/>
                    <a:pt x="14519" y="22633"/>
                    <a:pt x="30490" y="36212"/>
                  </a:cubicBezTo>
                  <a:cubicBezTo>
                    <a:pt x="40140" y="44326"/>
                    <a:pt x="42617" y="51585"/>
                    <a:pt x="48851" y="51158"/>
                  </a:cubicBezTo>
                  <a:cubicBezTo>
                    <a:pt x="52951" y="50817"/>
                    <a:pt x="56281" y="46546"/>
                    <a:pt x="62772" y="37920"/>
                  </a:cubicBezTo>
                  <a:cubicBezTo>
                    <a:pt x="70117" y="28184"/>
                    <a:pt x="73704" y="23316"/>
                    <a:pt x="73362" y="19217"/>
                  </a:cubicBezTo>
                  <a:cubicBezTo>
                    <a:pt x="72338" y="8456"/>
                    <a:pt x="53036" y="-85"/>
                    <a:pt x="36724" y="1"/>
                  </a:cubicBezTo>
                  <a:cubicBezTo>
                    <a:pt x="17849" y="86"/>
                    <a:pt x="-854" y="11787"/>
                    <a:pt x="85" y="192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3093;p73">
              <a:extLst>
                <a:ext uri="{FF2B5EF4-FFF2-40B4-BE49-F238E27FC236}">
                  <a16:creationId xmlns:a16="http://schemas.microsoft.com/office/drawing/2014/main" id="{9D6843C3-A1A8-E2DE-5058-88C28B1381EF}"/>
                </a:ext>
              </a:extLst>
            </p:cNvPr>
            <p:cNvSpPr/>
            <p:nvPr/>
          </p:nvSpPr>
          <p:spPr>
            <a:xfrm>
              <a:off x="1778631" y="3920147"/>
              <a:ext cx="50852" cy="54247"/>
            </a:xfrm>
            <a:custGeom>
              <a:avLst/>
              <a:gdLst/>
              <a:ahLst/>
              <a:cxnLst/>
              <a:rect l="l" t="t" r="r" b="b"/>
              <a:pathLst>
                <a:path w="55881" h="59612" extrusionOk="0">
                  <a:moveTo>
                    <a:pt x="4026" y="59613"/>
                  </a:moveTo>
                  <a:cubicBezTo>
                    <a:pt x="1976" y="59613"/>
                    <a:pt x="183" y="58075"/>
                    <a:pt x="12" y="55940"/>
                  </a:cubicBezTo>
                  <a:cubicBezTo>
                    <a:pt x="-159" y="53720"/>
                    <a:pt x="1464" y="51841"/>
                    <a:pt x="3685" y="51585"/>
                  </a:cubicBezTo>
                  <a:cubicBezTo>
                    <a:pt x="7784" y="51243"/>
                    <a:pt x="28965" y="48595"/>
                    <a:pt x="40665" y="30319"/>
                  </a:cubicBezTo>
                  <a:cubicBezTo>
                    <a:pt x="46899" y="20668"/>
                    <a:pt x="48010" y="10761"/>
                    <a:pt x="47839" y="4100"/>
                  </a:cubicBezTo>
                  <a:cubicBezTo>
                    <a:pt x="47839" y="1879"/>
                    <a:pt x="49547" y="85"/>
                    <a:pt x="51768" y="0"/>
                  </a:cubicBezTo>
                  <a:cubicBezTo>
                    <a:pt x="54415" y="0"/>
                    <a:pt x="55781" y="1708"/>
                    <a:pt x="55867" y="3929"/>
                  </a:cubicBezTo>
                  <a:cubicBezTo>
                    <a:pt x="56038" y="11700"/>
                    <a:pt x="54757" y="23316"/>
                    <a:pt x="47412" y="34674"/>
                  </a:cubicBezTo>
                  <a:cubicBezTo>
                    <a:pt x="33662" y="56025"/>
                    <a:pt x="9151" y="59185"/>
                    <a:pt x="4368" y="59527"/>
                  </a:cubicBezTo>
                  <a:cubicBezTo>
                    <a:pt x="4283" y="59527"/>
                    <a:pt x="4112" y="59527"/>
                    <a:pt x="4026" y="5952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3094;p73">
              <a:extLst>
                <a:ext uri="{FF2B5EF4-FFF2-40B4-BE49-F238E27FC236}">
                  <a16:creationId xmlns:a16="http://schemas.microsoft.com/office/drawing/2014/main" id="{06977291-3657-E584-329F-4AB1C72EC1FE}"/>
                </a:ext>
              </a:extLst>
            </p:cNvPr>
            <p:cNvSpPr/>
            <p:nvPr/>
          </p:nvSpPr>
          <p:spPr>
            <a:xfrm>
              <a:off x="1676642" y="3861840"/>
              <a:ext cx="16476" cy="30776"/>
            </a:xfrm>
            <a:custGeom>
              <a:avLst/>
              <a:gdLst/>
              <a:ahLst/>
              <a:cxnLst/>
              <a:rect l="l" t="t" r="r" b="b"/>
              <a:pathLst>
                <a:path w="18105" h="33820" extrusionOk="0">
                  <a:moveTo>
                    <a:pt x="0" y="16910"/>
                  </a:moveTo>
                  <a:cubicBezTo>
                    <a:pt x="0" y="26219"/>
                    <a:pt x="4014" y="33820"/>
                    <a:pt x="9053" y="33820"/>
                  </a:cubicBezTo>
                  <a:cubicBezTo>
                    <a:pt x="14092" y="33820"/>
                    <a:pt x="18106" y="26219"/>
                    <a:pt x="18106" y="16910"/>
                  </a:cubicBezTo>
                  <a:cubicBezTo>
                    <a:pt x="18106" y="7601"/>
                    <a:pt x="14092" y="0"/>
                    <a:pt x="9053" y="0"/>
                  </a:cubicBezTo>
                  <a:cubicBezTo>
                    <a:pt x="4014" y="0"/>
                    <a:pt x="0" y="7601"/>
                    <a:pt x="0" y="1691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3095;p73">
              <a:extLst>
                <a:ext uri="{FF2B5EF4-FFF2-40B4-BE49-F238E27FC236}">
                  <a16:creationId xmlns:a16="http://schemas.microsoft.com/office/drawing/2014/main" id="{04305854-8FE2-A715-FEBB-C1FA89563098}"/>
                </a:ext>
              </a:extLst>
            </p:cNvPr>
            <p:cNvSpPr/>
            <p:nvPr/>
          </p:nvSpPr>
          <p:spPr>
            <a:xfrm>
              <a:off x="1775299" y="3852121"/>
              <a:ext cx="16476" cy="30776"/>
            </a:xfrm>
            <a:custGeom>
              <a:avLst/>
              <a:gdLst/>
              <a:ahLst/>
              <a:cxnLst/>
              <a:rect l="l" t="t" r="r" b="b"/>
              <a:pathLst>
                <a:path w="18105" h="33820" extrusionOk="0">
                  <a:moveTo>
                    <a:pt x="0" y="16910"/>
                  </a:moveTo>
                  <a:cubicBezTo>
                    <a:pt x="0" y="26219"/>
                    <a:pt x="4014" y="33820"/>
                    <a:pt x="9053" y="33820"/>
                  </a:cubicBezTo>
                  <a:cubicBezTo>
                    <a:pt x="14091" y="33820"/>
                    <a:pt x="18106" y="26219"/>
                    <a:pt x="18106" y="16910"/>
                  </a:cubicBezTo>
                  <a:cubicBezTo>
                    <a:pt x="18106" y="7601"/>
                    <a:pt x="14091" y="0"/>
                    <a:pt x="9053" y="0"/>
                  </a:cubicBezTo>
                  <a:cubicBezTo>
                    <a:pt x="4014" y="0"/>
                    <a:pt x="0" y="7601"/>
                    <a:pt x="0" y="1691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3096;p73">
              <a:extLst>
                <a:ext uri="{FF2B5EF4-FFF2-40B4-BE49-F238E27FC236}">
                  <a16:creationId xmlns:a16="http://schemas.microsoft.com/office/drawing/2014/main" id="{5CE836D8-A558-D12B-83D2-6363119DD93A}"/>
                </a:ext>
              </a:extLst>
            </p:cNvPr>
            <p:cNvSpPr/>
            <p:nvPr/>
          </p:nvSpPr>
          <p:spPr>
            <a:xfrm>
              <a:off x="1519428" y="4171929"/>
              <a:ext cx="166418" cy="145595"/>
            </a:xfrm>
            <a:custGeom>
              <a:avLst/>
              <a:gdLst/>
              <a:ahLst/>
              <a:cxnLst/>
              <a:rect l="l" t="t" r="r" b="b"/>
              <a:pathLst>
                <a:path w="182877" h="159994" extrusionOk="0">
                  <a:moveTo>
                    <a:pt x="4033" y="159995"/>
                  </a:moveTo>
                  <a:cubicBezTo>
                    <a:pt x="2667" y="159995"/>
                    <a:pt x="1300" y="159227"/>
                    <a:pt x="532" y="157945"/>
                  </a:cubicBezTo>
                  <a:cubicBezTo>
                    <a:pt x="-578" y="156067"/>
                    <a:pt x="105" y="153590"/>
                    <a:pt x="2069" y="152479"/>
                  </a:cubicBezTo>
                  <a:cubicBezTo>
                    <a:pt x="22737" y="140779"/>
                    <a:pt x="42807" y="127798"/>
                    <a:pt x="61767" y="113706"/>
                  </a:cubicBezTo>
                  <a:cubicBezTo>
                    <a:pt x="104469" y="82020"/>
                    <a:pt x="142816" y="44272"/>
                    <a:pt x="175697" y="1569"/>
                  </a:cubicBezTo>
                  <a:cubicBezTo>
                    <a:pt x="177063" y="-224"/>
                    <a:pt x="179540" y="-480"/>
                    <a:pt x="181334" y="801"/>
                  </a:cubicBezTo>
                  <a:cubicBezTo>
                    <a:pt x="183042" y="2167"/>
                    <a:pt x="183383" y="4644"/>
                    <a:pt x="182102" y="6437"/>
                  </a:cubicBezTo>
                  <a:cubicBezTo>
                    <a:pt x="148709" y="49738"/>
                    <a:pt x="109850" y="87999"/>
                    <a:pt x="66550" y="120197"/>
                  </a:cubicBezTo>
                  <a:cubicBezTo>
                    <a:pt x="47333" y="134459"/>
                    <a:pt x="27007" y="147697"/>
                    <a:pt x="6083" y="159483"/>
                  </a:cubicBezTo>
                  <a:cubicBezTo>
                    <a:pt x="5485" y="159825"/>
                    <a:pt x="4802" y="159995"/>
                    <a:pt x="4119" y="159995"/>
                  </a:cubicBez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3097;p73">
              <a:extLst>
                <a:ext uri="{FF2B5EF4-FFF2-40B4-BE49-F238E27FC236}">
                  <a16:creationId xmlns:a16="http://schemas.microsoft.com/office/drawing/2014/main" id="{A8ED2857-D4B5-F99D-3532-30D8F81A5FFD}"/>
                </a:ext>
              </a:extLst>
            </p:cNvPr>
            <p:cNvSpPr/>
            <p:nvPr/>
          </p:nvSpPr>
          <p:spPr>
            <a:xfrm>
              <a:off x="1126044" y="4333566"/>
              <a:ext cx="119575" cy="32195"/>
            </a:xfrm>
            <a:custGeom>
              <a:avLst/>
              <a:gdLst/>
              <a:ahLst/>
              <a:cxnLst/>
              <a:rect l="l" t="t" r="r" b="b"/>
              <a:pathLst>
                <a:path w="131401" h="35379" extrusionOk="0">
                  <a:moveTo>
                    <a:pt x="84146" y="35380"/>
                  </a:moveTo>
                  <a:cubicBezTo>
                    <a:pt x="64076" y="35380"/>
                    <a:pt x="42212" y="31536"/>
                    <a:pt x="21032" y="20178"/>
                  </a:cubicBezTo>
                  <a:cubicBezTo>
                    <a:pt x="14199" y="16505"/>
                    <a:pt x="7623" y="12064"/>
                    <a:pt x="1474" y="7111"/>
                  </a:cubicBezTo>
                  <a:cubicBezTo>
                    <a:pt x="-234" y="5744"/>
                    <a:pt x="-490" y="3182"/>
                    <a:pt x="876" y="1474"/>
                  </a:cubicBezTo>
                  <a:cubicBezTo>
                    <a:pt x="2243" y="-234"/>
                    <a:pt x="4805" y="-490"/>
                    <a:pt x="6513" y="876"/>
                  </a:cubicBezTo>
                  <a:cubicBezTo>
                    <a:pt x="12235" y="5488"/>
                    <a:pt x="18384" y="9673"/>
                    <a:pt x="24789" y="13089"/>
                  </a:cubicBezTo>
                  <a:cubicBezTo>
                    <a:pt x="61172" y="32647"/>
                    <a:pt x="100202" y="28633"/>
                    <a:pt x="126421" y="21715"/>
                  </a:cubicBezTo>
                  <a:cubicBezTo>
                    <a:pt x="128642" y="21203"/>
                    <a:pt x="130777" y="22398"/>
                    <a:pt x="131289" y="24619"/>
                  </a:cubicBezTo>
                  <a:cubicBezTo>
                    <a:pt x="131802" y="26754"/>
                    <a:pt x="130521" y="28889"/>
                    <a:pt x="128385" y="29487"/>
                  </a:cubicBezTo>
                  <a:cubicBezTo>
                    <a:pt x="115916" y="32732"/>
                    <a:pt x="100629" y="35380"/>
                    <a:pt x="84060" y="3538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3098;p73">
              <a:extLst>
                <a:ext uri="{FF2B5EF4-FFF2-40B4-BE49-F238E27FC236}">
                  <a16:creationId xmlns:a16="http://schemas.microsoft.com/office/drawing/2014/main" id="{267E872B-0983-C84F-509A-403F4DCE73DF}"/>
                </a:ext>
              </a:extLst>
            </p:cNvPr>
            <p:cNvSpPr/>
            <p:nvPr/>
          </p:nvSpPr>
          <p:spPr>
            <a:xfrm>
              <a:off x="1030835" y="4054637"/>
              <a:ext cx="213349" cy="323780"/>
            </a:xfrm>
            <a:custGeom>
              <a:avLst/>
              <a:gdLst/>
              <a:ahLst/>
              <a:cxnLst/>
              <a:rect l="l" t="t" r="r" b="b"/>
              <a:pathLst>
                <a:path w="234449" h="355802" extrusionOk="0">
                  <a:moveTo>
                    <a:pt x="4007" y="355803"/>
                  </a:moveTo>
                  <a:cubicBezTo>
                    <a:pt x="2128" y="355803"/>
                    <a:pt x="505" y="354521"/>
                    <a:pt x="78" y="352557"/>
                  </a:cubicBezTo>
                  <a:cubicBezTo>
                    <a:pt x="-349" y="350422"/>
                    <a:pt x="1017" y="348287"/>
                    <a:pt x="3238" y="347860"/>
                  </a:cubicBezTo>
                  <a:cubicBezTo>
                    <a:pt x="128954" y="323093"/>
                    <a:pt x="220593" y="235980"/>
                    <a:pt x="226230" y="136227"/>
                  </a:cubicBezTo>
                  <a:cubicBezTo>
                    <a:pt x="229304" y="81056"/>
                    <a:pt x="204366" y="35193"/>
                    <a:pt x="182844" y="6327"/>
                  </a:cubicBezTo>
                  <a:cubicBezTo>
                    <a:pt x="181563" y="4533"/>
                    <a:pt x="181905" y="2056"/>
                    <a:pt x="183698" y="775"/>
                  </a:cubicBezTo>
                  <a:cubicBezTo>
                    <a:pt x="185492" y="-506"/>
                    <a:pt x="187968" y="-164"/>
                    <a:pt x="189250" y="1544"/>
                  </a:cubicBezTo>
                  <a:cubicBezTo>
                    <a:pt x="211540" y="31350"/>
                    <a:pt x="237418" y="79091"/>
                    <a:pt x="234172" y="136654"/>
                  </a:cubicBezTo>
                  <a:cubicBezTo>
                    <a:pt x="228365" y="240164"/>
                    <a:pt x="133993" y="330267"/>
                    <a:pt x="4775" y="355717"/>
                  </a:cubicBezTo>
                  <a:cubicBezTo>
                    <a:pt x="4519" y="355717"/>
                    <a:pt x="4263" y="355717"/>
                    <a:pt x="4007" y="35571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3099;p73">
              <a:extLst>
                <a:ext uri="{FF2B5EF4-FFF2-40B4-BE49-F238E27FC236}">
                  <a16:creationId xmlns:a16="http://schemas.microsoft.com/office/drawing/2014/main" id="{66D0298A-587C-445A-96FC-EE949E55A3F5}"/>
                </a:ext>
              </a:extLst>
            </p:cNvPr>
            <p:cNvSpPr/>
            <p:nvPr/>
          </p:nvSpPr>
          <p:spPr>
            <a:xfrm>
              <a:off x="1338980" y="4329988"/>
              <a:ext cx="26082" cy="48518"/>
            </a:xfrm>
            <a:custGeom>
              <a:avLst/>
              <a:gdLst/>
              <a:ahLst/>
              <a:cxnLst/>
              <a:rect l="l" t="t" r="r" b="b"/>
              <a:pathLst>
                <a:path w="28661" h="53317" extrusionOk="0">
                  <a:moveTo>
                    <a:pt x="24707" y="53318"/>
                  </a:moveTo>
                  <a:cubicBezTo>
                    <a:pt x="23170" y="53318"/>
                    <a:pt x="21718" y="52464"/>
                    <a:pt x="21035" y="51012"/>
                  </a:cubicBezTo>
                  <a:lnTo>
                    <a:pt x="367" y="5662"/>
                  </a:lnTo>
                  <a:cubicBezTo>
                    <a:pt x="-572" y="3698"/>
                    <a:pt x="367" y="1306"/>
                    <a:pt x="2331" y="367"/>
                  </a:cubicBezTo>
                  <a:cubicBezTo>
                    <a:pt x="4381" y="-572"/>
                    <a:pt x="6687" y="367"/>
                    <a:pt x="7626" y="2331"/>
                  </a:cubicBezTo>
                  <a:lnTo>
                    <a:pt x="28294" y="47681"/>
                  </a:lnTo>
                  <a:cubicBezTo>
                    <a:pt x="29234" y="49646"/>
                    <a:pt x="28294" y="52037"/>
                    <a:pt x="26330" y="52976"/>
                  </a:cubicBezTo>
                  <a:cubicBezTo>
                    <a:pt x="25818" y="53232"/>
                    <a:pt x="25220" y="53318"/>
                    <a:pt x="24707" y="5331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3100;p73">
              <a:extLst>
                <a:ext uri="{FF2B5EF4-FFF2-40B4-BE49-F238E27FC236}">
                  <a16:creationId xmlns:a16="http://schemas.microsoft.com/office/drawing/2014/main" id="{9A22F841-2330-251C-392B-133BB3D1B506}"/>
                </a:ext>
              </a:extLst>
            </p:cNvPr>
            <p:cNvSpPr/>
            <p:nvPr/>
          </p:nvSpPr>
          <p:spPr>
            <a:xfrm>
              <a:off x="1626032" y="3758757"/>
              <a:ext cx="106136" cy="37376"/>
            </a:xfrm>
            <a:custGeom>
              <a:avLst/>
              <a:gdLst/>
              <a:ahLst/>
              <a:cxnLst/>
              <a:rect l="l" t="t" r="r" b="b"/>
              <a:pathLst>
                <a:path w="116633" h="41073" extrusionOk="0">
                  <a:moveTo>
                    <a:pt x="112563" y="41073"/>
                  </a:moveTo>
                  <a:cubicBezTo>
                    <a:pt x="111795" y="41073"/>
                    <a:pt x="110941" y="40817"/>
                    <a:pt x="110257" y="40305"/>
                  </a:cubicBezTo>
                  <a:cubicBezTo>
                    <a:pt x="97532" y="31252"/>
                    <a:pt x="83782" y="23992"/>
                    <a:pt x="69263" y="18697"/>
                  </a:cubicBezTo>
                  <a:cubicBezTo>
                    <a:pt x="48424" y="11096"/>
                    <a:pt x="26561" y="7509"/>
                    <a:pt x="4099" y="8107"/>
                  </a:cubicBezTo>
                  <a:cubicBezTo>
                    <a:pt x="1793" y="8619"/>
                    <a:pt x="85" y="6399"/>
                    <a:pt x="0" y="4179"/>
                  </a:cubicBezTo>
                  <a:cubicBezTo>
                    <a:pt x="0" y="1958"/>
                    <a:pt x="1708" y="164"/>
                    <a:pt x="3929" y="79"/>
                  </a:cubicBezTo>
                  <a:cubicBezTo>
                    <a:pt x="27329" y="-604"/>
                    <a:pt x="50303" y="3153"/>
                    <a:pt x="72082" y="11181"/>
                  </a:cubicBezTo>
                  <a:cubicBezTo>
                    <a:pt x="87198" y="16733"/>
                    <a:pt x="101632" y="24334"/>
                    <a:pt x="114955" y="33728"/>
                  </a:cubicBezTo>
                  <a:cubicBezTo>
                    <a:pt x="116748" y="35010"/>
                    <a:pt x="117175" y="37486"/>
                    <a:pt x="115894" y="39280"/>
                  </a:cubicBezTo>
                  <a:cubicBezTo>
                    <a:pt x="115125" y="40390"/>
                    <a:pt x="113845" y="40988"/>
                    <a:pt x="112649" y="4098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3101;p73">
              <a:extLst>
                <a:ext uri="{FF2B5EF4-FFF2-40B4-BE49-F238E27FC236}">
                  <a16:creationId xmlns:a16="http://schemas.microsoft.com/office/drawing/2014/main" id="{19D36C61-FA2C-C31F-44F0-9FD37BA8D28F}"/>
                </a:ext>
              </a:extLst>
            </p:cNvPr>
            <p:cNvSpPr/>
            <p:nvPr/>
          </p:nvSpPr>
          <p:spPr>
            <a:xfrm>
              <a:off x="775749" y="3976664"/>
              <a:ext cx="44927" cy="8396"/>
            </a:xfrm>
            <a:custGeom>
              <a:avLst/>
              <a:gdLst/>
              <a:ahLst/>
              <a:cxnLst/>
              <a:rect l="l" t="t" r="r" b="b"/>
              <a:pathLst>
                <a:path w="49370" h="9226" extrusionOk="0">
                  <a:moveTo>
                    <a:pt x="45438" y="9227"/>
                  </a:moveTo>
                  <a:cubicBezTo>
                    <a:pt x="45438" y="9227"/>
                    <a:pt x="3846" y="8031"/>
                    <a:pt x="3846" y="8031"/>
                  </a:cubicBezTo>
                  <a:cubicBezTo>
                    <a:pt x="1626" y="8031"/>
                    <a:pt x="-82" y="6152"/>
                    <a:pt x="3" y="3932"/>
                  </a:cubicBezTo>
                  <a:cubicBezTo>
                    <a:pt x="3" y="1711"/>
                    <a:pt x="1967" y="-83"/>
                    <a:pt x="4102" y="3"/>
                  </a:cubicBezTo>
                  <a:lnTo>
                    <a:pt x="45524" y="1199"/>
                  </a:lnTo>
                  <a:cubicBezTo>
                    <a:pt x="47744" y="1199"/>
                    <a:pt x="49452" y="3077"/>
                    <a:pt x="49367" y="5298"/>
                  </a:cubicBezTo>
                  <a:cubicBezTo>
                    <a:pt x="49367" y="7433"/>
                    <a:pt x="47488" y="9227"/>
                    <a:pt x="45353" y="922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3102;p73">
              <a:extLst>
                <a:ext uri="{FF2B5EF4-FFF2-40B4-BE49-F238E27FC236}">
                  <a16:creationId xmlns:a16="http://schemas.microsoft.com/office/drawing/2014/main" id="{410EF815-ECE3-FF25-5731-84D8A14ABA40}"/>
                </a:ext>
              </a:extLst>
            </p:cNvPr>
            <p:cNvSpPr/>
            <p:nvPr/>
          </p:nvSpPr>
          <p:spPr>
            <a:xfrm>
              <a:off x="806985" y="3867339"/>
              <a:ext cx="26931" cy="31418"/>
            </a:xfrm>
            <a:custGeom>
              <a:avLst/>
              <a:gdLst/>
              <a:ahLst/>
              <a:cxnLst/>
              <a:rect l="l" t="t" r="r" b="b"/>
              <a:pathLst>
                <a:path w="29594" h="34525" extrusionOk="0">
                  <a:moveTo>
                    <a:pt x="25558" y="34440"/>
                  </a:moveTo>
                  <a:cubicBezTo>
                    <a:pt x="24363" y="34440"/>
                    <a:pt x="23252" y="33928"/>
                    <a:pt x="22484" y="32988"/>
                  </a:cubicBezTo>
                  <a:lnTo>
                    <a:pt x="876" y="6513"/>
                  </a:lnTo>
                  <a:cubicBezTo>
                    <a:pt x="-490" y="4805"/>
                    <a:pt x="-234" y="2243"/>
                    <a:pt x="1474" y="876"/>
                  </a:cubicBezTo>
                  <a:cubicBezTo>
                    <a:pt x="3182" y="-490"/>
                    <a:pt x="5659" y="-234"/>
                    <a:pt x="7111" y="1474"/>
                  </a:cubicBezTo>
                  <a:lnTo>
                    <a:pt x="28718" y="27950"/>
                  </a:lnTo>
                  <a:cubicBezTo>
                    <a:pt x="30085" y="29657"/>
                    <a:pt x="29828" y="32220"/>
                    <a:pt x="28120" y="33586"/>
                  </a:cubicBezTo>
                  <a:cubicBezTo>
                    <a:pt x="27352" y="34184"/>
                    <a:pt x="26498" y="34526"/>
                    <a:pt x="25558" y="3452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3103;p73">
              <a:extLst>
                <a:ext uri="{FF2B5EF4-FFF2-40B4-BE49-F238E27FC236}">
                  <a16:creationId xmlns:a16="http://schemas.microsoft.com/office/drawing/2014/main" id="{0BC51045-4DC3-E048-D276-E4CFCA420001}"/>
                </a:ext>
              </a:extLst>
            </p:cNvPr>
            <p:cNvSpPr/>
            <p:nvPr/>
          </p:nvSpPr>
          <p:spPr>
            <a:xfrm>
              <a:off x="824963" y="3812671"/>
              <a:ext cx="24793" cy="30733"/>
            </a:xfrm>
            <a:custGeom>
              <a:avLst/>
              <a:gdLst/>
              <a:ahLst/>
              <a:cxnLst/>
              <a:rect l="l" t="t" r="r" b="b"/>
              <a:pathLst>
                <a:path w="27245" h="33772" extrusionOk="0">
                  <a:moveTo>
                    <a:pt x="23231" y="33772"/>
                  </a:moveTo>
                  <a:cubicBezTo>
                    <a:pt x="22035" y="33772"/>
                    <a:pt x="20839" y="33175"/>
                    <a:pt x="19985" y="32150"/>
                  </a:cubicBezTo>
                  <a:lnTo>
                    <a:pt x="769" y="6357"/>
                  </a:lnTo>
                  <a:cubicBezTo>
                    <a:pt x="-512" y="4564"/>
                    <a:pt x="-170" y="2087"/>
                    <a:pt x="1623" y="806"/>
                  </a:cubicBezTo>
                  <a:cubicBezTo>
                    <a:pt x="3417" y="-560"/>
                    <a:pt x="5894" y="-133"/>
                    <a:pt x="7260" y="1660"/>
                  </a:cubicBezTo>
                  <a:lnTo>
                    <a:pt x="26476" y="27453"/>
                  </a:lnTo>
                  <a:cubicBezTo>
                    <a:pt x="27757" y="29246"/>
                    <a:pt x="27416" y="31723"/>
                    <a:pt x="25622" y="33004"/>
                  </a:cubicBezTo>
                  <a:cubicBezTo>
                    <a:pt x="24939" y="33516"/>
                    <a:pt x="24085" y="33772"/>
                    <a:pt x="23231" y="3377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6CADB60B-1B44-31C7-747F-F2EA899F06D6}"/>
              </a:ext>
            </a:extLst>
          </p:cNvPr>
          <p:cNvSpPr txBox="1"/>
          <p:nvPr/>
        </p:nvSpPr>
        <p:spPr>
          <a:xfrm>
            <a:off x="8701232" y="4464692"/>
            <a:ext cx="474389" cy="307777"/>
          </a:xfrm>
          <a:prstGeom prst="rect">
            <a:avLst/>
          </a:prstGeom>
          <a:noFill/>
        </p:spPr>
        <p:txBody>
          <a:bodyPr wrap="square" rtlCol="0">
            <a:spAutoFit/>
          </a:bodyPr>
          <a:lstStyle/>
          <a:p>
            <a:r>
              <a:rPr lang="en-US" dirty="0"/>
              <a:t>16</a:t>
            </a:r>
          </a:p>
        </p:txBody>
      </p:sp>
    </p:spTree>
    <p:extLst>
      <p:ext uri="{BB962C8B-B14F-4D97-AF65-F5344CB8AC3E}">
        <p14:creationId xmlns:p14="http://schemas.microsoft.com/office/powerpoint/2010/main" val="3719272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51">
          <a:extLst>
            <a:ext uri="{FF2B5EF4-FFF2-40B4-BE49-F238E27FC236}">
              <a16:creationId xmlns:a16="http://schemas.microsoft.com/office/drawing/2014/main" id="{84D5BAE1-7C65-23C8-DA40-4FC6F9E0179A}"/>
            </a:ext>
          </a:extLst>
        </p:cNvPr>
        <p:cNvGrpSpPr/>
        <p:nvPr/>
      </p:nvGrpSpPr>
      <p:grpSpPr>
        <a:xfrm>
          <a:off x="0" y="0"/>
          <a:ext cx="0" cy="0"/>
          <a:chOff x="0" y="0"/>
          <a:chExt cx="0" cy="0"/>
        </a:xfrm>
      </p:grpSpPr>
      <p:sp>
        <p:nvSpPr>
          <p:cNvPr id="1552" name="Google Shape;1552;p48">
            <a:extLst>
              <a:ext uri="{FF2B5EF4-FFF2-40B4-BE49-F238E27FC236}">
                <a16:creationId xmlns:a16="http://schemas.microsoft.com/office/drawing/2014/main" id="{4046D099-4527-E4C7-5340-76935AAA9B63}"/>
              </a:ext>
            </a:extLst>
          </p:cNvPr>
          <p:cNvSpPr txBox="1">
            <a:spLocks noGrp="1"/>
          </p:cNvSpPr>
          <p:nvPr>
            <p:ph type="title" idx="4294967295"/>
          </p:nvPr>
        </p:nvSpPr>
        <p:spPr>
          <a:xfrm>
            <a:off x="2069805" y="70109"/>
            <a:ext cx="5004390" cy="809625"/>
          </a:xfrm>
          <a:prstGeom prst="rect">
            <a:avLst/>
          </a:prstGeom>
        </p:spPr>
        <p:txBody>
          <a:bodyPr spcFirstLastPara="1" wrap="square" lIns="91425" tIns="91425" rIns="91425" bIns="91425" anchor="ctr" anchorCtr="0">
            <a:noAutofit/>
          </a:bodyPr>
          <a:lstStyle/>
          <a:p>
            <a:pPr lvl="0" algn="ctr"/>
            <a:r>
              <a:rPr lang="en-US" sz="3200" b="1" dirty="0"/>
              <a:t>THE STRUCTURE EMERGES</a:t>
            </a:r>
            <a:br>
              <a:rPr lang="en-US" sz="3200" dirty="0"/>
            </a:br>
            <a:r>
              <a:rPr lang="en-US" sz="2400" dirty="0"/>
              <a:t>10 Perfect Categories</a:t>
            </a:r>
            <a:endParaRPr sz="2400" b="1" dirty="0"/>
          </a:p>
        </p:txBody>
      </p:sp>
      <p:grpSp>
        <p:nvGrpSpPr>
          <p:cNvPr id="1553" name="Google Shape;1553;p48">
            <a:extLst>
              <a:ext uri="{FF2B5EF4-FFF2-40B4-BE49-F238E27FC236}">
                <a16:creationId xmlns:a16="http://schemas.microsoft.com/office/drawing/2014/main" id="{CD307E52-FC4B-4339-8A8E-F05C78A38D96}"/>
              </a:ext>
            </a:extLst>
          </p:cNvPr>
          <p:cNvGrpSpPr/>
          <p:nvPr/>
        </p:nvGrpSpPr>
        <p:grpSpPr>
          <a:xfrm flipH="1">
            <a:off x="6858509" y="2906233"/>
            <a:ext cx="2069805" cy="2237267"/>
            <a:chOff x="5084225" y="1394802"/>
            <a:chExt cx="3203872" cy="3559306"/>
          </a:xfrm>
        </p:grpSpPr>
        <p:sp>
          <p:nvSpPr>
            <p:cNvPr id="1554" name="Google Shape;1554;p48">
              <a:extLst>
                <a:ext uri="{FF2B5EF4-FFF2-40B4-BE49-F238E27FC236}">
                  <a16:creationId xmlns:a16="http://schemas.microsoft.com/office/drawing/2014/main" id="{F3256879-FDA4-5FDD-E72C-EDAF31654108}"/>
                </a:ext>
              </a:extLst>
            </p:cNvPr>
            <p:cNvSpPr/>
            <p:nvPr/>
          </p:nvSpPr>
          <p:spPr>
            <a:xfrm>
              <a:off x="6412777" y="2848048"/>
              <a:ext cx="158024" cy="187370"/>
            </a:xfrm>
            <a:custGeom>
              <a:avLst/>
              <a:gdLst/>
              <a:ahLst/>
              <a:cxnLst/>
              <a:rect l="l" t="t" r="r" b="b"/>
              <a:pathLst>
                <a:path w="109739" h="130118" extrusionOk="0">
                  <a:moveTo>
                    <a:pt x="0" y="62341"/>
                  </a:moveTo>
                  <a:cubicBezTo>
                    <a:pt x="14001" y="75485"/>
                    <a:pt x="22955" y="87772"/>
                    <a:pt x="28575" y="96726"/>
                  </a:cubicBezTo>
                  <a:cubicBezTo>
                    <a:pt x="37433" y="110823"/>
                    <a:pt x="42482" y="123777"/>
                    <a:pt x="55721" y="128444"/>
                  </a:cubicBezTo>
                  <a:cubicBezTo>
                    <a:pt x="61532" y="130540"/>
                    <a:pt x="67056" y="130254"/>
                    <a:pt x="70675" y="129778"/>
                  </a:cubicBezTo>
                  <a:lnTo>
                    <a:pt x="104299" y="104155"/>
                  </a:lnTo>
                  <a:cubicBezTo>
                    <a:pt x="116491" y="69103"/>
                    <a:pt x="107632" y="32623"/>
                    <a:pt x="83344" y="13763"/>
                  </a:cubicBezTo>
                  <a:cubicBezTo>
                    <a:pt x="65151" y="-429"/>
                    <a:pt x="43815" y="-334"/>
                    <a:pt x="35814" y="142"/>
                  </a:cubicBezTo>
                  <a:cubicBezTo>
                    <a:pt x="23908" y="20812"/>
                    <a:pt x="11906" y="41481"/>
                    <a:pt x="0" y="6224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5" name="Google Shape;1555;p48">
              <a:extLst>
                <a:ext uri="{FF2B5EF4-FFF2-40B4-BE49-F238E27FC236}">
                  <a16:creationId xmlns:a16="http://schemas.microsoft.com/office/drawing/2014/main" id="{BCAA6E50-1B38-E8E7-6A56-69D11C3D4C83}"/>
                </a:ext>
              </a:extLst>
            </p:cNvPr>
            <p:cNvSpPr/>
            <p:nvPr/>
          </p:nvSpPr>
          <p:spPr>
            <a:xfrm>
              <a:off x="5945057" y="2534975"/>
              <a:ext cx="567978" cy="428350"/>
            </a:xfrm>
            <a:custGeom>
              <a:avLst/>
              <a:gdLst/>
              <a:ahLst/>
              <a:cxnLst/>
              <a:rect l="l" t="t" r="r" b="b"/>
              <a:pathLst>
                <a:path w="394429" h="297465" extrusionOk="0">
                  <a:moveTo>
                    <a:pt x="394335" y="235267"/>
                  </a:moveTo>
                  <a:cubicBezTo>
                    <a:pt x="378237" y="256032"/>
                    <a:pt x="362140" y="276796"/>
                    <a:pt x="346043" y="297466"/>
                  </a:cubicBezTo>
                  <a:cubicBezTo>
                    <a:pt x="299942" y="274511"/>
                    <a:pt x="260985" y="258223"/>
                    <a:pt x="233553" y="247459"/>
                  </a:cubicBezTo>
                  <a:cubicBezTo>
                    <a:pt x="131159" y="207264"/>
                    <a:pt x="77152" y="200406"/>
                    <a:pt x="33242" y="149543"/>
                  </a:cubicBezTo>
                  <a:cubicBezTo>
                    <a:pt x="15621" y="129159"/>
                    <a:pt x="5619" y="108775"/>
                    <a:pt x="0" y="94774"/>
                  </a:cubicBezTo>
                  <a:cubicBezTo>
                    <a:pt x="20288" y="63151"/>
                    <a:pt x="40481" y="31623"/>
                    <a:pt x="60770" y="0"/>
                  </a:cubicBezTo>
                  <a:cubicBezTo>
                    <a:pt x="96202" y="16764"/>
                    <a:pt x="122587" y="33719"/>
                    <a:pt x="139065" y="45148"/>
                  </a:cubicBezTo>
                  <a:cubicBezTo>
                    <a:pt x="229552" y="107823"/>
                    <a:pt x="253365" y="165164"/>
                    <a:pt x="343662" y="212788"/>
                  </a:cubicBezTo>
                  <a:cubicBezTo>
                    <a:pt x="365188" y="224123"/>
                    <a:pt x="383571" y="231267"/>
                    <a:pt x="394430" y="235172"/>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6" name="Google Shape;1556;p48">
              <a:extLst>
                <a:ext uri="{FF2B5EF4-FFF2-40B4-BE49-F238E27FC236}">
                  <a16:creationId xmlns:a16="http://schemas.microsoft.com/office/drawing/2014/main" id="{73CD42AE-F89B-48E3-80E5-2D4B953EB490}"/>
                </a:ext>
              </a:extLst>
            </p:cNvPr>
            <p:cNvSpPr/>
            <p:nvPr/>
          </p:nvSpPr>
          <p:spPr>
            <a:xfrm>
              <a:off x="6029972" y="2535936"/>
              <a:ext cx="411890" cy="416555"/>
            </a:xfrm>
            <a:custGeom>
              <a:avLst/>
              <a:gdLst/>
              <a:ahLst/>
              <a:cxnLst/>
              <a:rect l="l" t="t" r="r" b="b"/>
              <a:pathLst>
                <a:path w="286035" h="289274" extrusionOk="0">
                  <a:moveTo>
                    <a:pt x="0" y="163640"/>
                  </a:moveTo>
                  <a:cubicBezTo>
                    <a:pt x="20955" y="182880"/>
                    <a:pt x="47149" y="203835"/>
                    <a:pt x="79153" y="223456"/>
                  </a:cubicBezTo>
                  <a:cubicBezTo>
                    <a:pt x="142684" y="262414"/>
                    <a:pt x="203263" y="280416"/>
                    <a:pt x="247079" y="289274"/>
                  </a:cubicBezTo>
                  <a:cubicBezTo>
                    <a:pt x="260032" y="261366"/>
                    <a:pt x="273082" y="233458"/>
                    <a:pt x="286035" y="205454"/>
                  </a:cubicBezTo>
                  <a:cubicBezTo>
                    <a:pt x="201835" y="136970"/>
                    <a:pt x="117538" y="68485"/>
                    <a:pt x="33338" y="0"/>
                  </a:cubicBezTo>
                  <a:cubicBezTo>
                    <a:pt x="22288" y="54578"/>
                    <a:pt x="11239" y="109061"/>
                    <a:pt x="95" y="16364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7" name="Google Shape;1557;p48">
              <a:extLst>
                <a:ext uri="{FF2B5EF4-FFF2-40B4-BE49-F238E27FC236}">
                  <a16:creationId xmlns:a16="http://schemas.microsoft.com/office/drawing/2014/main" id="{6FF7438F-5D1A-7FD8-8BB3-757DA6BAB42F}"/>
                </a:ext>
              </a:extLst>
            </p:cNvPr>
            <p:cNvSpPr/>
            <p:nvPr/>
          </p:nvSpPr>
          <p:spPr>
            <a:xfrm>
              <a:off x="5990977" y="4609901"/>
              <a:ext cx="470421" cy="221787"/>
            </a:xfrm>
            <a:custGeom>
              <a:avLst/>
              <a:gdLst/>
              <a:ahLst/>
              <a:cxnLst/>
              <a:rect l="l" t="t" r="r" b="b"/>
              <a:pathLst>
                <a:path w="326681" h="154019" extrusionOk="0">
                  <a:moveTo>
                    <a:pt x="17697" y="154019"/>
                  </a:moveTo>
                  <a:lnTo>
                    <a:pt x="313925" y="151352"/>
                  </a:lnTo>
                  <a:cubicBezTo>
                    <a:pt x="314973" y="150876"/>
                    <a:pt x="324022" y="146971"/>
                    <a:pt x="326212" y="137636"/>
                  </a:cubicBezTo>
                  <a:cubicBezTo>
                    <a:pt x="328308" y="128778"/>
                    <a:pt x="323260" y="118681"/>
                    <a:pt x="313544" y="114014"/>
                  </a:cubicBezTo>
                  <a:cubicBezTo>
                    <a:pt x="296209" y="112490"/>
                    <a:pt x="271730" y="109156"/>
                    <a:pt x="243345" y="101060"/>
                  </a:cubicBezTo>
                  <a:cubicBezTo>
                    <a:pt x="215818" y="93154"/>
                    <a:pt x="185719" y="84582"/>
                    <a:pt x="154762" y="61150"/>
                  </a:cubicBezTo>
                  <a:cubicBezTo>
                    <a:pt x="141332" y="50959"/>
                    <a:pt x="121235" y="32956"/>
                    <a:pt x="103328" y="3905"/>
                  </a:cubicBezTo>
                  <a:cubicBezTo>
                    <a:pt x="79991" y="2572"/>
                    <a:pt x="56560" y="1333"/>
                    <a:pt x="33223" y="0"/>
                  </a:cubicBezTo>
                  <a:cubicBezTo>
                    <a:pt x="33795" y="52959"/>
                    <a:pt x="22365" y="82963"/>
                    <a:pt x="11507" y="100774"/>
                  </a:cubicBezTo>
                  <a:cubicBezTo>
                    <a:pt x="7220" y="107728"/>
                    <a:pt x="-4305" y="124968"/>
                    <a:pt x="1695" y="139351"/>
                  </a:cubicBezTo>
                  <a:cubicBezTo>
                    <a:pt x="4934" y="147066"/>
                    <a:pt x="12078" y="151447"/>
                    <a:pt x="17697" y="1539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8" name="Google Shape;1558;p48">
              <a:extLst>
                <a:ext uri="{FF2B5EF4-FFF2-40B4-BE49-F238E27FC236}">
                  <a16:creationId xmlns:a16="http://schemas.microsoft.com/office/drawing/2014/main" id="{61AD3F4C-9022-A026-CBE8-00251F98E663}"/>
                </a:ext>
              </a:extLst>
            </p:cNvPr>
            <p:cNvSpPr/>
            <p:nvPr/>
          </p:nvSpPr>
          <p:spPr>
            <a:xfrm>
              <a:off x="5987926" y="4682447"/>
              <a:ext cx="482001" cy="161028"/>
            </a:xfrm>
            <a:custGeom>
              <a:avLst/>
              <a:gdLst/>
              <a:ahLst/>
              <a:cxnLst/>
              <a:rect l="l" t="t" r="r" b="b"/>
              <a:pathLst>
                <a:path w="334723" h="111825" extrusionOk="0">
                  <a:moveTo>
                    <a:pt x="2191" y="111826"/>
                  </a:moveTo>
                  <a:lnTo>
                    <a:pt x="328803" y="111826"/>
                  </a:lnTo>
                  <a:cubicBezTo>
                    <a:pt x="332613" y="104777"/>
                    <a:pt x="336709" y="94300"/>
                    <a:pt x="333660" y="83536"/>
                  </a:cubicBezTo>
                  <a:cubicBezTo>
                    <a:pt x="330327" y="71630"/>
                    <a:pt x="319088" y="62391"/>
                    <a:pt x="277368" y="47913"/>
                  </a:cubicBezTo>
                  <a:cubicBezTo>
                    <a:pt x="257365" y="40960"/>
                    <a:pt x="229267" y="32483"/>
                    <a:pt x="194405" y="25720"/>
                  </a:cubicBezTo>
                  <a:cubicBezTo>
                    <a:pt x="193071" y="12766"/>
                    <a:pt x="185261" y="2384"/>
                    <a:pt x="176022" y="383"/>
                  </a:cubicBezTo>
                  <a:cubicBezTo>
                    <a:pt x="163449" y="-2379"/>
                    <a:pt x="146113" y="10003"/>
                    <a:pt x="144970" y="30768"/>
                  </a:cubicBezTo>
                  <a:cubicBezTo>
                    <a:pt x="113062" y="60962"/>
                    <a:pt x="89154" y="65534"/>
                    <a:pt x="72771" y="63725"/>
                  </a:cubicBezTo>
                  <a:cubicBezTo>
                    <a:pt x="44577" y="60486"/>
                    <a:pt x="21717" y="35911"/>
                    <a:pt x="7620" y="45341"/>
                  </a:cubicBezTo>
                  <a:cubicBezTo>
                    <a:pt x="2381" y="48770"/>
                    <a:pt x="667" y="55343"/>
                    <a:pt x="0" y="59914"/>
                  </a:cubicBezTo>
                  <a:lnTo>
                    <a:pt x="2000" y="11182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9" name="Google Shape;1559;p48">
              <a:extLst>
                <a:ext uri="{FF2B5EF4-FFF2-40B4-BE49-F238E27FC236}">
                  <a16:creationId xmlns:a16="http://schemas.microsoft.com/office/drawing/2014/main" id="{FC466097-F6F8-FF8C-724B-CCEAA55C0BCE}"/>
                </a:ext>
              </a:extLst>
            </p:cNvPr>
            <p:cNvSpPr/>
            <p:nvPr/>
          </p:nvSpPr>
          <p:spPr>
            <a:xfrm>
              <a:off x="5856707" y="1656694"/>
              <a:ext cx="356203" cy="381030"/>
            </a:xfrm>
            <a:custGeom>
              <a:avLst/>
              <a:gdLst/>
              <a:ahLst/>
              <a:cxnLst/>
              <a:rect l="l" t="t" r="r" b="b"/>
              <a:pathLst>
                <a:path w="247363" h="264604" extrusionOk="0">
                  <a:moveTo>
                    <a:pt x="247364" y="131254"/>
                  </a:moveTo>
                  <a:cubicBezTo>
                    <a:pt x="231457" y="148304"/>
                    <a:pt x="215455" y="165449"/>
                    <a:pt x="199358" y="182499"/>
                  </a:cubicBezTo>
                  <a:cubicBezTo>
                    <a:pt x="173831" y="209836"/>
                    <a:pt x="148209" y="237268"/>
                    <a:pt x="122681" y="264605"/>
                  </a:cubicBezTo>
                  <a:lnTo>
                    <a:pt x="0" y="153067"/>
                  </a:lnTo>
                  <a:cubicBezTo>
                    <a:pt x="60197" y="102013"/>
                    <a:pt x="120300" y="51054"/>
                    <a:pt x="180498" y="0"/>
                  </a:cubicBezTo>
                  <a:cubicBezTo>
                    <a:pt x="188880" y="24194"/>
                    <a:pt x="200310" y="51530"/>
                    <a:pt x="216027" y="80391"/>
                  </a:cubicBezTo>
                  <a:cubicBezTo>
                    <a:pt x="226314" y="99346"/>
                    <a:pt x="236981" y="116205"/>
                    <a:pt x="247364" y="131159"/>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0" name="Google Shape;1560;p48">
              <a:extLst>
                <a:ext uri="{FF2B5EF4-FFF2-40B4-BE49-F238E27FC236}">
                  <a16:creationId xmlns:a16="http://schemas.microsoft.com/office/drawing/2014/main" id="{61AA507C-CE26-09E1-94A8-2535FE61FF51}"/>
                </a:ext>
              </a:extLst>
            </p:cNvPr>
            <p:cNvSpPr/>
            <p:nvPr/>
          </p:nvSpPr>
          <p:spPr>
            <a:xfrm>
              <a:off x="6125298" y="1772799"/>
              <a:ext cx="88088" cy="146897"/>
            </a:xfrm>
            <a:custGeom>
              <a:avLst/>
              <a:gdLst/>
              <a:ahLst/>
              <a:cxnLst/>
              <a:rect l="l" t="t" r="r" b="b"/>
              <a:pathLst>
                <a:path w="61172" h="102012" extrusionOk="0">
                  <a:moveTo>
                    <a:pt x="61172" y="50768"/>
                  </a:moveTo>
                  <a:cubicBezTo>
                    <a:pt x="45266" y="67818"/>
                    <a:pt x="29264" y="84963"/>
                    <a:pt x="13167" y="102013"/>
                  </a:cubicBezTo>
                  <a:cubicBezTo>
                    <a:pt x="-9313" y="80486"/>
                    <a:pt x="-2359" y="35338"/>
                    <a:pt x="29073" y="762"/>
                  </a:cubicBezTo>
                  <a:lnTo>
                    <a:pt x="29740" y="0"/>
                  </a:lnTo>
                  <a:cubicBezTo>
                    <a:pt x="40217" y="16859"/>
                    <a:pt x="50600" y="33814"/>
                    <a:pt x="61077" y="507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1" name="Google Shape;1561;p48">
              <a:extLst>
                <a:ext uri="{FF2B5EF4-FFF2-40B4-BE49-F238E27FC236}">
                  <a16:creationId xmlns:a16="http://schemas.microsoft.com/office/drawing/2014/main" id="{C03B9CEC-4C95-7177-1B43-45D5A56ECE09}"/>
                </a:ext>
              </a:extLst>
            </p:cNvPr>
            <p:cNvSpPr/>
            <p:nvPr/>
          </p:nvSpPr>
          <p:spPr>
            <a:xfrm>
              <a:off x="5469951" y="2723693"/>
              <a:ext cx="448852" cy="495019"/>
            </a:xfrm>
            <a:custGeom>
              <a:avLst/>
              <a:gdLst/>
              <a:ahLst/>
              <a:cxnLst/>
              <a:rect l="l" t="t" r="r" b="b"/>
              <a:pathLst>
                <a:path w="311703" h="343763" extrusionOk="0">
                  <a:moveTo>
                    <a:pt x="284487" y="99206"/>
                  </a:moveTo>
                  <a:cubicBezTo>
                    <a:pt x="333064" y="185217"/>
                    <a:pt x="314872" y="287420"/>
                    <a:pt x="243815" y="327616"/>
                  </a:cubicBezTo>
                  <a:cubicBezTo>
                    <a:pt x="172759" y="367716"/>
                    <a:pt x="75795" y="330568"/>
                    <a:pt x="27217" y="244558"/>
                  </a:cubicBezTo>
                  <a:cubicBezTo>
                    <a:pt x="-21361" y="158547"/>
                    <a:pt x="-3168" y="56344"/>
                    <a:pt x="67889" y="16148"/>
                  </a:cubicBezTo>
                  <a:cubicBezTo>
                    <a:pt x="138945" y="-23952"/>
                    <a:pt x="235910" y="13195"/>
                    <a:pt x="284487" y="99206"/>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2" name="Google Shape;1562;p48">
              <a:extLst>
                <a:ext uri="{FF2B5EF4-FFF2-40B4-BE49-F238E27FC236}">
                  <a16:creationId xmlns:a16="http://schemas.microsoft.com/office/drawing/2014/main" id="{043B0A4E-5506-E4BF-435C-982C298784C3}"/>
                </a:ext>
              </a:extLst>
            </p:cNvPr>
            <p:cNvSpPr/>
            <p:nvPr/>
          </p:nvSpPr>
          <p:spPr>
            <a:xfrm>
              <a:off x="5579153" y="2833002"/>
              <a:ext cx="633084" cy="1052770"/>
            </a:xfrm>
            <a:custGeom>
              <a:avLst/>
              <a:gdLst/>
              <a:ahLst/>
              <a:cxnLst/>
              <a:rect l="l" t="t" r="r" b="b"/>
              <a:pathLst>
                <a:path w="439642" h="731090" extrusionOk="0">
                  <a:moveTo>
                    <a:pt x="405669" y="543497"/>
                  </a:moveTo>
                  <a:cubicBezTo>
                    <a:pt x="441960" y="632079"/>
                    <a:pt x="450818" y="710184"/>
                    <a:pt x="424243" y="727234"/>
                  </a:cubicBezTo>
                  <a:cubicBezTo>
                    <a:pt x="395668" y="745522"/>
                    <a:pt x="318801" y="697992"/>
                    <a:pt x="244316" y="601218"/>
                  </a:cubicBezTo>
                  <a:cubicBezTo>
                    <a:pt x="162877" y="457009"/>
                    <a:pt x="81439" y="312801"/>
                    <a:pt x="0" y="168592"/>
                  </a:cubicBezTo>
                  <a:cubicBezTo>
                    <a:pt x="78010" y="112395"/>
                    <a:pt x="155924" y="56197"/>
                    <a:pt x="233934" y="0"/>
                  </a:cubicBezTo>
                  <a:cubicBezTo>
                    <a:pt x="264414" y="45815"/>
                    <a:pt x="296132" y="101441"/>
                    <a:pt x="323945" y="166783"/>
                  </a:cubicBezTo>
                  <a:cubicBezTo>
                    <a:pt x="387001" y="314992"/>
                    <a:pt x="403003" y="450151"/>
                    <a:pt x="405765" y="543306"/>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3" name="Google Shape;1563;p48">
              <a:extLst>
                <a:ext uri="{FF2B5EF4-FFF2-40B4-BE49-F238E27FC236}">
                  <a16:creationId xmlns:a16="http://schemas.microsoft.com/office/drawing/2014/main" id="{189DDB3A-3363-B88B-C4E5-67F31C84440B}"/>
                </a:ext>
              </a:extLst>
            </p:cNvPr>
            <p:cNvSpPr/>
            <p:nvPr/>
          </p:nvSpPr>
          <p:spPr>
            <a:xfrm>
              <a:off x="5416858" y="2649694"/>
              <a:ext cx="425511" cy="515059"/>
            </a:xfrm>
            <a:custGeom>
              <a:avLst/>
              <a:gdLst/>
              <a:ahLst/>
              <a:cxnLst/>
              <a:rect l="l" t="t" r="r" b="b"/>
              <a:pathLst>
                <a:path w="295494" h="357680" extrusionOk="0">
                  <a:moveTo>
                    <a:pt x="295480" y="177173"/>
                  </a:moveTo>
                  <a:cubicBezTo>
                    <a:pt x="296623" y="275948"/>
                    <a:pt x="231377" y="356720"/>
                    <a:pt x="149748" y="357672"/>
                  </a:cubicBezTo>
                  <a:cubicBezTo>
                    <a:pt x="68118" y="358625"/>
                    <a:pt x="1062" y="279281"/>
                    <a:pt x="15" y="180507"/>
                  </a:cubicBezTo>
                  <a:cubicBezTo>
                    <a:pt x="-1128" y="81733"/>
                    <a:pt x="64118" y="961"/>
                    <a:pt x="145747" y="8"/>
                  </a:cubicBezTo>
                  <a:cubicBezTo>
                    <a:pt x="227377" y="-944"/>
                    <a:pt x="294432" y="78399"/>
                    <a:pt x="295480" y="177173"/>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4" name="Google Shape;1564;p48">
              <a:extLst>
                <a:ext uri="{FF2B5EF4-FFF2-40B4-BE49-F238E27FC236}">
                  <a16:creationId xmlns:a16="http://schemas.microsoft.com/office/drawing/2014/main" id="{9A70F44F-05DA-79EC-51DE-9F487363520F}"/>
                </a:ext>
              </a:extLst>
            </p:cNvPr>
            <p:cNvSpPr/>
            <p:nvPr/>
          </p:nvSpPr>
          <p:spPr>
            <a:xfrm>
              <a:off x="5465657" y="2913109"/>
              <a:ext cx="470458" cy="1021848"/>
            </a:xfrm>
            <a:custGeom>
              <a:avLst/>
              <a:gdLst/>
              <a:ahLst/>
              <a:cxnLst/>
              <a:rect l="l" t="t" r="r" b="b"/>
              <a:pathLst>
                <a:path w="326707" h="709617" extrusionOk="0">
                  <a:moveTo>
                    <a:pt x="166116" y="546735"/>
                  </a:moveTo>
                  <a:cubicBezTo>
                    <a:pt x="146875" y="640461"/>
                    <a:pt x="110585" y="710279"/>
                    <a:pt x="78962" y="709613"/>
                  </a:cubicBezTo>
                  <a:cubicBezTo>
                    <a:pt x="45053" y="708851"/>
                    <a:pt x="7811" y="626555"/>
                    <a:pt x="0" y="504634"/>
                  </a:cubicBezTo>
                  <a:cubicBezTo>
                    <a:pt x="12859" y="339566"/>
                    <a:pt x="25718" y="174403"/>
                    <a:pt x="38576" y="9334"/>
                  </a:cubicBezTo>
                  <a:cubicBezTo>
                    <a:pt x="134588" y="6191"/>
                    <a:pt x="230695" y="3143"/>
                    <a:pt x="326707" y="0"/>
                  </a:cubicBezTo>
                  <a:cubicBezTo>
                    <a:pt x="326422" y="55054"/>
                    <a:pt x="321659" y="118872"/>
                    <a:pt x="308324" y="188690"/>
                  </a:cubicBezTo>
                  <a:cubicBezTo>
                    <a:pt x="277939" y="346900"/>
                    <a:pt x="215836" y="467963"/>
                    <a:pt x="166116" y="546830"/>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5" name="Google Shape;1565;p48">
              <a:extLst>
                <a:ext uri="{FF2B5EF4-FFF2-40B4-BE49-F238E27FC236}">
                  <a16:creationId xmlns:a16="http://schemas.microsoft.com/office/drawing/2014/main" id="{3AAE5BC5-7E07-15DF-40D1-FFCDBA275932}"/>
                </a:ext>
              </a:extLst>
            </p:cNvPr>
            <p:cNvSpPr/>
            <p:nvPr/>
          </p:nvSpPr>
          <p:spPr>
            <a:xfrm>
              <a:off x="5917094" y="3657422"/>
              <a:ext cx="268079" cy="1015943"/>
            </a:xfrm>
            <a:custGeom>
              <a:avLst/>
              <a:gdLst/>
              <a:ahLst/>
              <a:cxnLst/>
              <a:rect l="l" t="t" r="r" b="b"/>
              <a:pathLst>
                <a:path w="186166" h="705516" extrusionOk="0">
                  <a:moveTo>
                    <a:pt x="166069" y="704183"/>
                  </a:moveTo>
                  <a:cubicBezTo>
                    <a:pt x="140447" y="704660"/>
                    <a:pt x="114920" y="705040"/>
                    <a:pt x="89298" y="705517"/>
                  </a:cubicBezTo>
                  <a:cubicBezTo>
                    <a:pt x="59199" y="615887"/>
                    <a:pt x="39863" y="538639"/>
                    <a:pt x="27100" y="480155"/>
                  </a:cubicBezTo>
                  <a:cubicBezTo>
                    <a:pt x="-14715" y="287464"/>
                    <a:pt x="1954" y="232505"/>
                    <a:pt x="11193" y="208502"/>
                  </a:cubicBezTo>
                  <a:cubicBezTo>
                    <a:pt x="18718" y="188976"/>
                    <a:pt x="29195" y="169450"/>
                    <a:pt x="41197" y="129730"/>
                  </a:cubicBezTo>
                  <a:cubicBezTo>
                    <a:pt x="57199" y="76581"/>
                    <a:pt x="62628" y="30766"/>
                    <a:pt x="64628" y="0"/>
                  </a:cubicBezTo>
                  <a:cubicBezTo>
                    <a:pt x="105110" y="54102"/>
                    <a:pt x="145591" y="108204"/>
                    <a:pt x="186167" y="162211"/>
                  </a:cubicBezTo>
                  <a:cubicBezTo>
                    <a:pt x="180071" y="193929"/>
                    <a:pt x="174737" y="226790"/>
                    <a:pt x="170165" y="260699"/>
                  </a:cubicBezTo>
                  <a:cubicBezTo>
                    <a:pt x="148258" y="424243"/>
                    <a:pt x="151401" y="574072"/>
                    <a:pt x="165974" y="704183"/>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6" name="Google Shape;1566;p48">
              <a:extLst>
                <a:ext uri="{FF2B5EF4-FFF2-40B4-BE49-F238E27FC236}">
                  <a16:creationId xmlns:a16="http://schemas.microsoft.com/office/drawing/2014/main" id="{F96BDC06-6E75-F580-0097-9DC2A32EF0AB}"/>
                </a:ext>
              </a:extLst>
            </p:cNvPr>
            <p:cNvSpPr/>
            <p:nvPr/>
          </p:nvSpPr>
          <p:spPr>
            <a:xfrm>
              <a:off x="5211736" y="3628842"/>
              <a:ext cx="394746" cy="1004148"/>
            </a:xfrm>
            <a:custGeom>
              <a:avLst/>
              <a:gdLst/>
              <a:ahLst/>
              <a:cxnLst/>
              <a:rect l="l" t="t" r="r" b="b"/>
              <a:pathLst>
                <a:path w="274129" h="697325" extrusionOk="0">
                  <a:moveTo>
                    <a:pt x="72675" y="697325"/>
                  </a:moveTo>
                  <a:cubicBezTo>
                    <a:pt x="48387" y="689134"/>
                    <a:pt x="24193" y="680942"/>
                    <a:pt x="0" y="672751"/>
                  </a:cubicBezTo>
                  <a:cubicBezTo>
                    <a:pt x="1810" y="578168"/>
                    <a:pt x="9620" y="498920"/>
                    <a:pt x="17335" y="439579"/>
                  </a:cubicBezTo>
                  <a:cubicBezTo>
                    <a:pt x="42863" y="244030"/>
                    <a:pt x="77057" y="197929"/>
                    <a:pt x="93821" y="178403"/>
                  </a:cubicBezTo>
                  <a:cubicBezTo>
                    <a:pt x="107537" y="162496"/>
                    <a:pt x="123920" y="147733"/>
                    <a:pt x="148590" y="114300"/>
                  </a:cubicBezTo>
                  <a:cubicBezTo>
                    <a:pt x="181546" y="69628"/>
                    <a:pt x="202025" y="28289"/>
                    <a:pt x="214313" y="0"/>
                  </a:cubicBezTo>
                  <a:cubicBezTo>
                    <a:pt x="234219" y="64579"/>
                    <a:pt x="254222" y="129159"/>
                    <a:pt x="274129" y="193643"/>
                  </a:cubicBezTo>
                  <a:cubicBezTo>
                    <a:pt x="257746" y="221456"/>
                    <a:pt x="241554" y="250603"/>
                    <a:pt x="225933" y="280988"/>
                  </a:cubicBezTo>
                  <a:cubicBezTo>
                    <a:pt x="150209" y="427672"/>
                    <a:pt x="102775" y="569786"/>
                    <a:pt x="72771" y="697230"/>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7" name="Google Shape;1567;p48">
              <a:extLst>
                <a:ext uri="{FF2B5EF4-FFF2-40B4-BE49-F238E27FC236}">
                  <a16:creationId xmlns:a16="http://schemas.microsoft.com/office/drawing/2014/main" id="{54F3EBA0-79ED-0789-F5A5-12C4A0D6A1FE}"/>
                </a:ext>
              </a:extLst>
            </p:cNvPr>
            <p:cNvSpPr/>
            <p:nvPr/>
          </p:nvSpPr>
          <p:spPr>
            <a:xfrm>
              <a:off x="6005150" y="1419052"/>
              <a:ext cx="363221" cy="453944"/>
            </a:xfrm>
            <a:custGeom>
              <a:avLst/>
              <a:gdLst/>
              <a:ahLst/>
              <a:cxnLst/>
              <a:rect l="l" t="t" r="r" b="b"/>
              <a:pathLst>
                <a:path w="252237" h="315239" extrusionOk="0">
                  <a:moveTo>
                    <a:pt x="138555" y="303326"/>
                  </a:moveTo>
                  <a:cubicBezTo>
                    <a:pt x="112457" y="292943"/>
                    <a:pt x="64260" y="267416"/>
                    <a:pt x="20636" y="198741"/>
                  </a:cubicBezTo>
                  <a:cubicBezTo>
                    <a:pt x="18159" y="194836"/>
                    <a:pt x="-17940" y="136067"/>
                    <a:pt x="11492" y="73297"/>
                  </a:cubicBezTo>
                  <a:cubicBezTo>
                    <a:pt x="30352" y="33006"/>
                    <a:pt x="67118" y="10718"/>
                    <a:pt x="99693" y="3193"/>
                  </a:cubicBezTo>
                  <a:cubicBezTo>
                    <a:pt x="167893" y="-12428"/>
                    <a:pt x="237234" y="32339"/>
                    <a:pt x="248664" y="70820"/>
                  </a:cubicBezTo>
                  <a:cubicBezTo>
                    <a:pt x="250569" y="77297"/>
                    <a:pt x="251331" y="83298"/>
                    <a:pt x="251522" y="88346"/>
                  </a:cubicBezTo>
                  <a:cubicBezTo>
                    <a:pt x="251712" y="131495"/>
                    <a:pt x="251903" y="150830"/>
                    <a:pt x="252093" y="151878"/>
                  </a:cubicBezTo>
                  <a:cubicBezTo>
                    <a:pt x="252093" y="152164"/>
                    <a:pt x="252475" y="153593"/>
                    <a:pt x="251998" y="155212"/>
                  </a:cubicBezTo>
                  <a:cubicBezTo>
                    <a:pt x="251712" y="156355"/>
                    <a:pt x="251141" y="157117"/>
                    <a:pt x="250760" y="157688"/>
                  </a:cubicBezTo>
                  <a:cubicBezTo>
                    <a:pt x="248188" y="162832"/>
                    <a:pt x="245521" y="167880"/>
                    <a:pt x="242950" y="173024"/>
                  </a:cubicBezTo>
                  <a:cubicBezTo>
                    <a:pt x="236853" y="209219"/>
                    <a:pt x="234853" y="224554"/>
                    <a:pt x="234948" y="229221"/>
                  </a:cubicBezTo>
                  <a:cubicBezTo>
                    <a:pt x="234948" y="229316"/>
                    <a:pt x="234948" y="229983"/>
                    <a:pt x="234948" y="230840"/>
                  </a:cubicBezTo>
                  <a:cubicBezTo>
                    <a:pt x="234853" y="238651"/>
                    <a:pt x="234758" y="242556"/>
                    <a:pt x="232758" y="245604"/>
                  </a:cubicBezTo>
                  <a:cubicBezTo>
                    <a:pt x="232186" y="246461"/>
                    <a:pt x="231710" y="247223"/>
                    <a:pt x="231900" y="248176"/>
                  </a:cubicBezTo>
                  <a:cubicBezTo>
                    <a:pt x="232281" y="249986"/>
                    <a:pt x="234758" y="249986"/>
                    <a:pt x="235329" y="251510"/>
                  </a:cubicBezTo>
                  <a:cubicBezTo>
                    <a:pt x="236187" y="253796"/>
                    <a:pt x="231900" y="257415"/>
                    <a:pt x="231138" y="257987"/>
                  </a:cubicBezTo>
                  <a:cubicBezTo>
                    <a:pt x="230377" y="258558"/>
                    <a:pt x="223994" y="263797"/>
                    <a:pt x="218946" y="261606"/>
                  </a:cubicBezTo>
                  <a:cubicBezTo>
                    <a:pt x="217041" y="260749"/>
                    <a:pt x="215708" y="259034"/>
                    <a:pt x="215708" y="258939"/>
                  </a:cubicBezTo>
                  <a:cubicBezTo>
                    <a:pt x="215898" y="258749"/>
                    <a:pt x="224661" y="264368"/>
                    <a:pt x="223804" y="268274"/>
                  </a:cubicBezTo>
                  <a:cubicBezTo>
                    <a:pt x="223423" y="269893"/>
                    <a:pt x="221518" y="271131"/>
                    <a:pt x="220947" y="271512"/>
                  </a:cubicBezTo>
                  <a:cubicBezTo>
                    <a:pt x="219327" y="272560"/>
                    <a:pt x="218089" y="272560"/>
                    <a:pt x="217327" y="272846"/>
                  </a:cubicBezTo>
                  <a:cubicBezTo>
                    <a:pt x="212850" y="274560"/>
                    <a:pt x="216851" y="299325"/>
                    <a:pt x="211707" y="307993"/>
                  </a:cubicBezTo>
                  <a:cubicBezTo>
                    <a:pt x="204278" y="320661"/>
                    <a:pt x="168940" y="315232"/>
                    <a:pt x="138555" y="30313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8" name="Google Shape;1568;p48">
              <a:extLst>
                <a:ext uri="{FF2B5EF4-FFF2-40B4-BE49-F238E27FC236}">
                  <a16:creationId xmlns:a16="http://schemas.microsoft.com/office/drawing/2014/main" id="{F9DF82CB-3433-C5D1-3DA8-A044FC52592E}"/>
                </a:ext>
              </a:extLst>
            </p:cNvPr>
            <p:cNvSpPr/>
            <p:nvPr/>
          </p:nvSpPr>
          <p:spPr>
            <a:xfrm>
              <a:off x="6335954" y="1663152"/>
              <a:ext cx="44715" cy="94460"/>
            </a:xfrm>
            <a:custGeom>
              <a:avLst/>
              <a:gdLst/>
              <a:ahLst/>
              <a:cxnLst/>
              <a:rect l="l" t="t" r="r" b="b"/>
              <a:pathLst>
                <a:path w="31052" h="65597" extrusionOk="0">
                  <a:moveTo>
                    <a:pt x="30777" y="53340"/>
                  </a:moveTo>
                  <a:cubicBezTo>
                    <a:pt x="29539" y="59150"/>
                    <a:pt x="22586" y="62293"/>
                    <a:pt x="20014" y="63437"/>
                  </a:cubicBezTo>
                  <a:cubicBezTo>
                    <a:pt x="12965" y="66580"/>
                    <a:pt x="6298" y="65532"/>
                    <a:pt x="3726" y="64960"/>
                  </a:cubicBezTo>
                  <a:cubicBezTo>
                    <a:pt x="2202" y="63341"/>
                    <a:pt x="-179" y="60103"/>
                    <a:pt x="11" y="56197"/>
                  </a:cubicBezTo>
                  <a:cubicBezTo>
                    <a:pt x="201" y="52959"/>
                    <a:pt x="2392" y="51625"/>
                    <a:pt x="3821" y="47815"/>
                  </a:cubicBezTo>
                  <a:cubicBezTo>
                    <a:pt x="4678" y="45434"/>
                    <a:pt x="5440" y="41719"/>
                    <a:pt x="4107" y="36290"/>
                  </a:cubicBezTo>
                  <a:cubicBezTo>
                    <a:pt x="7250" y="24193"/>
                    <a:pt x="10393" y="12097"/>
                    <a:pt x="13537" y="0"/>
                  </a:cubicBezTo>
                  <a:cubicBezTo>
                    <a:pt x="16013" y="8096"/>
                    <a:pt x="17918" y="14668"/>
                    <a:pt x="19251" y="19240"/>
                  </a:cubicBezTo>
                  <a:cubicBezTo>
                    <a:pt x="23538" y="34290"/>
                    <a:pt x="23252" y="34576"/>
                    <a:pt x="24967" y="38386"/>
                  </a:cubicBezTo>
                  <a:cubicBezTo>
                    <a:pt x="28872" y="47244"/>
                    <a:pt x="31824" y="49149"/>
                    <a:pt x="30872" y="5343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9" name="Google Shape;1569;p48">
              <a:extLst>
                <a:ext uri="{FF2B5EF4-FFF2-40B4-BE49-F238E27FC236}">
                  <a16:creationId xmlns:a16="http://schemas.microsoft.com/office/drawing/2014/main" id="{D6631D71-8EDD-7252-7A8E-96C2AB5B28CF}"/>
                </a:ext>
              </a:extLst>
            </p:cNvPr>
            <p:cNvSpPr/>
            <p:nvPr/>
          </p:nvSpPr>
          <p:spPr>
            <a:xfrm>
              <a:off x="6275512" y="1647624"/>
              <a:ext cx="70921" cy="8915"/>
            </a:xfrm>
            <a:custGeom>
              <a:avLst/>
              <a:gdLst/>
              <a:ahLst/>
              <a:cxnLst/>
              <a:rect l="l" t="t" r="r" b="b"/>
              <a:pathLst>
                <a:path w="49251" h="6191" extrusionOk="0">
                  <a:moveTo>
                    <a:pt x="46958" y="6191"/>
                  </a:moveTo>
                  <a:cubicBezTo>
                    <a:pt x="39052" y="5524"/>
                    <a:pt x="31242" y="5048"/>
                    <a:pt x="23622" y="4763"/>
                  </a:cubicBezTo>
                  <a:cubicBezTo>
                    <a:pt x="16573" y="4477"/>
                    <a:pt x="9525" y="4477"/>
                    <a:pt x="2191" y="4381"/>
                  </a:cubicBezTo>
                  <a:cubicBezTo>
                    <a:pt x="952" y="4381"/>
                    <a:pt x="0" y="3429"/>
                    <a:pt x="0" y="2191"/>
                  </a:cubicBezTo>
                  <a:cubicBezTo>
                    <a:pt x="0" y="762"/>
                    <a:pt x="1428" y="0"/>
                    <a:pt x="2953" y="0"/>
                  </a:cubicBezTo>
                  <a:cubicBezTo>
                    <a:pt x="10001" y="0"/>
                    <a:pt x="17050" y="95"/>
                    <a:pt x="23908" y="381"/>
                  </a:cubicBezTo>
                  <a:cubicBezTo>
                    <a:pt x="31623" y="667"/>
                    <a:pt x="39528" y="1143"/>
                    <a:pt x="47244" y="1810"/>
                  </a:cubicBezTo>
                  <a:cubicBezTo>
                    <a:pt x="48482" y="1905"/>
                    <a:pt x="49339" y="2953"/>
                    <a:pt x="49244" y="4191"/>
                  </a:cubicBezTo>
                  <a:cubicBezTo>
                    <a:pt x="49149" y="5334"/>
                    <a:pt x="48196" y="6191"/>
                    <a:pt x="47054" y="61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0" name="Google Shape;1570;p48">
              <a:extLst>
                <a:ext uri="{FF2B5EF4-FFF2-40B4-BE49-F238E27FC236}">
                  <a16:creationId xmlns:a16="http://schemas.microsoft.com/office/drawing/2014/main" id="{89873323-4F8B-ED76-9630-0E31F8729BD8}"/>
                </a:ext>
              </a:extLst>
            </p:cNvPr>
            <p:cNvSpPr/>
            <p:nvPr/>
          </p:nvSpPr>
          <p:spPr>
            <a:xfrm>
              <a:off x="6300086" y="1649241"/>
              <a:ext cx="33096" cy="35725"/>
            </a:xfrm>
            <a:custGeom>
              <a:avLst/>
              <a:gdLst/>
              <a:ahLst/>
              <a:cxnLst/>
              <a:rect l="l" t="t" r="r" b="b"/>
              <a:pathLst>
                <a:path w="22983" h="24809" extrusionOk="0">
                  <a:moveTo>
                    <a:pt x="22684" y="14786"/>
                  </a:moveTo>
                  <a:cubicBezTo>
                    <a:pt x="21255" y="21549"/>
                    <a:pt x="15064" y="25835"/>
                    <a:pt x="8872" y="24597"/>
                  </a:cubicBezTo>
                  <a:cubicBezTo>
                    <a:pt x="2681" y="23263"/>
                    <a:pt x="-1129" y="16786"/>
                    <a:pt x="300" y="10023"/>
                  </a:cubicBezTo>
                  <a:cubicBezTo>
                    <a:pt x="1728" y="3261"/>
                    <a:pt x="7920" y="-1026"/>
                    <a:pt x="14111" y="213"/>
                  </a:cubicBezTo>
                  <a:cubicBezTo>
                    <a:pt x="20302" y="1546"/>
                    <a:pt x="24113" y="8023"/>
                    <a:pt x="22684" y="1478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1" name="Google Shape;1571;p48">
              <a:extLst>
                <a:ext uri="{FF2B5EF4-FFF2-40B4-BE49-F238E27FC236}">
                  <a16:creationId xmlns:a16="http://schemas.microsoft.com/office/drawing/2014/main" id="{5215E69E-C871-3BC4-6753-1B85ECCC581A}"/>
                </a:ext>
              </a:extLst>
            </p:cNvPr>
            <p:cNvSpPr/>
            <p:nvPr/>
          </p:nvSpPr>
          <p:spPr>
            <a:xfrm>
              <a:off x="6271743" y="1770761"/>
              <a:ext cx="52325" cy="29192"/>
            </a:xfrm>
            <a:custGeom>
              <a:avLst/>
              <a:gdLst/>
              <a:ahLst/>
              <a:cxnLst/>
              <a:rect l="l" t="t" r="r" b="b"/>
              <a:pathLst>
                <a:path w="36337" h="20272" extrusionOk="0">
                  <a:moveTo>
                    <a:pt x="34045" y="20272"/>
                  </a:moveTo>
                  <a:cubicBezTo>
                    <a:pt x="28139" y="19891"/>
                    <a:pt x="22519" y="18558"/>
                    <a:pt x="17281" y="16177"/>
                  </a:cubicBezTo>
                  <a:cubicBezTo>
                    <a:pt x="10899" y="13319"/>
                    <a:pt x="5089" y="9033"/>
                    <a:pt x="517" y="3699"/>
                  </a:cubicBezTo>
                  <a:cubicBezTo>
                    <a:pt x="-245" y="2746"/>
                    <a:pt x="-150" y="1413"/>
                    <a:pt x="707" y="556"/>
                  </a:cubicBezTo>
                  <a:cubicBezTo>
                    <a:pt x="1659" y="-302"/>
                    <a:pt x="3088" y="-111"/>
                    <a:pt x="3851" y="746"/>
                  </a:cubicBezTo>
                  <a:cubicBezTo>
                    <a:pt x="8042" y="5604"/>
                    <a:pt x="13280" y="9509"/>
                    <a:pt x="19090" y="12081"/>
                  </a:cubicBezTo>
                  <a:cubicBezTo>
                    <a:pt x="23853" y="14176"/>
                    <a:pt x="28997" y="15510"/>
                    <a:pt x="34235" y="15796"/>
                  </a:cubicBezTo>
                  <a:cubicBezTo>
                    <a:pt x="35474" y="15796"/>
                    <a:pt x="36426" y="16939"/>
                    <a:pt x="36331" y="18177"/>
                  </a:cubicBezTo>
                  <a:cubicBezTo>
                    <a:pt x="36331" y="19320"/>
                    <a:pt x="35283" y="20272"/>
                    <a:pt x="34140" y="2027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2" name="Google Shape;1572;p48">
              <a:extLst>
                <a:ext uri="{FF2B5EF4-FFF2-40B4-BE49-F238E27FC236}">
                  <a16:creationId xmlns:a16="http://schemas.microsoft.com/office/drawing/2014/main" id="{D4F3953C-1016-BD40-7660-1D4497D4DF60}"/>
                </a:ext>
              </a:extLst>
            </p:cNvPr>
            <p:cNvSpPr/>
            <p:nvPr/>
          </p:nvSpPr>
          <p:spPr>
            <a:xfrm>
              <a:off x="5104978" y="4446390"/>
              <a:ext cx="385825" cy="396804"/>
            </a:xfrm>
            <a:custGeom>
              <a:avLst/>
              <a:gdLst/>
              <a:ahLst/>
              <a:cxnLst/>
              <a:rect l="l" t="t" r="r" b="b"/>
              <a:pathLst>
                <a:path w="267934" h="275558" extrusionOk="0">
                  <a:moveTo>
                    <a:pt x="759" y="92964"/>
                  </a:moveTo>
                  <a:cubicBezTo>
                    <a:pt x="-1528" y="100965"/>
                    <a:pt x="1806" y="108680"/>
                    <a:pt x="4759" y="114014"/>
                  </a:cubicBezTo>
                  <a:lnTo>
                    <a:pt x="211547" y="265271"/>
                  </a:lnTo>
                  <a:cubicBezTo>
                    <a:pt x="226120" y="268700"/>
                    <a:pt x="240694" y="272129"/>
                    <a:pt x="255267" y="275558"/>
                  </a:cubicBezTo>
                  <a:cubicBezTo>
                    <a:pt x="256886" y="274510"/>
                    <a:pt x="262315" y="270700"/>
                    <a:pt x="267935" y="265271"/>
                  </a:cubicBezTo>
                  <a:cubicBezTo>
                    <a:pt x="267649" y="263081"/>
                    <a:pt x="266982" y="260890"/>
                    <a:pt x="265744" y="258890"/>
                  </a:cubicBezTo>
                  <a:cubicBezTo>
                    <a:pt x="252790" y="247364"/>
                    <a:pt x="235169" y="230124"/>
                    <a:pt x="217357" y="206692"/>
                  </a:cubicBezTo>
                  <a:cubicBezTo>
                    <a:pt x="199831" y="183928"/>
                    <a:pt x="180972" y="159067"/>
                    <a:pt x="170113" y="121825"/>
                  </a:cubicBezTo>
                  <a:cubicBezTo>
                    <a:pt x="169922" y="120872"/>
                    <a:pt x="169446" y="119634"/>
                    <a:pt x="169256" y="118682"/>
                  </a:cubicBezTo>
                  <a:cubicBezTo>
                    <a:pt x="164684" y="102108"/>
                    <a:pt x="160207" y="77057"/>
                    <a:pt x="163160" y="45244"/>
                  </a:cubicBezTo>
                  <a:cubicBezTo>
                    <a:pt x="145253" y="30004"/>
                    <a:pt x="127250" y="15145"/>
                    <a:pt x="109248" y="0"/>
                  </a:cubicBezTo>
                  <a:cubicBezTo>
                    <a:pt x="81721" y="37529"/>
                    <a:pt x="57623" y="55531"/>
                    <a:pt x="38954" y="64675"/>
                  </a:cubicBezTo>
                  <a:cubicBezTo>
                    <a:pt x="36382" y="65913"/>
                    <a:pt x="33715" y="67056"/>
                    <a:pt x="31524" y="68008"/>
                  </a:cubicBezTo>
                  <a:cubicBezTo>
                    <a:pt x="23809" y="70961"/>
                    <a:pt x="4473" y="78010"/>
                    <a:pt x="663" y="9315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3" name="Google Shape;1573;p48">
              <a:extLst>
                <a:ext uri="{FF2B5EF4-FFF2-40B4-BE49-F238E27FC236}">
                  <a16:creationId xmlns:a16="http://schemas.microsoft.com/office/drawing/2014/main" id="{82FC96C2-8847-DD2F-B4D0-DE8BE9DD50C7}"/>
                </a:ext>
              </a:extLst>
            </p:cNvPr>
            <p:cNvSpPr/>
            <p:nvPr/>
          </p:nvSpPr>
          <p:spPr>
            <a:xfrm>
              <a:off x="5084225" y="4532808"/>
              <a:ext cx="423701" cy="310539"/>
            </a:xfrm>
            <a:custGeom>
              <a:avLst/>
              <a:gdLst/>
              <a:ahLst/>
              <a:cxnLst/>
              <a:rect l="l" t="t" r="r" b="b"/>
              <a:pathLst>
                <a:path w="294237" h="215652" extrusionOk="0">
                  <a:moveTo>
                    <a:pt x="95" y="50108"/>
                  </a:moveTo>
                  <a:cubicBezTo>
                    <a:pt x="60960" y="98400"/>
                    <a:pt x="121444" y="147072"/>
                    <a:pt x="182213" y="195364"/>
                  </a:cubicBezTo>
                  <a:cubicBezTo>
                    <a:pt x="196786" y="198793"/>
                    <a:pt x="211360" y="202222"/>
                    <a:pt x="225933" y="205365"/>
                  </a:cubicBezTo>
                  <a:cubicBezTo>
                    <a:pt x="240506" y="208794"/>
                    <a:pt x="255080" y="212223"/>
                    <a:pt x="269653" y="215652"/>
                  </a:cubicBezTo>
                  <a:cubicBezTo>
                    <a:pt x="271272" y="214605"/>
                    <a:pt x="276701" y="210795"/>
                    <a:pt x="282321" y="205365"/>
                  </a:cubicBezTo>
                  <a:cubicBezTo>
                    <a:pt x="289274" y="198888"/>
                    <a:pt x="295942" y="190316"/>
                    <a:pt x="293846" y="182315"/>
                  </a:cubicBezTo>
                  <a:cubicBezTo>
                    <a:pt x="292608" y="177552"/>
                    <a:pt x="288417" y="174600"/>
                    <a:pt x="263938" y="162217"/>
                  </a:cubicBezTo>
                  <a:cubicBezTo>
                    <a:pt x="251270" y="156026"/>
                    <a:pt x="240316" y="150596"/>
                    <a:pt x="231648" y="146691"/>
                  </a:cubicBezTo>
                  <a:cubicBezTo>
                    <a:pt x="222790" y="129927"/>
                    <a:pt x="214313" y="112878"/>
                    <a:pt x="205740" y="96113"/>
                  </a:cubicBezTo>
                  <a:cubicBezTo>
                    <a:pt x="212407" y="85064"/>
                    <a:pt x="212217" y="71825"/>
                    <a:pt x="206121" y="64871"/>
                  </a:cubicBezTo>
                  <a:cubicBezTo>
                    <a:pt x="201359" y="59347"/>
                    <a:pt x="192786" y="56680"/>
                    <a:pt x="183642" y="58585"/>
                  </a:cubicBezTo>
                  <a:cubicBezTo>
                    <a:pt x="176499" y="59538"/>
                    <a:pt x="168878" y="63443"/>
                    <a:pt x="163068" y="70587"/>
                  </a:cubicBezTo>
                  <a:cubicBezTo>
                    <a:pt x="119539" y="75635"/>
                    <a:pt x="97631" y="65157"/>
                    <a:pt x="85630" y="53822"/>
                  </a:cubicBezTo>
                  <a:cubicBezTo>
                    <a:pt x="69247" y="38487"/>
                    <a:pt x="63436" y="14484"/>
                    <a:pt x="53435" y="4578"/>
                  </a:cubicBezTo>
                  <a:cubicBezTo>
                    <a:pt x="50768" y="1816"/>
                    <a:pt x="47911" y="197"/>
                    <a:pt x="44196" y="6"/>
                  </a:cubicBezTo>
                  <a:cubicBezTo>
                    <a:pt x="38100" y="-184"/>
                    <a:pt x="32671" y="4007"/>
                    <a:pt x="29433" y="7245"/>
                  </a:cubicBezTo>
                  <a:cubicBezTo>
                    <a:pt x="19621" y="21342"/>
                    <a:pt x="9811" y="35630"/>
                    <a:pt x="0" y="5001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4" name="Google Shape;1574;p48">
              <a:extLst>
                <a:ext uri="{FF2B5EF4-FFF2-40B4-BE49-F238E27FC236}">
                  <a16:creationId xmlns:a16="http://schemas.microsoft.com/office/drawing/2014/main" id="{130F3B87-35A8-D62C-F52F-667267F43395}"/>
                </a:ext>
              </a:extLst>
            </p:cNvPr>
            <p:cNvSpPr/>
            <p:nvPr/>
          </p:nvSpPr>
          <p:spPr>
            <a:xfrm>
              <a:off x="5487510" y="1790387"/>
              <a:ext cx="644918" cy="1221273"/>
            </a:xfrm>
            <a:custGeom>
              <a:avLst/>
              <a:gdLst/>
              <a:ahLst/>
              <a:cxnLst/>
              <a:rect l="l" t="t" r="r" b="b"/>
              <a:pathLst>
                <a:path w="447860" h="848106" extrusionOk="0">
                  <a:moveTo>
                    <a:pt x="3425" y="738854"/>
                  </a:moveTo>
                  <a:cubicBezTo>
                    <a:pt x="106199" y="775240"/>
                    <a:pt x="208974" y="811721"/>
                    <a:pt x="311749" y="848106"/>
                  </a:cubicBezTo>
                  <a:cubicBezTo>
                    <a:pt x="316892" y="843058"/>
                    <a:pt x="325941" y="833628"/>
                    <a:pt x="334799" y="820007"/>
                  </a:cubicBezTo>
                  <a:cubicBezTo>
                    <a:pt x="365565" y="772668"/>
                    <a:pt x="363565" y="721233"/>
                    <a:pt x="363469" y="707517"/>
                  </a:cubicBezTo>
                  <a:cubicBezTo>
                    <a:pt x="362993" y="645509"/>
                    <a:pt x="394330" y="428816"/>
                    <a:pt x="447861" y="97631"/>
                  </a:cubicBezTo>
                  <a:cubicBezTo>
                    <a:pt x="407856" y="65056"/>
                    <a:pt x="367851" y="32575"/>
                    <a:pt x="327941" y="0"/>
                  </a:cubicBezTo>
                  <a:cubicBezTo>
                    <a:pt x="248693" y="66580"/>
                    <a:pt x="62479" y="242507"/>
                    <a:pt x="12473" y="522351"/>
                  </a:cubicBezTo>
                  <a:cubicBezTo>
                    <a:pt x="-2005" y="603218"/>
                    <a:pt x="-2195" y="676847"/>
                    <a:pt x="3425" y="738759"/>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5" name="Google Shape;1575;p48">
              <a:extLst>
                <a:ext uri="{FF2B5EF4-FFF2-40B4-BE49-F238E27FC236}">
                  <a16:creationId xmlns:a16="http://schemas.microsoft.com/office/drawing/2014/main" id="{87A51BD6-5E59-D409-9FF4-329C2FBB3787}"/>
                </a:ext>
              </a:extLst>
            </p:cNvPr>
            <p:cNvSpPr/>
            <p:nvPr/>
          </p:nvSpPr>
          <p:spPr>
            <a:xfrm>
              <a:off x="6259966" y="1581212"/>
              <a:ext cx="92051" cy="30358"/>
            </a:xfrm>
            <a:custGeom>
              <a:avLst/>
              <a:gdLst/>
              <a:ahLst/>
              <a:cxnLst/>
              <a:rect l="l" t="t" r="r" b="b"/>
              <a:pathLst>
                <a:path w="63924" h="21082" extrusionOk="0">
                  <a:moveTo>
                    <a:pt x="61640" y="8605"/>
                  </a:moveTo>
                  <a:cubicBezTo>
                    <a:pt x="54878" y="-2254"/>
                    <a:pt x="33827" y="-1587"/>
                    <a:pt x="20016" y="3747"/>
                  </a:cubicBezTo>
                  <a:cubicBezTo>
                    <a:pt x="9920" y="7652"/>
                    <a:pt x="-1225" y="15558"/>
                    <a:pt x="109" y="19463"/>
                  </a:cubicBezTo>
                  <a:cubicBezTo>
                    <a:pt x="1157" y="22511"/>
                    <a:pt x="8967" y="20320"/>
                    <a:pt x="37066" y="20320"/>
                  </a:cubicBezTo>
                  <a:cubicBezTo>
                    <a:pt x="52401" y="20320"/>
                    <a:pt x="61545" y="20987"/>
                    <a:pt x="63545" y="16415"/>
                  </a:cubicBezTo>
                  <a:cubicBezTo>
                    <a:pt x="64879" y="13272"/>
                    <a:pt x="62307" y="9462"/>
                    <a:pt x="61736" y="8605"/>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6" name="Google Shape;1576;p48">
              <a:extLst>
                <a:ext uri="{FF2B5EF4-FFF2-40B4-BE49-F238E27FC236}">
                  <a16:creationId xmlns:a16="http://schemas.microsoft.com/office/drawing/2014/main" id="{F68343FE-748A-6E93-32F0-C8CB53AF3309}"/>
                </a:ext>
              </a:extLst>
            </p:cNvPr>
            <p:cNvSpPr/>
            <p:nvPr/>
          </p:nvSpPr>
          <p:spPr>
            <a:xfrm>
              <a:off x="5528588" y="2895521"/>
              <a:ext cx="699696" cy="1777186"/>
            </a:xfrm>
            <a:custGeom>
              <a:avLst/>
              <a:gdLst/>
              <a:ahLst/>
              <a:cxnLst/>
              <a:rect l="l" t="t" r="r" b="b"/>
              <a:pathLst>
                <a:path w="485900" h="1234157" extrusionOk="0">
                  <a:moveTo>
                    <a:pt x="289846" y="657130"/>
                  </a:moveTo>
                  <a:cubicBezTo>
                    <a:pt x="259937" y="729043"/>
                    <a:pt x="251936" y="788480"/>
                    <a:pt x="250031" y="829247"/>
                  </a:cubicBezTo>
                  <a:cubicBezTo>
                    <a:pt x="246126" y="911543"/>
                    <a:pt x="265652" y="955262"/>
                    <a:pt x="271748" y="1075658"/>
                  </a:cubicBezTo>
                  <a:cubicBezTo>
                    <a:pt x="274510" y="1130522"/>
                    <a:pt x="273272" y="1175480"/>
                    <a:pt x="271748" y="1204246"/>
                  </a:cubicBezTo>
                  <a:cubicBezTo>
                    <a:pt x="286321" y="1213390"/>
                    <a:pt x="332898" y="1239965"/>
                    <a:pt x="395097" y="1233011"/>
                  </a:cubicBezTo>
                  <a:cubicBezTo>
                    <a:pt x="438150" y="1228153"/>
                    <a:pt x="468916" y="1209389"/>
                    <a:pt x="483775" y="1198817"/>
                  </a:cubicBezTo>
                  <a:cubicBezTo>
                    <a:pt x="489395" y="970693"/>
                    <a:pt x="483012" y="780288"/>
                    <a:pt x="474630" y="637127"/>
                  </a:cubicBezTo>
                  <a:cubicBezTo>
                    <a:pt x="465105" y="475012"/>
                    <a:pt x="453676" y="382619"/>
                    <a:pt x="427577" y="278511"/>
                  </a:cubicBezTo>
                  <a:cubicBezTo>
                    <a:pt x="400050" y="168783"/>
                    <a:pt x="364141" y="75343"/>
                    <a:pt x="329184" y="0"/>
                  </a:cubicBezTo>
                  <a:cubicBezTo>
                    <a:pt x="219456" y="6477"/>
                    <a:pt x="109728" y="12954"/>
                    <a:pt x="0" y="19526"/>
                  </a:cubicBezTo>
                  <a:cubicBezTo>
                    <a:pt x="96583" y="232124"/>
                    <a:pt x="193262" y="444627"/>
                    <a:pt x="289846" y="65722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7" name="Google Shape;1577;p48">
              <a:extLst>
                <a:ext uri="{FF2B5EF4-FFF2-40B4-BE49-F238E27FC236}">
                  <a16:creationId xmlns:a16="http://schemas.microsoft.com/office/drawing/2014/main" id="{89A6ACC8-89B3-3D01-0B10-B057981377A0}"/>
                </a:ext>
              </a:extLst>
            </p:cNvPr>
            <p:cNvSpPr/>
            <p:nvPr/>
          </p:nvSpPr>
          <p:spPr>
            <a:xfrm>
              <a:off x="5167670" y="2714423"/>
              <a:ext cx="834440" cy="1841783"/>
            </a:xfrm>
            <a:custGeom>
              <a:avLst/>
              <a:gdLst/>
              <a:ahLst/>
              <a:cxnLst/>
              <a:rect l="l" t="t" r="r" b="b"/>
              <a:pathLst>
                <a:path w="579472" h="1279016" extrusionOk="0">
                  <a:moveTo>
                    <a:pt x="199520" y="695706"/>
                  </a:moveTo>
                  <a:cubicBezTo>
                    <a:pt x="161516" y="733330"/>
                    <a:pt x="116177" y="786956"/>
                    <a:pt x="78172" y="858774"/>
                  </a:cubicBezTo>
                  <a:cubicBezTo>
                    <a:pt x="-4029" y="1014222"/>
                    <a:pt x="-3362" y="1163098"/>
                    <a:pt x="2067" y="1235583"/>
                  </a:cubicBezTo>
                  <a:cubicBezTo>
                    <a:pt x="66647" y="1250061"/>
                    <a:pt x="131321" y="1264539"/>
                    <a:pt x="195901" y="1279017"/>
                  </a:cubicBezTo>
                  <a:cubicBezTo>
                    <a:pt x="249051" y="1066514"/>
                    <a:pt x="308867" y="916115"/>
                    <a:pt x="355921" y="815150"/>
                  </a:cubicBezTo>
                  <a:cubicBezTo>
                    <a:pt x="377161" y="769430"/>
                    <a:pt x="424120" y="673037"/>
                    <a:pt x="460410" y="534353"/>
                  </a:cubicBezTo>
                  <a:cubicBezTo>
                    <a:pt x="476507" y="472726"/>
                    <a:pt x="487461" y="414719"/>
                    <a:pt x="494795" y="361664"/>
                  </a:cubicBezTo>
                  <a:cubicBezTo>
                    <a:pt x="522989" y="282892"/>
                    <a:pt x="551183" y="204121"/>
                    <a:pt x="579472" y="125349"/>
                  </a:cubicBezTo>
                  <a:cubicBezTo>
                    <a:pt x="460315" y="83534"/>
                    <a:pt x="341252" y="41815"/>
                    <a:pt x="222095" y="0"/>
                  </a:cubicBezTo>
                  <a:cubicBezTo>
                    <a:pt x="206473" y="15431"/>
                    <a:pt x="184947" y="41243"/>
                    <a:pt x="174755" y="77724"/>
                  </a:cubicBezTo>
                  <a:cubicBezTo>
                    <a:pt x="163897" y="116586"/>
                    <a:pt x="172088" y="145256"/>
                    <a:pt x="188662" y="231743"/>
                  </a:cubicBezTo>
                  <a:cubicBezTo>
                    <a:pt x="193996" y="259461"/>
                    <a:pt x="201806" y="301847"/>
                    <a:pt x="210378" y="354902"/>
                  </a:cubicBezTo>
                  <a:cubicBezTo>
                    <a:pt x="206760" y="468440"/>
                    <a:pt x="203140" y="581978"/>
                    <a:pt x="199520" y="695516"/>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8" name="Google Shape;1578;p48">
              <a:extLst>
                <a:ext uri="{FF2B5EF4-FFF2-40B4-BE49-F238E27FC236}">
                  <a16:creationId xmlns:a16="http://schemas.microsoft.com/office/drawing/2014/main" id="{D89457C3-5DCF-EFAE-264D-90C56605E8F6}"/>
                </a:ext>
              </a:extLst>
            </p:cNvPr>
            <p:cNvSpPr/>
            <p:nvPr/>
          </p:nvSpPr>
          <p:spPr>
            <a:xfrm>
              <a:off x="5360133" y="1821852"/>
              <a:ext cx="783485" cy="1274201"/>
            </a:xfrm>
            <a:custGeom>
              <a:avLst/>
              <a:gdLst/>
              <a:ahLst/>
              <a:cxnLst/>
              <a:rect l="l" t="t" r="r" b="b"/>
              <a:pathLst>
                <a:path w="544087" h="884862" extrusionOk="0">
                  <a:moveTo>
                    <a:pt x="13239" y="850678"/>
                  </a:moveTo>
                  <a:cubicBezTo>
                    <a:pt x="17049" y="854964"/>
                    <a:pt x="23240" y="861155"/>
                    <a:pt x="32003" y="866965"/>
                  </a:cubicBezTo>
                  <a:cubicBezTo>
                    <a:pt x="73722" y="895160"/>
                    <a:pt x="124491" y="883253"/>
                    <a:pt x="163352" y="876586"/>
                  </a:cubicBezTo>
                  <a:cubicBezTo>
                    <a:pt x="209739" y="868680"/>
                    <a:pt x="346995" y="845248"/>
                    <a:pt x="439387" y="864870"/>
                  </a:cubicBezTo>
                  <a:cubicBezTo>
                    <a:pt x="454436" y="868109"/>
                    <a:pt x="499680" y="879062"/>
                    <a:pt x="522350" y="856012"/>
                  </a:cubicBezTo>
                  <a:cubicBezTo>
                    <a:pt x="526636" y="851630"/>
                    <a:pt x="529113" y="847154"/>
                    <a:pt x="530446" y="844201"/>
                  </a:cubicBezTo>
                  <a:cubicBezTo>
                    <a:pt x="536637" y="836485"/>
                    <a:pt x="544543" y="824008"/>
                    <a:pt x="544067" y="808958"/>
                  </a:cubicBezTo>
                  <a:cubicBezTo>
                    <a:pt x="543495" y="790956"/>
                    <a:pt x="531113" y="778193"/>
                    <a:pt x="529589" y="776383"/>
                  </a:cubicBezTo>
                  <a:cubicBezTo>
                    <a:pt x="513778" y="757809"/>
                    <a:pt x="510920" y="587121"/>
                    <a:pt x="543591" y="68008"/>
                  </a:cubicBezTo>
                  <a:cubicBezTo>
                    <a:pt x="492822" y="45339"/>
                    <a:pt x="442054" y="22669"/>
                    <a:pt x="391286" y="0"/>
                  </a:cubicBezTo>
                  <a:cubicBezTo>
                    <a:pt x="334517" y="22479"/>
                    <a:pt x="297369" y="50673"/>
                    <a:pt x="275081" y="70675"/>
                  </a:cubicBezTo>
                  <a:cubicBezTo>
                    <a:pt x="52767" y="269081"/>
                    <a:pt x="48100" y="762762"/>
                    <a:pt x="11429" y="806577"/>
                  </a:cubicBezTo>
                  <a:cubicBezTo>
                    <a:pt x="9524" y="808768"/>
                    <a:pt x="-2764" y="822293"/>
                    <a:pt x="570" y="835533"/>
                  </a:cubicBezTo>
                  <a:cubicBezTo>
                    <a:pt x="2380" y="842581"/>
                    <a:pt x="8095" y="847439"/>
                    <a:pt x="13239" y="85058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9" name="Google Shape;1579;p48">
              <a:extLst>
                <a:ext uri="{FF2B5EF4-FFF2-40B4-BE49-F238E27FC236}">
                  <a16:creationId xmlns:a16="http://schemas.microsoft.com/office/drawing/2014/main" id="{3597BCA6-5AB7-6B3B-A6DF-04EC3FFF63DD}"/>
                </a:ext>
              </a:extLst>
            </p:cNvPr>
            <p:cNvSpPr/>
            <p:nvPr/>
          </p:nvSpPr>
          <p:spPr>
            <a:xfrm>
              <a:off x="5847227" y="1769777"/>
              <a:ext cx="335678" cy="219044"/>
            </a:xfrm>
            <a:custGeom>
              <a:avLst/>
              <a:gdLst/>
              <a:ahLst/>
              <a:cxnLst/>
              <a:rect l="l" t="t" r="r" b="b"/>
              <a:pathLst>
                <a:path w="233110" h="152114" extrusionOk="0">
                  <a:moveTo>
                    <a:pt x="0" y="63913"/>
                  </a:moveTo>
                  <a:cubicBezTo>
                    <a:pt x="68389" y="93345"/>
                    <a:pt x="136779" y="122682"/>
                    <a:pt x="205168" y="152114"/>
                  </a:cubicBezTo>
                  <a:cubicBezTo>
                    <a:pt x="209740" y="149543"/>
                    <a:pt x="216979" y="144494"/>
                    <a:pt x="223075" y="135826"/>
                  </a:cubicBezTo>
                  <a:cubicBezTo>
                    <a:pt x="232981" y="121634"/>
                    <a:pt x="233267" y="106775"/>
                    <a:pt x="233076" y="101441"/>
                  </a:cubicBezTo>
                  <a:cubicBezTo>
                    <a:pt x="176593" y="67627"/>
                    <a:pt x="120110" y="33814"/>
                    <a:pt x="63722" y="0"/>
                  </a:cubicBezTo>
                  <a:cubicBezTo>
                    <a:pt x="55912" y="2096"/>
                    <a:pt x="39719" y="7429"/>
                    <a:pt x="24765" y="21717"/>
                  </a:cubicBezTo>
                  <a:cubicBezTo>
                    <a:pt x="7905" y="37814"/>
                    <a:pt x="2095" y="56102"/>
                    <a:pt x="95" y="6391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0" name="Google Shape;1580;p48">
              <a:extLst>
                <a:ext uri="{FF2B5EF4-FFF2-40B4-BE49-F238E27FC236}">
                  <a16:creationId xmlns:a16="http://schemas.microsoft.com/office/drawing/2014/main" id="{5B94E98B-D4EE-5349-907C-E53CAC334294}"/>
                </a:ext>
              </a:extLst>
            </p:cNvPr>
            <p:cNvSpPr/>
            <p:nvPr/>
          </p:nvSpPr>
          <p:spPr>
            <a:xfrm>
              <a:off x="5663940" y="3227497"/>
              <a:ext cx="152637" cy="325744"/>
            </a:xfrm>
            <a:custGeom>
              <a:avLst/>
              <a:gdLst/>
              <a:ahLst/>
              <a:cxnLst/>
              <a:rect l="l" t="t" r="r" b="b"/>
              <a:pathLst>
                <a:path w="105998" h="226211" extrusionOk="0">
                  <a:moveTo>
                    <a:pt x="103720" y="226212"/>
                  </a:moveTo>
                  <a:cubicBezTo>
                    <a:pt x="102863" y="226212"/>
                    <a:pt x="102101" y="225735"/>
                    <a:pt x="101720" y="224878"/>
                  </a:cubicBezTo>
                  <a:lnTo>
                    <a:pt x="184" y="3136"/>
                  </a:lnTo>
                  <a:cubicBezTo>
                    <a:pt x="-293" y="1993"/>
                    <a:pt x="184" y="660"/>
                    <a:pt x="1326" y="183"/>
                  </a:cubicBezTo>
                  <a:cubicBezTo>
                    <a:pt x="2374" y="-293"/>
                    <a:pt x="3803" y="183"/>
                    <a:pt x="4279" y="1326"/>
                  </a:cubicBezTo>
                  <a:lnTo>
                    <a:pt x="105815" y="223068"/>
                  </a:lnTo>
                  <a:cubicBezTo>
                    <a:pt x="106292" y="224211"/>
                    <a:pt x="105815" y="225545"/>
                    <a:pt x="104673" y="226021"/>
                  </a:cubicBezTo>
                  <a:cubicBezTo>
                    <a:pt x="104387" y="226116"/>
                    <a:pt x="104101" y="226212"/>
                    <a:pt x="103720" y="22621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1" name="Google Shape;1581;p48">
              <a:extLst>
                <a:ext uri="{FF2B5EF4-FFF2-40B4-BE49-F238E27FC236}">
                  <a16:creationId xmlns:a16="http://schemas.microsoft.com/office/drawing/2014/main" id="{12755653-96E0-B232-064E-3A36B7A46AEB}"/>
                </a:ext>
              </a:extLst>
            </p:cNvPr>
            <p:cNvSpPr/>
            <p:nvPr/>
          </p:nvSpPr>
          <p:spPr>
            <a:xfrm>
              <a:off x="5911118" y="4580359"/>
              <a:ext cx="333024" cy="118747"/>
            </a:xfrm>
            <a:custGeom>
              <a:avLst/>
              <a:gdLst/>
              <a:ahLst/>
              <a:cxnLst/>
              <a:rect l="l" t="t" r="r" b="b"/>
              <a:pathLst>
                <a:path w="231267" h="82463" extrusionOk="0">
                  <a:moveTo>
                    <a:pt x="0" y="38100"/>
                  </a:moveTo>
                  <a:cubicBezTo>
                    <a:pt x="12668" y="49720"/>
                    <a:pt x="42577" y="73819"/>
                    <a:pt x="87249" y="80676"/>
                  </a:cubicBezTo>
                  <a:cubicBezTo>
                    <a:pt x="166021" y="92678"/>
                    <a:pt x="223457" y="40576"/>
                    <a:pt x="231267" y="33242"/>
                  </a:cubicBezTo>
                  <a:cubicBezTo>
                    <a:pt x="231077" y="22193"/>
                    <a:pt x="230886" y="11144"/>
                    <a:pt x="230696" y="0"/>
                  </a:cubicBezTo>
                  <a:cubicBezTo>
                    <a:pt x="214979" y="10573"/>
                    <a:pt x="170402" y="37528"/>
                    <a:pt x="108109" y="36195"/>
                  </a:cubicBezTo>
                  <a:cubicBezTo>
                    <a:pt x="54959" y="35052"/>
                    <a:pt x="16478" y="14001"/>
                    <a:pt x="0" y="3619"/>
                  </a:cubicBezTo>
                  <a:lnTo>
                    <a:pt x="0" y="3800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2" name="Google Shape;1582;p48">
              <a:extLst>
                <a:ext uri="{FF2B5EF4-FFF2-40B4-BE49-F238E27FC236}">
                  <a16:creationId xmlns:a16="http://schemas.microsoft.com/office/drawing/2014/main" id="{DDB8F0A7-4ADB-1AD7-55BA-40C3E1DE0AB3}"/>
                </a:ext>
              </a:extLst>
            </p:cNvPr>
            <p:cNvSpPr/>
            <p:nvPr/>
          </p:nvSpPr>
          <p:spPr>
            <a:xfrm>
              <a:off x="5140560" y="4436910"/>
              <a:ext cx="327401" cy="151924"/>
            </a:xfrm>
            <a:custGeom>
              <a:avLst/>
              <a:gdLst/>
              <a:ahLst/>
              <a:cxnLst/>
              <a:rect l="l" t="t" r="r" b="b"/>
              <a:pathLst>
                <a:path w="227362" h="105503" extrusionOk="0">
                  <a:moveTo>
                    <a:pt x="0" y="50197"/>
                  </a:moveTo>
                  <a:cubicBezTo>
                    <a:pt x="21431" y="62389"/>
                    <a:pt x="48387" y="75248"/>
                    <a:pt x="80582" y="85534"/>
                  </a:cubicBezTo>
                  <a:cubicBezTo>
                    <a:pt x="134970" y="102870"/>
                    <a:pt x="183356" y="106013"/>
                    <a:pt x="217837" y="105442"/>
                  </a:cubicBezTo>
                  <a:cubicBezTo>
                    <a:pt x="220980" y="87344"/>
                    <a:pt x="224219" y="69247"/>
                    <a:pt x="227362" y="51149"/>
                  </a:cubicBezTo>
                  <a:cubicBezTo>
                    <a:pt x="194786" y="51149"/>
                    <a:pt x="151543" y="47530"/>
                    <a:pt x="102775" y="33528"/>
                  </a:cubicBezTo>
                  <a:cubicBezTo>
                    <a:pt x="69438" y="23908"/>
                    <a:pt x="41339" y="11716"/>
                    <a:pt x="18860" y="0"/>
                  </a:cubicBezTo>
                  <a:cubicBezTo>
                    <a:pt x="12573" y="16764"/>
                    <a:pt x="6287" y="33528"/>
                    <a:pt x="0" y="502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3" name="Google Shape;1583;p48">
              <a:extLst>
                <a:ext uri="{FF2B5EF4-FFF2-40B4-BE49-F238E27FC236}">
                  <a16:creationId xmlns:a16="http://schemas.microsoft.com/office/drawing/2014/main" id="{28481DF7-2CAA-9255-93FD-3C197AFE4A20}"/>
                </a:ext>
              </a:extLst>
            </p:cNvPr>
            <p:cNvSpPr/>
            <p:nvPr/>
          </p:nvSpPr>
          <p:spPr>
            <a:xfrm>
              <a:off x="6048247" y="3916014"/>
              <a:ext cx="21122" cy="619003"/>
            </a:xfrm>
            <a:custGeom>
              <a:avLst/>
              <a:gdLst/>
              <a:ahLst/>
              <a:cxnLst/>
              <a:rect l="l" t="t" r="r" b="b"/>
              <a:pathLst>
                <a:path w="14668" h="429863" extrusionOk="0">
                  <a:moveTo>
                    <a:pt x="12383" y="429863"/>
                  </a:moveTo>
                  <a:cubicBezTo>
                    <a:pt x="11145" y="429863"/>
                    <a:pt x="10192" y="428911"/>
                    <a:pt x="10192" y="427673"/>
                  </a:cubicBezTo>
                  <a:lnTo>
                    <a:pt x="0" y="2286"/>
                  </a:lnTo>
                  <a:cubicBezTo>
                    <a:pt x="0" y="1048"/>
                    <a:pt x="953" y="0"/>
                    <a:pt x="2191" y="0"/>
                  </a:cubicBezTo>
                  <a:cubicBezTo>
                    <a:pt x="3429" y="0"/>
                    <a:pt x="4477" y="953"/>
                    <a:pt x="4477" y="2191"/>
                  </a:cubicBezTo>
                  <a:lnTo>
                    <a:pt x="14669" y="427577"/>
                  </a:lnTo>
                  <a:cubicBezTo>
                    <a:pt x="14669" y="428816"/>
                    <a:pt x="13716" y="429863"/>
                    <a:pt x="12478" y="429863"/>
                  </a:cubicBezTo>
                  <a:lnTo>
                    <a:pt x="12478" y="429863"/>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4" name="Google Shape;1584;p48">
              <a:extLst>
                <a:ext uri="{FF2B5EF4-FFF2-40B4-BE49-F238E27FC236}">
                  <a16:creationId xmlns:a16="http://schemas.microsoft.com/office/drawing/2014/main" id="{D1CFA37B-FB46-37EF-A87B-2AB9CEAF7D0E}"/>
                </a:ext>
              </a:extLst>
            </p:cNvPr>
            <p:cNvSpPr/>
            <p:nvPr/>
          </p:nvSpPr>
          <p:spPr>
            <a:xfrm>
              <a:off x="5815455" y="3170296"/>
              <a:ext cx="238857" cy="696940"/>
            </a:xfrm>
            <a:custGeom>
              <a:avLst/>
              <a:gdLst/>
              <a:ahLst/>
              <a:cxnLst/>
              <a:rect l="l" t="t" r="r" b="b"/>
              <a:pathLst>
                <a:path w="165873" h="483986" extrusionOk="0">
                  <a:moveTo>
                    <a:pt x="163566" y="483987"/>
                  </a:moveTo>
                  <a:cubicBezTo>
                    <a:pt x="162613" y="483987"/>
                    <a:pt x="161756" y="483415"/>
                    <a:pt x="161470" y="482463"/>
                  </a:cubicBezTo>
                  <a:lnTo>
                    <a:pt x="117" y="2974"/>
                  </a:lnTo>
                  <a:cubicBezTo>
                    <a:pt x="-264" y="1831"/>
                    <a:pt x="307" y="498"/>
                    <a:pt x="1546" y="117"/>
                  </a:cubicBezTo>
                  <a:cubicBezTo>
                    <a:pt x="2689" y="-264"/>
                    <a:pt x="3927" y="307"/>
                    <a:pt x="4403" y="1545"/>
                  </a:cubicBezTo>
                  <a:lnTo>
                    <a:pt x="165756" y="481034"/>
                  </a:lnTo>
                  <a:cubicBezTo>
                    <a:pt x="166137" y="482177"/>
                    <a:pt x="165566" y="483510"/>
                    <a:pt x="164328" y="483892"/>
                  </a:cubicBezTo>
                  <a:cubicBezTo>
                    <a:pt x="164042" y="483892"/>
                    <a:pt x="163851" y="483987"/>
                    <a:pt x="163661" y="48398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5" name="Google Shape;1585;p48">
              <a:extLst>
                <a:ext uri="{FF2B5EF4-FFF2-40B4-BE49-F238E27FC236}">
                  <a16:creationId xmlns:a16="http://schemas.microsoft.com/office/drawing/2014/main" id="{6DC0BD39-84A8-B2D0-23C5-03C4B22BD725}"/>
                </a:ext>
              </a:extLst>
            </p:cNvPr>
            <p:cNvSpPr/>
            <p:nvPr/>
          </p:nvSpPr>
          <p:spPr>
            <a:xfrm>
              <a:off x="5943529" y="3840300"/>
              <a:ext cx="28289" cy="12486"/>
            </a:xfrm>
            <a:custGeom>
              <a:avLst/>
              <a:gdLst/>
              <a:ahLst/>
              <a:cxnLst/>
              <a:rect l="l" t="t" r="r" b="b"/>
              <a:pathLst>
                <a:path w="19645" h="8671" extrusionOk="0">
                  <a:moveTo>
                    <a:pt x="17347" y="8672"/>
                  </a:moveTo>
                  <a:cubicBezTo>
                    <a:pt x="16776" y="8672"/>
                    <a:pt x="1631" y="4385"/>
                    <a:pt x="1631" y="4385"/>
                  </a:cubicBezTo>
                  <a:cubicBezTo>
                    <a:pt x="393" y="4004"/>
                    <a:pt x="-274" y="2861"/>
                    <a:pt x="107" y="1623"/>
                  </a:cubicBezTo>
                  <a:cubicBezTo>
                    <a:pt x="393" y="480"/>
                    <a:pt x="1631" y="-282"/>
                    <a:pt x="2869" y="99"/>
                  </a:cubicBezTo>
                  <a:lnTo>
                    <a:pt x="18014" y="4290"/>
                  </a:lnTo>
                  <a:cubicBezTo>
                    <a:pt x="19252" y="4671"/>
                    <a:pt x="19919" y="5814"/>
                    <a:pt x="19538" y="7052"/>
                  </a:cubicBezTo>
                  <a:cubicBezTo>
                    <a:pt x="19252" y="8005"/>
                    <a:pt x="18395" y="8672"/>
                    <a:pt x="17442" y="867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6" name="Google Shape;1586;p48">
              <a:extLst>
                <a:ext uri="{FF2B5EF4-FFF2-40B4-BE49-F238E27FC236}">
                  <a16:creationId xmlns:a16="http://schemas.microsoft.com/office/drawing/2014/main" id="{9DF53908-171F-A022-5399-D56B243B4FF6}"/>
                </a:ext>
              </a:extLst>
            </p:cNvPr>
            <p:cNvSpPr/>
            <p:nvPr/>
          </p:nvSpPr>
          <p:spPr>
            <a:xfrm>
              <a:off x="5452087" y="3714890"/>
              <a:ext cx="59460" cy="33296"/>
            </a:xfrm>
            <a:custGeom>
              <a:avLst/>
              <a:gdLst/>
              <a:ahLst/>
              <a:cxnLst/>
              <a:rect l="l" t="t" r="r" b="b"/>
              <a:pathLst>
                <a:path w="41292" h="23122" extrusionOk="0">
                  <a:moveTo>
                    <a:pt x="39125" y="23123"/>
                  </a:moveTo>
                  <a:cubicBezTo>
                    <a:pt x="39125" y="23123"/>
                    <a:pt x="38458" y="23123"/>
                    <a:pt x="38077" y="22837"/>
                  </a:cubicBezTo>
                  <a:lnTo>
                    <a:pt x="1215" y="4168"/>
                  </a:lnTo>
                  <a:cubicBezTo>
                    <a:pt x="72" y="3596"/>
                    <a:pt x="-309" y="2263"/>
                    <a:pt x="262" y="1215"/>
                  </a:cubicBezTo>
                  <a:cubicBezTo>
                    <a:pt x="834" y="72"/>
                    <a:pt x="2168" y="-309"/>
                    <a:pt x="3215" y="263"/>
                  </a:cubicBezTo>
                  <a:lnTo>
                    <a:pt x="40077" y="18932"/>
                  </a:lnTo>
                  <a:cubicBezTo>
                    <a:pt x="41220" y="19503"/>
                    <a:pt x="41601" y="20837"/>
                    <a:pt x="41030" y="21884"/>
                  </a:cubicBezTo>
                  <a:cubicBezTo>
                    <a:pt x="40648" y="22646"/>
                    <a:pt x="39887" y="23123"/>
                    <a:pt x="39029" y="2312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7" name="Google Shape;1587;p48">
              <a:extLst>
                <a:ext uri="{FF2B5EF4-FFF2-40B4-BE49-F238E27FC236}">
                  <a16:creationId xmlns:a16="http://schemas.microsoft.com/office/drawing/2014/main" id="{557F82B1-227C-8047-CA35-EDCFB81D5FBF}"/>
                </a:ext>
              </a:extLst>
            </p:cNvPr>
            <p:cNvSpPr/>
            <p:nvPr/>
          </p:nvSpPr>
          <p:spPr>
            <a:xfrm>
              <a:off x="6092561" y="1683176"/>
              <a:ext cx="263500" cy="351900"/>
            </a:xfrm>
            <a:custGeom>
              <a:avLst/>
              <a:gdLst/>
              <a:ahLst/>
              <a:cxnLst/>
              <a:rect l="l" t="t" r="r" b="b"/>
              <a:pathLst>
                <a:path w="182986" h="244375" extrusionOk="0">
                  <a:moveTo>
                    <a:pt x="40814" y="167188"/>
                  </a:moveTo>
                  <a:cubicBezTo>
                    <a:pt x="60150" y="202431"/>
                    <a:pt x="83867" y="245769"/>
                    <a:pt x="117681" y="244341"/>
                  </a:cubicBezTo>
                  <a:cubicBezTo>
                    <a:pt x="150828" y="243007"/>
                    <a:pt x="177022" y="199192"/>
                    <a:pt x="181974" y="164140"/>
                  </a:cubicBezTo>
                  <a:cubicBezTo>
                    <a:pt x="182641" y="159283"/>
                    <a:pt x="188451" y="114801"/>
                    <a:pt x="162448" y="94227"/>
                  </a:cubicBezTo>
                  <a:cubicBezTo>
                    <a:pt x="148637" y="83368"/>
                    <a:pt x="135397" y="86607"/>
                    <a:pt x="117681" y="83845"/>
                  </a:cubicBezTo>
                  <a:cubicBezTo>
                    <a:pt x="50625" y="73558"/>
                    <a:pt x="25479" y="-6357"/>
                    <a:pt x="8239" y="406"/>
                  </a:cubicBezTo>
                  <a:cubicBezTo>
                    <a:pt x="-9002" y="7168"/>
                    <a:pt x="333" y="93179"/>
                    <a:pt x="40814" y="167093"/>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8" name="Google Shape;1588;p48">
              <a:extLst>
                <a:ext uri="{FF2B5EF4-FFF2-40B4-BE49-F238E27FC236}">
                  <a16:creationId xmlns:a16="http://schemas.microsoft.com/office/drawing/2014/main" id="{3C9B2E3E-5ABF-B5E4-D64A-E69E308D9474}"/>
                </a:ext>
              </a:extLst>
            </p:cNvPr>
            <p:cNvSpPr/>
            <p:nvPr/>
          </p:nvSpPr>
          <p:spPr>
            <a:xfrm>
              <a:off x="6157682" y="1721524"/>
              <a:ext cx="198582" cy="115655"/>
            </a:xfrm>
            <a:custGeom>
              <a:avLst/>
              <a:gdLst/>
              <a:ahLst/>
              <a:cxnLst/>
              <a:rect l="l" t="t" r="r" b="b"/>
              <a:pathLst>
                <a:path w="137904" h="80316" extrusionOk="0">
                  <a:moveTo>
                    <a:pt x="8435" y="33069"/>
                  </a:moveTo>
                  <a:cubicBezTo>
                    <a:pt x="27008" y="64406"/>
                    <a:pt x="61489" y="86028"/>
                    <a:pt x="70061" y="78979"/>
                  </a:cubicBezTo>
                  <a:cubicBezTo>
                    <a:pt x="75966" y="74122"/>
                    <a:pt x="64156" y="59739"/>
                    <a:pt x="72442" y="47547"/>
                  </a:cubicBezTo>
                  <a:cubicBezTo>
                    <a:pt x="78634" y="38593"/>
                    <a:pt x="93112" y="34783"/>
                    <a:pt x="104351" y="36307"/>
                  </a:cubicBezTo>
                  <a:cubicBezTo>
                    <a:pt x="116543" y="37927"/>
                    <a:pt x="121687" y="45261"/>
                    <a:pt x="129592" y="42022"/>
                  </a:cubicBezTo>
                  <a:cubicBezTo>
                    <a:pt x="134260" y="40117"/>
                    <a:pt x="138260" y="35164"/>
                    <a:pt x="137879" y="30688"/>
                  </a:cubicBezTo>
                  <a:cubicBezTo>
                    <a:pt x="137403" y="24687"/>
                    <a:pt x="129212" y="20305"/>
                    <a:pt x="119496" y="16781"/>
                  </a:cubicBezTo>
                  <a:cubicBezTo>
                    <a:pt x="89778" y="5827"/>
                    <a:pt x="9101" y="-11603"/>
                    <a:pt x="624" y="11066"/>
                  </a:cubicBezTo>
                  <a:cubicBezTo>
                    <a:pt x="-1471" y="16591"/>
                    <a:pt x="1862" y="22115"/>
                    <a:pt x="8339" y="33069"/>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9" name="Google Shape;1589;p48">
              <a:extLst>
                <a:ext uri="{FF2B5EF4-FFF2-40B4-BE49-F238E27FC236}">
                  <a16:creationId xmlns:a16="http://schemas.microsoft.com/office/drawing/2014/main" id="{386D7C7D-8826-35F9-90B0-09F9FF8C6903}"/>
                </a:ext>
              </a:extLst>
            </p:cNvPr>
            <p:cNvSpPr/>
            <p:nvPr/>
          </p:nvSpPr>
          <p:spPr>
            <a:xfrm>
              <a:off x="6213543" y="1405108"/>
              <a:ext cx="166785" cy="135788"/>
            </a:xfrm>
            <a:custGeom>
              <a:avLst/>
              <a:gdLst/>
              <a:ahLst/>
              <a:cxnLst/>
              <a:rect l="l" t="t" r="r" b="b"/>
              <a:pathLst>
                <a:path w="115823" h="94297" extrusionOk="0">
                  <a:moveTo>
                    <a:pt x="0" y="47149"/>
                  </a:moveTo>
                  <a:cubicBezTo>
                    <a:pt x="0" y="73152"/>
                    <a:pt x="25908" y="94298"/>
                    <a:pt x="57912" y="94298"/>
                  </a:cubicBezTo>
                  <a:cubicBezTo>
                    <a:pt x="89916" y="94298"/>
                    <a:pt x="115824" y="73247"/>
                    <a:pt x="115824" y="47149"/>
                  </a:cubicBezTo>
                  <a:cubicBezTo>
                    <a:pt x="115824" y="21050"/>
                    <a:pt x="89916" y="0"/>
                    <a:pt x="57912" y="0"/>
                  </a:cubicBezTo>
                  <a:cubicBezTo>
                    <a:pt x="25908" y="0"/>
                    <a:pt x="0" y="21050"/>
                    <a:pt x="0" y="47149"/>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0" name="Google Shape;1590;p48">
              <a:extLst>
                <a:ext uri="{FF2B5EF4-FFF2-40B4-BE49-F238E27FC236}">
                  <a16:creationId xmlns:a16="http://schemas.microsoft.com/office/drawing/2014/main" id="{2B8787E0-24D5-D1D4-4982-3BA085D04FFF}"/>
                </a:ext>
              </a:extLst>
            </p:cNvPr>
            <p:cNvSpPr/>
            <p:nvPr/>
          </p:nvSpPr>
          <p:spPr>
            <a:xfrm>
              <a:off x="6015270" y="1455672"/>
              <a:ext cx="259232" cy="163495"/>
            </a:xfrm>
            <a:custGeom>
              <a:avLst/>
              <a:gdLst/>
              <a:ahLst/>
              <a:cxnLst/>
              <a:rect l="l" t="t" r="r" b="b"/>
              <a:pathLst>
                <a:path w="180022" h="113538" extrusionOk="0">
                  <a:moveTo>
                    <a:pt x="0" y="56769"/>
                  </a:moveTo>
                  <a:cubicBezTo>
                    <a:pt x="0" y="88106"/>
                    <a:pt x="40291" y="113538"/>
                    <a:pt x="90011" y="113538"/>
                  </a:cubicBezTo>
                  <a:cubicBezTo>
                    <a:pt x="139732" y="113538"/>
                    <a:pt x="180022" y="88106"/>
                    <a:pt x="180022" y="56769"/>
                  </a:cubicBezTo>
                  <a:cubicBezTo>
                    <a:pt x="180022" y="25432"/>
                    <a:pt x="139732" y="0"/>
                    <a:pt x="90011" y="0"/>
                  </a:cubicBezTo>
                  <a:cubicBezTo>
                    <a:pt x="40291" y="0"/>
                    <a:pt x="0" y="25432"/>
                    <a:pt x="0" y="56769"/>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1" name="Google Shape;1591;p48">
              <a:extLst>
                <a:ext uri="{FF2B5EF4-FFF2-40B4-BE49-F238E27FC236}">
                  <a16:creationId xmlns:a16="http://schemas.microsoft.com/office/drawing/2014/main" id="{6305D334-E13B-4277-AADD-B4728AC43FF9}"/>
                </a:ext>
              </a:extLst>
            </p:cNvPr>
            <p:cNvSpPr/>
            <p:nvPr/>
          </p:nvSpPr>
          <p:spPr>
            <a:xfrm>
              <a:off x="5953301" y="1558450"/>
              <a:ext cx="204094" cy="151698"/>
            </a:xfrm>
            <a:custGeom>
              <a:avLst/>
              <a:gdLst/>
              <a:ahLst/>
              <a:cxnLst/>
              <a:rect l="l" t="t" r="r" b="b"/>
              <a:pathLst>
                <a:path w="141732" h="105346" extrusionOk="0">
                  <a:moveTo>
                    <a:pt x="0" y="52673"/>
                  </a:moveTo>
                  <a:cubicBezTo>
                    <a:pt x="0" y="81725"/>
                    <a:pt x="31718" y="105347"/>
                    <a:pt x="70866" y="105347"/>
                  </a:cubicBezTo>
                  <a:cubicBezTo>
                    <a:pt x="110014" y="105347"/>
                    <a:pt x="141732" y="81725"/>
                    <a:pt x="141732" y="52673"/>
                  </a:cubicBezTo>
                  <a:cubicBezTo>
                    <a:pt x="141732" y="23622"/>
                    <a:pt x="110014" y="0"/>
                    <a:pt x="70866" y="0"/>
                  </a:cubicBezTo>
                  <a:cubicBezTo>
                    <a:pt x="31718" y="0"/>
                    <a:pt x="0" y="23622"/>
                    <a:pt x="0" y="52673"/>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2" name="Google Shape;1592;p48">
              <a:extLst>
                <a:ext uri="{FF2B5EF4-FFF2-40B4-BE49-F238E27FC236}">
                  <a16:creationId xmlns:a16="http://schemas.microsoft.com/office/drawing/2014/main" id="{EC802EDA-8995-B2C1-A93E-8C2F97286164}"/>
                </a:ext>
              </a:extLst>
            </p:cNvPr>
            <p:cNvSpPr/>
            <p:nvPr/>
          </p:nvSpPr>
          <p:spPr>
            <a:xfrm>
              <a:off x="5989849" y="1667136"/>
              <a:ext cx="121798" cy="54315"/>
            </a:xfrm>
            <a:custGeom>
              <a:avLst/>
              <a:gdLst/>
              <a:ahLst/>
              <a:cxnLst/>
              <a:rect l="l" t="t" r="r" b="b"/>
              <a:pathLst>
                <a:path w="84582" h="37719" extrusionOk="0">
                  <a:moveTo>
                    <a:pt x="0" y="18859"/>
                  </a:moveTo>
                  <a:cubicBezTo>
                    <a:pt x="0" y="29242"/>
                    <a:pt x="18955" y="37719"/>
                    <a:pt x="42291" y="37719"/>
                  </a:cubicBezTo>
                  <a:cubicBezTo>
                    <a:pt x="65627" y="37719"/>
                    <a:pt x="84582" y="29242"/>
                    <a:pt x="84582" y="18859"/>
                  </a:cubicBezTo>
                  <a:cubicBezTo>
                    <a:pt x="84582" y="8477"/>
                    <a:pt x="65627" y="0"/>
                    <a:pt x="42291" y="0"/>
                  </a:cubicBezTo>
                  <a:cubicBezTo>
                    <a:pt x="18955" y="0"/>
                    <a:pt x="0" y="8477"/>
                    <a:pt x="0" y="18859"/>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3" name="Google Shape;1593;p48">
              <a:extLst>
                <a:ext uri="{FF2B5EF4-FFF2-40B4-BE49-F238E27FC236}">
                  <a16:creationId xmlns:a16="http://schemas.microsoft.com/office/drawing/2014/main" id="{0E83EE67-7565-CD14-4DFF-8E7F3CB77C8F}"/>
                </a:ext>
              </a:extLst>
            </p:cNvPr>
            <p:cNvSpPr/>
            <p:nvPr/>
          </p:nvSpPr>
          <p:spPr>
            <a:xfrm>
              <a:off x="6028324" y="1419261"/>
              <a:ext cx="228508" cy="121523"/>
            </a:xfrm>
            <a:custGeom>
              <a:avLst/>
              <a:gdLst/>
              <a:ahLst/>
              <a:cxnLst/>
              <a:rect l="l" t="t" r="r" b="b"/>
              <a:pathLst>
                <a:path w="158686" h="84391" extrusionOk="0">
                  <a:moveTo>
                    <a:pt x="158686" y="42196"/>
                  </a:moveTo>
                  <a:cubicBezTo>
                    <a:pt x="158686" y="65500"/>
                    <a:pt x="123163" y="84391"/>
                    <a:pt x="79343" y="84391"/>
                  </a:cubicBezTo>
                  <a:cubicBezTo>
                    <a:pt x="35523" y="84391"/>
                    <a:pt x="0" y="65500"/>
                    <a:pt x="0" y="42196"/>
                  </a:cubicBezTo>
                  <a:cubicBezTo>
                    <a:pt x="0" y="18892"/>
                    <a:pt x="35523" y="0"/>
                    <a:pt x="79343" y="0"/>
                  </a:cubicBezTo>
                  <a:cubicBezTo>
                    <a:pt x="123163" y="0"/>
                    <a:pt x="158686" y="18892"/>
                    <a:pt x="158686" y="42196"/>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4" name="Google Shape;1594;p48">
              <a:extLst>
                <a:ext uri="{FF2B5EF4-FFF2-40B4-BE49-F238E27FC236}">
                  <a16:creationId xmlns:a16="http://schemas.microsoft.com/office/drawing/2014/main" id="{F35FD806-52B6-90EF-56CB-BA6A8467A058}"/>
                </a:ext>
              </a:extLst>
            </p:cNvPr>
            <p:cNvSpPr/>
            <p:nvPr/>
          </p:nvSpPr>
          <p:spPr>
            <a:xfrm>
              <a:off x="5963743" y="1476695"/>
              <a:ext cx="228508" cy="121523"/>
            </a:xfrm>
            <a:custGeom>
              <a:avLst/>
              <a:gdLst/>
              <a:ahLst/>
              <a:cxnLst/>
              <a:rect l="l" t="t" r="r" b="b"/>
              <a:pathLst>
                <a:path w="158686" h="84391" extrusionOk="0">
                  <a:moveTo>
                    <a:pt x="0" y="42196"/>
                  </a:moveTo>
                  <a:cubicBezTo>
                    <a:pt x="0" y="65532"/>
                    <a:pt x="35528" y="84391"/>
                    <a:pt x="79343" y="84391"/>
                  </a:cubicBezTo>
                  <a:cubicBezTo>
                    <a:pt x="123158" y="84391"/>
                    <a:pt x="158686" y="65532"/>
                    <a:pt x="158686" y="42196"/>
                  </a:cubicBezTo>
                  <a:cubicBezTo>
                    <a:pt x="158686" y="18860"/>
                    <a:pt x="123158" y="0"/>
                    <a:pt x="79343" y="0"/>
                  </a:cubicBezTo>
                  <a:cubicBezTo>
                    <a:pt x="35528" y="0"/>
                    <a:pt x="0" y="18860"/>
                    <a:pt x="0" y="42196"/>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5" name="Google Shape;1595;p48">
              <a:extLst>
                <a:ext uri="{FF2B5EF4-FFF2-40B4-BE49-F238E27FC236}">
                  <a16:creationId xmlns:a16="http://schemas.microsoft.com/office/drawing/2014/main" id="{045B7152-7385-9D69-704E-80FA3A77F378}"/>
                </a:ext>
              </a:extLst>
            </p:cNvPr>
            <p:cNvSpPr/>
            <p:nvPr/>
          </p:nvSpPr>
          <p:spPr>
            <a:xfrm>
              <a:off x="5978033" y="1455672"/>
              <a:ext cx="228508" cy="121523"/>
            </a:xfrm>
            <a:custGeom>
              <a:avLst/>
              <a:gdLst/>
              <a:ahLst/>
              <a:cxnLst/>
              <a:rect l="l" t="t" r="r" b="b"/>
              <a:pathLst>
                <a:path w="158686" h="84391" extrusionOk="0">
                  <a:moveTo>
                    <a:pt x="158687" y="42196"/>
                  </a:moveTo>
                  <a:cubicBezTo>
                    <a:pt x="158687" y="65500"/>
                    <a:pt x="123163" y="84392"/>
                    <a:pt x="79343" y="84392"/>
                  </a:cubicBezTo>
                  <a:cubicBezTo>
                    <a:pt x="35523" y="84392"/>
                    <a:pt x="0" y="65500"/>
                    <a:pt x="0" y="42196"/>
                  </a:cubicBezTo>
                  <a:cubicBezTo>
                    <a:pt x="0" y="18892"/>
                    <a:pt x="35523" y="0"/>
                    <a:pt x="79343" y="0"/>
                  </a:cubicBezTo>
                  <a:cubicBezTo>
                    <a:pt x="123163" y="0"/>
                    <a:pt x="158687" y="18892"/>
                    <a:pt x="158687" y="42196"/>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6" name="Google Shape;1596;p48">
              <a:extLst>
                <a:ext uri="{FF2B5EF4-FFF2-40B4-BE49-F238E27FC236}">
                  <a16:creationId xmlns:a16="http://schemas.microsoft.com/office/drawing/2014/main" id="{0994F463-10A2-7D24-08F1-57A4EAD42BDD}"/>
                </a:ext>
              </a:extLst>
            </p:cNvPr>
            <p:cNvSpPr/>
            <p:nvPr/>
          </p:nvSpPr>
          <p:spPr>
            <a:xfrm>
              <a:off x="6068857" y="1394802"/>
              <a:ext cx="228508" cy="121523"/>
            </a:xfrm>
            <a:custGeom>
              <a:avLst/>
              <a:gdLst/>
              <a:ahLst/>
              <a:cxnLst/>
              <a:rect l="l" t="t" r="r" b="b"/>
              <a:pathLst>
                <a:path w="158686" h="84391" extrusionOk="0">
                  <a:moveTo>
                    <a:pt x="0" y="42196"/>
                  </a:moveTo>
                  <a:cubicBezTo>
                    <a:pt x="0" y="65532"/>
                    <a:pt x="35529" y="84392"/>
                    <a:pt x="79343" y="84392"/>
                  </a:cubicBezTo>
                  <a:cubicBezTo>
                    <a:pt x="123159" y="84392"/>
                    <a:pt x="158687" y="65532"/>
                    <a:pt x="158687" y="42196"/>
                  </a:cubicBezTo>
                  <a:cubicBezTo>
                    <a:pt x="158687" y="18860"/>
                    <a:pt x="123159" y="0"/>
                    <a:pt x="79343" y="0"/>
                  </a:cubicBezTo>
                  <a:cubicBezTo>
                    <a:pt x="35529" y="0"/>
                    <a:pt x="0" y="18860"/>
                    <a:pt x="0" y="42196"/>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7" name="Google Shape;1597;p48">
              <a:extLst>
                <a:ext uri="{FF2B5EF4-FFF2-40B4-BE49-F238E27FC236}">
                  <a16:creationId xmlns:a16="http://schemas.microsoft.com/office/drawing/2014/main" id="{3A4CB9A6-44F9-4E12-97C4-1666FC6FC9C7}"/>
                </a:ext>
              </a:extLst>
            </p:cNvPr>
            <p:cNvSpPr/>
            <p:nvPr/>
          </p:nvSpPr>
          <p:spPr>
            <a:xfrm>
              <a:off x="6266948" y="1433033"/>
              <a:ext cx="137661" cy="65634"/>
            </a:xfrm>
            <a:custGeom>
              <a:avLst/>
              <a:gdLst/>
              <a:ahLst/>
              <a:cxnLst/>
              <a:rect l="l" t="t" r="r" b="b"/>
              <a:pathLst>
                <a:path w="95598" h="45579" extrusionOk="0">
                  <a:moveTo>
                    <a:pt x="127" y="30458"/>
                  </a:moveTo>
                  <a:cubicBezTo>
                    <a:pt x="2031" y="42269"/>
                    <a:pt x="24891" y="48460"/>
                    <a:pt x="51276" y="44269"/>
                  </a:cubicBezTo>
                  <a:cubicBezTo>
                    <a:pt x="77565" y="40078"/>
                    <a:pt x="97377" y="27028"/>
                    <a:pt x="95471" y="15122"/>
                  </a:cubicBezTo>
                  <a:cubicBezTo>
                    <a:pt x="93567" y="3311"/>
                    <a:pt x="70707" y="-2880"/>
                    <a:pt x="44322" y="1311"/>
                  </a:cubicBezTo>
                  <a:cubicBezTo>
                    <a:pt x="18034" y="5502"/>
                    <a:pt x="-1778" y="18551"/>
                    <a:pt x="127" y="30458"/>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8" name="Google Shape;1598;p48">
              <a:extLst>
                <a:ext uri="{FF2B5EF4-FFF2-40B4-BE49-F238E27FC236}">
                  <a16:creationId xmlns:a16="http://schemas.microsoft.com/office/drawing/2014/main" id="{0A972E91-908A-E130-FB97-83EC20776065}"/>
                </a:ext>
              </a:extLst>
            </p:cNvPr>
            <p:cNvSpPr/>
            <p:nvPr/>
          </p:nvSpPr>
          <p:spPr>
            <a:xfrm>
              <a:off x="6283024" y="1465873"/>
              <a:ext cx="137661" cy="65634"/>
            </a:xfrm>
            <a:custGeom>
              <a:avLst/>
              <a:gdLst/>
              <a:ahLst/>
              <a:cxnLst/>
              <a:rect l="l" t="t" r="r" b="b"/>
              <a:pathLst>
                <a:path w="95598" h="45579" extrusionOk="0">
                  <a:moveTo>
                    <a:pt x="127" y="30457"/>
                  </a:moveTo>
                  <a:cubicBezTo>
                    <a:pt x="2032" y="42268"/>
                    <a:pt x="24891" y="48460"/>
                    <a:pt x="51276" y="44269"/>
                  </a:cubicBezTo>
                  <a:cubicBezTo>
                    <a:pt x="77565" y="40078"/>
                    <a:pt x="97377" y="27029"/>
                    <a:pt x="95472" y="15122"/>
                  </a:cubicBezTo>
                  <a:cubicBezTo>
                    <a:pt x="93567" y="3311"/>
                    <a:pt x="70707" y="-2880"/>
                    <a:pt x="44323" y="1311"/>
                  </a:cubicBezTo>
                  <a:cubicBezTo>
                    <a:pt x="18034" y="5502"/>
                    <a:pt x="-1778" y="18551"/>
                    <a:pt x="127" y="30457"/>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9" name="Google Shape;1599;p48">
              <a:extLst>
                <a:ext uri="{FF2B5EF4-FFF2-40B4-BE49-F238E27FC236}">
                  <a16:creationId xmlns:a16="http://schemas.microsoft.com/office/drawing/2014/main" id="{CD969FC2-039A-051E-7B2E-BD7E6FD62926}"/>
                </a:ext>
              </a:extLst>
            </p:cNvPr>
            <p:cNvSpPr/>
            <p:nvPr/>
          </p:nvSpPr>
          <p:spPr>
            <a:xfrm>
              <a:off x="6125330" y="1577549"/>
              <a:ext cx="67208" cy="116585"/>
            </a:xfrm>
            <a:custGeom>
              <a:avLst/>
              <a:gdLst/>
              <a:ahLst/>
              <a:cxnLst/>
              <a:rect l="l" t="t" r="r" b="b"/>
              <a:pathLst>
                <a:path w="46672" h="80962" extrusionOk="0">
                  <a:moveTo>
                    <a:pt x="0" y="40481"/>
                  </a:moveTo>
                  <a:cubicBezTo>
                    <a:pt x="0" y="62865"/>
                    <a:pt x="10477" y="80963"/>
                    <a:pt x="23336" y="80963"/>
                  </a:cubicBezTo>
                  <a:cubicBezTo>
                    <a:pt x="36195" y="80963"/>
                    <a:pt x="46672" y="62865"/>
                    <a:pt x="46672" y="40481"/>
                  </a:cubicBezTo>
                  <a:cubicBezTo>
                    <a:pt x="46672" y="18098"/>
                    <a:pt x="36195" y="0"/>
                    <a:pt x="23336" y="0"/>
                  </a:cubicBezTo>
                  <a:cubicBezTo>
                    <a:pt x="10477" y="0"/>
                    <a:pt x="0" y="18098"/>
                    <a:pt x="0" y="40481"/>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0" name="Google Shape;1600;p48">
              <a:extLst>
                <a:ext uri="{FF2B5EF4-FFF2-40B4-BE49-F238E27FC236}">
                  <a16:creationId xmlns:a16="http://schemas.microsoft.com/office/drawing/2014/main" id="{CEC4D208-B22F-0308-B19E-D5CEB476096C}"/>
                </a:ext>
              </a:extLst>
            </p:cNvPr>
            <p:cNvSpPr/>
            <p:nvPr/>
          </p:nvSpPr>
          <p:spPr>
            <a:xfrm>
              <a:off x="5822569" y="1908141"/>
              <a:ext cx="228570" cy="755339"/>
            </a:xfrm>
            <a:custGeom>
              <a:avLst/>
              <a:gdLst/>
              <a:ahLst/>
              <a:cxnLst/>
              <a:rect l="l" t="t" r="r" b="b"/>
              <a:pathLst>
                <a:path w="158729" h="524541" extrusionOk="0">
                  <a:moveTo>
                    <a:pt x="118629" y="524542"/>
                  </a:moveTo>
                  <a:lnTo>
                    <a:pt x="6044" y="524542"/>
                  </a:lnTo>
                  <a:cubicBezTo>
                    <a:pt x="805" y="441008"/>
                    <a:pt x="-243" y="370713"/>
                    <a:pt x="43" y="318421"/>
                  </a:cubicBezTo>
                  <a:cubicBezTo>
                    <a:pt x="1090" y="91059"/>
                    <a:pt x="26903" y="32861"/>
                    <a:pt x="66622" y="8858"/>
                  </a:cubicBezTo>
                  <a:cubicBezTo>
                    <a:pt x="74528" y="4096"/>
                    <a:pt x="81672" y="1429"/>
                    <a:pt x="86244" y="0"/>
                  </a:cubicBezTo>
                  <a:cubicBezTo>
                    <a:pt x="110438" y="79629"/>
                    <a:pt x="134536" y="159258"/>
                    <a:pt x="158730" y="238792"/>
                  </a:cubicBezTo>
                  <a:cubicBezTo>
                    <a:pt x="145394" y="334042"/>
                    <a:pt x="131964" y="429292"/>
                    <a:pt x="118629" y="524542"/>
                  </a:cubicBezTo>
                  <a:close/>
                </a:path>
              </a:pathLst>
            </a:custGeom>
            <a:solidFill>
              <a:srgbClr val="F26C5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1" name="Google Shape;1601;p48">
              <a:extLst>
                <a:ext uri="{FF2B5EF4-FFF2-40B4-BE49-F238E27FC236}">
                  <a16:creationId xmlns:a16="http://schemas.microsoft.com/office/drawing/2014/main" id="{2E438F39-14B4-36CD-7CE1-1D80C250EA72}"/>
                </a:ext>
              </a:extLst>
            </p:cNvPr>
            <p:cNvSpPr/>
            <p:nvPr/>
          </p:nvSpPr>
          <p:spPr>
            <a:xfrm>
              <a:off x="5831287" y="2625661"/>
              <a:ext cx="534237" cy="503376"/>
            </a:xfrm>
            <a:custGeom>
              <a:avLst/>
              <a:gdLst/>
              <a:ahLst/>
              <a:cxnLst/>
              <a:rect l="l" t="t" r="r" b="b"/>
              <a:pathLst>
                <a:path w="370998" h="349567" extrusionOk="0">
                  <a:moveTo>
                    <a:pt x="370999" y="298514"/>
                  </a:moveTo>
                  <a:cubicBezTo>
                    <a:pt x="350997" y="315563"/>
                    <a:pt x="330994" y="332518"/>
                    <a:pt x="310991" y="349568"/>
                  </a:cubicBezTo>
                  <a:cubicBezTo>
                    <a:pt x="270510" y="317659"/>
                    <a:pt x="235744" y="293656"/>
                    <a:pt x="211074" y="277559"/>
                  </a:cubicBezTo>
                  <a:cubicBezTo>
                    <a:pt x="107442" y="209645"/>
                    <a:pt x="67628" y="192215"/>
                    <a:pt x="35052" y="140684"/>
                  </a:cubicBezTo>
                  <a:cubicBezTo>
                    <a:pt x="20860" y="118301"/>
                    <a:pt x="3906" y="82106"/>
                    <a:pt x="0" y="27146"/>
                  </a:cubicBezTo>
                  <a:cubicBezTo>
                    <a:pt x="30861" y="18098"/>
                    <a:pt x="61722" y="9049"/>
                    <a:pt x="92583" y="0"/>
                  </a:cubicBezTo>
                  <a:cubicBezTo>
                    <a:pt x="123825" y="23717"/>
                    <a:pt x="146209" y="45625"/>
                    <a:pt x="159925" y="60198"/>
                  </a:cubicBezTo>
                  <a:cubicBezTo>
                    <a:pt x="235648" y="140113"/>
                    <a:pt x="247174" y="201073"/>
                    <a:pt x="325850" y="266224"/>
                  </a:cubicBezTo>
                  <a:cubicBezTo>
                    <a:pt x="344614" y="281750"/>
                    <a:pt x="361188" y="292513"/>
                    <a:pt x="370999" y="298609"/>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2" name="Google Shape;1602;p48">
              <a:extLst>
                <a:ext uri="{FF2B5EF4-FFF2-40B4-BE49-F238E27FC236}">
                  <a16:creationId xmlns:a16="http://schemas.microsoft.com/office/drawing/2014/main" id="{A038DE7D-F247-162E-9C51-6082838457B9}"/>
                </a:ext>
              </a:extLst>
            </p:cNvPr>
            <p:cNvSpPr/>
            <p:nvPr/>
          </p:nvSpPr>
          <p:spPr>
            <a:xfrm>
              <a:off x="5773853" y="1880373"/>
              <a:ext cx="559201" cy="1258993"/>
            </a:xfrm>
            <a:custGeom>
              <a:avLst/>
              <a:gdLst/>
              <a:ahLst/>
              <a:cxnLst/>
              <a:rect l="l" t="t" r="r" b="b"/>
              <a:pathLst>
                <a:path w="388334" h="874301" extrusionOk="0">
                  <a:moveTo>
                    <a:pt x="0" y="502738"/>
                  </a:moveTo>
                  <a:cubicBezTo>
                    <a:pt x="66484" y="743054"/>
                    <a:pt x="189548" y="886024"/>
                    <a:pt x="285083" y="873547"/>
                  </a:cubicBezTo>
                  <a:cubicBezTo>
                    <a:pt x="304324" y="871070"/>
                    <a:pt x="344995" y="859259"/>
                    <a:pt x="388334" y="788393"/>
                  </a:cubicBezTo>
                  <a:cubicBezTo>
                    <a:pt x="318230" y="693143"/>
                    <a:pt x="248126" y="597988"/>
                    <a:pt x="178022" y="502738"/>
                  </a:cubicBezTo>
                  <a:cubicBezTo>
                    <a:pt x="191548" y="454923"/>
                    <a:pt x="204978" y="388343"/>
                    <a:pt x="205359" y="308238"/>
                  </a:cubicBezTo>
                  <a:cubicBezTo>
                    <a:pt x="205740" y="225275"/>
                    <a:pt x="191834" y="156504"/>
                    <a:pt x="178022" y="107641"/>
                  </a:cubicBezTo>
                  <a:cubicBezTo>
                    <a:pt x="180404" y="59540"/>
                    <a:pt x="163354" y="15915"/>
                    <a:pt x="134684" y="3819"/>
                  </a:cubicBezTo>
                  <a:cubicBezTo>
                    <a:pt x="96298" y="-12374"/>
                    <a:pt x="25527" y="23059"/>
                    <a:pt x="0" y="107641"/>
                  </a:cubicBezTo>
                  <a:lnTo>
                    <a:pt x="0" y="50264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3" name="Google Shape;1603;p48">
              <a:extLst>
                <a:ext uri="{FF2B5EF4-FFF2-40B4-BE49-F238E27FC236}">
                  <a16:creationId xmlns:a16="http://schemas.microsoft.com/office/drawing/2014/main" id="{5609FEA0-1E76-3522-A7CE-63C995DEEF69}"/>
                </a:ext>
              </a:extLst>
            </p:cNvPr>
            <p:cNvSpPr/>
            <p:nvPr/>
          </p:nvSpPr>
          <p:spPr>
            <a:xfrm>
              <a:off x="5782077" y="2739909"/>
              <a:ext cx="235954" cy="328980"/>
            </a:xfrm>
            <a:custGeom>
              <a:avLst/>
              <a:gdLst/>
              <a:ahLst/>
              <a:cxnLst/>
              <a:rect l="l" t="t" r="r" b="b"/>
              <a:pathLst>
                <a:path w="163857" h="228458" extrusionOk="0">
                  <a:moveTo>
                    <a:pt x="161653" y="228459"/>
                  </a:moveTo>
                  <a:cubicBezTo>
                    <a:pt x="160986" y="228459"/>
                    <a:pt x="160319" y="228173"/>
                    <a:pt x="159843" y="227507"/>
                  </a:cubicBezTo>
                  <a:lnTo>
                    <a:pt x="395" y="3574"/>
                  </a:lnTo>
                  <a:cubicBezTo>
                    <a:pt x="-272" y="2526"/>
                    <a:pt x="-81" y="1192"/>
                    <a:pt x="871" y="430"/>
                  </a:cubicBezTo>
                  <a:cubicBezTo>
                    <a:pt x="1823" y="-331"/>
                    <a:pt x="3252" y="-46"/>
                    <a:pt x="4014" y="1002"/>
                  </a:cubicBezTo>
                  <a:lnTo>
                    <a:pt x="163463" y="224935"/>
                  </a:lnTo>
                  <a:cubicBezTo>
                    <a:pt x="164130" y="225982"/>
                    <a:pt x="163939" y="227316"/>
                    <a:pt x="162987" y="228078"/>
                  </a:cubicBezTo>
                  <a:cubicBezTo>
                    <a:pt x="162605" y="228364"/>
                    <a:pt x="162129" y="228459"/>
                    <a:pt x="161653" y="22845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4" name="Google Shape;1604;p48">
              <a:extLst>
                <a:ext uri="{FF2B5EF4-FFF2-40B4-BE49-F238E27FC236}">
                  <a16:creationId xmlns:a16="http://schemas.microsoft.com/office/drawing/2014/main" id="{4F2AE71D-9FD2-8198-0D89-25EE5D25B86C}"/>
                </a:ext>
              </a:extLst>
            </p:cNvPr>
            <p:cNvSpPr/>
            <p:nvPr/>
          </p:nvSpPr>
          <p:spPr>
            <a:xfrm>
              <a:off x="5770743" y="2640455"/>
              <a:ext cx="17728" cy="58887"/>
            </a:xfrm>
            <a:custGeom>
              <a:avLst/>
              <a:gdLst/>
              <a:ahLst/>
              <a:cxnLst/>
              <a:rect l="l" t="t" r="r" b="b"/>
              <a:pathLst>
                <a:path w="12311" h="40894" extrusionOk="0">
                  <a:moveTo>
                    <a:pt x="10061" y="40894"/>
                  </a:moveTo>
                  <a:cubicBezTo>
                    <a:pt x="9013" y="40894"/>
                    <a:pt x="8156" y="40228"/>
                    <a:pt x="7870" y="39180"/>
                  </a:cubicBezTo>
                  <a:lnTo>
                    <a:pt x="60" y="2699"/>
                  </a:lnTo>
                  <a:cubicBezTo>
                    <a:pt x="-226" y="1461"/>
                    <a:pt x="536" y="318"/>
                    <a:pt x="1775" y="32"/>
                  </a:cubicBezTo>
                  <a:cubicBezTo>
                    <a:pt x="2917" y="-158"/>
                    <a:pt x="4156" y="508"/>
                    <a:pt x="4441" y="1747"/>
                  </a:cubicBezTo>
                  <a:lnTo>
                    <a:pt x="12252" y="38227"/>
                  </a:lnTo>
                  <a:cubicBezTo>
                    <a:pt x="12538" y="39466"/>
                    <a:pt x="11776" y="40609"/>
                    <a:pt x="10537" y="40894"/>
                  </a:cubicBezTo>
                  <a:cubicBezTo>
                    <a:pt x="10347" y="40894"/>
                    <a:pt x="10251" y="40894"/>
                    <a:pt x="10061" y="4089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5" name="Google Shape;1605;p48">
              <a:extLst>
                <a:ext uri="{FF2B5EF4-FFF2-40B4-BE49-F238E27FC236}">
                  <a16:creationId xmlns:a16="http://schemas.microsoft.com/office/drawing/2014/main" id="{44ADF276-1AC6-1BE9-B76B-8D4A72DAFA43}"/>
                </a:ext>
              </a:extLst>
            </p:cNvPr>
            <p:cNvSpPr/>
            <p:nvPr/>
          </p:nvSpPr>
          <p:spPr>
            <a:xfrm>
              <a:off x="5749394" y="2081269"/>
              <a:ext cx="33330" cy="470870"/>
            </a:xfrm>
            <a:custGeom>
              <a:avLst/>
              <a:gdLst/>
              <a:ahLst/>
              <a:cxnLst/>
              <a:rect l="l" t="t" r="r" b="b"/>
              <a:pathLst>
                <a:path w="23146" h="326993" extrusionOk="0">
                  <a:moveTo>
                    <a:pt x="20860" y="326993"/>
                  </a:moveTo>
                  <a:cubicBezTo>
                    <a:pt x="19717" y="326993"/>
                    <a:pt x="18669" y="326041"/>
                    <a:pt x="18669" y="324898"/>
                  </a:cubicBezTo>
                  <a:lnTo>
                    <a:pt x="0" y="2381"/>
                  </a:lnTo>
                  <a:cubicBezTo>
                    <a:pt x="0" y="1143"/>
                    <a:pt x="858" y="95"/>
                    <a:pt x="2096" y="0"/>
                  </a:cubicBezTo>
                  <a:cubicBezTo>
                    <a:pt x="3334" y="95"/>
                    <a:pt x="4382" y="857"/>
                    <a:pt x="4477" y="2096"/>
                  </a:cubicBezTo>
                  <a:lnTo>
                    <a:pt x="23146" y="324612"/>
                  </a:lnTo>
                  <a:cubicBezTo>
                    <a:pt x="23146" y="325850"/>
                    <a:pt x="22289" y="326898"/>
                    <a:pt x="21050" y="326993"/>
                  </a:cubicBezTo>
                  <a:lnTo>
                    <a:pt x="20955" y="326993"/>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6" name="Google Shape;1606;p48">
              <a:extLst>
                <a:ext uri="{FF2B5EF4-FFF2-40B4-BE49-F238E27FC236}">
                  <a16:creationId xmlns:a16="http://schemas.microsoft.com/office/drawing/2014/main" id="{63FB3BD1-C7B5-C522-3BBE-E679A08AC3C8}"/>
                </a:ext>
              </a:extLst>
            </p:cNvPr>
            <p:cNvSpPr/>
            <p:nvPr/>
          </p:nvSpPr>
          <p:spPr>
            <a:xfrm>
              <a:off x="6027461" y="2185932"/>
              <a:ext cx="68243" cy="422078"/>
            </a:xfrm>
            <a:custGeom>
              <a:avLst/>
              <a:gdLst/>
              <a:ahLst/>
              <a:cxnLst/>
              <a:rect l="l" t="t" r="r" b="b"/>
              <a:pathLst>
                <a:path w="47391" h="293110" extrusionOk="0">
                  <a:moveTo>
                    <a:pt x="2217" y="293111"/>
                  </a:moveTo>
                  <a:cubicBezTo>
                    <a:pt x="693" y="292920"/>
                    <a:pt x="-164" y="291777"/>
                    <a:pt x="26" y="290539"/>
                  </a:cubicBezTo>
                  <a:lnTo>
                    <a:pt x="42889" y="1932"/>
                  </a:lnTo>
                  <a:cubicBezTo>
                    <a:pt x="43079" y="693"/>
                    <a:pt x="44032" y="-164"/>
                    <a:pt x="45460" y="26"/>
                  </a:cubicBezTo>
                  <a:cubicBezTo>
                    <a:pt x="46698" y="217"/>
                    <a:pt x="47556" y="1360"/>
                    <a:pt x="47365" y="2598"/>
                  </a:cubicBezTo>
                  <a:lnTo>
                    <a:pt x="4503" y="291206"/>
                  </a:lnTo>
                  <a:cubicBezTo>
                    <a:pt x="4312" y="292349"/>
                    <a:pt x="3360" y="293111"/>
                    <a:pt x="2312" y="29311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7" name="Google Shape;1607;p48">
              <a:extLst>
                <a:ext uri="{FF2B5EF4-FFF2-40B4-BE49-F238E27FC236}">
                  <a16:creationId xmlns:a16="http://schemas.microsoft.com/office/drawing/2014/main" id="{F14B9C0A-0191-5DEE-BBFD-987D3E4FD2D8}"/>
                </a:ext>
              </a:extLst>
            </p:cNvPr>
            <p:cNvSpPr/>
            <p:nvPr/>
          </p:nvSpPr>
          <p:spPr>
            <a:xfrm>
              <a:off x="6002193" y="2591965"/>
              <a:ext cx="11356" cy="20468"/>
            </a:xfrm>
            <a:custGeom>
              <a:avLst/>
              <a:gdLst/>
              <a:ahLst/>
              <a:cxnLst/>
              <a:rect l="l" t="t" r="r" b="b"/>
              <a:pathLst>
                <a:path w="7886" h="14214" extrusionOk="0">
                  <a:moveTo>
                    <a:pt x="2207" y="14119"/>
                  </a:moveTo>
                  <a:cubicBezTo>
                    <a:pt x="302" y="13548"/>
                    <a:pt x="-269" y="12310"/>
                    <a:pt x="111" y="11167"/>
                  </a:cubicBezTo>
                  <a:lnTo>
                    <a:pt x="3540" y="1451"/>
                  </a:lnTo>
                  <a:cubicBezTo>
                    <a:pt x="3922" y="308"/>
                    <a:pt x="5255" y="-263"/>
                    <a:pt x="6398" y="118"/>
                  </a:cubicBezTo>
                  <a:cubicBezTo>
                    <a:pt x="7541" y="499"/>
                    <a:pt x="8207" y="1832"/>
                    <a:pt x="7731" y="2975"/>
                  </a:cubicBezTo>
                  <a:lnTo>
                    <a:pt x="4302" y="12691"/>
                  </a:lnTo>
                  <a:cubicBezTo>
                    <a:pt x="4016" y="13643"/>
                    <a:pt x="3159" y="14215"/>
                    <a:pt x="2207" y="1421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8" name="Google Shape;1608;p48">
              <a:extLst>
                <a:ext uri="{FF2B5EF4-FFF2-40B4-BE49-F238E27FC236}">
                  <a16:creationId xmlns:a16="http://schemas.microsoft.com/office/drawing/2014/main" id="{767CA3BD-F7D3-53D7-9FBF-3AD1BD5925A8}"/>
                </a:ext>
              </a:extLst>
            </p:cNvPr>
            <p:cNvSpPr/>
            <p:nvPr/>
          </p:nvSpPr>
          <p:spPr>
            <a:xfrm>
              <a:off x="6042259" y="2622421"/>
              <a:ext cx="211522" cy="285097"/>
            </a:xfrm>
            <a:custGeom>
              <a:avLst/>
              <a:gdLst/>
              <a:ahLst/>
              <a:cxnLst/>
              <a:rect l="l" t="t" r="r" b="b"/>
              <a:pathLst>
                <a:path w="146890" h="197984" extrusionOk="0">
                  <a:moveTo>
                    <a:pt x="144644" y="197984"/>
                  </a:moveTo>
                  <a:cubicBezTo>
                    <a:pt x="143978" y="197984"/>
                    <a:pt x="143311" y="197699"/>
                    <a:pt x="142835" y="197032"/>
                  </a:cubicBezTo>
                  <a:lnTo>
                    <a:pt x="436" y="3579"/>
                  </a:lnTo>
                  <a:cubicBezTo>
                    <a:pt x="-326" y="2627"/>
                    <a:pt x="-40" y="1198"/>
                    <a:pt x="912" y="436"/>
                  </a:cubicBezTo>
                  <a:cubicBezTo>
                    <a:pt x="1865" y="-326"/>
                    <a:pt x="3293" y="-40"/>
                    <a:pt x="4056" y="912"/>
                  </a:cubicBezTo>
                  <a:lnTo>
                    <a:pt x="146454" y="194365"/>
                  </a:lnTo>
                  <a:cubicBezTo>
                    <a:pt x="147216" y="195318"/>
                    <a:pt x="146931" y="196746"/>
                    <a:pt x="145978" y="197508"/>
                  </a:cubicBezTo>
                  <a:cubicBezTo>
                    <a:pt x="145597" y="197794"/>
                    <a:pt x="145121" y="197984"/>
                    <a:pt x="144644" y="19798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9" name="Google Shape;1609;p48">
              <a:extLst>
                <a:ext uri="{FF2B5EF4-FFF2-40B4-BE49-F238E27FC236}">
                  <a16:creationId xmlns:a16="http://schemas.microsoft.com/office/drawing/2014/main" id="{2CBAF3B2-4DA0-E56D-4BDD-EBFBC6F5909A}"/>
                </a:ext>
              </a:extLst>
            </p:cNvPr>
            <p:cNvSpPr/>
            <p:nvPr/>
          </p:nvSpPr>
          <p:spPr>
            <a:xfrm>
              <a:off x="5889306" y="1828757"/>
              <a:ext cx="253015" cy="173884"/>
            </a:xfrm>
            <a:custGeom>
              <a:avLst/>
              <a:gdLst/>
              <a:ahLst/>
              <a:cxnLst/>
              <a:rect l="l" t="t" r="r" b="b"/>
              <a:pathLst>
                <a:path w="175705" h="120753" extrusionOk="0">
                  <a:moveTo>
                    <a:pt x="173331" y="120658"/>
                  </a:moveTo>
                  <a:cubicBezTo>
                    <a:pt x="173331" y="120658"/>
                    <a:pt x="172760" y="120658"/>
                    <a:pt x="172474" y="120467"/>
                  </a:cubicBezTo>
                  <a:cubicBezTo>
                    <a:pt x="136660" y="104942"/>
                    <a:pt x="102560" y="85701"/>
                    <a:pt x="70937" y="63222"/>
                  </a:cubicBezTo>
                  <a:cubicBezTo>
                    <a:pt x="45982" y="45506"/>
                    <a:pt x="22360" y="25503"/>
                    <a:pt x="643" y="3786"/>
                  </a:cubicBezTo>
                  <a:cubicBezTo>
                    <a:pt x="-214" y="2929"/>
                    <a:pt x="-214" y="1500"/>
                    <a:pt x="643" y="643"/>
                  </a:cubicBezTo>
                  <a:cubicBezTo>
                    <a:pt x="1500" y="-214"/>
                    <a:pt x="2929" y="-214"/>
                    <a:pt x="3786" y="643"/>
                  </a:cubicBezTo>
                  <a:cubicBezTo>
                    <a:pt x="25313" y="22169"/>
                    <a:pt x="48840" y="41981"/>
                    <a:pt x="73605" y="59603"/>
                  </a:cubicBezTo>
                  <a:cubicBezTo>
                    <a:pt x="105037" y="81986"/>
                    <a:pt x="138851" y="101036"/>
                    <a:pt x="174379" y="116467"/>
                  </a:cubicBezTo>
                  <a:cubicBezTo>
                    <a:pt x="175522" y="116943"/>
                    <a:pt x="175998" y="118277"/>
                    <a:pt x="175522" y="119420"/>
                  </a:cubicBezTo>
                  <a:cubicBezTo>
                    <a:pt x="175141" y="120277"/>
                    <a:pt x="174379" y="120753"/>
                    <a:pt x="173522" y="12075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0" name="Google Shape;1610;p48">
              <a:extLst>
                <a:ext uri="{FF2B5EF4-FFF2-40B4-BE49-F238E27FC236}">
                  <a16:creationId xmlns:a16="http://schemas.microsoft.com/office/drawing/2014/main" id="{27331FBE-9E28-A443-2B41-27AA56F62999}"/>
                </a:ext>
              </a:extLst>
            </p:cNvPr>
            <p:cNvSpPr/>
            <p:nvPr/>
          </p:nvSpPr>
          <p:spPr>
            <a:xfrm>
              <a:off x="6235105" y="3101493"/>
              <a:ext cx="197793" cy="1852615"/>
            </a:xfrm>
            <a:custGeom>
              <a:avLst/>
              <a:gdLst/>
              <a:ahLst/>
              <a:cxnLst/>
              <a:rect l="l" t="t" r="r" b="b"/>
              <a:pathLst>
                <a:path w="137356" h="1286538" extrusionOk="0">
                  <a:moveTo>
                    <a:pt x="135071" y="1286539"/>
                  </a:moveTo>
                  <a:cubicBezTo>
                    <a:pt x="133833" y="1286539"/>
                    <a:pt x="132880" y="1285491"/>
                    <a:pt x="132880" y="1284348"/>
                  </a:cubicBezTo>
                  <a:lnTo>
                    <a:pt x="132880" y="51337"/>
                  </a:lnTo>
                  <a:cubicBezTo>
                    <a:pt x="122117" y="24953"/>
                    <a:pt x="100591" y="6665"/>
                    <a:pt x="78112" y="4664"/>
                  </a:cubicBezTo>
                  <a:cubicBezTo>
                    <a:pt x="63253" y="3331"/>
                    <a:pt x="47822" y="8855"/>
                    <a:pt x="34678" y="20095"/>
                  </a:cubicBezTo>
                  <a:cubicBezTo>
                    <a:pt x="17247" y="34858"/>
                    <a:pt x="6293" y="57719"/>
                    <a:pt x="4483" y="82674"/>
                  </a:cubicBezTo>
                  <a:cubicBezTo>
                    <a:pt x="4483" y="83912"/>
                    <a:pt x="3435" y="84960"/>
                    <a:pt x="2102" y="84770"/>
                  </a:cubicBezTo>
                  <a:cubicBezTo>
                    <a:pt x="864" y="84770"/>
                    <a:pt x="-89" y="83626"/>
                    <a:pt x="7" y="82388"/>
                  </a:cubicBezTo>
                  <a:cubicBezTo>
                    <a:pt x="1912" y="56195"/>
                    <a:pt x="13437" y="32287"/>
                    <a:pt x="31725" y="16666"/>
                  </a:cubicBezTo>
                  <a:cubicBezTo>
                    <a:pt x="45822" y="4664"/>
                    <a:pt x="62586" y="-1146"/>
                    <a:pt x="78492" y="187"/>
                  </a:cubicBezTo>
                  <a:cubicBezTo>
                    <a:pt x="102781" y="2283"/>
                    <a:pt x="125737" y="21904"/>
                    <a:pt x="137166" y="50003"/>
                  </a:cubicBezTo>
                  <a:cubicBezTo>
                    <a:pt x="137357" y="50861"/>
                    <a:pt x="137357" y="1284253"/>
                    <a:pt x="137357" y="1284253"/>
                  </a:cubicBezTo>
                  <a:cubicBezTo>
                    <a:pt x="137357" y="1285491"/>
                    <a:pt x="136405" y="1286444"/>
                    <a:pt x="135166" y="128644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1" name="Google Shape;1611;p48">
              <a:extLst>
                <a:ext uri="{FF2B5EF4-FFF2-40B4-BE49-F238E27FC236}">
                  <a16:creationId xmlns:a16="http://schemas.microsoft.com/office/drawing/2014/main" id="{14346929-44EE-FDA3-F661-523EC60EF619}"/>
                </a:ext>
              </a:extLst>
            </p:cNvPr>
            <p:cNvSpPr/>
            <p:nvPr/>
          </p:nvSpPr>
          <p:spPr>
            <a:xfrm>
              <a:off x="6262046" y="3046968"/>
              <a:ext cx="202236" cy="130120"/>
            </a:xfrm>
            <a:custGeom>
              <a:avLst/>
              <a:gdLst/>
              <a:ahLst/>
              <a:cxnLst/>
              <a:rect l="l" t="t" r="r" b="b"/>
              <a:pathLst>
                <a:path w="140442" h="90361" extrusionOk="0">
                  <a:moveTo>
                    <a:pt x="4572" y="75704"/>
                  </a:moveTo>
                  <a:cubicBezTo>
                    <a:pt x="17335" y="82086"/>
                    <a:pt x="41434" y="91801"/>
                    <a:pt x="72199" y="90182"/>
                  </a:cubicBezTo>
                  <a:cubicBezTo>
                    <a:pt x="85630" y="89515"/>
                    <a:pt x="97059" y="86753"/>
                    <a:pt x="106013" y="83800"/>
                  </a:cubicBezTo>
                  <a:cubicBezTo>
                    <a:pt x="126778" y="73894"/>
                    <a:pt x="141351" y="56559"/>
                    <a:pt x="140398" y="40652"/>
                  </a:cubicBezTo>
                  <a:cubicBezTo>
                    <a:pt x="139065" y="18363"/>
                    <a:pt x="107156" y="-6402"/>
                    <a:pt x="64389" y="1504"/>
                  </a:cubicBezTo>
                  <a:cubicBezTo>
                    <a:pt x="42957" y="15696"/>
                    <a:pt x="21431" y="29793"/>
                    <a:pt x="0" y="43986"/>
                  </a:cubicBezTo>
                  <a:cubicBezTo>
                    <a:pt x="1524" y="54558"/>
                    <a:pt x="3047" y="65131"/>
                    <a:pt x="4572" y="75704"/>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2" name="Google Shape;1612;p48">
              <a:extLst>
                <a:ext uri="{FF2B5EF4-FFF2-40B4-BE49-F238E27FC236}">
                  <a16:creationId xmlns:a16="http://schemas.microsoft.com/office/drawing/2014/main" id="{238D70D9-FCB4-A75E-21B8-1C2AF30E4867}"/>
                </a:ext>
              </a:extLst>
            </p:cNvPr>
            <p:cNvSpPr/>
            <p:nvPr/>
          </p:nvSpPr>
          <p:spPr>
            <a:xfrm>
              <a:off x="6736597" y="3733399"/>
              <a:ext cx="1547581" cy="824324"/>
            </a:xfrm>
            <a:custGeom>
              <a:avLst/>
              <a:gdLst/>
              <a:ahLst/>
              <a:cxnLst/>
              <a:rect l="l" t="t" r="r" b="b"/>
              <a:pathLst>
                <a:path w="1074709" h="572447" extrusionOk="0">
                  <a:moveTo>
                    <a:pt x="4885" y="209268"/>
                  </a:moveTo>
                  <a:cubicBezTo>
                    <a:pt x="10981" y="215079"/>
                    <a:pt x="20220" y="208697"/>
                    <a:pt x="32127" y="216507"/>
                  </a:cubicBezTo>
                  <a:cubicBezTo>
                    <a:pt x="41652" y="223175"/>
                    <a:pt x="44604" y="233271"/>
                    <a:pt x="50129" y="252702"/>
                  </a:cubicBezTo>
                  <a:cubicBezTo>
                    <a:pt x="60321" y="288040"/>
                    <a:pt x="65464" y="305471"/>
                    <a:pt x="70131" y="316139"/>
                  </a:cubicBezTo>
                  <a:cubicBezTo>
                    <a:pt x="70703" y="317282"/>
                    <a:pt x="71274" y="318996"/>
                    <a:pt x="72417" y="321092"/>
                  </a:cubicBezTo>
                  <a:cubicBezTo>
                    <a:pt x="76799" y="330045"/>
                    <a:pt x="86038" y="346333"/>
                    <a:pt x="100802" y="361383"/>
                  </a:cubicBezTo>
                  <a:cubicBezTo>
                    <a:pt x="118804" y="379671"/>
                    <a:pt x="138807" y="389196"/>
                    <a:pt x="151285" y="394149"/>
                  </a:cubicBezTo>
                  <a:cubicBezTo>
                    <a:pt x="155380" y="395863"/>
                    <a:pt x="158524" y="396720"/>
                    <a:pt x="160523" y="397673"/>
                  </a:cubicBezTo>
                  <a:cubicBezTo>
                    <a:pt x="190337" y="408150"/>
                    <a:pt x="214149" y="423771"/>
                    <a:pt x="239391" y="442059"/>
                  </a:cubicBezTo>
                  <a:cubicBezTo>
                    <a:pt x="251868" y="451013"/>
                    <a:pt x="264632" y="460633"/>
                    <a:pt x="279110" y="470444"/>
                  </a:cubicBezTo>
                  <a:cubicBezTo>
                    <a:pt x="299112" y="484350"/>
                    <a:pt x="322258" y="499114"/>
                    <a:pt x="351023" y="513592"/>
                  </a:cubicBezTo>
                  <a:cubicBezTo>
                    <a:pt x="477706" y="577695"/>
                    <a:pt x="617724" y="589220"/>
                    <a:pt x="659443" y="549216"/>
                  </a:cubicBezTo>
                  <a:cubicBezTo>
                    <a:pt x="678588" y="530928"/>
                    <a:pt x="697162" y="504543"/>
                    <a:pt x="697162" y="504543"/>
                  </a:cubicBezTo>
                  <a:cubicBezTo>
                    <a:pt x="710497" y="485970"/>
                    <a:pt x="719165" y="470063"/>
                    <a:pt x="725833" y="457299"/>
                  </a:cubicBezTo>
                  <a:cubicBezTo>
                    <a:pt x="732214" y="445679"/>
                    <a:pt x="740596" y="426248"/>
                    <a:pt x="751360" y="403102"/>
                  </a:cubicBezTo>
                  <a:cubicBezTo>
                    <a:pt x="773076" y="355287"/>
                    <a:pt x="771933" y="316139"/>
                    <a:pt x="782125" y="316139"/>
                  </a:cubicBezTo>
                  <a:cubicBezTo>
                    <a:pt x="787935" y="315853"/>
                    <a:pt x="787935" y="328617"/>
                    <a:pt x="798318" y="332331"/>
                  </a:cubicBezTo>
                  <a:cubicBezTo>
                    <a:pt x="810795" y="336427"/>
                    <a:pt x="825845" y="323949"/>
                    <a:pt x="841752" y="310614"/>
                  </a:cubicBezTo>
                  <a:cubicBezTo>
                    <a:pt x="857658" y="297279"/>
                    <a:pt x="858230" y="292898"/>
                    <a:pt x="876232" y="276134"/>
                  </a:cubicBezTo>
                  <a:cubicBezTo>
                    <a:pt x="897092" y="256417"/>
                    <a:pt x="907855" y="246606"/>
                    <a:pt x="919666" y="247178"/>
                  </a:cubicBezTo>
                  <a:cubicBezTo>
                    <a:pt x="934430" y="247749"/>
                    <a:pt x="935859" y="261370"/>
                    <a:pt x="954147" y="268895"/>
                  </a:cubicBezTo>
                  <a:cubicBezTo>
                    <a:pt x="983103" y="280801"/>
                    <a:pt x="1016440" y="261084"/>
                    <a:pt x="1024632" y="256131"/>
                  </a:cubicBezTo>
                  <a:cubicBezTo>
                    <a:pt x="1033014" y="251178"/>
                    <a:pt x="1059112" y="235271"/>
                    <a:pt x="1070161" y="201934"/>
                  </a:cubicBezTo>
                  <a:cubicBezTo>
                    <a:pt x="1083210" y="161643"/>
                    <a:pt x="1064351" y="127734"/>
                    <a:pt x="1061208" y="122210"/>
                  </a:cubicBezTo>
                  <a:cubicBezTo>
                    <a:pt x="1028441" y="124210"/>
                    <a:pt x="1014821" y="116114"/>
                    <a:pt x="1008439" y="107732"/>
                  </a:cubicBezTo>
                  <a:cubicBezTo>
                    <a:pt x="994532" y="88872"/>
                    <a:pt x="1013678" y="63917"/>
                    <a:pt x="997676" y="42486"/>
                  </a:cubicBezTo>
                  <a:cubicBezTo>
                    <a:pt x="994532" y="38104"/>
                    <a:pt x="993580" y="38961"/>
                    <a:pt x="977102" y="30293"/>
                  </a:cubicBezTo>
                  <a:cubicBezTo>
                    <a:pt x="971863" y="27722"/>
                    <a:pt x="964910" y="23912"/>
                    <a:pt x="955956" y="18673"/>
                  </a:cubicBezTo>
                  <a:cubicBezTo>
                    <a:pt x="934525" y="6481"/>
                    <a:pt x="929286" y="2480"/>
                    <a:pt x="917952" y="671"/>
                  </a:cubicBezTo>
                  <a:cubicBezTo>
                    <a:pt x="906903" y="-1044"/>
                    <a:pt x="899092" y="671"/>
                    <a:pt x="883471" y="4195"/>
                  </a:cubicBezTo>
                  <a:cubicBezTo>
                    <a:pt x="867850" y="8005"/>
                    <a:pt x="847562" y="12577"/>
                    <a:pt x="825464" y="26198"/>
                  </a:cubicBezTo>
                  <a:cubicBezTo>
                    <a:pt x="811272" y="34580"/>
                    <a:pt x="801366" y="43914"/>
                    <a:pt x="782030" y="62107"/>
                  </a:cubicBezTo>
                  <a:cubicBezTo>
                    <a:pt x="764028" y="79252"/>
                    <a:pt x="759742" y="85920"/>
                    <a:pt x="745835" y="93158"/>
                  </a:cubicBezTo>
                  <a:cubicBezTo>
                    <a:pt x="730785" y="100683"/>
                    <a:pt x="717736" y="102969"/>
                    <a:pt x="711354" y="103922"/>
                  </a:cubicBezTo>
                  <a:cubicBezTo>
                    <a:pt x="693067" y="106779"/>
                    <a:pt x="679160" y="104779"/>
                    <a:pt x="671635" y="103922"/>
                  </a:cubicBezTo>
                  <a:cubicBezTo>
                    <a:pt x="645822" y="101064"/>
                    <a:pt x="623248" y="104208"/>
                    <a:pt x="591340" y="110589"/>
                  </a:cubicBezTo>
                  <a:cubicBezTo>
                    <a:pt x="582672" y="112304"/>
                    <a:pt x="573337" y="114399"/>
                    <a:pt x="562955" y="116685"/>
                  </a:cubicBezTo>
                  <a:cubicBezTo>
                    <a:pt x="524950" y="124782"/>
                    <a:pt x="530189" y="128306"/>
                    <a:pt x="502947" y="132878"/>
                  </a:cubicBezTo>
                  <a:cubicBezTo>
                    <a:pt x="485231" y="136021"/>
                    <a:pt x="460942" y="138688"/>
                    <a:pt x="401506" y="132878"/>
                  </a:cubicBezTo>
                  <a:cubicBezTo>
                    <a:pt x="299207" y="123067"/>
                    <a:pt x="303208" y="109351"/>
                    <a:pt x="265870" y="116685"/>
                  </a:cubicBezTo>
                  <a:cubicBezTo>
                    <a:pt x="231676" y="123353"/>
                    <a:pt x="216054" y="137545"/>
                    <a:pt x="177192" y="134688"/>
                  </a:cubicBezTo>
                  <a:cubicBezTo>
                    <a:pt x="161857" y="133830"/>
                    <a:pt x="148236" y="130592"/>
                    <a:pt x="128234" y="125734"/>
                  </a:cubicBezTo>
                  <a:cubicBezTo>
                    <a:pt x="74894" y="113256"/>
                    <a:pt x="70798" y="104303"/>
                    <a:pt x="55748" y="107732"/>
                  </a:cubicBezTo>
                  <a:cubicBezTo>
                    <a:pt x="13743" y="116685"/>
                    <a:pt x="-11212" y="193838"/>
                    <a:pt x="4981" y="20917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3" name="Google Shape;1613;p48">
              <a:extLst>
                <a:ext uri="{FF2B5EF4-FFF2-40B4-BE49-F238E27FC236}">
                  <a16:creationId xmlns:a16="http://schemas.microsoft.com/office/drawing/2014/main" id="{56D8D1D5-766E-7945-F456-737B53792B47}"/>
                </a:ext>
              </a:extLst>
            </p:cNvPr>
            <p:cNvSpPr/>
            <p:nvPr/>
          </p:nvSpPr>
          <p:spPr>
            <a:xfrm>
              <a:off x="7463775" y="4370544"/>
              <a:ext cx="450922" cy="508280"/>
            </a:xfrm>
            <a:custGeom>
              <a:avLst/>
              <a:gdLst/>
              <a:ahLst/>
              <a:cxnLst/>
              <a:rect l="l" t="t" r="r" b="b"/>
              <a:pathLst>
                <a:path w="313140" h="352972" extrusionOk="0">
                  <a:moveTo>
                    <a:pt x="177737" y="0"/>
                  </a:moveTo>
                  <a:cubicBezTo>
                    <a:pt x="153829" y="90107"/>
                    <a:pt x="167354" y="137446"/>
                    <a:pt x="184975" y="164306"/>
                  </a:cubicBezTo>
                  <a:cubicBezTo>
                    <a:pt x="193548" y="177355"/>
                    <a:pt x="213456" y="201168"/>
                    <a:pt x="228409" y="241649"/>
                  </a:cubicBezTo>
                  <a:cubicBezTo>
                    <a:pt x="235934" y="261938"/>
                    <a:pt x="239744" y="279559"/>
                    <a:pt x="241649" y="291179"/>
                  </a:cubicBezTo>
                  <a:cubicBezTo>
                    <a:pt x="292037" y="316992"/>
                    <a:pt x="315849" y="334709"/>
                    <a:pt x="312897" y="344329"/>
                  </a:cubicBezTo>
                  <a:cubicBezTo>
                    <a:pt x="309372" y="355854"/>
                    <a:pt x="267938" y="355854"/>
                    <a:pt x="188405" y="344329"/>
                  </a:cubicBezTo>
                  <a:cubicBezTo>
                    <a:pt x="182594" y="337947"/>
                    <a:pt x="169164" y="321278"/>
                    <a:pt x="165545" y="296037"/>
                  </a:cubicBezTo>
                  <a:cubicBezTo>
                    <a:pt x="162973" y="277844"/>
                    <a:pt x="166592" y="262985"/>
                    <a:pt x="169164" y="254984"/>
                  </a:cubicBezTo>
                  <a:cubicBezTo>
                    <a:pt x="145161" y="243745"/>
                    <a:pt x="110490" y="223933"/>
                    <a:pt x="77343" y="189738"/>
                  </a:cubicBezTo>
                  <a:cubicBezTo>
                    <a:pt x="27908" y="138875"/>
                    <a:pt x="8191" y="83534"/>
                    <a:pt x="0" y="54483"/>
                  </a:cubicBezTo>
                  <a:lnTo>
                    <a:pt x="177546" y="9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4" name="Google Shape;1614;p48">
              <a:extLst>
                <a:ext uri="{FF2B5EF4-FFF2-40B4-BE49-F238E27FC236}">
                  <a16:creationId xmlns:a16="http://schemas.microsoft.com/office/drawing/2014/main" id="{0E41E6FF-2F56-5E2E-6B7C-16A356B0B48B}"/>
                </a:ext>
              </a:extLst>
            </p:cNvPr>
            <p:cNvSpPr/>
            <p:nvPr/>
          </p:nvSpPr>
          <p:spPr>
            <a:xfrm>
              <a:off x="7304525" y="4269278"/>
              <a:ext cx="447159" cy="508257"/>
            </a:xfrm>
            <a:custGeom>
              <a:avLst/>
              <a:gdLst/>
              <a:ahLst/>
              <a:cxnLst/>
              <a:rect l="l" t="t" r="r" b="b"/>
              <a:pathLst>
                <a:path w="310527" h="352956" extrusionOk="0">
                  <a:moveTo>
                    <a:pt x="299561" y="5048"/>
                  </a:moveTo>
                  <a:cubicBezTo>
                    <a:pt x="322135" y="102489"/>
                    <a:pt x="306133" y="142780"/>
                    <a:pt x="285083" y="160877"/>
                  </a:cubicBezTo>
                  <a:cubicBezTo>
                    <a:pt x="257270" y="184785"/>
                    <a:pt x="226790" y="164783"/>
                    <a:pt x="177355" y="199168"/>
                  </a:cubicBezTo>
                  <a:cubicBezTo>
                    <a:pt x="152019" y="216789"/>
                    <a:pt x="144113" y="233458"/>
                    <a:pt x="107537" y="253841"/>
                  </a:cubicBezTo>
                  <a:cubicBezTo>
                    <a:pt x="88582" y="264414"/>
                    <a:pt x="71818" y="270701"/>
                    <a:pt x="60579" y="274415"/>
                  </a:cubicBezTo>
                  <a:cubicBezTo>
                    <a:pt x="42672" y="328136"/>
                    <a:pt x="28765" y="354330"/>
                    <a:pt x="18764" y="352901"/>
                  </a:cubicBezTo>
                  <a:cubicBezTo>
                    <a:pt x="6858" y="351187"/>
                    <a:pt x="571" y="310134"/>
                    <a:pt x="0" y="229838"/>
                  </a:cubicBezTo>
                  <a:cubicBezTo>
                    <a:pt x="5429" y="223171"/>
                    <a:pt x="19812" y="207359"/>
                    <a:pt x="44291" y="199930"/>
                  </a:cubicBezTo>
                  <a:cubicBezTo>
                    <a:pt x="61913" y="194596"/>
                    <a:pt x="77057" y="195929"/>
                    <a:pt x="85439" y="197358"/>
                  </a:cubicBezTo>
                  <a:cubicBezTo>
                    <a:pt x="92964" y="171926"/>
                    <a:pt x="107346" y="134684"/>
                    <a:pt x="136112" y="96774"/>
                  </a:cubicBezTo>
                  <a:cubicBezTo>
                    <a:pt x="178975" y="40291"/>
                    <a:pt x="230695" y="12383"/>
                    <a:pt x="258223" y="0"/>
                  </a:cubicBezTo>
                  <a:lnTo>
                    <a:pt x="299656" y="514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5" name="Google Shape;1615;p48">
              <a:extLst>
                <a:ext uri="{FF2B5EF4-FFF2-40B4-BE49-F238E27FC236}">
                  <a16:creationId xmlns:a16="http://schemas.microsoft.com/office/drawing/2014/main" id="{DB7B33F8-75E7-6E3F-A222-89349273CE79}"/>
                </a:ext>
              </a:extLst>
            </p:cNvPr>
            <p:cNvSpPr/>
            <p:nvPr/>
          </p:nvSpPr>
          <p:spPr>
            <a:xfrm>
              <a:off x="6660889" y="4024013"/>
              <a:ext cx="499301" cy="833246"/>
            </a:xfrm>
            <a:custGeom>
              <a:avLst/>
              <a:gdLst/>
              <a:ahLst/>
              <a:cxnLst/>
              <a:rect l="l" t="t" r="r" b="b"/>
              <a:pathLst>
                <a:path w="346737" h="578643" extrusionOk="0">
                  <a:moveTo>
                    <a:pt x="1170" y="359759"/>
                  </a:moveTo>
                  <a:cubicBezTo>
                    <a:pt x="3456" y="400336"/>
                    <a:pt x="4694" y="420624"/>
                    <a:pt x="6123" y="431102"/>
                  </a:cubicBezTo>
                  <a:cubicBezTo>
                    <a:pt x="14219" y="496062"/>
                    <a:pt x="34222" y="554546"/>
                    <a:pt x="42985" y="578644"/>
                  </a:cubicBezTo>
                  <a:lnTo>
                    <a:pt x="166715" y="578644"/>
                  </a:lnTo>
                  <a:cubicBezTo>
                    <a:pt x="162619" y="549688"/>
                    <a:pt x="151665" y="536067"/>
                    <a:pt x="142617" y="529114"/>
                  </a:cubicBezTo>
                  <a:cubicBezTo>
                    <a:pt x="119090" y="510826"/>
                    <a:pt x="90134" y="520732"/>
                    <a:pt x="75942" y="498634"/>
                  </a:cubicBezTo>
                  <a:cubicBezTo>
                    <a:pt x="70131" y="489966"/>
                    <a:pt x="68131" y="477488"/>
                    <a:pt x="67560" y="473393"/>
                  </a:cubicBezTo>
                  <a:cubicBezTo>
                    <a:pt x="65845" y="463201"/>
                    <a:pt x="66417" y="454533"/>
                    <a:pt x="67560" y="445580"/>
                  </a:cubicBezTo>
                  <a:cubicBezTo>
                    <a:pt x="70702" y="419767"/>
                    <a:pt x="77751" y="395478"/>
                    <a:pt x="80894" y="387572"/>
                  </a:cubicBezTo>
                  <a:cubicBezTo>
                    <a:pt x="90134" y="364427"/>
                    <a:pt x="120042" y="346424"/>
                    <a:pt x="154523" y="329565"/>
                  </a:cubicBezTo>
                  <a:cubicBezTo>
                    <a:pt x="189575" y="312134"/>
                    <a:pt x="229579" y="295656"/>
                    <a:pt x="257107" y="275368"/>
                  </a:cubicBezTo>
                  <a:cubicBezTo>
                    <a:pt x="268728" y="266700"/>
                    <a:pt x="280634" y="255365"/>
                    <a:pt x="291873" y="240602"/>
                  </a:cubicBezTo>
                  <a:cubicBezTo>
                    <a:pt x="306065" y="221742"/>
                    <a:pt x="319401" y="196501"/>
                    <a:pt x="329306" y="163163"/>
                  </a:cubicBezTo>
                  <a:cubicBezTo>
                    <a:pt x="337974" y="134493"/>
                    <a:pt x="344070" y="99346"/>
                    <a:pt x="346737" y="56769"/>
                  </a:cubicBezTo>
                  <a:lnTo>
                    <a:pt x="216340" y="27813"/>
                  </a:lnTo>
                  <a:lnTo>
                    <a:pt x="91658" y="0"/>
                  </a:lnTo>
                  <a:cubicBezTo>
                    <a:pt x="89086" y="5239"/>
                    <a:pt x="86704" y="10478"/>
                    <a:pt x="84990" y="15335"/>
                  </a:cubicBezTo>
                  <a:cubicBezTo>
                    <a:pt x="76322" y="34766"/>
                    <a:pt x="70226" y="52769"/>
                    <a:pt x="65845" y="69533"/>
                  </a:cubicBezTo>
                  <a:cubicBezTo>
                    <a:pt x="56034" y="105728"/>
                    <a:pt x="53653" y="136493"/>
                    <a:pt x="54224" y="160592"/>
                  </a:cubicBezTo>
                  <a:cubicBezTo>
                    <a:pt x="55367" y="197453"/>
                    <a:pt x="63178" y="231648"/>
                    <a:pt x="41175" y="262033"/>
                  </a:cubicBezTo>
                  <a:cubicBezTo>
                    <a:pt x="27554" y="280607"/>
                    <a:pt x="10124" y="287274"/>
                    <a:pt x="2313" y="312801"/>
                  </a:cubicBezTo>
                  <a:cubicBezTo>
                    <a:pt x="-544" y="322612"/>
                    <a:pt x="-544" y="329946"/>
                    <a:pt x="1170" y="35975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6" name="Google Shape;1616;p48">
              <a:extLst>
                <a:ext uri="{FF2B5EF4-FFF2-40B4-BE49-F238E27FC236}">
                  <a16:creationId xmlns:a16="http://schemas.microsoft.com/office/drawing/2014/main" id="{CD8CA15D-7995-1005-9C7A-846D1DE3F28F}"/>
                </a:ext>
              </a:extLst>
            </p:cNvPr>
            <p:cNvSpPr/>
            <p:nvPr/>
          </p:nvSpPr>
          <p:spPr>
            <a:xfrm>
              <a:off x="6880563" y="3953250"/>
              <a:ext cx="499196" cy="833109"/>
            </a:xfrm>
            <a:custGeom>
              <a:avLst/>
              <a:gdLst/>
              <a:ahLst/>
              <a:cxnLst/>
              <a:rect l="l" t="t" r="r" b="b"/>
              <a:pathLst>
                <a:path w="346664" h="578548" extrusionOk="0">
                  <a:moveTo>
                    <a:pt x="346474" y="56769"/>
                  </a:moveTo>
                  <a:cubicBezTo>
                    <a:pt x="338950" y="186785"/>
                    <a:pt x="296754" y="245840"/>
                    <a:pt x="257130" y="275368"/>
                  </a:cubicBezTo>
                  <a:cubicBezTo>
                    <a:pt x="202742" y="315849"/>
                    <a:pt x="99300" y="340900"/>
                    <a:pt x="80822" y="387667"/>
                  </a:cubicBezTo>
                  <a:cubicBezTo>
                    <a:pt x="77679" y="395573"/>
                    <a:pt x="70725" y="419862"/>
                    <a:pt x="67582" y="445675"/>
                  </a:cubicBezTo>
                  <a:cubicBezTo>
                    <a:pt x="66439" y="454723"/>
                    <a:pt x="65868" y="463201"/>
                    <a:pt x="67582" y="473488"/>
                  </a:cubicBezTo>
                  <a:cubicBezTo>
                    <a:pt x="68249" y="477393"/>
                    <a:pt x="70249" y="489871"/>
                    <a:pt x="76060" y="498824"/>
                  </a:cubicBezTo>
                  <a:cubicBezTo>
                    <a:pt x="90157" y="520827"/>
                    <a:pt x="119208" y="510730"/>
                    <a:pt x="142449" y="529019"/>
                  </a:cubicBezTo>
                  <a:cubicBezTo>
                    <a:pt x="151498" y="536162"/>
                    <a:pt x="162546" y="549783"/>
                    <a:pt x="166642" y="578548"/>
                  </a:cubicBezTo>
                  <a:lnTo>
                    <a:pt x="43008" y="578548"/>
                  </a:lnTo>
                  <a:cubicBezTo>
                    <a:pt x="34340" y="554736"/>
                    <a:pt x="14147" y="496062"/>
                    <a:pt x="6051" y="431197"/>
                  </a:cubicBezTo>
                  <a:cubicBezTo>
                    <a:pt x="4717" y="420814"/>
                    <a:pt x="3574" y="400526"/>
                    <a:pt x="1193" y="359950"/>
                  </a:cubicBezTo>
                  <a:cubicBezTo>
                    <a:pt x="-522" y="329851"/>
                    <a:pt x="-617" y="322612"/>
                    <a:pt x="2431" y="312801"/>
                  </a:cubicBezTo>
                  <a:cubicBezTo>
                    <a:pt x="10242" y="287274"/>
                    <a:pt x="27482" y="280607"/>
                    <a:pt x="41103" y="262033"/>
                  </a:cubicBezTo>
                  <a:cubicBezTo>
                    <a:pt x="63296" y="231743"/>
                    <a:pt x="55390" y="197263"/>
                    <a:pt x="54343" y="160592"/>
                  </a:cubicBezTo>
                  <a:cubicBezTo>
                    <a:pt x="53295" y="122396"/>
                    <a:pt x="59486" y="68199"/>
                    <a:pt x="91776" y="0"/>
                  </a:cubicBezTo>
                  <a:lnTo>
                    <a:pt x="346665" y="5676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7" name="Google Shape;1617;p48">
              <a:extLst>
                <a:ext uri="{FF2B5EF4-FFF2-40B4-BE49-F238E27FC236}">
                  <a16:creationId xmlns:a16="http://schemas.microsoft.com/office/drawing/2014/main" id="{C83A4D57-7152-0FB0-3297-3C9EFD80392F}"/>
                </a:ext>
              </a:extLst>
            </p:cNvPr>
            <p:cNvSpPr/>
            <p:nvPr/>
          </p:nvSpPr>
          <p:spPr>
            <a:xfrm>
              <a:off x="6736460" y="3887607"/>
              <a:ext cx="940399" cy="569955"/>
            </a:xfrm>
            <a:custGeom>
              <a:avLst/>
              <a:gdLst/>
              <a:ahLst/>
              <a:cxnLst/>
              <a:rect l="l" t="t" r="r" b="b"/>
              <a:pathLst>
                <a:path w="653055" h="395802" extrusionOk="0">
                  <a:moveTo>
                    <a:pt x="32222" y="109608"/>
                  </a:moveTo>
                  <a:cubicBezTo>
                    <a:pt x="23840" y="129325"/>
                    <a:pt x="17744" y="147327"/>
                    <a:pt x="13363" y="164091"/>
                  </a:cubicBezTo>
                  <a:cubicBezTo>
                    <a:pt x="24126" y="161805"/>
                    <a:pt x="33365" y="160281"/>
                    <a:pt x="40318" y="166663"/>
                  </a:cubicBezTo>
                  <a:cubicBezTo>
                    <a:pt x="56511" y="181713"/>
                    <a:pt x="36222" y="218289"/>
                    <a:pt x="48415" y="226385"/>
                  </a:cubicBezTo>
                  <a:cubicBezTo>
                    <a:pt x="54225" y="230481"/>
                    <a:pt x="62035" y="223813"/>
                    <a:pt x="72513" y="214193"/>
                  </a:cubicBezTo>
                  <a:cubicBezTo>
                    <a:pt x="87276" y="200858"/>
                    <a:pt x="107565" y="181427"/>
                    <a:pt x="133664" y="177331"/>
                  </a:cubicBezTo>
                  <a:cubicBezTo>
                    <a:pt x="141188" y="176188"/>
                    <a:pt x="148141" y="176188"/>
                    <a:pt x="154809" y="177331"/>
                  </a:cubicBezTo>
                  <a:cubicBezTo>
                    <a:pt x="197671" y="184284"/>
                    <a:pt x="229294" y="231814"/>
                    <a:pt x="276824" y="257627"/>
                  </a:cubicBezTo>
                  <a:cubicBezTo>
                    <a:pt x="294826" y="267438"/>
                    <a:pt x="315115" y="274105"/>
                    <a:pt x="339117" y="274105"/>
                  </a:cubicBezTo>
                  <a:cubicBezTo>
                    <a:pt x="373026" y="274391"/>
                    <a:pt x="386647" y="260770"/>
                    <a:pt x="405792" y="263913"/>
                  </a:cubicBezTo>
                  <a:cubicBezTo>
                    <a:pt x="409317" y="264199"/>
                    <a:pt x="413031" y="265342"/>
                    <a:pt x="417413" y="267438"/>
                  </a:cubicBezTo>
                  <a:cubicBezTo>
                    <a:pt x="472467" y="292393"/>
                    <a:pt x="454846" y="383928"/>
                    <a:pt x="488470" y="394692"/>
                  </a:cubicBezTo>
                  <a:cubicBezTo>
                    <a:pt x="535142" y="409741"/>
                    <a:pt x="675731" y="269438"/>
                    <a:pt x="649918" y="123039"/>
                  </a:cubicBezTo>
                  <a:cubicBezTo>
                    <a:pt x="642680" y="82462"/>
                    <a:pt x="622391" y="38361"/>
                    <a:pt x="591340" y="3595"/>
                  </a:cubicBezTo>
                  <a:cubicBezTo>
                    <a:pt x="582672" y="5310"/>
                    <a:pt x="573337" y="7405"/>
                    <a:pt x="562955" y="9691"/>
                  </a:cubicBezTo>
                  <a:cubicBezTo>
                    <a:pt x="524950" y="17787"/>
                    <a:pt x="530189" y="21312"/>
                    <a:pt x="502947" y="25884"/>
                  </a:cubicBezTo>
                  <a:cubicBezTo>
                    <a:pt x="485231" y="29027"/>
                    <a:pt x="460942" y="31694"/>
                    <a:pt x="401506" y="25884"/>
                  </a:cubicBezTo>
                  <a:cubicBezTo>
                    <a:pt x="299207" y="16073"/>
                    <a:pt x="303208" y="2357"/>
                    <a:pt x="265870" y="9691"/>
                  </a:cubicBezTo>
                  <a:cubicBezTo>
                    <a:pt x="231676" y="16359"/>
                    <a:pt x="216054" y="30551"/>
                    <a:pt x="177192" y="27693"/>
                  </a:cubicBezTo>
                  <a:cubicBezTo>
                    <a:pt x="161857" y="26836"/>
                    <a:pt x="148236" y="23598"/>
                    <a:pt x="128234" y="18740"/>
                  </a:cubicBezTo>
                  <a:cubicBezTo>
                    <a:pt x="74894" y="6262"/>
                    <a:pt x="70798" y="-2691"/>
                    <a:pt x="55748" y="738"/>
                  </a:cubicBezTo>
                  <a:cubicBezTo>
                    <a:pt x="13743" y="9691"/>
                    <a:pt x="-11212" y="86844"/>
                    <a:pt x="4981" y="102179"/>
                  </a:cubicBezTo>
                  <a:cubicBezTo>
                    <a:pt x="11076" y="107989"/>
                    <a:pt x="20316" y="101607"/>
                    <a:pt x="32222" y="10941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8" name="Google Shape;1618;p48">
              <a:extLst>
                <a:ext uri="{FF2B5EF4-FFF2-40B4-BE49-F238E27FC236}">
                  <a16:creationId xmlns:a16="http://schemas.microsoft.com/office/drawing/2014/main" id="{C9269C51-ABF9-B1C9-0030-818375600C5C}"/>
                </a:ext>
              </a:extLst>
            </p:cNvPr>
            <p:cNvSpPr/>
            <p:nvPr/>
          </p:nvSpPr>
          <p:spPr>
            <a:xfrm>
              <a:off x="7832132" y="3747800"/>
              <a:ext cx="170513" cy="196816"/>
            </a:xfrm>
            <a:custGeom>
              <a:avLst/>
              <a:gdLst/>
              <a:ahLst/>
              <a:cxnLst/>
              <a:rect l="l" t="t" r="r" b="b"/>
              <a:pathLst>
                <a:path w="118412" h="136678" extrusionOk="0">
                  <a:moveTo>
                    <a:pt x="15" y="67459"/>
                  </a:moveTo>
                  <a:cubicBezTo>
                    <a:pt x="682" y="93653"/>
                    <a:pt x="24780" y="110036"/>
                    <a:pt x="36210" y="117751"/>
                  </a:cubicBezTo>
                  <a:cubicBezTo>
                    <a:pt x="62309" y="135468"/>
                    <a:pt x="102504" y="143564"/>
                    <a:pt x="113172" y="129562"/>
                  </a:cubicBezTo>
                  <a:cubicBezTo>
                    <a:pt x="114029" y="128514"/>
                    <a:pt x="114410" y="127467"/>
                    <a:pt x="114791" y="126609"/>
                  </a:cubicBezTo>
                  <a:cubicBezTo>
                    <a:pt x="127079" y="96225"/>
                    <a:pt x="105743" y="-1692"/>
                    <a:pt x="86026" y="22"/>
                  </a:cubicBezTo>
                  <a:cubicBezTo>
                    <a:pt x="80215" y="499"/>
                    <a:pt x="73167" y="9642"/>
                    <a:pt x="60404" y="8404"/>
                  </a:cubicBezTo>
                  <a:cubicBezTo>
                    <a:pt x="59356" y="8309"/>
                    <a:pt x="58784" y="8214"/>
                    <a:pt x="58403" y="8118"/>
                  </a:cubicBezTo>
                  <a:cubicBezTo>
                    <a:pt x="44496" y="6023"/>
                    <a:pt x="-938" y="30883"/>
                    <a:pt x="15" y="6745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9" name="Google Shape;1619;p48">
              <a:extLst>
                <a:ext uri="{FF2B5EF4-FFF2-40B4-BE49-F238E27FC236}">
                  <a16:creationId xmlns:a16="http://schemas.microsoft.com/office/drawing/2014/main" id="{F2921398-BF35-A0D9-9C9C-2B74C2A283B5}"/>
                </a:ext>
              </a:extLst>
            </p:cNvPr>
            <p:cNvSpPr/>
            <p:nvPr/>
          </p:nvSpPr>
          <p:spPr>
            <a:xfrm>
              <a:off x="7811680" y="3733537"/>
              <a:ext cx="367176" cy="299644"/>
            </a:xfrm>
            <a:custGeom>
              <a:avLst/>
              <a:gdLst/>
              <a:ahLst/>
              <a:cxnLst/>
              <a:rect l="l" t="t" r="r" b="b"/>
              <a:pathLst>
                <a:path w="254983" h="208086" extrusionOk="0">
                  <a:moveTo>
                    <a:pt x="0" y="93540"/>
                  </a:moveTo>
                  <a:cubicBezTo>
                    <a:pt x="20860" y="168882"/>
                    <a:pt x="221171" y="234700"/>
                    <a:pt x="251936" y="197267"/>
                  </a:cubicBezTo>
                  <a:cubicBezTo>
                    <a:pt x="260318" y="187170"/>
                    <a:pt x="249364" y="177264"/>
                    <a:pt x="243554" y="85920"/>
                  </a:cubicBezTo>
                  <a:cubicBezTo>
                    <a:pt x="242411" y="70013"/>
                    <a:pt x="241840" y="56106"/>
                    <a:pt x="235172" y="37818"/>
                  </a:cubicBezTo>
                  <a:cubicBezTo>
                    <a:pt x="234315" y="35247"/>
                    <a:pt x="233172" y="32579"/>
                    <a:pt x="232029" y="30294"/>
                  </a:cubicBezTo>
                  <a:cubicBezTo>
                    <a:pt x="226790" y="27722"/>
                    <a:pt x="219837" y="23912"/>
                    <a:pt x="210884" y="18673"/>
                  </a:cubicBezTo>
                  <a:cubicBezTo>
                    <a:pt x="189452" y="6481"/>
                    <a:pt x="184214" y="2481"/>
                    <a:pt x="172879" y="671"/>
                  </a:cubicBezTo>
                  <a:cubicBezTo>
                    <a:pt x="161830" y="-1044"/>
                    <a:pt x="154019" y="671"/>
                    <a:pt x="138399" y="4195"/>
                  </a:cubicBezTo>
                  <a:cubicBezTo>
                    <a:pt x="122777" y="8005"/>
                    <a:pt x="102489" y="12577"/>
                    <a:pt x="80391" y="26198"/>
                  </a:cubicBezTo>
                  <a:cubicBezTo>
                    <a:pt x="66199" y="34580"/>
                    <a:pt x="56292" y="43914"/>
                    <a:pt x="36957" y="62107"/>
                  </a:cubicBezTo>
                  <a:cubicBezTo>
                    <a:pt x="18955" y="79252"/>
                    <a:pt x="14668" y="85920"/>
                    <a:pt x="762" y="93158"/>
                  </a:cubicBezTo>
                  <a:cubicBezTo>
                    <a:pt x="476" y="93158"/>
                    <a:pt x="476" y="93444"/>
                    <a:pt x="191" y="9344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0" name="Google Shape;1620;p48">
              <a:extLst>
                <a:ext uri="{FF2B5EF4-FFF2-40B4-BE49-F238E27FC236}">
                  <a16:creationId xmlns:a16="http://schemas.microsoft.com/office/drawing/2014/main" id="{D0DB8D8E-A0B5-BCE9-6F2A-B50D83094409}"/>
                </a:ext>
              </a:extLst>
            </p:cNvPr>
            <p:cNvSpPr/>
            <p:nvPr/>
          </p:nvSpPr>
          <p:spPr>
            <a:xfrm>
              <a:off x="7698726" y="4342969"/>
              <a:ext cx="29858" cy="170584"/>
            </a:xfrm>
            <a:custGeom>
              <a:avLst/>
              <a:gdLst/>
              <a:ahLst/>
              <a:cxnLst/>
              <a:rect l="l" t="t" r="r" b="b"/>
              <a:pathLst>
                <a:path w="20735" h="118461" extrusionOk="0">
                  <a:moveTo>
                    <a:pt x="2197" y="118461"/>
                  </a:moveTo>
                  <a:cubicBezTo>
                    <a:pt x="863" y="118461"/>
                    <a:pt x="-89" y="117414"/>
                    <a:pt x="7" y="116175"/>
                  </a:cubicBezTo>
                  <a:cubicBezTo>
                    <a:pt x="292" y="105317"/>
                    <a:pt x="863" y="94554"/>
                    <a:pt x="1721" y="84171"/>
                  </a:cubicBezTo>
                  <a:cubicBezTo>
                    <a:pt x="4198" y="56454"/>
                    <a:pt x="9055" y="28736"/>
                    <a:pt x="16294" y="1685"/>
                  </a:cubicBezTo>
                  <a:cubicBezTo>
                    <a:pt x="16580" y="447"/>
                    <a:pt x="17818" y="-220"/>
                    <a:pt x="19057" y="66"/>
                  </a:cubicBezTo>
                  <a:cubicBezTo>
                    <a:pt x="20200" y="351"/>
                    <a:pt x="20961" y="1590"/>
                    <a:pt x="20676" y="2828"/>
                  </a:cubicBezTo>
                  <a:cubicBezTo>
                    <a:pt x="13532" y="29688"/>
                    <a:pt x="8674" y="57120"/>
                    <a:pt x="6293" y="84552"/>
                  </a:cubicBezTo>
                  <a:cubicBezTo>
                    <a:pt x="5341" y="94840"/>
                    <a:pt x="4769" y="105603"/>
                    <a:pt x="4578" y="116271"/>
                  </a:cubicBezTo>
                  <a:cubicBezTo>
                    <a:pt x="4578" y="117509"/>
                    <a:pt x="3531" y="118461"/>
                    <a:pt x="2388" y="11846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1" name="Google Shape;1621;p48">
              <a:extLst>
                <a:ext uri="{FF2B5EF4-FFF2-40B4-BE49-F238E27FC236}">
                  <a16:creationId xmlns:a16="http://schemas.microsoft.com/office/drawing/2014/main" id="{1E2A9393-2789-F0FF-5238-319662420B49}"/>
                </a:ext>
              </a:extLst>
            </p:cNvPr>
            <p:cNvSpPr/>
            <p:nvPr/>
          </p:nvSpPr>
          <p:spPr>
            <a:xfrm>
              <a:off x="7423155" y="4538365"/>
              <a:ext cx="102001" cy="53715"/>
            </a:xfrm>
            <a:custGeom>
              <a:avLst/>
              <a:gdLst/>
              <a:ahLst/>
              <a:cxnLst/>
              <a:rect l="l" t="t" r="r" b="b"/>
              <a:pathLst>
                <a:path w="70834" h="37302" extrusionOk="0">
                  <a:moveTo>
                    <a:pt x="68545" y="37303"/>
                  </a:moveTo>
                  <a:cubicBezTo>
                    <a:pt x="67592" y="37303"/>
                    <a:pt x="66640" y="36636"/>
                    <a:pt x="66449" y="35683"/>
                  </a:cubicBezTo>
                  <a:lnTo>
                    <a:pt x="57877" y="5870"/>
                  </a:lnTo>
                  <a:cubicBezTo>
                    <a:pt x="45399" y="7966"/>
                    <a:pt x="32826" y="8442"/>
                    <a:pt x="20348" y="7299"/>
                  </a:cubicBezTo>
                  <a:cubicBezTo>
                    <a:pt x="14157" y="6727"/>
                    <a:pt x="7870" y="5775"/>
                    <a:pt x="1774" y="4442"/>
                  </a:cubicBezTo>
                  <a:cubicBezTo>
                    <a:pt x="537" y="4156"/>
                    <a:pt x="-226" y="3013"/>
                    <a:pt x="60" y="1775"/>
                  </a:cubicBezTo>
                  <a:cubicBezTo>
                    <a:pt x="346" y="536"/>
                    <a:pt x="1489" y="-226"/>
                    <a:pt x="2727" y="60"/>
                  </a:cubicBezTo>
                  <a:cubicBezTo>
                    <a:pt x="8633" y="1393"/>
                    <a:pt x="14729" y="2251"/>
                    <a:pt x="20730" y="2822"/>
                  </a:cubicBezTo>
                  <a:cubicBezTo>
                    <a:pt x="33493" y="3965"/>
                    <a:pt x="46352" y="3394"/>
                    <a:pt x="59115" y="1108"/>
                  </a:cubicBezTo>
                  <a:cubicBezTo>
                    <a:pt x="60258" y="917"/>
                    <a:pt x="61306" y="1584"/>
                    <a:pt x="61687" y="2727"/>
                  </a:cubicBezTo>
                  <a:lnTo>
                    <a:pt x="70736" y="34445"/>
                  </a:lnTo>
                  <a:cubicBezTo>
                    <a:pt x="71117" y="35588"/>
                    <a:pt x="70354" y="36827"/>
                    <a:pt x="69211" y="37207"/>
                  </a:cubicBezTo>
                  <a:cubicBezTo>
                    <a:pt x="69021" y="37207"/>
                    <a:pt x="68831" y="37207"/>
                    <a:pt x="68640" y="3720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2" name="Google Shape;1622;p48">
              <a:extLst>
                <a:ext uri="{FF2B5EF4-FFF2-40B4-BE49-F238E27FC236}">
                  <a16:creationId xmlns:a16="http://schemas.microsoft.com/office/drawing/2014/main" id="{26541336-AAD2-C89D-82CF-CFB857BB8D24}"/>
                </a:ext>
              </a:extLst>
            </p:cNvPr>
            <p:cNvSpPr/>
            <p:nvPr/>
          </p:nvSpPr>
          <p:spPr>
            <a:xfrm>
              <a:off x="6884198" y="4153438"/>
              <a:ext cx="329888" cy="343045"/>
            </a:xfrm>
            <a:custGeom>
              <a:avLst/>
              <a:gdLst/>
              <a:ahLst/>
              <a:cxnLst/>
              <a:rect l="l" t="t" r="r" b="b"/>
              <a:pathLst>
                <a:path w="229089" h="238226" extrusionOk="0">
                  <a:moveTo>
                    <a:pt x="2198" y="238227"/>
                  </a:moveTo>
                  <a:cubicBezTo>
                    <a:pt x="1055" y="238227"/>
                    <a:pt x="103" y="237370"/>
                    <a:pt x="7" y="236226"/>
                  </a:cubicBezTo>
                  <a:cubicBezTo>
                    <a:pt x="-88" y="234988"/>
                    <a:pt x="769" y="233941"/>
                    <a:pt x="2008" y="233750"/>
                  </a:cubicBezTo>
                  <a:cubicBezTo>
                    <a:pt x="34774" y="230130"/>
                    <a:pt x="97734" y="216034"/>
                    <a:pt x="151645" y="162217"/>
                  </a:cubicBezTo>
                  <a:cubicBezTo>
                    <a:pt x="211558" y="102496"/>
                    <a:pt x="222606" y="30391"/>
                    <a:pt x="224607" y="2102"/>
                  </a:cubicBezTo>
                  <a:cubicBezTo>
                    <a:pt x="224702" y="864"/>
                    <a:pt x="225941" y="-89"/>
                    <a:pt x="226988" y="7"/>
                  </a:cubicBezTo>
                  <a:cubicBezTo>
                    <a:pt x="228226" y="7"/>
                    <a:pt x="229179" y="1150"/>
                    <a:pt x="229083" y="2388"/>
                  </a:cubicBezTo>
                  <a:cubicBezTo>
                    <a:pt x="226988" y="31153"/>
                    <a:pt x="215749" y="104591"/>
                    <a:pt x="154788" y="165360"/>
                  </a:cubicBezTo>
                  <a:cubicBezTo>
                    <a:pt x="99829" y="220129"/>
                    <a:pt x="35821" y="234512"/>
                    <a:pt x="2484" y="238132"/>
                  </a:cubicBezTo>
                  <a:cubicBezTo>
                    <a:pt x="2484" y="238132"/>
                    <a:pt x="2293" y="238132"/>
                    <a:pt x="2198" y="23813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3" name="Google Shape;1623;p48">
              <a:extLst>
                <a:ext uri="{FF2B5EF4-FFF2-40B4-BE49-F238E27FC236}">
                  <a16:creationId xmlns:a16="http://schemas.microsoft.com/office/drawing/2014/main" id="{3527EFD6-6A1C-6EB9-6A3B-6244A32BC5EB}"/>
                </a:ext>
              </a:extLst>
            </p:cNvPr>
            <p:cNvSpPr/>
            <p:nvPr/>
          </p:nvSpPr>
          <p:spPr>
            <a:xfrm>
              <a:off x="7105848" y="4382645"/>
              <a:ext cx="41541" cy="33595"/>
            </a:xfrm>
            <a:custGeom>
              <a:avLst/>
              <a:gdLst/>
              <a:ahLst/>
              <a:cxnLst/>
              <a:rect l="l" t="t" r="r" b="b"/>
              <a:pathLst>
                <a:path w="28848" h="23330" extrusionOk="0">
                  <a:moveTo>
                    <a:pt x="26569" y="23330"/>
                  </a:moveTo>
                  <a:cubicBezTo>
                    <a:pt x="26092" y="23330"/>
                    <a:pt x="25616" y="23140"/>
                    <a:pt x="25236" y="22854"/>
                  </a:cubicBezTo>
                  <a:lnTo>
                    <a:pt x="852" y="3994"/>
                  </a:lnTo>
                  <a:cubicBezTo>
                    <a:pt x="-101" y="3232"/>
                    <a:pt x="-292" y="1804"/>
                    <a:pt x="470" y="851"/>
                  </a:cubicBezTo>
                  <a:cubicBezTo>
                    <a:pt x="1232" y="-101"/>
                    <a:pt x="2661" y="-292"/>
                    <a:pt x="3614" y="470"/>
                  </a:cubicBezTo>
                  <a:lnTo>
                    <a:pt x="27998" y="19330"/>
                  </a:lnTo>
                  <a:cubicBezTo>
                    <a:pt x="28950" y="20092"/>
                    <a:pt x="29141" y="21520"/>
                    <a:pt x="28378" y="22473"/>
                  </a:cubicBezTo>
                  <a:cubicBezTo>
                    <a:pt x="27902" y="23044"/>
                    <a:pt x="27235" y="23330"/>
                    <a:pt x="26664" y="2333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4" name="Google Shape;1624;p48">
              <a:extLst>
                <a:ext uri="{FF2B5EF4-FFF2-40B4-BE49-F238E27FC236}">
                  <a16:creationId xmlns:a16="http://schemas.microsoft.com/office/drawing/2014/main" id="{EE53EBD0-3633-A432-F03D-F9572958D7CB}"/>
                </a:ext>
              </a:extLst>
            </p:cNvPr>
            <p:cNvSpPr/>
            <p:nvPr/>
          </p:nvSpPr>
          <p:spPr>
            <a:xfrm>
              <a:off x="6779789" y="4020861"/>
              <a:ext cx="53064" cy="28109"/>
            </a:xfrm>
            <a:custGeom>
              <a:avLst/>
              <a:gdLst/>
              <a:ahLst/>
              <a:cxnLst/>
              <a:rect l="l" t="t" r="r" b="b"/>
              <a:pathLst>
                <a:path w="36850" h="19520" extrusionOk="0">
                  <a:moveTo>
                    <a:pt x="2185" y="19521"/>
                  </a:moveTo>
                  <a:cubicBezTo>
                    <a:pt x="1328" y="19521"/>
                    <a:pt x="566" y="19045"/>
                    <a:pt x="185" y="18187"/>
                  </a:cubicBezTo>
                  <a:cubicBezTo>
                    <a:pt x="-291" y="17044"/>
                    <a:pt x="185" y="15711"/>
                    <a:pt x="1233" y="15235"/>
                  </a:cubicBezTo>
                  <a:lnTo>
                    <a:pt x="33713" y="185"/>
                  </a:lnTo>
                  <a:cubicBezTo>
                    <a:pt x="34856" y="-291"/>
                    <a:pt x="36094" y="185"/>
                    <a:pt x="36666" y="1233"/>
                  </a:cubicBezTo>
                  <a:cubicBezTo>
                    <a:pt x="37142" y="2376"/>
                    <a:pt x="36666" y="3709"/>
                    <a:pt x="35618" y="4186"/>
                  </a:cubicBezTo>
                  <a:lnTo>
                    <a:pt x="3138" y="19235"/>
                  </a:lnTo>
                  <a:cubicBezTo>
                    <a:pt x="3138" y="19235"/>
                    <a:pt x="2471" y="19426"/>
                    <a:pt x="2185" y="1942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5" name="Google Shape;1625;p48">
              <a:extLst>
                <a:ext uri="{FF2B5EF4-FFF2-40B4-BE49-F238E27FC236}">
                  <a16:creationId xmlns:a16="http://schemas.microsoft.com/office/drawing/2014/main" id="{AADA871D-449F-99F5-D667-0A02556A902D}"/>
                </a:ext>
              </a:extLst>
            </p:cNvPr>
            <p:cNvSpPr/>
            <p:nvPr/>
          </p:nvSpPr>
          <p:spPr>
            <a:xfrm>
              <a:off x="7704675" y="4735107"/>
              <a:ext cx="23800" cy="17660"/>
            </a:xfrm>
            <a:custGeom>
              <a:avLst/>
              <a:gdLst/>
              <a:ahLst/>
              <a:cxnLst/>
              <a:rect l="l" t="t" r="r" b="b"/>
              <a:pathLst>
                <a:path w="16528" h="12264" extrusionOk="0">
                  <a:moveTo>
                    <a:pt x="14361" y="12265"/>
                  </a:moveTo>
                  <a:cubicBezTo>
                    <a:pt x="14361" y="12265"/>
                    <a:pt x="13503" y="12170"/>
                    <a:pt x="13122" y="11884"/>
                  </a:cubicBezTo>
                  <a:lnTo>
                    <a:pt x="1025" y="4073"/>
                  </a:lnTo>
                  <a:cubicBezTo>
                    <a:pt x="-22" y="3407"/>
                    <a:pt x="-308" y="1978"/>
                    <a:pt x="359" y="1026"/>
                  </a:cubicBezTo>
                  <a:cubicBezTo>
                    <a:pt x="1025" y="-22"/>
                    <a:pt x="2359" y="-308"/>
                    <a:pt x="3407" y="359"/>
                  </a:cubicBezTo>
                  <a:lnTo>
                    <a:pt x="15504" y="8169"/>
                  </a:lnTo>
                  <a:cubicBezTo>
                    <a:pt x="16551" y="8836"/>
                    <a:pt x="16837" y="10265"/>
                    <a:pt x="16170" y="11217"/>
                  </a:cubicBezTo>
                  <a:cubicBezTo>
                    <a:pt x="15789" y="11884"/>
                    <a:pt x="15027" y="12265"/>
                    <a:pt x="14265" y="1226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6" name="Google Shape;1626;p48">
              <a:extLst>
                <a:ext uri="{FF2B5EF4-FFF2-40B4-BE49-F238E27FC236}">
                  <a16:creationId xmlns:a16="http://schemas.microsoft.com/office/drawing/2014/main" id="{35E0226A-3314-C841-EDE4-533DB387ECBB}"/>
                </a:ext>
              </a:extLst>
            </p:cNvPr>
            <p:cNvSpPr/>
            <p:nvPr/>
          </p:nvSpPr>
          <p:spPr>
            <a:xfrm>
              <a:off x="7372865" y="4640911"/>
              <a:ext cx="10734" cy="27337"/>
            </a:xfrm>
            <a:custGeom>
              <a:avLst/>
              <a:gdLst/>
              <a:ahLst/>
              <a:cxnLst/>
              <a:rect l="l" t="t" r="r" b="b"/>
              <a:pathLst>
                <a:path w="7454" h="18984" extrusionOk="0">
                  <a:moveTo>
                    <a:pt x="5203" y="18984"/>
                  </a:moveTo>
                  <a:cubicBezTo>
                    <a:pt x="4156" y="18984"/>
                    <a:pt x="3203" y="18222"/>
                    <a:pt x="3013" y="17174"/>
                  </a:cubicBezTo>
                  <a:lnTo>
                    <a:pt x="60" y="2696"/>
                  </a:lnTo>
                  <a:cubicBezTo>
                    <a:pt x="-226" y="1458"/>
                    <a:pt x="536" y="315"/>
                    <a:pt x="1775" y="29"/>
                  </a:cubicBezTo>
                  <a:cubicBezTo>
                    <a:pt x="3108" y="-161"/>
                    <a:pt x="4156" y="601"/>
                    <a:pt x="4442" y="1744"/>
                  </a:cubicBezTo>
                  <a:lnTo>
                    <a:pt x="7395" y="16222"/>
                  </a:lnTo>
                  <a:cubicBezTo>
                    <a:pt x="7680" y="17460"/>
                    <a:pt x="6918" y="18603"/>
                    <a:pt x="5680" y="18889"/>
                  </a:cubicBezTo>
                  <a:cubicBezTo>
                    <a:pt x="5489" y="18889"/>
                    <a:pt x="5394" y="18889"/>
                    <a:pt x="5203" y="1888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7" name="Google Shape;1627;p48">
              <a:extLst>
                <a:ext uri="{FF2B5EF4-FFF2-40B4-BE49-F238E27FC236}">
                  <a16:creationId xmlns:a16="http://schemas.microsoft.com/office/drawing/2014/main" id="{14A728FF-28ED-4497-73AE-9930E00D16B4}"/>
                </a:ext>
              </a:extLst>
            </p:cNvPr>
            <p:cNvSpPr/>
            <p:nvPr/>
          </p:nvSpPr>
          <p:spPr>
            <a:xfrm>
              <a:off x="6746905" y="4749876"/>
              <a:ext cx="35326" cy="11147"/>
            </a:xfrm>
            <a:custGeom>
              <a:avLst/>
              <a:gdLst/>
              <a:ahLst/>
              <a:cxnLst/>
              <a:rect l="l" t="t" r="r" b="b"/>
              <a:pathLst>
                <a:path w="24532" h="7741" extrusionOk="0">
                  <a:moveTo>
                    <a:pt x="2217" y="7742"/>
                  </a:moveTo>
                  <a:cubicBezTo>
                    <a:pt x="1170" y="7742"/>
                    <a:pt x="217" y="6980"/>
                    <a:pt x="27" y="5837"/>
                  </a:cubicBezTo>
                  <a:cubicBezTo>
                    <a:pt x="-164" y="4598"/>
                    <a:pt x="693" y="3455"/>
                    <a:pt x="1836" y="3265"/>
                  </a:cubicBezTo>
                  <a:lnTo>
                    <a:pt x="21934" y="27"/>
                  </a:lnTo>
                  <a:cubicBezTo>
                    <a:pt x="23172" y="-164"/>
                    <a:pt x="24315" y="693"/>
                    <a:pt x="24506" y="1836"/>
                  </a:cubicBezTo>
                  <a:cubicBezTo>
                    <a:pt x="24696" y="3074"/>
                    <a:pt x="23839" y="4218"/>
                    <a:pt x="22696" y="4408"/>
                  </a:cubicBezTo>
                  <a:lnTo>
                    <a:pt x="2599" y="7647"/>
                  </a:lnTo>
                  <a:cubicBezTo>
                    <a:pt x="2599" y="7647"/>
                    <a:pt x="2313" y="7647"/>
                    <a:pt x="2217" y="764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8" name="Google Shape;1628;p48">
              <a:extLst>
                <a:ext uri="{FF2B5EF4-FFF2-40B4-BE49-F238E27FC236}">
                  <a16:creationId xmlns:a16="http://schemas.microsoft.com/office/drawing/2014/main" id="{6C02C5A7-170F-788A-7E47-E03017D02949}"/>
                </a:ext>
              </a:extLst>
            </p:cNvPr>
            <p:cNvSpPr/>
            <p:nvPr/>
          </p:nvSpPr>
          <p:spPr>
            <a:xfrm>
              <a:off x="6985937" y="4691202"/>
              <a:ext cx="41183" cy="13621"/>
            </a:xfrm>
            <a:custGeom>
              <a:avLst/>
              <a:gdLst/>
              <a:ahLst/>
              <a:cxnLst/>
              <a:rect l="l" t="t" r="r" b="b"/>
              <a:pathLst>
                <a:path w="28599" h="9459" extrusionOk="0">
                  <a:moveTo>
                    <a:pt x="2251" y="9459"/>
                  </a:moveTo>
                  <a:cubicBezTo>
                    <a:pt x="1203" y="9459"/>
                    <a:pt x="251" y="8697"/>
                    <a:pt x="60" y="7649"/>
                  </a:cubicBezTo>
                  <a:cubicBezTo>
                    <a:pt x="-226" y="6411"/>
                    <a:pt x="537" y="5268"/>
                    <a:pt x="1775" y="4982"/>
                  </a:cubicBezTo>
                  <a:lnTo>
                    <a:pt x="25873" y="29"/>
                  </a:lnTo>
                  <a:cubicBezTo>
                    <a:pt x="27206" y="-161"/>
                    <a:pt x="28254" y="601"/>
                    <a:pt x="28540" y="1744"/>
                  </a:cubicBezTo>
                  <a:cubicBezTo>
                    <a:pt x="28826" y="2982"/>
                    <a:pt x="28063" y="4125"/>
                    <a:pt x="26826" y="4411"/>
                  </a:cubicBezTo>
                  <a:lnTo>
                    <a:pt x="2727" y="9364"/>
                  </a:lnTo>
                  <a:cubicBezTo>
                    <a:pt x="2727" y="9364"/>
                    <a:pt x="2441" y="9364"/>
                    <a:pt x="2251" y="936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9" name="Google Shape;1629;p48">
              <a:extLst>
                <a:ext uri="{FF2B5EF4-FFF2-40B4-BE49-F238E27FC236}">
                  <a16:creationId xmlns:a16="http://schemas.microsoft.com/office/drawing/2014/main" id="{D5505CE0-C30B-61FD-07F5-D6A09913FB0C}"/>
                </a:ext>
              </a:extLst>
            </p:cNvPr>
            <p:cNvSpPr/>
            <p:nvPr/>
          </p:nvSpPr>
          <p:spPr>
            <a:xfrm>
              <a:off x="8222790" y="3904786"/>
              <a:ext cx="65307" cy="78752"/>
            </a:xfrm>
            <a:custGeom>
              <a:avLst/>
              <a:gdLst/>
              <a:ahLst/>
              <a:cxnLst/>
              <a:rect l="l" t="t" r="r" b="b"/>
              <a:pathLst>
                <a:path w="45352" h="54689" extrusionOk="0">
                  <a:moveTo>
                    <a:pt x="0" y="16546"/>
                  </a:moveTo>
                  <a:cubicBezTo>
                    <a:pt x="0" y="21785"/>
                    <a:pt x="7811" y="23023"/>
                    <a:pt x="20384" y="32358"/>
                  </a:cubicBezTo>
                  <a:cubicBezTo>
                    <a:pt x="36957" y="44740"/>
                    <a:pt x="41244" y="56075"/>
                    <a:pt x="44483" y="54551"/>
                  </a:cubicBezTo>
                  <a:cubicBezTo>
                    <a:pt x="47054" y="53313"/>
                    <a:pt x="43625" y="46550"/>
                    <a:pt x="38100" y="16546"/>
                  </a:cubicBezTo>
                  <a:cubicBezTo>
                    <a:pt x="36767" y="9498"/>
                    <a:pt x="35719" y="2925"/>
                    <a:pt x="30861" y="735"/>
                  </a:cubicBezTo>
                  <a:cubicBezTo>
                    <a:pt x="27432" y="-884"/>
                    <a:pt x="23718" y="449"/>
                    <a:pt x="19050" y="2068"/>
                  </a:cubicBezTo>
                  <a:cubicBezTo>
                    <a:pt x="15812" y="3307"/>
                    <a:pt x="-95" y="9021"/>
                    <a:pt x="0" y="1654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0" name="Google Shape;1630;p48">
              <a:extLst>
                <a:ext uri="{FF2B5EF4-FFF2-40B4-BE49-F238E27FC236}">
                  <a16:creationId xmlns:a16="http://schemas.microsoft.com/office/drawing/2014/main" id="{CDF08D1D-2131-F1CE-9255-84CC8BB1CBFE}"/>
                </a:ext>
              </a:extLst>
            </p:cNvPr>
            <p:cNvSpPr/>
            <p:nvPr/>
          </p:nvSpPr>
          <p:spPr>
            <a:xfrm>
              <a:off x="8084592" y="3869115"/>
              <a:ext cx="62892" cy="53401"/>
            </a:xfrm>
            <a:custGeom>
              <a:avLst/>
              <a:gdLst/>
              <a:ahLst/>
              <a:cxnLst/>
              <a:rect l="l" t="t" r="r" b="b"/>
              <a:pathLst>
                <a:path w="43675" h="37084" extrusionOk="0">
                  <a:moveTo>
                    <a:pt x="2171" y="37084"/>
                  </a:moveTo>
                  <a:cubicBezTo>
                    <a:pt x="1408" y="37084"/>
                    <a:pt x="646" y="36703"/>
                    <a:pt x="266" y="35941"/>
                  </a:cubicBezTo>
                  <a:cubicBezTo>
                    <a:pt x="-306" y="34893"/>
                    <a:pt x="75" y="33464"/>
                    <a:pt x="1122" y="32893"/>
                  </a:cubicBezTo>
                  <a:cubicBezTo>
                    <a:pt x="6266" y="30035"/>
                    <a:pt x="11219" y="26892"/>
                    <a:pt x="15981" y="23368"/>
                  </a:cubicBezTo>
                  <a:cubicBezTo>
                    <a:pt x="24745" y="16891"/>
                    <a:pt x="32745" y="9271"/>
                    <a:pt x="39699" y="794"/>
                  </a:cubicBezTo>
                  <a:cubicBezTo>
                    <a:pt x="40461" y="-159"/>
                    <a:pt x="41890" y="-254"/>
                    <a:pt x="42842" y="508"/>
                  </a:cubicBezTo>
                  <a:cubicBezTo>
                    <a:pt x="43795" y="1270"/>
                    <a:pt x="43985" y="2699"/>
                    <a:pt x="43128" y="3651"/>
                  </a:cubicBezTo>
                  <a:cubicBezTo>
                    <a:pt x="35889" y="12414"/>
                    <a:pt x="27602" y="20225"/>
                    <a:pt x="18553" y="26988"/>
                  </a:cubicBezTo>
                  <a:cubicBezTo>
                    <a:pt x="13695" y="30607"/>
                    <a:pt x="8552" y="33845"/>
                    <a:pt x="3218" y="36798"/>
                  </a:cubicBezTo>
                  <a:cubicBezTo>
                    <a:pt x="2837" y="36989"/>
                    <a:pt x="2456" y="37084"/>
                    <a:pt x="2171" y="3708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1" name="Google Shape;1631;p48">
              <a:extLst>
                <a:ext uri="{FF2B5EF4-FFF2-40B4-BE49-F238E27FC236}">
                  <a16:creationId xmlns:a16="http://schemas.microsoft.com/office/drawing/2014/main" id="{54ED0619-B638-D974-DAB5-C2658A9C93F6}"/>
                </a:ext>
              </a:extLst>
            </p:cNvPr>
            <p:cNvSpPr/>
            <p:nvPr/>
          </p:nvSpPr>
          <p:spPr>
            <a:xfrm>
              <a:off x="8116028" y="3879465"/>
              <a:ext cx="21944" cy="58154"/>
            </a:xfrm>
            <a:custGeom>
              <a:avLst/>
              <a:gdLst/>
              <a:ahLst/>
              <a:cxnLst/>
              <a:rect l="l" t="t" r="r" b="b"/>
              <a:pathLst>
                <a:path w="15239" h="40385" extrusionOk="0">
                  <a:moveTo>
                    <a:pt x="0" y="20193"/>
                  </a:moveTo>
                  <a:cubicBezTo>
                    <a:pt x="0" y="31337"/>
                    <a:pt x="3429" y="40386"/>
                    <a:pt x="7620" y="40386"/>
                  </a:cubicBezTo>
                  <a:cubicBezTo>
                    <a:pt x="11811" y="40386"/>
                    <a:pt x="15240" y="31337"/>
                    <a:pt x="15240" y="20193"/>
                  </a:cubicBezTo>
                  <a:cubicBezTo>
                    <a:pt x="15240" y="9049"/>
                    <a:pt x="11811" y="0"/>
                    <a:pt x="7620" y="0"/>
                  </a:cubicBezTo>
                  <a:cubicBezTo>
                    <a:pt x="3429" y="0"/>
                    <a:pt x="0" y="9049"/>
                    <a:pt x="0" y="2019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2" name="Google Shape;1632;p48">
              <a:extLst>
                <a:ext uri="{FF2B5EF4-FFF2-40B4-BE49-F238E27FC236}">
                  <a16:creationId xmlns:a16="http://schemas.microsoft.com/office/drawing/2014/main" id="{A46D6672-8366-9571-B2AF-669D4BF9908E}"/>
                </a:ext>
              </a:extLst>
            </p:cNvPr>
            <p:cNvSpPr/>
            <p:nvPr/>
          </p:nvSpPr>
          <p:spPr>
            <a:xfrm>
              <a:off x="7832866" y="3768856"/>
              <a:ext cx="168964" cy="178582"/>
            </a:xfrm>
            <a:custGeom>
              <a:avLst/>
              <a:gdLst/>
              <a:ahLst/>
              <a:cxnLst/>
              <a:rect l="l" t="t" r="r" b="b"/>
              <a:pathLst>
                <a:path w="117336" h="124015" extrusionOk="0">
                  <a:moveTo>
                    <a:pt x="78849" y="123920"/>
                  </a:moveTo>
                  <a:cubicBezTo>
                    <a:pt x="74849" y="123920"/>
                    <a:pt x="71610" y="123730"/>
                    <a:pt x="69515" y="123539"/>
                  </a:cubicBezTo>
                  <a:cubicBezTo>
                    <a:pt x="32653" y="120110"/>
                    <a:pt x="8841" y="90297"/>
                    <a:pt x="364" y="77724"/>
                  </a:cubicBezTo>
                  <a:cubicBezTo>
                    <a:pt x="-303" y="76676"/>
                    <a:pt x="-18" y="75343"/>
                    <a:pt x="935" y="74676"/>
                  </a:cubicBezTo>
                  <a:cubicBezTo>
                    <a:pt x="1983" y="74009"/>
                    <a:pt x="3316" y="74295"/>
                    <a:pt x="4078" y="75247"/>
                  </a:cubicBezTo>
                  <a:cubicBezTo>
                    <a:pt x="12270" y="87344"/>
                    <a:pt x="34939" y="115824"/>
                    <a:pt x="69896" y="119158"/>
                  </a:cubicBezTo>
                  <a:cubicBezTo>
                    <a:pt x="77706" y="119920"/>
                    <a:pt x="103805" y="121253"/>
                    <a:pt x="111235" y="108013"/>
                  </a:cubicBezTo>
                  <a:cubicBezTo>
                    <a:pt x="114854" y="101537"/>
                    <a:pt x="112092" y="94297"/>
                    <a:pt x="107615" y="82391"/>
                  </a:cubicBezTo>
                  <a:cubicBezTo>
                    <a:pt x="104948" y="75343"/>
                    <a:pt x="101614" y="66675"/>
                    <a:pt x="98852" y="55817"/>
                  </a:cubicBezTo>
                  <a:cubicBezTo>
                    <a:pt x="94375" y="38576"/>
                    <a:pt x="92375" y="20479"/>
                    <a:pt x="92851" y="2191"/>
                  </a:cubicBezTo>
                  <a:cubicBezTo>
                    <a:pt x="92851" y="952"/>
                    <a:pt x="93899" y="0"/>
                    <a:pt x="95042" y="0"/>
                  </a:cubicBezTo>
                  <a:cubicBezTo>
                    <a:pt x="96375" y="0"/>
                    <a:pt x="97328" y="1048"/>
                    <a:pt x="97233" y="2286"/>
                  </a:cubicBezTo>
                  <a:cubicBezTo>
                    <a:pt x="96756" y="20193"/>
                    <a:pt x="98662" y="37814"/>
                    <a:pt x="103043" y="54674"/>
                  </a:cubicBezTo>
                  <a:cubicBezTo>
                    <a:pt x="105805" y="65342"/>
                    <a:pt x="109044" y="73914"/>
                    <a:pt x="111711" y="80772"/>
                  </a:cubicBezTo>
                  <a:cubicBezTo>
                    <a:pt x="116569" y="93535"/>
                    <a:pt x="119711" y="101917"/>
                    <a:pt x="115044" y="110204"/>
                  </a:cubicBezTo>
                  <a:cubicBezTo>
                    <a:pt x="108472" y="121825"/>
                    <a:pt x="90756" y="124016"/>
                    <a:pt x="78754" y="12401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3" name="Google Shape;1633;p48">
              <a:extLst>
                <a:ext uri="{FF2B5EF4-FFF2-40B4-BE49-F238E27FC236}">
                  <a16:creationId xmlns:a16="http://schemas.microsoft.com/office/drawing/2014/main" id="{A113FC5F-C481-D2C8-230D-339B34166CAA}"/>
                </a:ext>
              </a:extLst>
            </p:cNvPr>
            <p:cNvSpPr/>
            <p:nvPr/>
          </p:nvSpPr>
          <p:spPr>
            <a:xfrm>
              <a:off x="8130053" y="3978120"/>
              <a:ext cx="146078" cy="116997"/>
            </a:xfrm>
            <a:custGeom>
              <a:avLst/>
              <a:gdLst/>
              <a:ahLst/>
              <a:cxnLst/>
              <a:rect l="l" t="t" r="r" b="b"/>
              <a:pathLst>
                <a:path w="101443" h="81248" extrusionOk="0">
                  <a:moveTo>
                    <a:pt x="40666" y="81248"/>
                  </a:moveTo>
                  <a:cubicBezTo>
                    <a:pt x="39904" y="81248"/>
                    <a:pt x="39142" y="81248"/>
                    <a:pt x="38380" y="81248"/>
                  </a:cubicBezTo>
                  <a:cubicBezTo>
                    <a:pt x="18854" y="80105"/>
                    <a:pt x="5423" y="65437"/>
                    <a:pt x="470" y="59055"/>
                  </a:cubicBezTo>
                  <a:cubicBezTo>
                    <a:pt x="-292" y="58103"/>
                    <a:pt x="-102" y="56674"/>
                    <a:pt x="851" y="55912"/>
                  </a:cubicBezTo>
                  <a:cubicBezTo>
                    <a:pt x="1804" y="55150"/>
                    <a:pt x="3232" y="55340"/>
                    <a:pt x="3995" y="56293"/>
                  </a:cubicBezTo>
                  <a:cubicBezTo>
                    <a:pt x="8471" y="62103"/>
                    <a:pt x="20949" y="75724"/>
                    <a:pt x="38570" y="76676"/>
                  </a:cubicBezTo>
                  <a:cubicBezTo>
                    <a:pt x="39237" y="76676"/>
                    <a:pt x="39904" y="76676"/>
                    <a:pt x="40666" y="76676"/>
                  </a:cubicBezTo>
                  <a:cubicBezTo>
                    <a:pt x="67145" y="76676"/>
                    <a:pt x="84004" y="47911"/>
                    <a:pt x="88577" y="38862"/>
                  </a:cubicBezTo>
                  <a:cubicBezTo>
                    <a:pt x="94196" y="27908"/>
                    <a:pt x="97054" y="15240"/>
                    <a:pt x="96958" y="2286"/>
                  </a:cubicBezTo>
                  <a:cubicBezTo>
                    <a:pt x="96958" y="1048"/>
                    <a:pt x="97911" y="95"/>
                    <a:pt x="99149" y="0"/>
                  </a:cubicBezTo>
                  <a:cubicBezTo>
                    <a:pt x="100388" y="0"/>
                    <a:pt x="101435" y="953"/>
                    <a:pt x="101435" y="2191"/>
                  </a:cubicBezTo>
                  <a:cubicBezTo>
                    <a:pt x="101626" y="15812"/>
                    <a:pt x="98578" y="29242"/>
                    <a:pt x="92577" y="40862"/>
                  </a:cubicBezTo>
                  <a:cubicBezTo>
                    <a:pt x="87624" y="50483"/>
                    <a:pt x="69621" y="81058"/>
                    <a:pt x="40666" y="8105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4" name="Google Shape;1634;p48">
              <a:extLst>
                <a:ext uri="{FF2B5EF4-FFF2-40B4-BE49-F238E27FC236}">
                  <a16:creationId xmlns:a16="http://schemas.microsoft.com/office/drawing/2014/main" id="{11D5D9CC-819D-DECA-A774-C6D32EC79EC4}"/>
                </a:ext>
              </a:extLst>
            </p:cNvPr>
            <p:cNvSpPr/>
            <p:nvPr/>
          </p:nvSpPr>
          <p:spPr>
            <a:xfrm>
              <a:off x="8070930" y="3964609"/>
              <a:ext cx="32171" cy="102367"/>
            </a:xfrm>
            <a:custGeom>
              <a:avLst/>
              <a:gdLst/>
              <a:ahLst/>
              <a:cxnLst/>
              <a:rect l="l" t="t" r="r" b="b"/>
              <a:pathLst>
                <a:path w="22341" h="71088" extrusionOk="0">
                  <a:moveTo>
                    <a:pt x="4308" y="71088"/>
                  </a:moveTo>
                  <a:cubicBezTo>
                    <a:pt x="3260" y="71088"/>
                    <a:pt x="2403" y="70422"/>
                    <a:pt x="2117" y="69374"/>
                  </a:cubicBezTo>
                  <a:cubicBezTo>
                    <a:pt x="-359" y="58896"/>
                    <a:pt x="-645" y="48228"/>
                    <a:pt x="1165" y="37655"/>
                  </a:cubicBezTo>
                  <a:cubicBezTo>
                    <a:pt x="4213" y="20701"/>
                    <a:pt x="12214" y="8223"/>
                    <a:pt x="18405" y="794"/>
                  </a:cubicBezTo>
                  <a:cubicBezTo>
                    <a:pt x="19167" y="-159"/>
                    <a:pt x="20596" y="-254"/>
                    <a:pt x="21548" y="508"/>
                  </a:cubicBezTo>
                  <a:cubicBezTo>
                    <a:pt x="22500" y="1270"/>
                    <a:pt x="22596" y="2699"/>
                    <a:pt x="21834" y="3651"/>
                  </a:cubicBezTo>
                  <a:cubicBezTo>
                    <a:pt x="16024" y="10605"/>
                    <a:pt x="8404" y="22320"/>
                    <a:pt x="5546" y="38417"/>
                  </a:cubicBezTo>
                  <a:cubicBezTo>
                    <a:pt x="3832" y="48323"/>
                    <a:pt x="4117" y="58420"/>
                    <a:pt x="6403" y="68326"/>
                  </a:cubicBezTo>
                  <a:cubicBezTo>
                    <a:pt x="6689" y="69564"/>
                    <a:pt x="5927" y="70707"/>
                    <a:pt x="4689" y="70993"/>
                  </a:cubicBezTo>
                  <a:cubicBezTo>
                    <a:pt x="4499" y="70993"/>
                    <a:pt x="4403" y="70993"/>
                    <a:pt x="4213" y="7099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5" name="Google Shape;1635;p48">
              <a:extLst>
                <a:ext uri="{FF2B5EF4-FFF2-40B4-BE49-F238E27FC236}">
                  <a16:creationId xmlns:a16="http://schemas.microsoft.com/office/drawing/2014/main" id="{ADC658CE-753D-3D6C-F72E-C040FBDE342C}"/>
                </a:ext>
              </a:extLst>
            </p:cNvPr>
            <p:cNvSpPr/>
            <p:nvPr/>
          </p:nvSpPr>
          <p:spPr>
            <a:xfrm>
              <a:off x="8104537" y="3919575"/>
              <a:ext cx="70487" cy="80112"/>
            </a:xfrm>
            <a:custGeom>
              <a:avLst/>
              <a:gdLst/>
              <a:ahLst/>
              <a:cxnLst/>
              <a:rect l="l" t="t" r="r" b="b"/>
              <a:pathLst>
                <a:path w="48949" h="55633" extrusionOk="0">
                  <a:moveTo>
                    <a:pt x="2251" y="55634"/>
                  </a:moveTo>
                  <a:cubicBezTo>
                    <a:pt x="1203" y="55634"/>
                    <a:pt x="346" y="54872"/>
                    <a:pt x="60" y="53920"/>
                  </a:cubicBezTo>
                  <a:cubicBezTo>
                    <a:pt x="-226" y="52681"/>
                    <a:pt x="536" y="51538"/>
                    <a:pt x="1775" y="51252"/>
                  </a:cubicBezTo>
                  <a:cubicBezTo>
                    <a:pt x="8251" y="49824"/>
                    <a:pt x="14252" y="47347"/>
                    <a:pt x="19586" y="43823"/>
                  </a:cubicBezTo>
                  <a:cubicBezTo>
                    <a:pt x="38446" y="31441"/>
                    <a:pt x="43208" y="10390"/>
                    <a:pt x="44446" y="1913"/>
                  </a:cubicBezTo>
                  <a:cubicBezTo>
                    <a:pt x="44637" y="675"/>
                    <a:pt x="45780" y="-87"/>
                    <a:pt x="47018" y="8"/>
                  </a:cubicBezTo>
                  <a:cubicBezTo>
                    <a:pt x="48257" y="199"/>
                    <a:pt x="49114" y="1342"/>
                    <a:pt x="48923" y="2580"/>
                  </a:cubicBezTo>
                  <a:cubicBezTo>
                    <a:pt x="47590" y="11629"/>
                    <a:pt x="42446" y="34203"/>
                    <a:pt x="22158" y="47633"/>
                  </a:cubicBezTo>
                  <a:cubicBezTo>
                    <a:pt x="16348" y="51443"/>
                    <a:pt x="9871" y="54110"/>
                    <a:pt x="2822" y="55634"/>
                  </a:cubicBezTo>
                  <a:cubicBezTo>
                    <a:pt x="2632" y="55634"/>
                    <a:pt x="2537" y="55634"/>
                    <a:pt x="2346" y="5563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6" name="Google Shape;1636;p48">
              <a:extLst>
                <a:ext uri="{FF2B5EF4-FFF2-40B4-BE49-F238E27FC236}">
                  <a16:creationId xmlns:a16="http://schemas.microsoft.com/office/drawing/2014/main" id="{7F485F13-41BA-FC06-ED80-3833A187A79F}"/>
                </a:ext>
              </a:extLst>
            </p:cNvPr>
            <p:cNvSpPr/>
            <p:nvPr/>
          </p:nvSpPr>
          <p:spPr>
            <a:xfrm>
              <a:off x="7988708" y="3893490"/>
              <a:ext cx="48218" cy="215195"/>
            </a:xfrm>
            <a:custGeom>
              <a:avLst/>
              <a:gdLst/>
              <a:ahLst/>
              <a:cxnLst/>
              <a:rect l="l" t="t" r="r" b="b"/>
              <a:pathLst>
                <a:path w="33485" h="149441" extrusionOk="0">
                  <a:moveTo>
                    <a:pt x="2249" y="149346"/>
                  </a:moveTo>
                  <a:cubicBezTo>
                    <a:pt x="535" y="148965"/>
                    <a:pt x="-227" y="147822"/>
                    <a:pt x="59" y="146584"/>
                  </a:cubicBezTo>
                  <a:cubicBezTo>
                    <a:pt x="1583" y="140297"/>
                    <a:pt x="2821" y="133916"/>
                    <a:pt x="3583" y="127438"/>
                  </a:cubicBezTo>
                  <a:cubicBezTo>
                    <a:pt x="6250" y="107626"/>
                    <a:pt x="4917" y="93148"/>
                    <a:pt x="3868" y="81528"/>
                  </a:cubicBezTo>
                  <a:cubicBezTo>
                    <a:pt x="3488" y="76956"/>
                    <a:pt x="3107" y="72575"/>
                    <a:pt x="3012" y="68669"/>
                  </a:cubicBezTo>
                  <a:cubicBezTo>
                    <a:pt x="2535" y="46857"/>
                    <a:pt x="11489" y="23997"/>
                    <a:pt x="29491" y="851"/>
                  </a:cubicBezTo>
                  <a:cubicBezTo>
                    <a:pt x="30253" y="-101"/>
                    <a:pt x="31587" y="-292"/>
                    <a:pt x="32634" y="470"/>
                  </a:cubicBezTo>
                  <a:cubicBezTo>
                    <a:pt x="33586" y="1232"/>
                    <a:pt x="33777" y="2661"/>
                    <a:pt x="33015" y="3613"/>
                  </a:cubicBezTo>
                  <a:cubicBezTo>
                    <a:pt x="15680" y="25997"/>
                    <a:pt x="7107" y="47905"/>
                    <a:pt x="7488" y="68669"/>
                  </a:cubicBezTo>
                  <a:cubicBezTo>
                    <a:pt x="7488" y="72479"/>
                    <a:pt x="7965" y="76575"/>
                    <a:pt x="8345" y="81242"/>
                  </a:cubicBezTo>
                  <a:cubicBezTo>
                    <a:pt x="9488" y="93148"/>
                    <a:pt x="10822" y="107912"/>
                    <a:pt x="8059" y="128200"/>
                  </a:cubicBezTo>
                  <a:cubicBezTo>
                    <a:pt x="7203" y="134773"/>
                    <a:pt x="5964" y="141345"/>
                    <a:pt x="4345" y="147727"/>
                  </a:cubicBezTo>
                  <a:cubicBezTo>
                    <a:pt x="4059" y="148775"/>
                    <a:pt x="3202" y="149441"/>
                    <a:pt x="2154" y="14944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7" name="Google Shape;1637;p48">
              <a:extLst>
                <a:ext uri="{FF2B5EF4-FFF2-40B4-BE49-F238E27FC236}">
                  <a16:creationId xmlns:a16="http://schemas.microsoft.com/office/drawing/2014/main" id="{FD699606-7554-213D-E837-78965959D727}"/>
                </a:ext>
              </a:extLst>
            </p:cNvPr>
            <p:cNvSpPr/>
            <p:nvPr/>
          </p:nvSpPr>
          <p:spPr>
            <a:xfrm>
              <a:off x="7485124" y="4437148"/>
              <a:ext cx="56956" cy="60250"/>
            </a:xfrm>
            <a:custGeom>
              <a:avLst/>
              <a:gdLst/>
              <a:ahLst/>
              <a:cxnLst/>
              <a:rect l="l" t="t" r="r" b="b"/>
              <a:pathLst>
                <a:path w="39553" h="41840" extrusionOk="0">
                  <a:moveTo>
                    <a:pt x="2251" y="41841"/>
                  </a:moveTo>
                  <a:cubicBezTo>
                    <a:pt x="1679" y="41841"/>
                    <a:pt x="1107" y="41650"/>
                    <a:pt x="727" y="41269"/>
                  </a:cubicBezTo>
                  <a:cubicBezTo>
                    <a:pt x="-226" y="40412"/>
                    <a:pt x="-226" y="38983"/>
                    <a:pt x="631" y="38126"/>
                  </a:cubicBezTo>
                  <a:lnTo>
                    <a:pt x="35683" y="692"/>
                  </a:lnTo>
                  <a:cubicBezTo>
                    <a:pt x="36541" y="-165"/>
                    <a:pt x="37970" y="-260"/>
                    <a:pt x="38827" y="597"/>
                  </a:cubicBezTo>
                  <a:cubicBezTo>
                    <a:pt x="39779" y="1455"/>
                    <a:pt x="39779" y="2883"/>
                    <a:pt x="38922" y="3741"/>
                  </a:cubicBezTo>
                  <a:lnTo>
                    <a:pt x="3870" y="41174"/>
                  </a:lnTo>
                  <a:cubicBezTo>
                    <a:pt x="3870" y="41174"/>
                    <a:pt x="2822" y="41841"/>
                    <a:pt x="2251" y="4184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8" name="Google Shape;1638;p48">
              <a:extLst>
                <a:ext uri="{FF2B5EF4-FFF2-40B4-BE49-F238E27FC236}">
                  <a16:creationId xmlns:a16="http://schemas.microsoft.com/office/drawing/2014/main" id="{0FE7F63A-0530-F0DA-E750-4846CC88D851}"/>
                </a:ext>
              </a:extLst>
            </p:cNvPr>
            <p:cNvSpPr/>
            <p:nvPr/>
          </p:nvSpPr>
          <p:spPr>
            <a:xfrm>
              <a:off x="7615880" y="3950915"/>
              <a:ext cx="192384" cy="249905"/>
            </a:xfrm>
            <a:custGeom>
              <a:avLst/>
              <a:gdLst/>
              <a:ahLst/>
              <a:cxnLst/>
              <a:rect l="l" t="t" r="r" b="b"/>
              <a:pathLst>
                <a:path w="133600" h="173545" extrusionOk="0">
                  <a:moveTo>
                    <a:pt x="131445" y="173546"/>
                  </a:moveTo>
                  <a:cubicBezTo>
                    <a:pt x="102680" y="163735"/>
                    <a:pt x="78010" y="148590"/>
                    <a:pt x="57436" y="128206"/>
                  </a:cubicBezTo>
                  <a:cubicBezTo>
                    <a:pt x="12954" y="84201"/>
                    <a:pt x="2381" y="30480"/>
                    <a:pt x="0" y="2381"/>
                  </a:cubicBezTo>
                  <a:cubicBezTo>
                    <a:pt x="0" y="1143"/>
                    <a:pt x="858" y="95"/>
                    <a:pt x="2000" y="0"/>
                  </a:cubicBezTo>
                  <a:cubicBezTo>
                    <a:pt x="3334" y="0"/>
                    <a:pt x="4286" y="857"/>
                    <a:pt x="4382" y="2000"/>
                  </a:cubicBezTo>
                  <a:cubicBezTo>
                    <a:pt x="6668" y="29527"/>
                    <a:pt x="17050" y="82010"/>
                    <a:pt x="60484" y="124968"/>
                  </a:cubicBezTo>
                  <a:cubicBezTo>
                    <a:pt x="80582" y="144875"/>
                    <a:pt x="104680" y="159734"/>
                    <a:pt x="132112" y="169164"/>
                  </a:cubicBezTo>
                  <a:cubicBezTo>
                    <a:pt x="133255" y="169545"/>
                    <a:pt x="133921" y="170879"/>
                    <a:pt x="133445" y="172021"/>
                  </a:cubicBezTo>
                  <a:cubicBezTo>
                    <a:pt x="133159" y="172974"/>
                    <a:pt x="132302" y="173546"/>
                    <a:pt x="131350" y="17354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9" name="Google Shape;1639;p48">
              <a:extLst>
                <a:ext uri="{FF2B5EF4-FFF2-40B4-BE49-F238E27FC236}">
                  <a16:creationId xmlns:a16="http://schemas.microsoft.com/office/drawing/2014/main" id="{01F053AE-8616-6F6E-7EC6-7A320AF12751}"/>
                </a:ext>
              </a:extLst>
            </p:cNvPr>
            <p:cNvSpPr/>
            <p:nvPr/>
          </p:nvSpPr>
          <p:spPr>
            <a:xfrm>
              <a:off x="7659043" y="3992841"/>
              <a:ext cx="143496" cy="150034"/>
            </a:xfrm>
            <a:custGeom>
              <a:avLst/>
              <a:gdLst/>
              <a:ahLst/>
              <a:cxnLst/>
              <a:rect l="l" t="t" r="r" b="b"/>
              <a:pathLst>
                <a:path w="99650" h="104190" extrusionOk="0">
                  <a:moveTo>
                    <a:pt x="97333" y="104095"/>
                  </a:moveTo>
                  <a:cubicBezTo>
                    <a:pt x="96857" y="104095"/>
                    <a:pt x="96285" y="103905"/>
                    <a:pt x="95904" y="103619"/>
                  </a:cubicBezTo>
                  <a:cubicBezTo>
                    <a:pt x="82188" y="92189"/>
                    <a:pt x="68662" y="79997"/>
                    <a:pt x="55899" y="67234"/>
                  </a:cubicBezTo>
                  <a:cubicBezTo>
                    <a:pt x="36087" y="47517"/>
                    <a:pt x="17418" y="26086"/>
                    <a:pt x="464" y="3607"/>
                  </a:cubicBezTo>
                  <a:cubicBezTo>
                    <a:pt x="-299" y="2654"/>
                    <a:pt x="-108" y="1225"/>
                    <a:pt x="940" y="463"/>
                  </a:cubicBezTo>
                  <a:cubicBezTo>
                    <a:pt x="1893" y="-298"/>
                    <a:pt x="3321" y="-108"/>
                    <a:pt x="4083" y="940"/>
                  </a:cubicBezTo>
                  <a:cubicBezTo>
                    <a:pt x="20943" y="23228"/>
                    <a:pt x="39516" y="44564"/>
                    <a:pt x="59137" y="64091"/>
                  </a:cubicBezTo>
                  <a:cubicBezTo>
                    <a:pt x="71806" y="76759"/>
                    <a:pt x="85236" y="88856"/>
                    <a:pt x="98857" y="100190"/>
                  </a:cubicBezTo>
                  <a:cubicBezTo>
                    <a:pt x="99809" y="100952"/>
                    <a:pt x="99905" y="102381"/>
                    <a:pt x="99142" y="103333"/>
                  </a:cubicBezTo>
                  <a:cubicBezTo>
                    <a:pt x="98666" y="103905"/>
                    <a:pt x="98095" y="104191"/>
                    <a:pt x="97428" y="10419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0" name="Google Shape;1640;p48">
              <a:extLst>
                <a:ext uri="{FF2B5EF4-FFF2-40B4-BE49-F238E27FC236}">
                  <a16:creationId xmlns:a16="http://schemas.microsoft.com/office/drawing/2014/main" id="{ED773633-F91C-A728-E8FB-EB8E7F57B068}"/>
                </a:ext>
              </a:extLst>
            </p:cNvPr>
            <p:cNvSpPr/>
            <p:nvPr/>
          </p:nvSpPr>
          <p:spPr>
            <a:xfrm>
              <a:off x="7178560" y="4223650"/>
              <a:ext cx="90775" cy="179415"/>
            </a:xfrm>
            <a:custGeom>
              <a:avLst/>
              <a:gdLst/>
              <a:ahLst/>
              <a:cxnLst/>
              <a:rect l="l" t="t" r="r" b="b"/>
              <a:pathLst>
                <a:path w="63038" h="124594" extrusionOk="0">
                  <a:moveTo>
                    <a:pt x="2262" y="124594"/>
                  </a:moveTo>
                  <a:cubicBezTo>
                    <a:pt x="1690" y="124594"/>
                    <a:pt x="1119" y="124404"/>
                    <a:pt x="643" y="123928"/>
                  </a:cubicBezTo>
                  <a:cubicBezTo>
                    <a:pt x="-214" y="123070"/>
                    <a:pt x="-214" y="121642"/>
                    <a:pt x="643" y="120784"/>
                  </a:cubicBezTo>
                  <a:cubicBezTo>
                    <a:pt x="11882" y="110021"/>
                    <a:pt x="21693" y="97924"/>
                    <a:pt x="29885" y="84970"/>
                  </a:cubicBezTo>
                  <a:cubicBezTo>
                    <a:pt x="45601" y="60110"/>
                    <a:pt x="55221" y="32107"/>
                    <a:pt x="58555" y="2008"/>
                  </a:cubicBezTo>
                  <a:cubicBezTo>
                    <a:pt x="58650" y="769"/>
                    <a:pt x="59793" y="-88"/>
                    <a:pt x="61031" y="7"/>
                  </a:cubicBezTo>
                  <a:cubicBezTo>
                    <a:pt x="62270" y="103"/>
                    <a:pt x="63127" y="1246"/>
                    <a:pt x="63031" y="2484"/>
                  </a:cubicBezTo>
                  <a:cubicBezTo>
                    <a:pt x="59698" y="33345"/>
                    <a:pt x="49792" y="61920"/>
                    <a:pt x="33695" y="87352"/>
                  </a:cubicBezTo>
                  <a:cubicBezTo>
                    <a:pt x="25313" y="100591"/>
                    <a:pt x="15216" y="112974"/>
                    <a:pt x="3786" y="124023"/>
                  </a:cubicBezTo>
                  <a:cubicBezTo>
                    <a:pt x="3310" y="124404"/>
                    <a:pt x="2834" y="124594"/>
                    <a:pt x="2262" y="12459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1" name="Google Shape;1641;p48">
              <a:extLst>
                <a:ext uri="{FF2B5EF4-FFF2-40B4-BE49-F238E27FC236}">
                  <a16:creationId xmlns:a16="http://schemas.microsoft.com/office/drawing/2014/main" id="{6F0B48DA-A8A7-B799-2284-1946EB3AC583}"/>
                </a:ext>
              </a:extLst>
            </p:cNvPr>
            <p:cNvSpPr/>
            <p:nvPr/>
          </p:nvSpPr>
          <p:spPr>
            <a:xfrm>
              <a:off x="6759963" y="4078957"/>
              <a:ext cx="79330" cy="284486"/>
            </a:xfrm>
            <a:custGeom>
              <a:avLst/>
              <a:gdLst/>
              <a:ahLst/>
              <a:cxnLst/>
              <a:rect l="l" t="t" r="r" b="b"/>
              <a:pathLst>
                <a:path w="55090" h="197560" extrusionOk="0">
                  <a:moveTo>
                    <a:pt x="6786" y="197466"/>
                  </a:moveTo>
                  <a:cubicBezTo>
                    <a:pt x="6786" y="197466"/>
                    <a:pt x="5929" y="197370"/>
                    <a:pt x="5547" y="197085"/>
                  </a:cubicBezTo>
                  <a:cubicBezTo>
                    <a:pt x="4500" y="196418"/>
                    <a:pt x="4214" y="195084"/>
                    <a:pt x="4881" y="194037"/>
                  </a:cubicBezTo>
                  <a:cubicBezTo>
                    <a:pt x="8977" y="187655"/>
                    <a:pt x="11930" y="180892"/>
                    <a:pt x="13644" y="173844"/>
                  </a:cubicBezTo>
                  <a:cubicBezTo>
                    <a:pt x="18597" y="153460"/>
                    <a:pt x="11930" y="136125"/>
                    <a:pt x="6500" y="122123"/>
                  </a:cubicBezTo>
                  <a:cubicBezTo>
                    <a:pt x="4691" y="117360"/>
                    <a:pt x="2976" y="112884"/>
                    <a:pt x="1833" y="108788"/>
                  </a:cubicBezTo>
                  <a:cubicBezTo>
                    <a:pt x="-5882" y="80022"/>
                    <a:pt x="10787" y="43637"/>
                    <a:pt x="51268" y="679"/>
                  </a:cubicBezTo>
                  <a:cubicBezTo>
                    <a:pt x="52125" y="-178"/>
                    <a:pt x="53554" y="-273"/>
                    <a:pt x="54411" y="679"/>
                  </a:cubicBezTo>
                  <a:cubicBezTo>
                    <a:pt x="55268" y="1536"/>
                    <a:pt x="55364" y="2965"/>
                    <a:pt x="54411" y="3822"/>
                  </a:cubicBezTo>
                  <a:cubicBezTo>
                    <a:pt x="15072" y="45542"/>
                    <a:pt x="-1215" y="80499"/>
                    <a:pt x="6024" y="107740"/>
                  </a:cubicBezTo>
                  <a:cubicBezTo>
                    <a:pt x="7072" y="111645"/>
                    <a:pt x="8786" y="116027"/>
                    <a:pt x="10501" y="120599"/>
                  </a:cubicBezTo>
                  <a:cubicBezTo>
                    <a:pt x="16121" y="135172"/>
                    <a:pt x="23074" y="153270"/>
                    <a:pt x="17740" y="174987"/>
                  </a:cubicBezTo>
                  <a:cubicBezTo>
                    <a:pt x="15930" y="182416"/>
                    <a:pt x="12787" y="189655"/>
                    <a:pt x="8405" y="196513"/>
                  </a:cubicBezTo>
                  <a:cubicBezTo>
                    <a:pt x="7929" y="197180"/>
                    <a:pt x="7262" y="197561"/>
                    <a:pt x="6500" y="19756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2" name="Google Shape;1642;p48">
              <a:extLst>
                <a:ext uri="{FF2B5EF4-FFF2-40B4-BE49-F238E27FC236}">
                  <a16:creationId xmlns:a16="http://schemas.microsoft.com/office/drawing/2014/main" id="{D6D9B8F1-4C83-7EAF-5041-388D14FA670F}"/>
                </a:ext>
              </a:extLst>
            </p:cNvPr>
            <p:cNvSpPr/>
            <p:nvPr/>
          </p:nvSpPr>
          <p:spPr>
            <a:xfrm>
              <a:off x="7320510" y="4003370"/>
              <a:ext cx="37881" cy="331135"/>
            </a:xfrm>
            <a:custGeom>
              <a:avLst/>
              <a:gdLst/>
              <a:ahLst/>
              <a:cxnLst/>
              <a:rect l="l" t="t" r="r" b="b"/>
              <a:pathLst>
                <a:path w="26306" h="229955" extrusionOk="0">
                  <a:moveTo>
                    <a:pt x="2253" y="229956"/>
                  </a:moveTo>
                  <a:cubicBezTo>
                    <a:pt x="253" y="229384"/>
                    <a:pt x="-318" y="228051"/>
                    <a:pt x="158" y="226908"/>
                  </a:cubicBezTo>
                  <a:cubicBezTo>
                    <a:pt x="9302" y="203762"/>
                    <a:pt x="15684" y="179473"/>
                    <a:pt x="19017" y="154994"/>
                  </a:cubicBezTo>
                  <a:cubicBezTo>
                    <a:pt x="25876" y="104893"/>
                    <a:pt x="19970" y="52315"/>
                    <a:pt x="1968" y="2975"/>
                  </a:cubicBezTo>
                  <a:cubicBezTo>
                    <a:pt x="1586" y="1832"/>
                    <a:pt x="2158" y="499"/>
                    <a:pt x="3301" y="118"/>
                  </a:cubicBezTo>
                  <a:cubicBezTo>
                    <a:pt x="4444" y="-263"/>
                    <a:pt x="5682" y="308"/>
                    <a:pt x="6159" y="1451"/>
                  </a:cubicBezTo>
                  <a:cubicBezTo>
                    <a:pt x="24447" y="51457"/>
                    <a:pt x="30448" y="104797"/>
                    <a:pt x="23494" y="155566"/>
                  </a:cubicBezTo>
                  <a:cubicBezTo>
                    <a:pt x="20065" y="180521"/>
                    <a:pt x="13683" y="205000"/>
                    <a:pt x="4349" y="228527"/>
                  </a:cubicBezTo>
                  <a:cubicBezTo>
                    <a:pt x="3968" y="229384"/>
                    <a:pt x="3206" y="229956"/>
                    <a:pt x="2253" y="22995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3" name="Google Shape;1643;p48">
              <a:extLst>
                <a:ext uri="{FF2B5EF4-FFF2-40B4-BE49-F238E27FC236}">
                  <a16:creationId xmlns:a16="http://schemas.microsoft.com/office/drawing/2014/main" id="{2A720BE2-D31C-F2E9-A360-A77FC72FDE8C}"/>
                </a:ext>
              </a:extLst>
            </p:cNvPr>
            <p:cNvSpPr/>
            <p:nvPr/>
          </p:nvSpPr>
          <p:spPr>
            <a:xfrm>
              <a:off x="7486538" y="3992606"/>
              <a:ext cx="66486" cy="376995"/>
            </a:xfrm>
            <a:custGeom>
              <a:avLst/>
              <a:gdLst/>
              <a:ahLst/>
              <a:cxnLst/>
              <a:rect l="l" t="t" r="r" b="b"/>
              <a:pathLst>
                <a:path w="46171" h="261802" extrusionOk="0">
                  <a:moveTo>
                    <a:pt x="2223" y="261802"/>
                  </a:moveTo>
                  <a:cubicBezTo>
                    <a:pt x="1556" y="261802"/>
                    <a:pt x="984" y="261517"/>
                    <a:pt x="508" y="261040"/>
                  </a:cubicBezTo>
                  <a:cubicBezTo>
                    <a:pt x="-254" y="260088"/>
                    <a:pt x="-159" y="258659"/>
                    <a:pt x="794" y="257897"/>
                  </a:cubicBezTo>
                  <a:cubicBezTo>
                    <a:pt x="4889" y="254373"/>
                    <a:pt x="8795" y="250468"/>
                    <a:pt x="12319" y="246372"/>
                  </a:cubicBezTo>
                  <a:cubicBezTo>
                    <a:pt x="26320" y="230084"/>
                    <a:pt x="40799" y="203414"/>
                    <a:pt x="41656" y="129119"/>
                  </a:cubicBezTo>
                  <a:cubicBezTo>
                    <a:pt x="42132" y="87209"/>
                    <a:pt x="38227" y="44632"/>
                    <a:pt x="29940" y="2722"/>
                  </a:cubicBezTo>
                  <a:cubicBezTo>
                    <a:pt x="29750" y="1484"/>
                    <a:pt x="30512" y="341"/>
                    <a:pt x="31654" y="55"/>
                  </a:cubicBezTo>
                  <a:cubicBezTo>
                    <a:pt x="32988" y="-230"/>
                    <a:pt x="34036" y="627"/>
                    <a:pt x="34322" y="1770"/>
                  </a:cubicBezTo>
                  <a:cubicBezTo>
                    <a:pt x="42704" y="43966"/>
                    <a:pt x="46609" y="86828"/>
                    <a:pt x="46133" y="129024"/>
                  </a:cubicBezTo>
                  <a:cubicBezTo>
                    <a:pt x="45180" y="204748"/>
                    <a:pt x="30226" y="232180"/>
                    <a:pt x="15748" y="249134"/>
                  </a:cubicBezTo>
                  <a:cubicBezTo>
                    <a:pt x="12033" y="253420"/>
                    <a:pt x="8033" y="257421"/>
                    <a:pt x="3746" y="261136"/>
                  </a:cubicBezTo>
                  <a:cubicBezTo>
                    <a:pt x="3366" y="261517"/>
                    <a:pt x="2794" y="261707"/>
                    <a:pt x="2318" y="26170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4" name="Google Shape;1644;p48">
              <a:extLst>
                <a:ext uri="{FF2B5EF4-FFF2-40B4-BE49-F238E27FC236}">
                  <a16:creationId xmlns:a16="http://schemas.microsoft.com/office/drawing/2014/main" id="{B62B0BB4-A4E7-35B5-99C0-90E2FFC5E8A1}"/>
                </a:ext>
              </a:extLst>
            </p:cNvPr>
            <p:cNvSpPr/>
            <p:nvPr/>
          </p:nvSpPr>
          <p:spPr>
            <a:xfrm>
              <a:off x="6940364" y="3940705"/>
              <a:ext cx="78127" cy="87276"/>
            </a:xfrm>
            <a:custGeom>
              <a:avLst/>
              <a:gdLst/>
              <a:ahLst/>
              <a:cxnLst/>
              <a:rect l="l" t="t" r="r" b="b"/>
              <a:pathLst>
                <a:path w="54255" h="60608" extrusionOk="0">
                  <a:moveTo>
                    <a:pt x="2220" y="60513"/>
                  </a:moveTo>
                  <a:cubicBezTo>
                    <a:pt x="1172" y="60513"/>
                    <a:pt x="219" y="59751"/>
                    <a:pt x="29" y="58703"/>
                  </a:cubicBezTo>
                  <a:cubicBezTo>
                    <a:pt x="-162" y="57465"/>
                    <a:pt x="601" y="56322"/>
                    <a:pt x="1839" y="56131"/>
                  </a:cubicBezTo>
                  <a:cubicBezTo>
                    <a:pt x="8125" y="55084"/>
                    <a:pt x="13935" y="52988"/>
                    <a:pt x="19269" y="50035"/>
                  </a:cubicBezTo>
                  <a:cubicBezTo>
                    <a:pt x="41843" y="37367"/>
                    <a:pt x="48226" y="12126"/>
                    <a:pt x="49845" y="1839"/>
                  </a:cubicBezTo>
                  <a:cubicBezTo>
                    <a:pt x="50035" y="601"/>
                    <a:pt x="51178" y="-161"/>
                    <a:pt x="52417" y="29"/>
                  </a:cubicBezTo>
                  <a:cubicBezTo>
                    <a:pt x="53655" y="220"/>
                    <a:pt x="54416" y="1363"/>
                    <a:pt x="54226" y="2601"/>
                  </a:cubicBezTo>
                  <a:cubicBezTo>
                    <a:pt x="52417" y="13555"/>
                    <a:pt x="45654" y="40415"/>
                    <a:pt x="21365" y="54036"/>
                  </a:cubicBezTo>
                  <a:cubicBezTo>
                    <a:pt x="15650" y="57274"/>
                    <a:pt x="9268" y="59465"/>
                    <a:pt x="2505" y="60608"/>
                  </a:cubicBezTo>
                  <a:cubicBezTo>
                    <a:pt x="2410" y="60608"/>
                    <a:pt x="2220" y="60608"/>
                    <a:pt x="2124" y="6060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5" name="Google Shape;1645;p48">
              <a:extLst>
                <a:ext uri="{FF2B5EF4-FFF2-40B4-BE49-F238E27FC236}">
                  <a16:creationId xmlns:a16="http://schemas.microsoft.com/office/drawing/2014/main" id="{B86F12DA-317F-F17E-17C8-09CD36DCDDC4}"/>
                </a:ext>
              </a:extLst>
            </p:cNvPr>
            <p:cNvSpPr/>
            <p:nvPr/>
          </p:nvSpPr>
          <p:spPr>
            <a:xfrm>
              <a:off x="7752559" y="3867374"/>
              <a:ext cx="140937" cy="375132"/>
            </a:xfrm>
            <a:custGeom>
              <a:avLst/>
              <a:gdLst/>
              <a:ahLst/>
              <a:cxnLst/>
              <a:rect l="l" t="t" r="r" b="b"/>
              <a:pathLst>
                <a:path w="97873" h="260508" extrusionOk="0">
                  <a:moveTo>
                    <a:pt x="74728" y="260509"/>
                  </a:moveTo>
                  <a:lnTo>
                    <a:pt x="97873" y="243078"/>
                  </a:lnTo>
                  <a:cubicBezTo>
                    <a:pt x="73394" y="210503"/>
                    <a:pt x="55106" y="174308"/>
                    <a:pt x="43390" y="135350"/>
                  </a:cubicBezTo>
                  <a:cubicBezTo>
                    <a:pt x="30532" y="92297"/>
                    <a:pt x="26245" y="47720"/>
                    <a:pt x="30722" y="2858"/>
                  </a:cubicBezTo>
                  <a:lnTo>
                    <a:pt x="1861" y="0"/>
                  </a:lnTo>
                  <a:cubicBezTo>
                    <a:pt x="-2997" y="48673"/>
                    <a:pt x="1671" y="96964"/>
                    <a:pt x="15673" y="143637"/>
                  </a:cubicBezTo>
                  <a:cubicBezTo>
                    <a:pt x="28341" y="185833"/>
                    <a:pt x="48153" y="225171"/>
                    <a:pt x="74728" y="260509"/>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6" name="Google Shape;1646;p48">
              <a:extLst>
                <a:ext uri="{FF2B5EF4-FFF2-40B4-BE49-F238E27FC236}">
                  <a16:creationId xmlns:a16="http://schemas.microsoft.com/office/drawing/2014/main" id="{4BBCE521-5DB1-7912-9EFB-BDEB31E24949}"/>
                </a:ext>
              </a:extLst>
            </p:cNvPr>
            <p:cNvSpPr/>
            <p:nvPr/>
          </p:nvSpPr>
          <p:spPr>
            <a:xfrm>
              <a:off x="6402483" y="2943374"/>
              <a:ext cx="1339947" cy="943760"/>
            </a:xfrm>
            <a:custGeom>
              <a:avLst/>
              <a:gdLst/>
              <a:ahLst/>
              <a:cxnLst/>
              <a:rect l="l" t="t" r="r" b="b"/>
              <a:pathLst>
                <a:path w="930519" h="655389" extrusionOk="0">
                  <a:moveTo>
                    <a:pt x="928204" y="655390"/>
                  </a:moveTo>
                  <a:cubicBezTo>
                    <a:pt x="661409" y="613765"/>
                    <a:pt x="471576" y="517087"/>
                    <a:pt x="363657" y="368211"/>
                  </a:cubicBezTo>
                  <a:cubicBezTo>
                    <a:pt x="332130" y="324682"/>
                    <a:pt x="304888" y="273437"/>
                    <a:pt x="278599" y="223812"/>
                  </a:cubicBezTo>
                  <a:cubicBezTo>
                    <a:pt x="220973" y="115227"/>
                    <a:pt x="166490" y="12548"/>
                    <a:pt x="75431" y="4927"/>
                  </a:cubicBezTo>
                  <a:cubicBezTo>
                    <a:pt x="51904" y="2927"/>
                    <a:pt x="27520" y="7499"/>
                    <a:pt x="3136" y="18358"/>
                  </a:cubicBezTo>
                  <a:cubicBezTo>
                    <a:pt x="1993" y="18834"/>
                    <a:pt x="660" y="18358"/>
                    <a:pt x="184" y="17215"/>
                  </a:cubicBezTo>
                  <a:cubicBezTo>
                    <a:pt x="-293" y="16072"/>
                    <a:pt x="184" y="14738"/>
                    <a:pt x="1326" y="14262"/>
                  </a:cubicBezTo>
                  <a:cubicBezTo>
                    <a:pt x="26377" y="3118"/>
                    <a:pt x="51428" y="-1550"/>
                    <a:pt x="75812" y="451"/>
                  </a:cubicBezTo>
                  <a:cubicBezTo>
                    <a:pt x="169348" y="8261"/>
                    <a:pt x="224306" y="111988"/>
                    <a:pt x="282599" y="221716"/>
                  </a:cubicBezTo>
                  <a:cubicBezTo>
                    <a:pt x="308793" y="271151"/>
                    <a:pt x="335940" y="322300"/>
                    <a:pt x="367372" y="365544"/>
                  </a:cubicBezTo>
                  <a:cubicBezTo>
                    <a:pt x="474624" y="513467"/>
                    <a:pt x="663504" y="609479"/>
                    <a:pt x="928680" y="650913"/>
                  </a:cubicBezTo>
                  <a:cubicBezTo>
                    <a:pt x="929919" y="651103"/>
                    <a:pt x="930681" y="652246"/>
                    <a:pt x="930490" y="653485"/>
                  </a:cubicBezTo>
                  <a:cubicBezTo>
                    <a:pt x="930299" y="654628"/>
                    <a:pt x="929347" y="655390"/>
                    <a:pt x="928300" y="65539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7" name="Google Shape;1647;p48">
              <a:extLst>
                <a:ext uri="{FF2B5EF4-FFF2-40B4-BE49-F238E27FC236}">
                  <a16:creationId xmlns:a16="http://schemas.microsoft.com/office/drawing/2014/main" id="{11EFF0B5-8F93-DF38-BBE4-04D82F3643A1}"/>
                </a:ext>
              </a:extLst>
            </p:cNvPr>
            <p:cNvSpPr/>
            <p:nvPr/>
          </p:nvSpPr>
          <p:spPr>
            <a:xfrm>
              <a:off x="6446684" y="2845531"/>
              <a:ext cx="69434" cy="140911"/>
            </a:xfrm>
            <a:custGeom>
              <a:avLst/>
              <a:gdLst/>
              <a:ahLst/>
              <a:cxnLst/>
              <a:rect l="l" t="t" r="r" b="b"/>
              <a:pathLst>
                <a:path w="48218" h="97855" extrusionOk="0">
                  <a:moveTo>
                    <a:pt x="212" y="81993"/>
                  </a:moveTo>
                  <a:cubicBezTo>
                    <a:pt x="-1122" y="89708"/>
                    <a:pt x="4022" y="96661"/>
                    <a:pt x="10499" y="97709"/>
                  </a:cubicBezTo>
                  <a:cubicBezTo>
                    <a:pt x="15547" y="98566"/>
                    <a:pt x="21072" y="95613"/>
                    <a:pt x="23739" y="90470"/>
                  </a:cubicBezTo>
                  <a:lnTo>
                    <a:pt x="48218" y="21604"/>
                  </a:lnTo>
                  <a:cubicBezTo>
                    <a:pt x="37740" y="2744"/>
                    <a:pt x="20596" y="-3351"/>
                    <a:pt x="12214" y="1697"/>
                  </a:cubicBezTo>
                  <a:cubicBezTo>
                    <a:pt x="7451" y="4554"/>
                    <a:pt x="6213" y="11222"/>
                    <a:pt x="4974" y="21604"/>
                  </a:cubicBezTo>
                  <a:cubicBezTo>
                    <a:pt x="3165" y="36463"/>
                    <a:pt x="1165" y="56942"/>
                    <a:pt x="117" y="81993"/>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8" name="Google Shape;1648;p48">
              <a:extLst>
                <a:ext uri="{FF2B5EF4-FFF2-40B4-BE49-F238E27FC236}">
                  <a16:creationId xmlns:a16="http://schemas.microsoft.com/office/drawing/2014/main" id="{E0B2CB4B-60A7-B106-2155-9468E599DC64}"/>
                </a:ext>
              </a:extLst>
            </p:cNvPr>
            <p:cNvSpPr/>
            <p:nvPr/>
          </p:nvSpPr>
          <p:spPr>
            <a:xfrm>
              <a:off x="6478245" y="2886574"/>
              <a:ext cx="45137" cy="87247"/>
            </a:xfrm>
            <a:custGeom>
              <a:avLst/>
              <a:gdLst/>
              <a:ahLst/>
              <a:cxnLst/>
              <a:rect l="l" t="t" r="r" b="b"/>
              <a:pathLst>
                <a:path w="31345" h="60588" extrusionOk="0">
                  <a:moveTo>
                    <a:pt x="2243" y="60589"/>
                  </a:moveTo>
                  <a:cubicBezTo>
                    <a:pt x="2243" y="60589"/>
                    <a:pt x="1576" y="60589"/>
                    <a:pt x="1290" y="60399"/>
                  </a:cubicBezTo>
                  <a:cubicBezTo>
                    <a:pt x="147" y="59827"/>
                    <a:pt x="-329" y="58493"/>
                    <a:pt x="242" y="57446"/>
                  </a:cubicBezTo>
                  <a:lnTo>
                    <a:pt x="27103" y="1248"/>
                  </a:lnTo>
                  <a:cubicBezTo>
                    <a:pt x="27674" y="105"/>
                    <a:pt x="29008" y="-276"/>
                    <a:pt x="30055" y="201"/>
                  </a:cubicBezTo>
                  <a:cubicBezTo>
                    <a:pt x="31198" y="772"/>
                    <a:pt x="31675" y="2106"/>
                    <a:pt x="31104" y="3153"/>
                  </a:cubicBezTo>
                  <a:lnTo>
                    <a:pt x="4243" y="59351"/>
                  </a:lnTo>
                  <a:cubicBezTo>
                    <a:pt x="3862" y="60113"/>
                    <a:pt x="3100" y="60589"/>
                    <a:pt x="2243" y="6058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9" name="Google Shape;1649;p48">
              <a:extLst>
                <a:ext uri="{FF2B5EF4-FFF2-40B4-BE49-F238E27FC236}">
                  <a16:creationId xmlns:a16="http://schemas.microsoft.com/office/drawing/2014/main" id="{4E8B76FA-3FDE-0E6B-16C5-D84D75933697}"/>
                </a:ext>
              </a:extLst>
            </p:cNvPr>
            <p:cNvSpPr/>
            <p:nvPr/>
          </p:nvSpPr>
          <p:spPr>
            <a:xfrm>
              <a:off x="6456875" y="2881918"/>
              <a:ext cx="9756" cy="64053"/>
            </a:xfrm>
            <a:custGeom>
              <a:avLst/>
              <a:gdLst/>
              <a:ahLst/>
              <a:cxnLst/>
              <a:rect l="l" t="t" r="r" b="b"/>
              <a:pathLst>
                <a:path w="6775" h="44481" extrusionOk="0">
                  <a:moveTo>
                    <a:pt x="2197" y="44482"/>
                  </a:moveTo>
                  <a:cubicBezTo>
                    <a:pt x="863" y="44482"/>
                    <a:pt x="-89" y="43339"/>
                    <a:pt x="7" y="42100"/>
                  </a:cubicBezTo>
                  <a:lnTo>
                    <a:pt x="2388" y="2096"/>
                  </a:lnTo>
                  <a:cubicBezTo>
                    <a:pt x="2388" y="953"/>
                    <a:pt x="3435" y="0"/>
                    <a:pt x="4578" y="0"/>
                  </a:cubicBezTo>
                  <a:cubicBezTo>
                    <a:pt x="5912" y="0"/>
                    <a:pt x="6864" y="1143"/>
                    <a:pt x="6769" y="2381"/>
                  </a:cubicBezTo>
                  <a:lnTo>
                    <a:pt x="4388" y="42386"/>
                  </a:lnTo>
                  <a:cubicBezTo>
                    <a:pt x="4388" y="43529"/>
                    <a:pt x="3340" y="44482"/>
                    <a:pt x="2197" y="4448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7" name="Picture 6" descr="A graph with different colored bars&#10;&#10;AI-generated content may be incorrect.">
            <a:extLst>
              <a:ext uri="{FF2B5EF4-FFF2-40B4-BE49-F238E27FC236}">
                <a16:creationId xmlns:a16="http://schemas.microsoft.com/office/drawing/2014/main" id="{E64A34B1-4754-9FC4-207D-9FAB538E5709}"/>
              </a:ext>
            </a:extLst>
          </p:cNvPr>
          <p:cNvPicPr>
            <a:picLocks noChangeAspect="1"/>
          </p:cNvPicPr>
          <p:nvPr/>
        </p:nvPicPr>
        <p:blipFill>
          <a:blip r:embed="rId3"/>
          <a:stretch>
            <a:fillRect/>
          </a:stretch>
        </p:blipFill>
        <p:spPr>
          <a:xfrm>
            <a:off x="2349876" y="1111401"/>
            <a:ext cx="4375497" cy="3479205"/>
          </a:xfrm>
          <a:prstGeom prst="rect">
            <a:avLst/>
          </a:prstGeom>
        </p:spPr>
      </p:pic>
      <p:sp>
        <p:nvSpPr>
          <p:cNvPr id="2" name="TextBox 1">
            <a:extLst>
              <a:ext uri="{FF2B5EF4-FFF2-40B4-BE49-F238E27FC236}">
                <a16:creationId xmlns:a16="http://schemas.microsoft.com/office/drawing/2014/main" id="{9231B658-09AC-1BC1-6F3F-C1C0A20850E7}"/>
              </a:ext>
            </a:extLst>
          </p:cNvPr>
          <p:cNvSpPr txBox="1"/>
          <p:nvPr/>
        </p:nvSpPr>
        <p:spPr>
          <a:xfrm>
            <a:off x="8800239" y="4489498"/>
            <a:ext cx="474389" cy="307777"/>
          </a:xfrm>
          <a:prstGeom prst="rect">
            <a:avLst/>
          </a:prstGeom>
          <a:noFill/>
        </p:spPr>
        <p:txBody>
          <a:bodyPr wrap="square" rtlCol="0">
            <a:spAutoFit/>
          </a:bodyPr>
          <a:lstStyle/>
          <a:p>
            <a:r>
              <a:rPr lang="en-US" dirty="0"/>
              <a:t>17</a:t>
            </a:r>
          </a:p>
        </p:txBody>
      </p:sp>
    </p:spTree>
    <p:extLst>
      <p:ext uri="{BB962C8B-B14F-4D97-AF65-F5344CB8AC3E}">
        <p14:creationId xmlns:p14="http://schemas.microsoft.com/office/powerpoint/2010/main" val="345801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74"/>
        <p:cNvGrpSpPr/>
        <p:nvPr/>
      </p:nvGrpSpPr>
      <p:grpSpPr>
        <a:xfrm>
          <a:off x="0" y="0"/>
          <a:ext cx="0" cy="0"/>
          <a:chOff x="0" y="0"/>
          <a:chExt cx="0" cy="0"/>
        </a:xfrm>
      </p:grpSpPr>
      <p:sp>
        <p:nvSpPr>
          <p:cNvPr id="2076" name="Google Shape;2076;p57"/>
          <p:cNvSpPr txBox="1">
            <a:spLocks noGrp="1"/>
          </p:cNvSpPr>
          <p:nvPr>
            <p:ph type="title"/>
          </p:nvPr>
        </p:nvSpPr>
        <p:spPr>
          <a:xfrm>
            <a:off x="4236731" y="486395"/>
            <a:ext cx="4631158" cy="318303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b="1" dirty="0"/>
              <a:t>RESULTS </a:t>
            </a:r>
            <a:br>
              <a:rPr lang="en" sz="5400" b="1" dirty="0"/>
            </a:br>
            <a:r>
              <a:rPr lang="en" sz="5400" b="1" dirty="0"/>
              <a:t>&amp;</a:t>
            </a:r>
            <a:br>
              <a:rPr lang="en" sz="5400" b="1" dirty="0"/>
            </a:br>
            <a:r>
              <a:rPr lang="en" sz="5400" b="1" dirty="0"/>
              <a:t>DELIVERABLES</a:t>
            </a:r>
            <a:endParaRPr sz="5400" b="1" dirty="0"/>
          </a:p>
        </p:txBody>
      </p:sp>
      <p:grpSp>
        <p:nvGrpSpPr>
          <p:cNvPr id="2081" name="Google Shape;2081;p57"/>
          <p:cNvGrpSpPr/>
          <p:nvPr/>
        </p:nvGrpSpPr>
        <p:grpSpPr>
          <a:xfrm>
            <a:off x="390100" y="1372874"/>
            <a:ext cx="3951294" cy="3553688"/>
            <a:chOff x="390100" y="1372874"/>
            <a:chExt cx="3951294" cy="3553688"/>
          </a:xfrm>
        </p:grpSpPr>
        <p:grpSp>
          <p:nvGrpSpPr>
            <p:cNvPr id="2082" name="Google Shape;2082;p57"/>
            <p:cNvGrpSpPr/>
            <p:nvPr/>
          </p:nvGrpSpPr>
          <p:grpSpPr>
            <a:xfrm>
              <a:off x="390100" y="1793901"/>
              <a:ext cx="3951294" cy="3132661"/>
              <a:chOff x="434225" y="1793901"/>
              <a:chExt cx="3951294" cy="3132661"/>
            </a:xfrm>
          </p:grpSpPr>
          <p:sp>
            <p:nvSpPr>
              <p:cNvPr id="2083" name="Google Shape;2083;p57"/>
              <p:cNvSpPr/>
              <p:nvPr/>
            </p:nvSpPr>
            <p:spPr>
              <a:xfrm>
                <a:off x="1209788" y="3828276"/>
                <a:ext cx="329011" cy="256007"/>
              </a:xfrm>
              <a:custGeom>
                <a:avLst/>
                <a:gdLst/>
                <a:ahLst/>
                <a:cxnLst/>
                <a:rect l="l" t="t" r="r" b="b"/>
                <a:pathLst>
                  <a:path w="92614" h="72064" extrusionOk="0">
                    <a:moveTo>
                      <a:pt x="81522" y="15344"/>
                    </a:moveTo>
                    <a:cubicBezTo>
                      <a:pt x="73283" y="6813"/>
                      <a:pt x="63503" y="5023"/>
                      <a:pt x="46775" y="1985"/>
                    </a:cubicBezTo>
                    <a:cubicBezTo>
                      <a:pt x="35580" y="-54"/>
                      <a:pt x="29837" y="-1011"/>
                      <a:pt x="23138" y="1528"/>
                    </a:cubicBezTo>
                    <a:cubicBezTo>
                      <a:pt x="11028" y="6188"/>
                      <a:pt x="5577" y="18132"/>
                      <a:pt x="3995" y="21586"/>
                    </a:cubicBezTo>
                    <a:cubicBezTo>
                      <a:pt x="666" y="28785"/>
                      <a:pt x="42" y="35401"/>
                      <a:pt x="0" y="39396"/>
                    </a:cubicBezTo>
                    <a:cubicBezTo>
                      <a:pt x="1998" y="45264"/>
                      <a:pt x="6034" y="53836"/>
                      <a:pt x="14274" y="60786"/>
                    </a:cubicBezTo>
                    <a:cubicBezTo>
                      <a:pt x="29380" y="73562"/>
                      <a:pt x="52226" y="75476"/>
                      <a:pt x="73532" y="66570"/>
                    </a:cubicBezTo>
                    <a:cubicBezTo>
                      <a:pt x="75446" y="65738"/>
                      <a:pt x="88347" y="59787"/>
                      <a:pt x="91801" y="46055"/>
                    </a:cubicBezTo>
                    <a:cubicBezTo>
                      <a:pt x="95837" y="30117"/>
                      <a:pt x="83645" y="17466"/>
                      <a:pt x="81564" y="1530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4" name="Google Shape;2084;p57"/>
              <p:cNvSpPr/>
              <p:nvPr/>
            </p:nvSpPr>
            <p:spPr>
              <a:xfrm>
                <a:off x="1451778" y="3870043"/>
                <a:ext cx="153610" cy="98159"/>
              </a:xfrm>
              <a:custGeom>
                <a:avLst/>
                <a:gdLst/>
                <a:ahLst/>
                <a:cxnLst/>
                <a:rect l="l" t="t" r="r" b="b"/>
                <a:pathLst>
                  <a:path w="43240" h="27631" extrusionOk="0">
                    <a:moveTo>
                      <a:pt x="0" y="0"/>
                    </a:moveTo>
                    <a:cubicBezTo>
                      <a:pt x="35289" y="1415"/>
                      <a:pt x="43029" y="4286"/>
                      <a:pt x="43237" y="6700"/>
                    </a:cubicBezTo>
                    <a:cubicBezTo>
                      <a:pt x="43362" y="8364"/>
                      <a:pt x="39867" y="9613"/>
                      <a:pt x="33000" y="13816"/>
                    </a:cubicBezTo>
                    <a:cubicBezTo>
                      <a:pt x="24552" y="18934"/>
                      <a:pt x="18310" y="24053"/>
                      <a:pt x="14274" y="27632"/>
                    </a:cubicBez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5" name="Google Shape;2085;p57"/>
              <p:cNvSpPr/>
              <p:nvPr/>
            </p:nvSpPr>
            <p:spPr>
              <a:xfrm>
                <a:off x="1206792" y="3809211"/>
                <a:ext cx="136047" cy="86148"/>
              </a:xfrm>
              <a:custGeom>
                <a:avLst/>
                <a:gdLst/>
                <a:ahLst/>
                <a:cxnLst/>
                <a:rect l="l" t="t" r="r" b="b"/>
                <a:pathLst>
                  <a:path w="38296" h="24250" extrusionOk="0">
                    <a:moveTo>
                      <a:pt x="38255" y="13556"/>
                    </a:moveTo>
                    <a:cubicBezTo>
                      <a:pt x="27311" y="3444"/>
                      <a:pt x="17073" y="1155"/>
                      <a:pt x="12122" y="489"/>
                    </a:cubicBezTo>
                    <a:cubicBezTo>
                      <a:pt x="8126" y="-52"/>
                      <a:pt x="2883" y="-718"/>
                      <a:pt x="844" y="1987"/>
                    </a:cubicBezTo>
                    <a:cubicBezTo>
                      <a:pt x="-3442" y="7647"/>
                      <a:pt x="9958" y="23460"/>
                      <a:pt x="10665" y="24251"/>
                    </a:cubicBezTo>
                    <a:lnTo>
                      <a:pt x="38296" y="1355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6" name="Google Shape;2086;p57"/>
              <p:cNvSpPr/>
              <p:nvPr/>
            </p:nvSpPr>
            <p:spPr>
              <a:xfrm>
                <a:off x="636413" y="3971390"/>
                <a:ext cx="829154" cy="563544"/>
              </a:xfrm>
              <a:custGeom>
                <a:avLst/>
                <a:gdLst/>
                <a:ahLst/>
                <a:cxnLst/>
                <a:rect l="l" t="t" r="r" b="b"/>
                <a:pathLst>
                  <a:path w="233400" h="158633" extrusionOk="0">
                    <a:moveTo>
                      <a:pt x="232500" y="15439"/>
                    </a:moveTo>
                    <a:cubicBezTo>
                      <a:pt x="234040" y="28755"/>
                      <a:pt x="235371" y="57095"/>
                      <a:pt x="220599" y="87348"/>
                    </a:cubicBezTo>
                    <a:cubicBezTo>
                      <a:pt x="215355" y="98084"/>
                      <a:pt x="200333" y="128962"/>
                      <a:pt x="168914" y="141405"/>
                    </a:cubicBezTo>
                    <a:cubicBezTo>
                      <a:pt x="154058" y="147314"/>
                      <a:pt x="147358" y="144401"/>
                      <a:pt x="117229" y="147356"/>
                    </a:cubicBezTo>
                    <a:cubicBezTo>
                      <a:pt x="90555" y="149977"/>
                      <a:pt x="69082" y="154846"/>
                      <a:pt x="54850" y="158633"/>
                    </a:cubicBezTo>
                    <a:cubicBezTo>
                      <a:pt x="29964" y="156302"/>
                      <a:pt x="9490" y="142820"/>
                      <a:pt x="2541" y="123594"/>
                    </a:cubicBezTo>
                    <a:cubicBezTo>
                      <a:pt x="-6032" y="99874"/>
                      <a:pt x="9532" y="77277"/>
                      <a:pt x="13236" y="71909"/>
                    </a:cubicBezTo>
                    <a:cubicBezTo>
                      <a:pt x="35749" y="39284"/>
                      <a:pt x="86934" y="27881"/>
                      <a:pt x="143363" y="39825"/>
                    </a:cubicBezTo>
                    <a:cubicBezTo>
                      <a:pt x="154474" y="26550"/>
                      <a:pt x="165543" y="13275"/>
                      <a:pt x="176654" y="0"/>
                    </a:cubicBezTo>
                    <a:lnTo>
                      <a:pt x="232500" y="1543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7" name="Google Shape;2087;p57"/>
              <p:cNvSpPr/>
              <p:nvPr/>
            </p:nvSpPr>
            <p:spPr>
              <a:xfrm>
                <a:off x="434225" y="3696054"/>
                <a:ext cx="291365" cy="657387"/>
              </a:xfrm>
              <a:custGeom>
                <a:avLst/>
                <a:gdLst/>
                <a:ahLst/>
                <a:cxnLst/>
                <a:rect l="l" t="t" r="r" b="b"/>
                <a:pathLst>
                  <a:path w="82017" h="185049" extrusionOk="0">
                    <a:moveTo>
                      <a:pt x="79675" y="167858"/>
                    </a:moveTo>
                    <a:cubicBezTo>
                      <a:pt x="69771" y="160243"/>
                      <a:pt x="58036" y="148466"/>
                      <a:pt x="56496" y="132819"/>
                    </a:cubicBezTo>
                    <a:cubicBezTo>
                      <a:pt x="55248" y="120169"/>
                      <a:pt x="61573" y="113718"/>
                      <a:pt x="69563" y="92412"/>
                    </a:cubicBezTo>
                    <a:cubicBezTo>
                      <a:pt x="79093" y="66986"/>
                      <a:pt x="85210" y="50673"/>
                      <a:pt x="80258" y="35942"/>
                    </a:cubicBezTo>
                    <a:cubicBezTo>
                      <a:pt x="70437" y="6854"/>
                      <a:pt x="20001" y="-7420"/>
                      <a:pt x="9556" y="3857"/>
                    </a:cubicBezTo>
                    <a:cubicBezTo>
                      <a:pt x="4895" y="8893"/>
                      <a:pt x="6560" y="20753"/>
                      <a:pt x="10763" y="28202"/>
                    </a:cubicBezTo>
                    <a:cubicBezTo>
                      <a:pt x="16630" y="38688"/>
                      <a:pt x="27200" y="40228"/>
                      <a:pt x="26826" y="46012"/>
                    </a:cubicBezTo>
                    <a:cubicBezTo>
                      <a:pt x="26326" y="52837"/>
                      <a:pt x="11470" y="54835"/>
                      <a:pt x="11636" y="60785"/>
                    </a:cubicBezTo>
                    <a:cubicBezTo>
                      <a:pt x="11761" y="66320"/>
                      <a:pt x="24620" y="67277"/>
                      <a:pt x="25660" y="73935"/>
                    </a:cubicBezTo>
                    <a:cubicBezTo>
                      <a:pt x="26617" y="80302"/>
                      <a:pt x="15382" y="82799"/>
                      <a:pt x="10222" y="94118"/>
                    </a:cubicBezTo>
                    <a:cubicBezTo>
                      <a:pt x="6019" y="103315"/>
                      <a:pt x="10804" y="107435"/>
                      <a:pt x="10222" y="122041"/>
                    </a:cubicBezTo>
                    <a:cubicBezTo>
                      <a:pt x="9265" y="144971"/>
                      <a:pt x="-3095" y="149507"/>
                      <a:pt x="733" y="161242"/>
                    </a:cubicBezTo>
                    <a:cubicBezTo>
                      <a:pt x="5186" y="174974"/>
                      <a:pt x="25702" y="180010"/>
                      <a:pt x="36397" y="182631"/>
                    </a:cubicBezTo>
                    <a:cubicBezTo>
                      <a:pt x="52584" y="186585"/>
                      <a:pt x="66442" y="184879"/>
                      <a:pt x="74432" y="183214"/>
                    </a:cubicBezTo>
                    <a:lnTo>
                      <a:pt x="79759" y="16777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8" name="Google Shape;2088;p57"/>
              <p:cNvSpPr/>
              <p:nvPr/>
            </p:nvSpPr>
            <p:spPr>
              <a:xfrm>
                <a:off x="916826" y="4329945"/>
                <a:ext cx="293152" cy="506626"/>
              </a:xfrm>
              <a:custGeom>
                <a:avLst/>
                <a:gdLst/>
                <a:ahLst/>
                <a:cxnLst/>
                <a:rect l="l" t="t" r="r" b="b"/>
                <a:pathLst>
                  <a:path w="82520" h="142611" extrusionOk="0">
                    <a:moveTo>
                      <a:pt x="82521" y="0"/>
                    </a:moveTo>
                    <a:cubicBezTo>
                      <a:pt x="70453" y="30295"/>
                      <a:pt x="58343" y="60590"/>
                      <a:pt x="46275" y="90927"/>
                    </a:cubicBezTo>
                    <a:cubicBezTo>
                      <a:pt x="42322" y="99250"/>
                      <a:pt x="38368" y="107573"/>
                      <a:pt x="34373" y="115895"/>
                    </a:cubicBezTo>
                    <a:cubicBezTo>
                      <a:pt x="35955" y="116186"/>
                      <a:pt x="49937" y="119099"/>
                      <a:pt x="55180" y="131334"/>
                    </a:cubicBezTo>
                    <a:cubicBezTo>
                      <a:pt x="57053" y="135703"/>
                      <a:pt x="57178" y="139823"/>
                      <a:pt x="56970" y="142612"/>
                    </a:cubicBezTo>
                    <a:lnTo>
                      <a:pt x="15689" y="142612"/>
                    </a:lnTo>
                    <a:cubicBezTo>
                      <a:pt x="13192" y="128338"/>
                      <a:pt x="10736" y="114106"/>
                      <a:pt x="8240" y="99832"/>
                    </a:cubicBezTo>
                    <a:cubicBezTo>
                      <a:pt x="9030" y="91509"/>
                      <a:pt x="9821" y="83187"/>
                      <a:pt x="10612" y="74864"/>
                    </a:cubicBezTo>
                    <a:cubicBezTo>
                      <a:pt x="7075" y="54265"/>
                      <a:pt x="3537" y="33666"/>
                      <a:pt x="0" y="13067"/>
                    </a:cubicBezTo>
                    <a:lnTo>
                      <a:pt x="82521"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9" name="Google Shape;2089;p57"/>
              <p:cNvSpPr/>
              <p:nvPr/>
            </p:nvSpPr>
            <p:spPr>
              <a:xfrm>
                <a:off x="1081109" y="4329945"/>
                <a:ext cx="293156" cy="506626"/>
              </a:xfrm>
              <a:custGeom>
                <a:avLst/>
                <a:gdLst/>
                <a:ahLst/>
                <a:cxnLst/>
                <a:rect l="l" t="t" r="r" b="b"/>
                <a:pathLst>
                  <a:path w="82521" h="142611" extrusionOk="0">
                    <a:moveTo>
                      <a:pt x="82521" y="0"/>
                    </a:moveTo>
                    <a:cubicBezTo>
                      <a:pt x="70453" y="30295"/>
                      <a:pt x="58343" y="60590"/>
                      <a:pt x="46275" y="90927"/>
                    </a:cubicBezTo>
                    <a:cubicBezTo>
                      <a:pt x="42322" y="99250"/>
                      <a:pt x="38368" y="107573"/>
                      <a:pt x="34373" y="115895"/>
                    </a:cubicBezTo>
                    <a:cubicBezTo>
                      <a:pt x="35955" y="116186"/>
                      <a:pt x="49937" y="119099"/>
                      <a:pt x="55180" y="131334"/>
                    </a:cubicBezTo>
                    <a:cubicBezTo>
                      <a:pt x="57053" y="135703"/>
                      <a:pt x="57178" y="139823"/>
                      <a:pt x="56970" y="142612"/>
                    </a:cubicBezTo>
                    <a:lnTo>
                      <a:pt x="15689" y="142612"/>
                    </a:lnTo>
                    <a:cubicBezTo>
                      <a:pt x="13192" y="128338"/>
                      <a:pt x="10737" y="114106"/>
                      <a:pt x="8240" y="99832"/>
                    </a:cubicBezTo>
                    <a:cubicBezTo>
                      <a:pt x="9030" y="91509"/>
                      <a:pt x="9821" y="83187"/>
                      <a:pt x="10612" y="74864"/>
                    </a:cubicBezTo>
                    <a:cubicBezTo>
                      <a:pt x="7075" y="54265"/>
                      <a:pt x="3537" y="33666"/>
                      <a:pt x="0" y="13067"/>
                    </a:cubicBezTo>
                    <a:lnTo>
                      <a:pt x="82521"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0" name="Google Shape;2090;p57"/>
              <p:cNvSpPr/>
              <p:nvPr/>
            </p:nvSpPr>
            <p:spPr>
              <a:xfrm>
                <a:off x="556780" y="4297152"/>
                <a:ext cx="335239" cy="531902"/>
              </a:xfrm>
              <a:custGeom>
                <a:avLst/>
                <a:gdLst/>
                <a:ahLst/>
                <a:cxnLst/>
                <a:rect l="l" t="t" r="r" b="b"/>
                <a:pathLst>
                  <a:path w="94367" h="149726" extrusionOk="0">
                    <a:moveTo>
                      <a:pt x="56016" y="24968"/>
                    </a:moveTo>
                    <a:cubicBezTo>
                      <a:pt x="80943" y="33166"/>
                      <a:pt x="96049" y="53473"/>
                      <a:pt x="93261" y="73531"/>
                    </a:cubicBezTo>
                    <a:cubicBezTo>
                      <a:pt x="90015" y="97168"/>
                      <a:pt x="63757" y="108404"/>
                      <a:pt x="61842" y="109195"/>
                    </a:cubicBezTo>
                    <a:cubicBezTo>
                      <a:pt x="62550" y="115562"/>
                      <a:pt x="63257" y="121970"/>
                      <a:pt x="63965" y="128337"/>
                    </a:cubicBezTo>
                    <a:cubicBezTo>
                      <a:pt x="77323" y="128420"/>
                      <a:pt x="88642" y="133331"/>
                      <a:pt x="92720" y="141279"/>
                    </a:cubicBezTo>
                    <a:cubicBezTo>
                      <a:pt x="93636" y="143069"/>
                      <a:pt x="94634" y="145898"/>
                      <a:pt x="94302" y="149727"/>
                    </a:cubicBezTo>
                    <a:lnTo>
                      <a:pt x="58638" y="149727"/>
                    </a:lnTo>
                    <a:cubicBezTo>
                      <a:pt x="52771" y="145857"/>
                      <a:pt x="46945" y="141987"/>
                      <a:pt x="41077" y="138158"/>
                    </a:cubicBezTo>
                    <a:cubicBezTo>
                      <a:pt x="37998" y="131125"/>
                      <a:pt x="33753" y="121346"/>
                      <a:pt x="28843" y="109652"/>
                    </a:cubicBezTo>
                    <a:cubicBezTo>
                      <a:pt x="-3491" y="32708"/>
                      <a:pt x="-3200" y="20182"/>
                      <a:pt x="3833" y="12067"/>
                    </a:cubicBezTo>
                    <a:cubicBezTo>
                      <a:pt x="8202" y="6991"/>
                      <a:pt x="18772" y="-625"/>
                      <a:pt x="48526" y="41"/>
                    </a:cubicBezTo>
                    <a:lnTo>
                      <a:pt x="55975" y="2500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1" name="Google Shape;2091;p57"/>
              <p:cNvSpPr/>
              <p:nvPr/>
            </p:nvSpPr>
            <p:spPr>
              <a:xfrm>
                <a:off x="1349537" y="3902545"/>
                <a:ext cx="54339" cy="30900"/>
              </a:xfrm>
              <a:custGeom>
                <a:avLst/>
                <a:gdLst/>
                <a:ahLst/>
                <a:cxnLst/>
                <a:rect l="l" t="t" r="r" b="b"/>
                <a:pathLst>
                  <a:path w="15296" h="8698" extrusionOk="0">
                    <a:moveTo>
                      <a:pt x="3" y="1789"/>
                    </a:moveTo>
                    <a:cubicBezTo>
                      <a:pt x="-81" y="2663"/>
                      <a:pt x="1917" y="2788"/>
                      <a:pt x="4039" y="5327"/>
                    </a:cubicBezTo>
                    <a:cubicBezTo>
                      <a:pt x="5579" y="7199"/>
                      <a:pt x="5745" y="8656"/>
                      <a:pt x="6702" y="8697"/>
                    </a:cubicBezTo>
                    <a:cubicBezTo>
                      <a:pt x="7659" y="8739"/>
                      <a:pt x="7868" y="7366"/>
                      <a:pt x="9407" y="6200"/>
                    </a:cubicBezTo>
                    <a:cubicBezTo>
                      <a:pt x="11987" y="4203"/>
                      <a:pt x="14983" y="5410"/>
                      <a:pt x="15275" y="4536"/>
                    </a:cubicBezTo>
                    <a:cubicBezTo>
                      <a:pt x="15608" y="3537"/>
                      <a:pt x="12112" y="832"/>
                      <a:pt x="7909" y="166"/>
                    </a:cubicBezTo>
                    <a:cubicBezTo>
                      <a:pt x="4164" y="-416"/>
                      <a:pt x="169" y="624"/>
                      <a:pt x="3" y="183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2" name="Google Shape;2092;p57"/>
              <p:cNvSpPr/>
              <p:nvPr/>
            </p:nvSpPr>
            <p:spPr>
              <a:xfrm>
                <a:off x="1435340" y="3892132"/>
                <a:ext cx="42577" cy="26484"/>
              </a:xfrm>
              <a:custGeom>
                <a:avLst/>
                <a:gdLst/>
                <a:ahLst/>
                <a:cxnLst/>
                <a:rect l="l" t="t" r="r" b="b"/>
                <a:pathLst>
                  <a:path w="11985" h="7455" extrusionOk="0">
                    <a:moveTo>
                      <a:pt x="11913" y="7386"/>
                    </a:moveTo>
                    <a:cubicBezTo>
                      <a:pt x="12454" y="6928"/>
                      <a:pt x="9957" y="395"/>
                      <a:pt x="5379" y="20"/>
                    </a:cubicBezTo>
                    <a:cubicBezTo>
                      <a:pt x="2591" y="-230"/>
                      <a:pt x="-197" y="1934"/>
                      <a:pt x="11" y="2725"/>
                    </a:cubicBezTo>
                    <a:cubicBezTo>
                      <a:pt x="178" y="3432"/>
                      <a:pt x="2549" y="2642"/>
                      <a:pt x="5879" y="3724"/>
                    </a:cubicBezTo>
                    <a:cubicBezTo>
                      <a:pt x="9873" y="5014"/>
                      <a:pt x="11538" y="7760"/>
                      <a:pt x="11913" y="742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3" name="Google Shape;2093;p57"/>
              <p:cNvSpPr/>
              <p:nvPr/>
            </p:nvSpPr>
            <p:spPr>
              <a:xfrm>
                <a:off x="1299650" y="3857426"/>
                <a:ext cx="44751" cy="22224"/>
              </a:xfrm>
              <a:custGeom>
                <a:avLst/>
                <a:gdLst/>
                <a:ahLst/>
                <a:cxnLst/>
                <a:rect l="l" t="t" r="r" b="b"/>
                <a:pathLst>
                  <a:path w="12597" h="6256" extrusionOk="0">
                    <a:moveTo>
                      <a:pt x="12557" y="6217"/>
                    </a:moveTo>
                    <a:cubicBezTo>
                      <a:pt x="13015" y="5676"/>
                      <a:pt x="9478" y="-358"/>
                      <a:pt x="4900" y="17"/>
                    </a:cubicBezTo>
                    <a:cubicBezTo>
                      <a:pt x="2070" y="225"/>
                      <a:pt x="-302" y="2805"/>
                      <a:pt x="31" y="3554"/>
                    </a:cubicBezTo>
                    <a:cubicBezTo>
                      <a:pt x="322" y="4220"/>
                      <a:pt x="2528" y="3054"/>
                      <a:pt x="5982" y="3554"/>
                    </a:cubicBezTo>
                    <a:cubicBezTo>
                      <a:pt x="10143" y="4178"/>
                      <a:pt x="12224" y="6592"/>
                      <a:pt x="12557" y="62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4" name="Google Shape;2094;p57"/>
              <p:cNvSpPr/>
              <p:nvPr/>
            </p:nvSpPr>
            <p:spPr>
              <a:xfrm>
                <a:off x="1366833" y="3919980"/>
                <a:ext cx="55639" cy="70364"/>
              </a:xfrm>
              <a:custGeom>
                <a:avLst/>
                <a:gdLst/>
                <a:ahLst/>
                <a:cxnLst/>
                <a:rect l="l" t="t" r="r" b="b"/>
                <a:pathLst>
                  <a:path w="15662" h="19807" extrusionOk="0">
                    <a:moveTo>
                      <a:pt x="13816" y="19766"/>
                    </a:moveTo>
                    <a:cubicBezTo>
                      <a:pt x="6201" y="17852"/>
                      <a:pt x="1123" y="13108"/>
                      <a:pt x="166" y="7407"/>
                    </a:cubicBezTo>
                    <a:cubicBezTo>
                      <a:pt x="-166" y="5368"/>
                      <a:pt x="0" y="3328"/>
                      <a:pt x="666" y="1248"/>
                    </a:cubicBezTo>
                    <a:cubicBezTo>
                      <a:pt x="999" y="291"/>
                      <a:pt x="1998" y="-209"/>
                      <a:pt x="2996" y="83"/>
                    </a:cubicBezTo>
                    <a:cubicBezTo>
                      <a:pt x="3953" y="416"/>
                      <a:pt x="4494" y="1456"/>
                      <a:pt x="4161" y="2413"/>
                    </a:cubicBezTo>
                    <a:cubicBezTo>
                      <a:pt x="3662" y="3911"/>
                      <a:pt x="3537" y="5368"/>
                      <a:pt x="3745" y="6824"/>
                    </a:cubicBezTo>
                    <a:cubicBezTo>
                      <a:pt x="4453" y="11027"/>
                      <a:pt x="8614" y="14731"/>
                      <a:pt x="14274" y="16187"/>
                    </a:cubicBezTo>
                    <a:cubicBezTo>
                      <a:pt x="15272" y="16437"/>
                      <a:pt x="15855" y="17436"/>
                      <a:pt x="15605" y="18434"/>
                    </a:cubicBezTo>
                    <a:cubicBezTo>
                      <a:pt x="15397" y="19267"/>
                      <a:pt x="14648" y="19808"/>
                      <a:pt x="13816" y="198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5" name="Google Shape;2095;p57"/>
              <p:cNvSpPr/>
              <p:nvPr/>
            </p:nvSpPr>
            <p:spPr>
              <a:xfrm>
                <a:off x="1294051" y="3908360"/>
                <a:ext cx="82720" cy="60410"/>
              </a:xfrm>
              <a:custGeom>
                <a:avLst/>
                <a:gdLst/>
                <a:ahLst/>
                <a:cxnLst/>
                <a:rect l="l" t="t" r="r" b="b"/>
                <a:pathLst>
                  <a:path w="23285" h="17005" extrusionOk="0">
                    <a:moveTo>
                      <a:pt x="5062" y="17005"/>
                    </a:moveTo>
                    <a:cubicBezTo>
                      <a:pt x="3190" y="17005"/>
                      <a:pt x="1858" y="16756"/>
                      <a:pt x="1483" y="16714"/>
                    </a:cubicBezTo>
                    <a:cubicBezTo>
                      <a:pt x="485" y="16506"/>
                      <a:pt x="-140" y="15549"/>
                      <a:pt x="27" y="14550"/>
                    </a:cubicBezTo>
                    <a:cubicBezTo>
                      <a:pt x="235" y="13551"/>
                      <a:pt x="1233" y="12927"/>
                      <a:pt x="2191" y="13093"/>
                    </a:cubicBezTo>
                    <a:cubicBezTo>
                      <a:pt x="2981" y="13260"/>
                      <a:pt x="9931" y="14508"/>
                      <a:pt x="15216" y="9681"/>
                    </a:cubicBezTo>
                    <a:cubicBezTo>
                      <a:pt x="18295" y="6893"/>
                      <a:pt x="19336" y="3356"/>
                      <a:pt x="19669" y="1483"/>
                    </a:cubicBezTo>
                    <a:cubicBezTo>
                      <a:pt x="19835" y="485"/>
                      <a:pt x="20792" y="-140"/>
                      <a:pt x="21791" y="27"/>
                    </a:cubicBezTo>
                    <a:cubicBezTo>
                      <a:pt x="22790" y="193"/>
                      <a:pt x="23456" y="1192"/>
                      <a:pt x="23247" y="2149"/>
                    </a:cubicBezTo>
                    <a:cubicBezTo>
                      <a:pt x="22831" y="4479"/>
                      <a:pt x="21541" y="8891"/>
                      <a:pt x="17630" y="12386"/>
                    </a:cubicBezTo>
                    <a:cubicBezTo>
                      <a:pt x="13385" y="16215"/>
                      <a:pt x="8350" y="16964"/>
                      <a:pt x="5020" y="1696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6" name="Google Shape;2096;p57"/>
              <p:cNvSpPr/>
              <p:nvPr/>
            </p:nvSpPr>
            <p:spPr>
              <a:xfrm>
                <a:off x="1439466" y="3949471"/>
                <a:ext cx="70766" cy="56375"/>
              </a:xfrm>
              <a:custGeom>
                <a:avLst/>
                <a:gdLst/>
                <a:ahLst/>
                <a:cxnLst/>
                <a:rect l="l" t="t" r="r" b="b"/>
                <a:pathLst>
                  <a:path w="19920" h="15869" extrusionOk="0">
                    <a:moveTo>
                      <a:pt x="18117" y="15870"/>
                    </a:moveTo>
                    <a:cubicBezTo>
                      <a:pt x="17742" y="15870"/>
                      <a:pt x="17326" y="15745"/>
                      <a:pt x="16993" y="15495"/>
                    </a:cubicBezTo>
                    <a:lnTo>
                      <a:pt x="722" y="3302"/>
                    </a:lnTo>
                    <a:cubicBezTo>
                      <a:pt x="-69" y="2720"/>
                      <a:pt x="-235" y="1554"/>
                      <a:pt x="347" y="722"/>
                    </a:cubicBezTo>
                    <a:cubicBezTo>
                      <a:pt x="972" y="-69"/>
                      <a:pt x="2137" y="-235"/>
                      <a:pt x="2927" y="348"/>
                    </a:cubicBezTo>
                    <a:lnTo>
                      <a:pt x="19199" y="12541"/>
                    </a:lnTo>
                    <a:cubicBezTo>
                      <a:pt x="19990" y="13123"/>
                      <a:pt x="20156" y="14288"/>
                      <a:pt x="19573" y="15121"/>
                    </a:cubicBezTo>
                    <a:cubicBezTo>
                      <a:pt x="19199" y="15578"/>
                      <a:pt x="18658" y="15870"/>
                      <a:pt x="18117" y="158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7" name="Google Shape;2097;p57"/>
              <p:cNvSpPr/>
              <p:nvPr/>
            </p:nvSpPr>
            <p:spPr>
              <a:xfrm>
                <a:off x="1434030" y="3973733"/>
                <a:ext cx="97164" cy="95370"/>
              </a:xfrm>
              <a:custGeom>
                <a:avLst/>
                <a:gdLst/>
                <a:ahLst/>
                <a:cxnLst/>
                <a:rect l="l" t="t" r="r" b="b"/>
                <a:pathLst>
                  <a:path w="27351" h="26846" extrusionOk="0">
                    <a:moveTo>
                      <a:pt x="25515" y="26846"/>
                    </a:moveTo>
                    <a:cubicBezTo>
                      <a:pt x="25057" y="26846"/>
                      <a:pt x="24600" y="26680"/>
                      <a:pt x="24225" y="26305"/>
                    </a:cubicBezTo>
                    <a:lnTo>
                      <a:pt x="546" y="3126"/>
                    </a:lnTo>
                    <a:cubicBezTo>
                      <a:pt x="-161" y="2419"/>
                      <a:pt x="-203" y="1254"/>
                      <a:pt x="546" y="546"/>
                    </a:cubicBezTo>
                    <a:cubicBezTo>
                      <a:pt x="1254" y="-161"/>
                      <a:pt x="2419" y="-203"/>
                      <a:pt x="3127" y="546"/>
                    </a:cubicBezTo>
                    <a:lnTo>
                      <a:pt x="26805" y="23725"/>
                    </a:lnTo>
                    <a:cubicBezTo>
                      <a:pt x="27512" y="24433"/>
                      <a:pt x="27554" y="25598"/>
                      <a:pt x="26805" y="26305"/>
                    </a:cubicBezTo>
                    <a:cubicBezTo>
                      <a:pt x="26430" y="26680"/>
                      <a:pt x="25973" y="26846"/>
                      <a:pt x="25515" y="2684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8" name="Google Shape;2098;p57"/>
              <p:cNvSpPr/>
              <p:nvPr/>
            </p:nvSpPr>
            <p:spPr>
              <a:xfrm>
                <a:off x="1432404" y="3998257"/>
                <a:ext cx="37589" cy="50577"/>
              </a:xfrm>
              <a:custGeom>
                <a:avLst/>
                <a:gdLst/>
                <a:ahLst/>
                <a:cxnLst/>
                <a:rect l="l" t="t" r="r" b="b"/>
                <a:pathLst>
                  <a:path w="10581" h="14237" extrusionOk="0">
                    <a:moveTo>
                      <a:pt x="8745" y="14238"/>
                    </a:moveTo>
                    <a:cubicBezTo>
                      <a:pt x="8162" y="14238"/>
                      <a:pt x="7579" y="13947"/>
                      <a:pt x="7205" y="13406"/>
                    </a:cubicBezTo>
                    <a:lnTo>
                      <a:pt x="297" y="2835"/>
                    </a:lnTo>
                    <a:cubicBezTo>
                      <a:pt x="-244" y="2003"/>
                      <a:pt x="-36" y="838"/>
                      <a:pt x="838" y="297"/>
                    </a:cubicBezTo>
                    <a:cubicBezTo>
                      <a:pt x="1671" y="-244"/>
                      <a:pt x="2794" y="-36"/>
                      <a:pt x="3376" y="838"/>
                    </a:cubicBezTo>
                    <a:lnTo>
                      <a:pt x="10285" y="11408"/>
                    </a:lnTo>
                    <a:cubicBezTo>
                      <a:pt x="10826" y="12240"/>
                      <a:pt x="10618" y="13406"/>
                      <a:pt x="9744" y="13947"/>
                    </a:cubicBezTo>
                    <a:cubicBezTo>
                      <a:pt x="9452" y="14155"/>
                      <a:pt x="9078" y="14238"/>
                      <a:pt x="8745" y="1423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9" name="Google Shape;2099;p57"/>
              <p:cNvSpPr/>
              <p:nvPr/>
            </p:nvSpPr>
            <p:spPr>
              <a:xfrm>
                <a:off x="1134539" y="3908254"/>
                <a:ext cx="179419" cy="31539"/>
              </a:xfrm>
              <a:custGeom>
                <a:avLst/>
                <a:gdLst/>
                <a:ahLst/>
                <a:cxnLst/>
                <a:rect l="l" t="t" r="r" b="b"/>
                <a:pathLst>
                  <a:path w="50505" h="8878" extrusionOk="0">
                    <a:moveTo>
                      <a:pt x="1845" y="8878"/>
                    </a:moveTo>
                    <a:cubicBezTo>
                      <a:pt x="929" y="8878"/>
                      <a:pt x="139" y="8170"/>
                      <a:pt x="14" y="7255"/>
                    </a:cubicBezTo>
                    <a:cubicBezTo>
                      <a:pt x="-111" y="6256"/>
                      <a:pt x="638" y="5341"/>
                      <a:pt x="1637" y="5216"/>
                    </a:cubicBezTo>
                    <a:lnTo>
                      <a:pt x="48452" y="14"/>
                    </a:lnTo>
                    <a:cubicBezTo>
                      <a:pt x="49534" y="-111"/>
                      <a:pt x="50367" y="597"/>
                      <a:pt x="50492" y="1637"/>
                    </a:cubicBezTo>
                    <a:cubicBezTo>
                      <a:pt x="50616" y="2636"/>
                      <a:pt x="49867" y="3551"/>
                      <a:pt x="48869" y="3676"/>
                    </a:cubicBezTo>
                    <a:lnTo>
                      <a:pt x="2053" y="8878"/>
                    </a:lnTo>
                    <a:cubicBezTo>
                      <a:pt x="2053" y="8878"/>
                      <a:pt x="1928" y="8878"/>
                      <a:pt x="1845" y="88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0" name="Google Shape;2100;p57"/>
              <p:cNvSpPr/>
              <p:nvPr/>
            </p:nvSpPr>
            <p:spPr>
              <a:xfrm>
                <a:off x="1136953" y="3931987"/>
                <a:ext cx="150644" cy="45785"/>
              </a:xfrm>
              <a:custGeom>
                <a:avLst/>
                <a:gdLst/>
                <a:ahLst/>
                <a:cxnLst/>
                <a:rect l="l" t="t" r="r" b="b"/>
                <a:pathLst>
                  <a:path w="42405" h="12888" extrusionOk="0">
                    <a:moveTo>
                      <a:pt x="1831" y="12889"/>
                    </a:moveTo>
                    <a:cubicBezTo>
                      <a:pt x="999" y="12889"/>
                      <a:pt x="250" y="12306"/>
                      <a:pt x="42" y="11474"/>
                    </a:cubicBezTo>
                    <a:cubicBezTo>
                      <a:pt x="-166" y="10475"/>
                      <a:pt x="416" y="9518"/>
                      <a:pt x="1415" y="9268"/>
                    </a:cubicBezTo>
                    <a:lnTo>
                      <a:pt x="40158" y="30"/>
                    </a:lnTo>
                    <a:cubicBezTo>
                      <a:pt x="41115" y="-137"/>
                      <a:pt x="42155" y="404"/>
                      <a:pt x="42363" y="1403"/>
                    </a:cubicBezTo>
                    <a:cubicBezTo>
                      <a:pt x="42572" y="2402"/>
                      <a:pt x="41989" y="3359"/>
                      <a:pt x="40990" y="3609"/>
                    </a:cubicBezTo>
                    <a:lnTo>
                      <a:pt x="2248" y="12847"/>
                    </a:lnTo>
                    <a:cubicBezTo>
                      <a:pt x="2248" y="12847"/>
                      <a:pt x="1956" y="12889"/>
                      <a:pt x="1831" y="12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1" name="Google Shape;2101;p57"/>
              <p:cNvSpPr/>
              <p:nvPr/>
            </p:nvSpPr>
            <p:spPr>
              <a:xfrm>
                <a:off x="1078869" y="4416491"/>
                <a:ext cx="231559" cy="90649"/>
              </a:xfrm>
              <a:custGeom>
                <a:avLst/>
                <a:gdLst/>
                <a:ahLst/>
                <a:cxnLst/>
                <a:rect l="l" t="t" r="r" b="b"/>
                <a:pathLst>
                  <a:path w="65182" h="25517" extrusionOk="0">
                    <a:moveTo>
                      <a:pt x="1838" y="25517"/>
                    </a:moveTo>
                    <a:cubicBezTo>
                      <a:pt x="922" y="25517"/>
                      <a:pt x="90" y="24810"/>
                      <a:pt x="7" y="23853"/>
                    </a:cubicBezTo>
                    <a:cubicBezTo>
                      <a:pt x="-76" y="22854"/>
                      <a:pt x="631" y="21980"/>
                      <a:pt x="1671" y="21855"/>
                    </a:cubicBezTo>
                    <a:cubicBezTo>
                      <a:pt x="11991" y="20857"/>
                      <a:pt x="22187" y="18609"/>
                      <a:pt x="32008" y="15239"/>
                    </a:cubicBezTo>
                    <a:cubicBezTo>
                      <a:pt x="42661" y="11577"/>
                      <a:pt x="52898" y="6541"/>
                      <a:pt x="62345" y="299"/>
                    </a:cubicBezTo>
                    <a:cubicBezTo>
                      <a:pt x="63177" y="-242"/>
                      <a:pt x="64301" y="-34"/>
                      <a:pt x="64883" y="799"/>
                    </a:cubicBezTo>
                    <a:cubicBezTo>
                      <a:pt x="65424" y="1631"/>
                      <a:pt x="65216" y="2796"/>
                      <a:pt x="64384" y="3337"/>
                    </a:cubicBezTo>
                    <a:cubicBezTo>
                      <a:pt x="54646" y="9787"/>
                      <a:pt x="44159" y="14947"/>
                      <a:pt x="33215" y="18693"/>
                    </a:cubicBezTo>
                    <a:cubicBezTo>
                      <a:pt x="23144" y="22147"/>
                      <a:pt x="12657" y="24435"/>
                      <a:pt x="2046" y="25476"/>
                    </a:cubicBezTo>
                    <a:cubicBezTo>
                      <a:pt x="1963" y="25476"/>
                      <a:pt x="1921" y="25476"/>
                      <a:pt x="1880" y="254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2" name="Google Shape;2102;p57"/>
              <p:cNvSpPr/>
              <p:nvPr/>
            </p:nvSpPr>
            <p:spPr>
              <a:xfrm>
                <a:off x="1106532" y="4459146"/>
                <a:ext cx="63096" cy="109019"/>
              </a:xfrm>
              <a:custGeom>
                <a:avLst/>
                <a:gdLst/>
                <a:ahLst/>
                <a:cxnLst/>
                <a:rect l="l" t="t" r="r" b="b"/>
                <a:pathLst>
                  <a:path w="17761" h="30688" extrusionOk="0">
                    <a:moveTo>
                      <a:pt x="1827" y="30689"/>
                    </a:moveTo>
                    <a:cubicBezTo>
                      <a:pt x="1536" y="30689"/>
                      <a:pt x="1244" y="30606"/>
                      <a:pt x="995" y="30481"/>
                    </a:cubicBezTo>
                    <a:cubicBezTo>
                      <a:pt x="79" y="30023"/>
                      <a:pt x="-254" y="28900"/>
                      <a:pt x="204" y="27984"/>
                    </a:cubicBezTo>
                    <a:lnTo>
                      <a:pt x="14270" y="976"/>
                    </a:lnTo>
                    <a:cubicBezTo>
                      <a:pt x="14727" y="61"/>
                      <a:pt x="15851" y="-230"/>
                      <a:pt x="16766" y="186"/>
                    </a:cubicBezTo>
                    <a:cubicBezTo>
                      <a:pt x="17682" y="644"/>
                      <a:pt x="18015" y="1767"/>
                      <a:pt x="17557" y="2683"/>
                    </a:cubicBezTo>
                    <a:lnTo>
                      <a:pt x="3492" y="29690"/>
                    </a:lnTo>
                    <a:cubicBezTo>
                      <a:pt x="3159" y="30315"/>
                      <a:pt x="2535" y="30689"/>
                      <a:pt x="1869" y="306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3" name="Google Shape;2103;p57"/>
              <p:cNvSpPr/>
              <p:nvPr/>
            </p:nvSpPr>
            <p:spPr>
              <a:xfrm>
                <a:off x="777255" y="4267938"/>
                <a:ext cx="115591" cy="233534"/>
              </a:xfrm>
              <a:custGeom>
                <a:avLst/>
                <a:gdLst/>
                <a:ahLst/>
                <a:cxnLst/>
                <a:rect l="l" t="t" r="r" b="b"/>
                <a:pathLst>
                  <a:path w="32538" h="65738" extrusionOk="0">
                    <a:moveTo>
                      <a:pt x="30658" y="65739"/>
                    </a:moveTo>
                    <a:cubicBezTo>
                      <a:pt x="29576" y="65697"/>
                      <a:pt x="28785" y="64865"/>
                      <a:pt x="28827" y="63824"/>
                    </a:cubicBezTo>
                    <a:cubicBezTo>
                      <a:pt x="29243" y="52796"/>
                      <a:pt x="27121" y="41686"/>
                      <a:pt x="22751" y="31657"/>
                    </a:cubicBezTo>
                    <a:cubicBezTo>
                      <a:pt x="16592" y="17632"/>
                      <a:pt x="7354" y="8478"/>
                      <a:pt x="696" y="3276"/>
                    </a:cubicBezTo>
                    <a:cubicBezTo>
                      <a:pt x="-95" y="2652"/>
                      <a:pt x="-220" y="1486"/>
                      <a:pt x="363" y="696"/>
                    </a:cubicBezTo>
                    <a:cubicBezTo>
                      <a:pt x="945" y="-95"/>
                      <a:pt x="2152" y="-220"/>
                      <a:pt x="2943" y="363"/>
                    </a:cubicBezTo>
                    <a:cubicBezTo>
                      <a:pt x="9934" y="5814"/>
                      <a:pt x="19630" y="15469"/>
                      <a:pt x="26081" y="30200"/>
                    </a:cubicBezTo>
                    <a:cubicBezTo>
                      <a:pt x="30700" y="40729"/>
                      <a:pt x="32905" y="52422"/>
                      <a:pt x="32489" y="63991"/>
                    </a:cubicBezTo>
                    <a:cubicBezTo>
                      <a:pt x="32447" y="64989"/>
                      <a:pt x="31657" y="65739"/>
                      <a:pt x="30658" y="6573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4" name="Google Shape;2104;p57"/>
              <p:cNvSpPr/>
              <p:nvPr/>
            </p:nvSpPr>
            <p:spPr>
              <a:xfrm>
                <a:off x="1012361" y="4725596"/>
                <a:ext cx="27891" cy="31031"/>
              </a:xfrm>
              <a:custGeom>
                <a:avLst/>
                <a:gdLst/>
                <a:ahLst/>
                <a:cxnLst/>
                <a:rect l="l" t="t" r="r" b="b"/>
                <a:pathLst>
                  <a:path w="7851" h="8735" extrusionOk="0">
                    <a:moveTo>
                      <a:pt x="1845" y="8736"/>
                    </a:moveTo>
                    <a:cubicBezTo>
                      <a:pt x="1429" y="8736"/>
                      <a:pt x="1013" y="8611"/>
                      <a:pt x="680" y="8320"/>
                    </a:cubicBezTo>
                    <a:cubicBezTo>
                      <a:pt x="-111" y="7654"/>
                      <a:pt x="-236" y="6531"/>
                      <a:pt x="430" y="5740"/>
                    </a:cubicBezTo>
                    <a:lnTo>
                      <a:pt x="4592" y="663"/>
                    </a:lnTo>
                    <a:cubicBezTo>
                      <a:pt x="5257" y="-128"/>
                      <a:pt x="6423" y="-211"/>
                      <a:pt x="7172" y="413"/>
                    </a:cubicBezTo>
                    <a:cubicBezTo>
                      <a:pt x="7962" y="1037"/>
                      <a:pt x="8087" y="2203"/>
                      <a:pt x="7421" y="2993"/>
                    </a:cubicBezTo>
                    <a:lnTo>
                      <a:pt x="3260" y="8070"/>
                    </a:lnTo>
                    <a:cubicBezTo>
                      <a:pt x="2886" y="8528"/>
                      <a:pt x="2386" y="8736"/>
                      <a:pt x="1845" y="873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5" name="Google Shape;2105;p57"/>
              <p:cNvSpPr/>
              <p:nvPr/>
            </p:nvSpPr>
            <p:spPr>
              <a:xfrm>
                <a:off x="1165482" y="4736321"/>
                <a:ext cx="50819" cy="29759"/>
              </a:xfrm>
              <a:custGeom>
                <a:avLst/>
                <a:gdLst/>
                <a:ahLst/>
                <a:cxnLst/>
                <a:rect l="l" t="t" r="r" b="b"/>
                <a:pathLst>
                  <a:path w="14305" h="8377" extrusionOk="0">
                    <a:moveTo>
                      <a:pt x="1826" y="8378"/>
                    </a:moveTo>
                    <a:cubicBezTo>
                      <a:pt x="1119" y="8378"/>
                      <a:pt x="453" y="7961"/>
                      <a:pt x="162" y="7296"/>
                    </a:cubicBezTo>
                    <a:cubicBezTo>
                      <a:pt x="-254" y="6380"/>
                      <a:pt x="162" y="5298"/>
                      <a:pt x="1077" y="4882"/>
                    </a:cubicBezTo>
                    <a:lnTo>
                      <a:pt x="11730" y="180"/>
                    </a:lnTo>
                    <a:cubicBezTo>
                      <a:pt x="12646" y="-278"/>
                      <a:pt x="13770" y="180"/>
                      <a:pt x="14144" y="1095"/>
                    </a:cubicBezTo>
                    <a:cubicBezTo>
                      <a:pt x="14560" y="2011"/>
                      <a:pt x="14144" y="3093"/>
                      <a:pt x="13229" y="3509"/>
                    </a:cubicBezTo>
                    <a:lnTo>
                      <a:pt x="2576" y="8211"/>
                    </a:lnTo>
                    <a:cubicBezTo>
                      <a:pt x="2326" y="8336"/>
                      <a:pt x="2076" y="8378"/>
                      <a:pt x="1826" y="83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6" name="Google Shape;2106;p57"/>
              <p:cNvSpPr/>
              <p:nvPr/>
            </p:nvSpPr>
            <p:spPr>
              <a:xfrm>
                <a:off x="748850" y="4680228"/>
                <a:ext cx="22470" cy="13009"/>
              </a:xfrm>
              <a:custGeom>
                <a:avLst/>
                <a:gdLst/>
                <a:ahLst/>
                <a:cxnLst/>
                <a:rect l="l" t="t" r="r" b="b"/>
                <a:pathLst>
                  <a:path w="6325" h="3662" extrusionOk="0">
                    <a:moveTo>
                      <a:pt x="4494" y="3662"/>
                    </a:moveTo>
                    <a:lnTo>
                      <a:pt x="1831" y="3662"/>
                    </a:lnTo>
                    <a:cubicBezTo>
                      <a:pt x="832" y="3662"/>
                      <a:pt x="0" y="2830"/>
                      <a:pt x="0" y="1831"/>
                    </a:cubicBezTo>
                    <a:cubicBezTo>
                      <a:pt x="0" y="832"/>
                      <a:pt x="832" y="0"/>
                      <a:pt x="1831" y="0"/>
                    </a:cubicBezTo>
                    <a:lnTo>
                      <a:pt x="4494" y="0"/>
                    </a:lnTo>
                    <a:cubicBezTo>
                      <a:pt x="5493" y="0"/>
                      <a:pt x="6325" y="832"/>
                      <a:pt x="6325" y="1831"/>
                    </a:cubicBezTo>
                    <a:cubicBezTo>
                      <a:pt x="6325" y="2830"/>
                      <a:pt x="5493" y="3662"/>
                      <a:pt x="4494" y="366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7" name="Google Shape;2107;p57"/>
              <p:cNvSpPr/>
              <p:nvPr/>
            </p:nvSpPr>
            <p:spPr>
              <a:xfrm>
                <a:off x="748680" y="4752996"/>
                <a:ext cx="41582" cy="35248"/>
              </a:xfrm>
              <a:custGeom>
                <a:avLst/>
                <a:gdLst/>
                <a:ahLst/>
                <a:cxnLst/>
                <a:rect l="l" t="t" r="r" b="b"/>
                <a:pathLst>
                  <a:path w="11705" h="9922" extrusionOk="0">
                    <a:moveTo>
                      <a:pt x="1837" y="9923"/>
                    </a:moveTo>
                    <a:cubicBezTo>
                      <a:pt x="1296" y="9923"/>
                      <a:pt x="755" y="9673"/>
                      <a:pt x="380" y="9216"/>
                    </a:cubicBezTo>
                    <a:cubicBezTo>
                      <a:pt x="-243" y="8425"/>
                      <a:pt x="-77" y="7260"/>
                      <a:pt x="714" y="6635"/>
                    </a:cubicBezTo>
                    <a:lnTo>
                      <a:pt x="8745" y="393"/>
                    </a:lnTo>
                    <a:cubicBezTo>
                      <a:pt x="9577" y="-231"/>
                      <a:pt x="10701" y="-106"/>
                      <a:pt x="11325" y="726"/>
                    </a:cubicBezTo>
                    <a:cubicBezTo>
                      <a:pt x="11949" y="1517"/>
                      <a:pt x="11783" y="2682"/>
                      <a:pt x="10992" y="3306"/>
                    </a:cubicBezTo>
                    <a:lnTo>
                      <a:pt x="2960" y="9548"/>
                    </a:lnTo>
                    <a:cubicBezTo>
                      <a:pt x="2628" y="9798"/>
                      <a:pt x="2212" y="9923"/>
                      <a:pt x="1837" y="99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8" name="Google Shape;2108;p57"/>
              <p:cNvSpPr/>
              <p:nvPr/>
            </p:nvSpPr>
            <p:spPr>
              <a:xfrm>
                <a:off x="663608" y="4240623"/>
                <a:ext cx="23354" cy="40296"/>
              </a:xfrm>
              <a:custGeom>
                <a:avLst/>
                <a:gdLst/>
                <a:ahLst/>
                <a:cxnLst/>
                <a:rect l="l" t="t" r="r" b="b"/>
                <a:pathLst>
                  <a:path w="6574" h="11343" extrusionOk="0">
                    <a:moveTo>
                      <a:pt x="4702" y="11344"/>
                    </a:moveTo>
                    <a:cubicBezTo>
                      <a:pt x="3953" y="11344"/>
                      <a:pt x="3246" y="10886"/>
                      <a:pt x="2996" y="10137"/>
                    </a:cubicBezTo>
                    <a:lnTo>
                      <a:pt x="125" y="2480"/>
                    </a:lnTo>
                    <a:cubicBezTo>
                      <a:pt x="-250" y="1523"/>
                      <a:pt x="250" y="483"/>
                      <a:pt x="1207" y="108"/>
                    </a:cubicBezTo>
                    <a:cubicBezTo>
                      <a:pt x="2164" y="-225"/>
                      <a:pt x="3204" y="233"/>
                      <a:pt x="3579" y="1190"/>
                    </a:cubicBezTo>
                    <a:lnTo>
                      <a:pt x="6450" y="8847"/>
                    </a:lnTo>
                    <a:cubicBezTo>
                      <a:pt x="6825" y="9804"/>
                      <a:pt x="6325" y="10844"/>
                      <a:pt x="5368" y="11219"/>
                    </a:cubicBezTo>
                    <a:cubicBezTo>
                      <a:pt x="5160" y="11302"/>
                      <a:pt x="4952" y="11344"/>
                      <a:pt x="4744" y="113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9" name="Google Shape;2109;p57"/>
              <p:cNvSpPr/>
              <p:nvPr/>
            </p:nvSpPr>
            <p:spPr>
              <a:xfrm>
                <a:off x="1144313" y="4119059"/>
                <a:ext cx="52978" cy="40573"/>
              </a:xfrm>
              <a:custGeom>
                <a:avLst/>
                <a:gdLst/>
                <a:ahLst/>
                <a:cxnLst/>
                <a:rect l="l" t="t" r="r" b="b"/>
                <a:pathLst>
                  <a:path w="14913" h="11421" extrusionOk="0">
                    <a:moveTo>
                      <a:pt x="13117" y="11421"/>
                    </a:moveTo>
                    <a:cubicBezTo>
                      <a:pt x="12742" y="11421"/>
                      <a:pt x="12409" y="11338"/>
                      <a:pt x="12076" y="11088"/>
                    </a:cubicBezTo>
                    <a:lnTo>
                      <a:pt x="799" y="3348"/>
                    </a:lnTo>
                    <a:cubicBezTo>
                      <a:pt x="-34" y="2766"/>
                      <a:pt x="-242" y="1642"/>
                      <a:pt x="299" y="810"/>
                    </a:cubicBezTo>
                    <a:cubicBezTo>
                      <a:pt x="882" y="-64"/>
                      <a:pt x="2005" y="-231"/>
                      <a:pt x="2838" y="310"/>
                    </a:cubicBezTo>
                    <a:lnTo>
                      <a:pt x="14115" y="8009"/>
                    </a:lnTo>
                    <a:cubicBezTo>
                      <a:pt x="14947" y="8591"/>
                      <a:pt x="15156" y="9715"/>
                      <a:pt x="14615" y="10547"/>
                    </a:cubicBezTo>
                    <a:cubicBezTo>
                      <a:pt x="14240" y="11088"/>
                      <a:pt x="13699" y="11338"/>
                      <a:pt x="13117" y="1133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0" name="Google Shape;2110;p57"/>
              <p:cNvSpPr/>
              <p:nvPr/>
            </p:nvSpPr>
            <p:spPr>
              <a:xfrm>
                <a:off x="1409335" y="4077717"/>
                <a:ext cx="41184" cy="43948"/>
              </a:xfrm>
              <a:custGeom>
                <a:avLst/>
                <a:gdLst/>
                <a:ahLst/>
                <a:cxnLst/>
                <a:rect l="l" t="t" r="r" b="b"/>
                <a:pathLst>
                  <a:path w="11593" h="12371" extrusionOk="0">
                    <a:moveTo>
                      <a:pt x="1843" y="12372"/>
                    </a:moveTo>
                    <a:cubicBezTo>
                      <a:pt x="1386" y="12372"/>
                      <a:pt x="969" y="12205"/>
                      <a:pt x="595" y="11914"/>
                    </a:cubicBezTo>
                    <a:cubicBezTo>
                      <a:pt x="-154" y="11248"/>
                      <a:pt x="-196" y="10083"/>
                      <a:pt x="470" y="9334"/>
                    </a:cubicBezTo>
                    <a:lnTo>
                      <a:pt x="8418" y="595"/>
                    </a:lnTo>
                    <a:cubicBezTo>
                      <a:pt x="9126" y="-154"/>
                      <a:pt x="10291" y="-196"/>
                      <a:pt x="10998" y="470"/>
                    </a:cubicBezTo>
                    <a:cubicBezTo>
                      <a:pt x="11747" y="1178"/>
                      <a:pt x="11789" y="2301"/>
                      <a:pt x="11123" y="3050"/>
                    </a:cubicBezTo>
                    <a:lnTo>
                      <a:pt x="3175" y="11789"/>
                    </a:lnTo>
                    <a:cubicBezTo>
                      <a:pt x="2800" y="12205"/>
                      <a:pt x="2301" y="12372"/>
                      <a:pt x="1802" y="1237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1" name="Google Shape;2111;p57"/>
              <p:cNvSpPr/>
              <p:nvPr/>
            </p:nvSpPr>
            <p:spPr>
              <a:xfrm>
                <a:off x="1435731" y="3133943"/>
                <a:ext cx="226276" cy="160506"/>
              </a:xfrm>
              <a:custGeom>
                <a:avLst/>
                <a:gdLst/>
                <a:ahLst/>
                <a:cxnLst/>
                <a:rect l="l" t="t" r="r" b="b"/>
                <a:pathLst>
                  <a:path w="63695" h="45181" extrusionOk="0">
                    <a:moveTo>
                      <a:pt x="11012" y="7595"/>
                    </a:moveTo>
                    <a:cubicBezTo>
                      <a:pt x="4603" y="12090"/>
                      <a:pt x="-1472" y="21037"/>
                      <a:pt x="318" y="28985"/>
                    </a:cubicBezTo>
                    <a:cubicBezTo>
                      <a:pt x="3480" y="43092"/>
                      <a:pt x="30446" y="49792"/>
                      <a:pt x="39975" y="41677"/>
                    </a:cubicBezTo>
                    <a:cubicBezTo>
                      <a:pt x="47216" y="35518"/>
                      <a:pt x="40766" y="24033"/>
                      <a:pt x="50670" y="12048"/>
                    </a:cubicBezTo>
                    <a:cubicBezTo>
                      <a:pt x="56788" y="4599"/>
                      <a:pt x="64319" y="2893"/>
                      <a:pt x="63654" y="896"/>
                    </a:cubicBezTo>
                    <a:cubicBezTo>
                      <a:pt x="63030" y="-977"/>
                      <a:pt x="56247" y="313"/>
                      <a:pt x="35440" y="2685"/>
                    </a:cubicBezTo>
                    <a:cubicBezTo>
                      <a:pt x="18086" y="4682"/>
                      <a:pt x="15215" y="4641"/>
                      <a:pt x="11012" y="7595"/>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2" name="Google Shape;2112;p57"/>
              <p:cNvSpPr/>
              <p:nvPr/>
            </p:nvSpPr>
            <p:spPr>
              <a:xfrm>
                <a:off x="1703363" y="2288725"/>
                <a:ext cx="404484" cy="702450"/>
              </a:xfrm>
              <a:custGeom>
                <a:avLst/>
                <a:gdLst/>
                <a:ahLst/>
                <a:cxnLst/>
                <a:rect l="l" t="t" r="r" b="b"/>
                <a:pathLst>
                  <a:path w="113859" h="197734" extrusionOk="0">
                    <a:moveTo>
                      <a:pt x="21726" y="97237"/>
                    </a:moveTo>
                    <a:cubicBezTo>
                      <a:pt x="38497" y="130694"/>
                      <a:pt x="55476" y="164235"/>
                      <a:pt x="72246" y="197735"/>
                    </a:cubicBezTo>
                    <a:lnTo>
                      <a:pt x="113860" y="183627"/>
                    </a:lnTo>
                    <a:cubicBezTo>
                      <a:pt x="107909" y="161239"/>
                      <a:pt x="101833" y="141472"/>
                      <a:pt x="96424" y="125076"/>
                    </a:cubicBezTo>
                    <a:cubicBezTo>
                      <a:pt x="94301" y="118418"/>
                      <a:pt x="92221" y="112218"/>
                      <a:pt x="90348" y="106683"/>
                    </a:cubicBezTo>
                    <a:cubicBezTo>
                      <a:pt x="88059" y="99941"/>
                      <a:pt x="85812" y="93782"/>
                      <a:pt x="83648" y="87873"/>
                    </a:cubicBezTo>
                    <a:cubicBezTo>
                      <a:pt x="58721" y="20126"/>
                      <a:pt x="43157" y="4479"/>
                      <a:pt x="27011" y="775"/>
                    </a:cubicBezTo>
                    <a:cubicBezTo>
                      <a:pt x="23432" y="26"/>
                      <a:pt x="20561" y="-57"/>
                      <a:pt x="18605" y="26"/>
                    </a:cubicBezTo>
                    <a:cubicBezTo>
                      <a:pt x="13862" y="5103"/>
                      <a:pt x="3208" y="18045"/>
                      <a:pt x="586" y="37479"/>
                    </a:cubicBezTo>
                    <a:cubicBezTo>
                      <a:pt x="-3908" y="70770"/>
                      <a:pt x="18813" y="94240"/>
                      <a:pt x="21768" y="97320"/>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3" name="Google Shape;2113;p57"/>
              <p:cNvSpPr/>
              <p:nvPr/>
            </p:nvSpPr>
            <p:spPr>
              <a:xfrm>
                <a:off x="1673559" y="2279001"/>
                <a:ext cx="382416" cy="478252"/>
              </a:xfrm>
              <a:custGeom>
                <a:avLst/>
                <a:gdLst/>
                <a:ahLst/>
                <a:cxnLst/>
                <a:rect l="l" t="t" r="r" b="b"/>
                <a:pathLst>
                  <a:path w="107647" h="134624" extrusionOk="0">
                    <a:moveTo>
                      <a:pt x="52759" y="8009"/>
                    </a:moveTo>
                    <a:cubicBezTo>
                      <a:pt x="71069" y="37887"/>
                      <a:pt x="89338" y="67766"/>
                      <a:pt x="107648" y="97645"/>
                    </a:cubicBezTo>
                    <a:cubicBezTo>
                      <a:pt x="104818" y="103513"/>
                      <a:pt x="99949" y="111461"/>
                      <a:pt x="91710" y="118577"/>
                    </a:cubicBezTo>
                    <a:cubicBezTo>
                      <a:pt x="71153" y="136346"/>
                      <a:pt x="45851" y="134890"/>
                      <a:pt x="39651" y="134349"/>
                    </a:cubicBezTo>
                    <a:cubicBezTo>
                      <a:pt x="27000" y="110879"/>
                      <a:pt x="14308" y="87408"/>
                      <a:pt x="1657" y="63938"/>
                    </a:cubicBezTo>
                    <a:cubicBezTo>
                      <a:pt x="-4835" y="31104"/>
                      <a:pt x="8690" y="5054"/>
                      <a:pt x="25835" y="684"/>
                    </a:cubicBezTo>
                    <a:cubicBezTo>
                      <a:pt x="36405" y="-2020"/>
                      <a:pt x="46975" y="3889"/>
                      <a:pt x="52801" y="80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4" name="Google Shape;2114;p57"/>
              <p:cNvSpPr/>
              <p:nvPr/>
            </p:nvSpPr>
            <p:spPr>
              <a:xfrm>
                <a:off x="1649156" y="1982265"/>
                <a:ext cx="335729" cy="324791"/>
              </a:xfrm>
              <a:custGeom>
                <a:avLst/>
                <a:gdLst/>
                <a:ahLst/>
                <a:cxnLst/>
                <a:rect l="l" t="t" r="r" b="b"/>
                <a:pathLst>
                  <a:path w="94505" h="91426" extrusionOk="0">
                    <a:moveTo>
                      <a:pt x="0" y="56637"/>
                    </a:moveTo>
                    <a:cubicBezTo>
                      <a:pt x="7948" y="61090"/>
                      <a:pt x="15896" y="65542"/>
                      <a:pt x="23886" y="69995"/>
                    </a:cubicBezTo>
                    <a:cubicBezTo>
                      <a:pt x="36620" y="77153"/>
                      <a:pt x="49354" y="84269"/>
                      <a:pt x="62130" y="91426"/>
                    </a:cubicBezTo>
                    <a:lnTo>
                      <a:pt x="94505" y="35455"/>
                    </a:lnTo>
                    <a:cubicBezTo>
                      <a:pt x="66124" y="23637"/>
                      <a:pt x="37702" y="11818"/>
                      <a:pt x="9322" y="0"/>
                    </a:cubicBezTo>
                    <a:cubicBezTo>
                      <a:pt x="9072" y="9987"/>
                      <a:pt x="8073" y="21473"/>
                      <a:pt x="5659" y="34082"/>
                    </a:cubicBezTo>
                    <a:cubicBezTo>
                      <a:pt x="4078" y="42322"/>
                      <a:pt x="2122" y="49854"/>
                      <a:pt x="41" y="56637"/>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5" name="Google Shape;2115;p57"/>
              <p:cNvSpPr/>
              <p:nvPr/>
            </p:nvSpPr>
            <p:spPr>
              <a:xfrm>
                <a:off x="1649010" y="2104000"/>
                <a:ext cx="91722" cy="126838"/>
              </a:xfrm>
              <a:custGeom>
                <a:avLst/>
                <a:gdLst/>
                <a:ahLst/>
                <a:cxnLst/>
                <a:rect l="l" t="t" r="r" b="b"/>
                <a:pathLst>
                  <a:path w="25819" h="35704" extrusionOk="0">
                    <a:moveTo>
                      <a:pt x="42" y="22347"/>
                    </a:moveTo>
                    <a:cubicBezTo>
                      <a:pt x="7990" y="26799"/>
                      <a:pt x="15938" y="31252"/>
                      <a:pt x="23928" y="35705"/>
                    </a:cubicBezTo>
                    <a:cubicBezTo>
                      <a:pt x="29713" y="25052"/>
                      <a:pt x="21806" y="9113"/>
                      <a:pt x="5992" y="0"/>
                    </a:cubicBezTo>
                    <a:cubicBezTo>
                      <a:pt x="3745" y="7282"/>
                      <a:pt x="1872" y="14815"/>
                      <a:pt x="0" y="223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6" name="Google Shape;2116;p57"/>
              <p:cNvSpPr/>
              <p:nvPr/>
            </p:nvSpPr>
            <p:spPr>
              <a:xfrm>
                <a:off x="1326752" y="1823484"/>
                <a:ext cx="372014" cy="431480"/>
              </a:xfrm>
              <a:custGeom>
                <a:avLst/>
                <a:gdLst/>
                <a:ahLst/>
                <a:cxnLst/>
                <a:rect l="l" t="t" r="r" b="b"/>
                <a:pathLst>
                  <a:path w="104719" h="121458" extrusionOk="0">
                    <a:moveTo>
                      <a:pt x="99553" y="99072"/>
                    </a:moveTo>
                    <a:cubicBezTo>
                      <a:pt x="103382" y="88835"/>
                      <a:pt x="108625" y="68237"/>
                      <a:pt x="100219" y="37608"/>
                    </a:cubicBezTo>
                    <a:cubicBezTo>
                      <a:pt x="99761" y="35861"/>
                      <a:pt x="92229" y="10018"/>
                      <a:pt x="66387" y="2112"/>
                    </a:cubicBezTo>
                    <a:cubicBezTo>
                      <a:pt x="49824" y="-2965"/>
                      <a:pt x="33761" y="1779"/>
                      <a:pt x="23067" y="9269"/>
                    </a:cubicBezTo>
                    <a:cubicBezTo>
                      <a:pt x="678" y="24875"/>
                      <a:pt x="-4524" y="56626"/>
                      <a:pt x="3633" y="70026"/>
                    </a:cubicBezTo>
                    <a:cubicBezTo>
                      <a:pt x="5006" y="72273"/>
                      <a:pt x="6546" y="74062"/>
                      <a:pt x="7961" y="75436"/>
                    </a:cubicBezTo>
                    <a:cubicBezTo>
                      <a:pt x="20362" y="86796"/>
                      <a:pt x="25896" y="91915"/>
                      <a:pt x="26146" y="92248"/>
                    </a:cubicBezTo>
                    <a:cubicBezTo>
                      <a:pt x="26229" y="92331"/>
                      <a:pt x="26520" y="92789"/>
                      <a:pt x="27145" y="93080"/>
                    </a:cubicBezTo>
                    <a:cubicBezTo>
                      <a:pt x="27561" y="93288"/>
                      <a:pt x="27935" y="93330"/>
                      <a:pt x="28143" y="93371"/>
                    </a:cubicBezTo>
                    <a:cubicBezTo>
                      <a:pt x="30307" y="93954"/>
                      <a:pt x="32471" y="94537"/>
                      <a:pt x="34635" y="95119"/>
                    </a:cubicBezTo>
                    <a:cubicBezTo>
                      <a:pt x="46703" y="102818"/>
                      <a:pt x="51614" y="106272"/>
                      <a:pt x="52987" y="107520"/>
                    </a:cubicBezTo>
                    <a:cubicBezTo>
                      <a:pt x="55734" y="109934"/>
                      <a:pt x="56899" y="110932"/>
                      <a:pt x="58272" y="111141"/>
                    </a:cubicBezTo>
                    <a:cubicBezTo>
                      <a:pt x="58688" y="111224"/>
                      <a:pt x="59021" y="111265"/>
                      <a:pt x="59229" y="111557"/>
                    </a:cubicBezTo>
                    <a:cubicBezTo>
                      <a:pt x="59645" y="112139"/>
                      <a:pt x="58980" y="112847"/>
                      <a:pt x="59312" y="113429"/>
                    </a:cubicBezTo>
                    <a:cubicBezTo>
                      <a:pt x="59770" y="114303"/>
                      <a:pt x="61892" y="113970"/>
                      <a:pt x="62308" y="113929"/>
                    </a:cubicBezTo>
                    <a:cubicBezTo>
                      <a:pt x="62683" y="113887"/>
                      <a:pt x="65846" y="113388"/>
                      <a:pt x="66553" y="111349"/>
                    </a:cubicBezTo>
                    <a:cubicBezTo>
                      <a:pt x="66803" y="110558"/>
                      <a:pt x="66678" y="109726"/>
                      <a:pt x="66636" y="109726"/>
                    </a:cubicBezTo>
                    <a:cubicBezTo>
                      <a:pt x="66553" y="109726"/>
                      <a:pt x="65846" y="113721"/>
                      <a:pt x="67219" y="114511"/>
                    </a:cubicBezTo>
                    <a:cubicBezTo>
                      <a:pt x="67760" y="114803"/>
                      <a:pt x="68634" y="114595"/>
                      <a:pt x="68884" y="114511"/>
                    </a:cubicBezTo>
                    <a:cubicBezTo>
                      <a:pt x="69633" y="114303"/>
                      <a:pt x="69924" y="113970"/>
                      <a:pt x="70215" y="113804"/>
                    </a:cubicBezTo>
                    <a:cubicBezTo>
                      <a:pt x="71880" y="112972"/>
                      <a:pt x="77997" y="120587"/>
                      <a:pt x="81826" y="121378"/>
                    </a:cubicBezTo>
                    <a:cubicBezTo>
                      <a:pt x="87444" y="122543"/>
                      <a:pt x="95100" y="110932"/>
                      <a:pt x="99595" y="98989"/>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7" name="Google Shape;2117;p57"/>
              <p:cNvSpPr/>
              <p:nvPr/>
            </p:nvSpPr>
            <p:spPr>
              <a:xfrm>
                <a:off x="1445725" y="2157479"/>
                <a:ext cx="75690" cy="69046"/>
              </a:xfrm>
              <a:custGeom>
                <a:avLst/>
                <a:gdLst/>
                <a:ahLst/>
                <a:cxnLst/>
                <a:rect l="l" t="t" r="r" b="b"/>
                <a:pathLst>
                  <a:path w="21306" h="19436" extrusionOk="0">
                    <a:moveTo>
                      <a:pt x="10903" y="18934"/>
                    </a:moveTo>
                    <a:cubicBezTo>
                      <a:pt x="12900" y="20100"/>
                      <a:pt x="15605" y="18934"/>
                      <a:pt x="16604" y="18477"/>
                    </a:cubicBezTo>
                    <a:cubicBezTo>
                      <a:pt x="19351" y="17270"/>
                      <a:pt x="20765" y="15064"/>
                      <a:pt x="21306" y="14149"/>
                    </a:cubicBezTo>
                    <a:cubicBezTo>
                      <a:pt x="21223" y="13275"/>
                      <a:pt x="20931" y="11735"/>
                      <a:pt x="19767" y="10778"/>
                    </a:cubicBezTo>
                    <a:cubicBezTo>
                      <a:pt x="18768" y="9987"/>
                      <a:pt x="17810" y="10279"/>
                      <a:pt x="16354" y="9696"/>
                    </a:cubicBezTo>
                    <a:cubicBezTo>
                      <a:pt x="15439" y="9322"/>
                      <a:pt x="14149" y="8531"/>
                      <a:pt x="12942" y="6783"/>
                    </a:cubicBezTo>
                    <a:lnTo>
                      <a:pt x="0" y="0"/>
                    </a:lnTo>
                    <a:cubicBezTo>
                      <a:pt x="1706" y="2830"/>
                      <a:pt x="3079" y="5118"/>
                      <a:pt x="4078" y="6658"/>
                    </a:cubicBezTo>
                    <a:cubicBezTo>
                      <a:pt x="7282" y="11818"/>
                      <a:pt x="7449" y="11818"/>
                      <a:pt x="8115" y="13316"/>
                    </a:cubicBezTo>
                    <a:cubicBezTo>
                      <a:pt x="9654" y="16729"/>
                      <a:pt x="9446" y="18102"/>
                      <a:pt x="10903" y="18976"/>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8" name="Google Shape;2118;p57"/>
              <p:cNvSpPr/>
              <p:nvPr/>
            </p:nvSpPr>
            <p:spPr>
              <a:xfrm>
                <a:off x="1446257" y="2077913"/>
                <a:ext cx="55103" cy="65132"/>
              </a:xfrm>
              <a:custGeom>
                <a:avLst/>
                <a:gdLst/>
                <a:ahLst/>
                <a:cxnLst/>
                <a:rect l="l" t="t" r="r" b="b"/>
                <a:pathLst>
                  <a:path w="15511" h="18334" extrusionOk="0">
                    <a:moveTo>
                      <a:pt x="1847" y="18293"/>
                    </a:moveTo>
                    <a:cubicBezTo>
                      <a:pt x="890" y="18293"/>
                      <a:pt x="57" y="17544"/>
                      <a:pt x="15" y="16545"/>
                    </a:cubicBezTo>
                    <a:cubicBezTo>
                      <a:pt x="-68" y="14756"/>
                      <a:pt x="15" y="8597"/>
                      <a:pt x="4884" y="4019"/>
                    </a:cubicBezTo>
                    <a:cubicBezTo>
                      <a:pt x="7839" y="1273"/>
                      <a:pt x="11126" y="316"/>
                      <a:pt x="13415" y="24"/>
                    </a:cubicBezTo>
                    <a:cubicBezTo>
                      <a:pt x="14372" y="-142"/>
                      <a:pt x="15329" y="565"/>
                      <a:pt x="15496" y="1606"/>
                    </a:cubicBezTo>
                    <a:cubicBezTo>
                      <a:pt x="15621" y="2604"/>
                      <a:pt x="14955" y="3520"/>
                      <a:pt x="13956" y="3686"/>
                    </a:cubicBezTo>
                    <a:cubicBezTo>
                      <a:pt x="12208" y="3936"/>
                      <a:pt x="9670" y="4643"/>
                      <a:pt x="7423" y="6724"/>
                    </a:cubicBezTo>
                    <a:cubicBezTo>
                      <a:pt x="3719" y="10220"/>
                      <a:pt x="3636" y="15005"/>
                      <a:pt x="3719" y="16420"/>
                    </a:cubicBezTo>
                    <a:cubicBezTo>
                      <a:pt x="3761" y="17419"/>
                      <a:pt x="2970" y="18293"/>
                      <a:pt x="1972" y="18334"/>
                    </a:cubicBezTo>
                    <a:lnTo>
                      <a:pt x="1888" y="1833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9" name="Google Shape;2119;p57"/>
              <p:cNvSpPr/>
              <p:nvPr/>
            </p:nvSpPr>
            <p:spPr>
              <a:xfrm>
                <a:off x="1452317" y="2112946"/>
                <a:ext cx="32331" cy="27773"/>
              </a:xfrm>
              <a:custGeom>
                <a:avLst/>
                <a:gdLst/>
                <a:ahLst/>
                <a:cxnLst/>
                <a:rect l="l" t="t" r="r" b="b"/>
                <a:pathLst>
                  <a:path w="9101" h="7818" extrusionOk="0">
                    <a:moveTo>
                      <a:pt x="2803" y="6968"/>
                    </a:moveTo>
                    <a:cubicBezTo>
                      <a:pt x="5134" y="8299"/>
                      <a:pt x="7797" y="8050"/>
                      <a:pt x="8754" y="6344"/>
                    </a:cubicBezTo>
                    <a:cubicBezTo>
                      <a:pt x="9711" y="4679"/>
                      <a:pt x="8630" y="2224"/>
                      <a:pt x="6299" y="851"/>
                    </a:cubicBezTo>
                    <a:cubicBezTo>
                      <a:pt x="3969" y="-481"/>
                      <a:pt x="1305" y="-231"/>
                      <a:pt x="348" y="1475"/>
                    </a:cubicBezTo>
                    <a:cubicBezTo>
                      <a:pt x="-609" y="3139"/>
                      <a:pt x="473" y="5595"/>
                      <a:pt x="2803" y="69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0" name="Google Shape;2120;p57"/>
              <p:cNvSpPr/>
              <p:nvPr/>
            </p:nvSpPr>
            <p:spPr>
              <a:xfrm>
                <a:off x="1556543" y="2171151"/>
                <a:ext cx="26743" cy="54325"/>
              </a:xfrm>
              <a:custGeom>
                <a:avLst/>
                <a:gdLst/>
                <a:ahLst/>
                <a:cxnLst/>
                <a:rect l="l" t="t" r="r" b="b"/>
                <a:pathLst>
                  <a:path w="7528" h="15292" extrusionOk="0">
                    <a:moveTo>
                      <a:pt x="1826" y="15292"/>
                    </a:moveTo>
                    <a:cubicBezTo>
                      <a:pt x="1493" y="15292"/>
                      <a:pt x="1119" y="15209"/>
                      <a:pt x="828" y="15001"/>
                    </a:cubicBezTo>
                    <a:cubicBezTo>
                      <a:pt x="-5" y="14460"/>
                      <a:pt x="-254" y="13295"/>
                      <a:pt x="287" y="12462"/>
                    </a:cubicBezTo>
                    <a:cubicBezTo>
                      <a:pt x="1244" y="10964"/>
                      <a:pt x="1993" y="9508"/>
                      <a:pt x="2575" y="7926"/>
                    </a:cubicBezTo>
                    <a:cubicBezTo>
                      <a:pt x="3324" y="5929"/>
                      <a:pt x="3741" y="3848"/>
                      <a:pt x="3865" y="1768"/>
                    </a:cubicBezTo>
                    <a:cubicBezTo>
                      <a:pt x="3907" y="769"/>
                      <a:pt x="4698" y="-147"/>
                      <a:pt x="5780" y="20"/>
                    </a:cubicBezTo>
                    <a:cubicBezTo>
                      <a:pt x="6779" y="61"/>
                      <a:pt x="7569" y="935"/>
                      <a:pt x="7527" y="1934"/>
                    </a:cubicBezTo>
                    <a:cubicBezTo>
                      <a:pt x="7402" y="4431"/>
                      <a:pt x="6862" y="6844"/>
                      <a:pt x="6029" y="9175"/>
                    </a:cubicBezTo>
                    <a:cubicBezTo>
                      <a:pt x="5363" y="10964"/>
                      <a:pt x="4490" y="12754"/>
                      <a:pt x="3366" y="14460"/>
                    </a:cubicBezTo>
                    <a:cubicBezTo>
                      <a:pt x="3033" y="15001"/>
                      <a:pt x="2451" y="15292"/>
                      <a:pt x="1826" y="152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1" name="Google Shape;2121;p57"/>
              <p:cNvSpPr/>
              <p:nvPr/>
            </p:nvSpPr>
            <p:spPr>
              <a:xfrm>
                <a:off x="1393867" y="2039089"/>
                <a:ext cx="83278" cy="89491"/>
              </a:xfrm>
              <a:custGeom>
                <a:avLst/>
                <a:gdLst/>
                <a:ahLst/>
                <a:cxnLst/>
                <a:rect l="l" t="t" r="r" b="b"/>
                <a:pathLst>
                  <a:path w="23442" h="25191" extrusionOk="0">
                    <a:moveTo>
                      <a:pt x="21597" y="5009"/>
                    </a:moveTo>
                    <a:cubicBezTo>
                      <a:pt x="21597" y="5009"/>
                      <a:pt x="19767" y="6008"/>
                      <a:pt x="18060" y="7714"/>
                    </a:cubicBezTo>
                    <a:cubicBezTo>
                      <a:pt x="15564" y="10211"/>
                      <a:pt x="11361" y="16453"/>
                      <a:pt x="6783" y="25192"/>
                    </a:cubicBezTo>
                    <a:cubicBezTo>
                      <a:pt x="5826" y="25067"/>
                      <a:pt x="3745" y="24734"/>
                      <a:pt x="1831" y="23153"/>
                    </a:cubicBezTo>
                    <a:cubicBezTo>
                      <a:pt x="957" y="22445"/>
                      <a:pt x="374" y="21696"/>
                      <a:pt x="0" y="21072"/>
                    </a:cubicBezTo>
                    <a:cubicBezTo>
                      <a:pt x="2372" y="17119"/>
                      <a:pt x="5160" y="12791"/>
                      <a:pt x="8323" y="8213"/>
                    </a:cubicBezTo>
                    <a:cubicBezTo>
                      <a:pt x="9197" y="6923"/>
                      <a:pt x="11277" y="4010"/>
                      <a:pt x="14898" y="1638"/>
                    </a:cubicBezTo>
                    <a:cubicBezTo>
                      <a:pt x="16729" y="390"/>
                      <a:pt x="17728" y="140"/>
                      <a:pt x="18269" y="57"/>
                    </a:cubicBezTo>
                    <a:cubicBezTo>
                      <a:pt x="19392" y="-151"/>
                      <a:pt x="20308" y="265"/>
                      <a:pt x="20765" y="432"/>
                    </a:cubicBezTo>
                    <a:cubicBezTo>
                      <a:pt x="21764" y="806"/>
                      <a:pt x="23304" y="1347"/>
                      <a:pt x="23429" y="2471"/>
                    </a:cubicBezTo>
                    <a:cubicBezTo>
                      <a:pt x="23554" y="3386"/>
                      <a:pt x="22804" y="4426"/>
                      <a:pt x="21597" y="505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2" name="Google Shape;2122;p57"/>
              <p:cNvSpPr/>
              <p:nvPr/>
            </p:nvSpPr>
            <p:spPr>
              <a:xfrm>
                <a:off x="2696753" y="2779453"/>
                <a:ext cx="597605" cy="1138445"/>
              </a:xfrm>
              <a:custGeom>
                <a:avLst/>
                <a:gdLst/>
                <a:ahLst/>
                <a:cxnLst/>
                <a:rect l="l" t="t" r="r" b="b"/>
                <a:pathLst>
                  <a:path w="168221" h="320463" extrusionOk="0">
                    <a:moveTo>
                      <a:pt x="113732" y="288968"/>
                    </a:moveTo>
                    <a:cubicBezTo>
                      <a:pt x="133914" y="307819"/>
                      <a:pt x="151850" y="324798"/>
                      <a:pt x="161837" y="319471"/>
                    </a:cubicBezTo>
                    <a:cubicBezTo>
                      <a:pt x="183019" y="308111"/>
                      <a:pt x="147813" y="200330"/>
                      <a:pt x="110153" y="100415"/>
                    </a:cubicBezTo>
                    <a:cubicBezTo>
                      <a:pt x="104951" y="88347"/>
                      <a:pt x="97751" y="74448"/>
                      <a:pt x="87639" y="60132"/>
                    </a:cubicBezTo>
                    <a:cubicBezTo>
                      <a:pt x="66583" y="30212"/>
                      <a:pt x="42113" y="11236"/>
                      <a:pt x="24594" y="0"/>
                    </a:cubicBezTo>
                    <a:cubicBezTo>
                      <a:pt x="16396" y="31543"/>
                      <a:pt x="8198" y="63045"/>
                      <a:pt x="0" y="94589"/>
                    </a:cubicBezTo>
                    <a:cubicBezTo>
                      <a:pt x="19601" y="136785"/>
                      <a:pt x="37869" y="172865"/>
                      <a:pt x="53183" y="201870"/>
                    </a:cubicBezTo>
                    <a:cubicBezTo>
                      <a:pt x="73407" y="240196"/>
                      <a:pt x="87681" y="264624"/>
                      <a:pt x="113732" y="289051"/>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3" name="Google Shape;2123;p57"/>
              <p:cNvSpPr/>
              <p:nvPr/>
            </p:nvSpPr>
            <p:spPr>
              <a:xfrm>
                <a:off x="3072154" y="3864132"/>
                <a:ext cx="510320" cy="868672"/>
              </a:xfrm>
              <a:custGeom>
                <a:avLst/>
                <a:gdLst/>
                <a:ahLst/>
                <a:cxnLst/>
                <a:rect l="l" t="t" r="r" b="b"/>
                <a:pathLst>
                  <a:path w="143651" h="244524" extrusionOk="0">
                    <a:moveTo>
                      <a:pt x="120181" y="244441"/>
                    </a:moveTo>
                    <a:cubicBezTo>
                      <a:pt x="128005" y="240571"/>
                      <a:pt x="135828" y="236659"/>
                      <a:pt x="143652" y="232789"/>
                    </a:cubicBezTo>
                    <a:cubicBezTo>
                      <a:pt x="142320" y="226298"/>
                      <a:pt x="140156" y="216019"/>
                      <a:pt x="137451" y="203368"/>
                    </a:cubicBezTo>
                    <a:cubicBezTo>
                      <a:pt x="127464" y="156386"/>
                      <a:pt x="125383" y="149062"/>
                      <a:pt x="119516" y="121097"/>
                    </a:cubicBezTo>
                    <a:cubicBezTo>
                      <a:pt x="107988" y="66000"/>
                      <a:pt x="110444" y="67956"/>
                      <a:pt x="106241" y="58385"/>
                    </a:cubicBezTo>
                    <a:cubicBezTo>
                      <a:pt x="93423" y="29088"/>
                      <a:pt x="70619" y="10778"/>
                      <a:pt x="53516" y="0"/>
                    </a:cubicBezTo>
                    <a:cubicBezTo>
                      <a:pt x="35663" y="2996"/>
                      <a:pt x="17853" y="5992"/>
                      <a:pt x="0" y="8989"/>
                    </a:cubicBezTo>
                    <a:cubicBezTo>
                      <a:pt x="14482" y="38119"/>
                      <a:pt x="29130" y="67332"/>
                      <a:pt x="44028" y="96711"/>
                    </a:cubicBezTo>
                    <a:cubicBezTo>
                      <a:pt x="69329" y="146648"/>
                      <a:pt x="94714" y="195919"/>
                      <a:pt x="120181" y="244524"/>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4" name="Google Shape;2124;p57"/>
              <p:cNvSpPr/>
              <p:nvPr/>
            </p:nvSpPr>
            <p:spPr>
              <a:xfrm>
                <a:off x="1526388" y="2897641"/>
                <a:ext cx="581427" cy="382295"/>
              </a:xfrm>
              <a:custGeom>
                <a:avLst/>
                <a:gdLst/>
                <a:ahLst/>
                <a:cxnLst/>
                <a:rect l="l" t="t" r="r" b="b"/>
                <a:pathLst>
                  <a:path w="163667" h="107613" extrusionOk="0">
                    <a:moveTo>
                      <a:pt x="0" y="81064"/>
                    </a:moveTo>
                    <a:cubicBezTo>
                      <a:pt x="4452" y="89928"/>
                      <a:pt x="8864" y="98750"/>
                      <a:pt x="13316" y="107614"/>
                    </a:cubicBezTo>
                    <a:cubicBezTo>
                      <a:pt x="27590" y="101871"/>
                      <a:pt x="42197" y="96212"/>
                      <a:pt x="57219" y="90635"/>
                    </a:cubicBezTo>
                    <a:cubicBezTo>
                      <a:pt x="84976" y="80315"/>
                      <a:pt x="112067" y="71077"/>
                      <a:pt x="138367" y="62796"/>
                    </a:cubicBezTo>
                    <a:cubicBezTo>
                      <a:pt x="142029" y="60007"/>
                      <a:pt x="146149" y="56304"/>
                      <a:pt x="149936" y="51435"/>
                    </a:cubicBezTo>
                    <a:cubicBezTo>
                      <a:pt x="161712" y="36412"/>
                      <a:pt x="163419" y="19808"/>
                      <a:pt x="163668" y="12110"/>
                    </a:cubicBezTo>
                    <a:lnTo>
                      <a:pt x="136952" y="0"/>
                    </a:lnTo>
                    <a:cubicBezTo>
                      <a:pt x="122637" y="5451"/>
                      <a:pt x="111900" y="11194"/>
                      <a:pt x="105159" y="15106"/>
                    </a:cubicBezTo>
                    <a:cubicBezTo>
                      <a:pt x="68081" y="36662"/>
                      <a:pt x="57011" y="58218"/>
                      <a:pt x="20433" y="73907"/>
                    </a:cubicBezTo>
                    <a:cubicBezTo>
                      <a:pt x="11694" y="77652"/>
                      <a:pt x="4328" y="79857"/>
                      <a:pt x="0" y="81064"/>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5" name="Google Shape;2125;p57"/>
              <p:cNvSpPr/>
              <p:nvPr/>
            </p:nvSpPr>
            <p:spPr>
              <a:xfrm>
                <a:off x="2630972" y="2808060"/>
                <a:ext cx="424510" cy="482483"/>
              </a:xfrm>
              <a:custGeom>
                <a:avLst/>
                <a:gdLst/>
                <a:ahLst/>
                <a:cxnLst/>
                <a:rect l="l" t="t" r="r" b="b"/>
                <a:pathLst>
                  <a:path w="119496" h="135815" extrusionOk="0">
                    <a:moveTo>
                      <a:pt x="7044" y="91191"/>
                    </a:moveTo>
                    <a:cubicBezTo>
                      <a:pt x="22608" y="126396"/>
                      <a:pt x="58812" y="144540"/>
                      <a:pt x="87900" y="131681"/>
                    </a:cubicBezTo>
                    <a:cubicBezTo>
                      <a:pt x="116988" y="118822"/>
                      <a:pt x="127975" y="79872"/>
                      <a:pt x="112453" y="44625"/>
                    </a:cubicBezTo>
                    <a:cubicBezTo>
                      <a:pt x="96889" y="9419"/>
                      <a:pt x="60685" y="-8725"/>
                      <a:pt x="31596" y="4134"/>
                    </a:cubicBezTo>
                    <a:cubicBezTo>
                      <a:pt x="2508" y="16993"/>
                      <a:pt x="-8478" y="55943"/>
                      <a:pt x="7044" y="91191"/>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6" name="Google Shape;2126;p57"/>
              <p:cNvSpPr/>
              <p:nvPr/>
            </p:nvSpPr>
            <p:spPr>
              <a:xfrm>
                <a:off x="3294127" y="4578289"/>
                <a:ext cx="366096" cy="279404"/>
              </a:xfrm>
              <a:custGeom>
                <a:avLst/>
                <a:gdLst/>
                <a:ahLst/>
                <a:cxnLst/>
                <a:rect l="l" t="t" r="r" b="b"/>
                <a:pathLst>
                  <a:path w="103053" h="78650" extrusionOk="0">
                    <a:moveTo>
                      <a:pt x="354" y="78651"/>
                    </a:moveTo>
                    <a:cubicBezTo>
                      <a:pt x="34228" y="78318"/>
                      <a:pt x="68060" y="77985"/>
                      <a:pt x="101934" y="77652"/>
                    </a:cubicBezTo>
                    <a:cubicBezTo>
                      <a:pt x="103100" y="73241"/>
                      <a:pt x="103973" y="66624"/>
                      <a:pt x="101268" y="59550"/>
                    </a:cubicBezTo>
                    <a:cubicBezTo>
                      <a:pt x="100478" y="57511"/>
                      <a:pt x="99604" y="55929"/>
                      <a:pt x="99021" y="54972"/>
                    </a:cubicBezTo>
                    <a:cubicBezTo>
                      <a:pt x="98730" y="54515"/>
                      <a:pt x="98522" y="54182"/>
                      <a:pt x="98480" y="54098"/>
                    </a:cubicBezTo>
                    <a:cubicBezTo>
                      <a:pt x="97440" y="52559"/>
                      <a:pt x="90074" y="37578"/>
                      <a:pt x="72013" y="0"/>
                    </a:cubicBezTo>
                    <a:cubicBezTo>
                      <a:pt x="68060" y="6533"/>
                      <a:pt x="64107" y="13109"/>
                      <a:pt x="60195" y="19642"/>
                    </a:cubicBezTo>
                    <a:cubicBezTo>
                      <a:pt x="56825" y="28631"/>
                      <a:pt x="53495" y="37619"/>
                      <a:pt x="50124" y="46608"/>
                    </a:cubicBezTo>
                    <a:cubicBezTo>
                      <a:pt x="34811" y="58052"/>
                      <a:pt x="23242" y="61506"/>
                      <a:pt x="15169" y="62379"/>
                    </a:cubicBezTo>
                    <a:cubicBezTo>
                      <a:pt x="12297" y="62712"/>
                      <a:pt x="5265" y="63170"/>
                      <a:pt x="1894" y="68081"/>
                    </a:cubicBezTo>
                    <a:cubicBezTo>
                      <a:pt x="-395" y="71368"/>
                      <a:pt x="-187" y="75530"/>
                      <a:pt x="354" y="78609"/>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7" name="Google Shape;2127;p57"/>
              <p:cNvSpPr/>
              <p:nvPr/>
            </p:nvSpPr>
            <p:spPr>
              <a:xfrm>
                <a:off x="2131867" y="2834409"/>
                <a:ext cx="696791" cy="1126736"/>
              </a:xfrm>
              <a:custGeom>
                <a:avLst/>
                <a:gdLst/>
                <a:ahLst/>
                <a:cxnLst/>
                <a:rect l="l" t="t" r="r" b="b"/>
                <a:pathLst>
                  <a:path w="196141" h="317167" extrusionOk="0">
                    <a:moveTo>
                      <a:pt x="4853" y="259214"/>
                    </a:moveTo>
                    <a:cubicBezTo>
                      <a:pt x="317" y="286471"/>
                      <a:pt x="-3844" y="310816"/>
                      <a:pt x="6143" y="316184"/>
                    </a:cubicBezTo>
                    <a:cubicBezTo>
                      <a:pt x="27325" y="327544"/>
                      <a:pt x="97569" y="238532"/>
                      <a:pt x="159865" y="151767"/>
                    </a:cubicBezTo>
                    <a:cubicBezTo>
                      <a:pt x="167064" y="140739"/>
                      <a:pt x="174597" y="127048"/>
                      <a:pt x="180963" y="110693"/>
                    </a:cubicBezTo>
                    <a:cubicBezTo>
                      <a:pt x="194197" y="76570"/>
                      <a:pt x="196444" y="45692"/>
                      <a:pt x="196111" y="24885"/>
                    </a:cubicBezTo>
                    <a:cubicBezTo>
                      <a:pt x="179465" y="16562"/>
                      <a:pt x="162861" y="8281"/>
                      <a:pt x="146216" y="0"/>
                    </a:cubicBezTo>
                    <a:cubicBezTo>
                      <a:pt x="109928" y="55263"/>
                      <a:pt x="76512" y="108072"/>
                      <a:pt x="43887" y="160547"/>
                    </a:cubicBezTo>
                    <a:cubicBezTo>
                      <a:pt x="33941" y="176569"/>
                      <a:pt x="12967" y="210650"/>
                      <a:pt x="4894" y="259256"/>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8" name="Google Shape;2128;p57"/>
              <p:cNvSpPr/>
              <p:nvPr/>
            </p:nvSpPr>
            <p:spPr>
              <a:xfrm>
                <a:off x="2144811" y="3796765"/>
                <a:ext cx="261912" cy="939189"/>
              </a:xfrm>
              <a:custGeom>
                <a:avLst/>
                <a:gdLst/>
                <a:ahLst/>
                <a:cxnLst/>
                <a:rect l="l" t="t" r="r" b="b"/>
                <a:pathLst>
                  <a:path w="73726" h="264374" extrusionOk="0">
                    <a:moveTo>
                      <a:pt x="4245" y="264374"/>
                    </a:moveTo>
                    <a:cubicBezTo>
                      <a:pt x="12984" y="264333"/>
                      <a:pt x="21722" y="264291"/>
                      <a:pt x="30420" y="264208"/>
                    </a:cubicBezTo>
                    <a:cubicBezTo>
                      <a:pt x="32043" y="257799"/>
                      <a:pt x="34665" y="247604"/>
                      <a:pt x="37786" y="235078"/>
                    </a:cubicBezTo>
                    <a:cubicBezTo>
                      <a:pt x="49479" y="188512"/>
                      <a:pt x="50852" y="181021"/>
                      <a:pt x="57927" y="153306"/>
                    </a:cubicBezTo>
                    <a:cubicBezTo>
                      <a:pt x="71826" y="98750"/>
                      <a:pt x="73158" y="101580"/>
                      <a:pt x="73616" y="91135"/>
                    </a:cubicBezTo>
                    <a:cubicBezTo>
                      <a:pt x="75030" y="59175"/>
                      <a:pt x="62588" y="32709"/>
                      <a:pt x="51976" y="15480"/>
                    </a:cubicBezTo>
                    <a:cubicBezTo>
                      <a:pt x="34665" y="10320"/>
                      <a:pt x="17312" y="5160"/>
                      <a:pt x="0" y="0"/>
                    </a:cubicBezTo>
                    <a:cubicBezTo>
                      <a:pt x="167" y="32501"/>
                      <a:pt x="458" y="65209"/>
                      <a:pt x="915" y="98126"/>
                    </a:cubicBezTo>
                    <a:cubicBezTo>
                      <a:pt x="1665" y="154097"/>
                      <a:pt x="2788" y="209527"/>
                      <a:pt x="4245" y="264374"/>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9" name="Google Shape;2129;p57"/>
              <p:cNvSpPr/>
              <p:nvPr/>
            </p:nvSpPr>
            <p:spPr>
              <a:xfrm>
                <a:off x="1939384" y="4624679"/>
                <a:ext cx="366096" cy="233133"/>
              </a:xfrm>
              <a:custGeom>
                <a:avLst/>
                <a:gdLst/>
                <a:ahLst/>
                <a:cxnLst/>
                <a:rect l="l" t="t" r="r" b="b"/>
                <a:pathLst>
                  <a:path w="103053" h="65625" extrusionOk="0">
                    <a:moveTo>
                      <a:pt x="354" y="65584"/>
                    </a:moveTo>
                    <a:cubicBezTo>
                      <a:pt x="34228" y="65251"/>
                      <a:pt x="68060" y="64918"/>
                      <a:pt x="101934" y="64585"/>
                    </a:cubicBezTo>
                    <a:cubicBezTo>
                      <a:pt x="103099" y="60174"/>
                      <a:pt x="103973" y="53557"/>
                      <a:pt x="101268" y="46483"/>
                    </a:cubicBezTo>
                    <a:cubicBezTo>
                      <a:pt x="100186" y="43611"/>
                      <a:pt x="98896" y="41697"/>
                      <a:pt x="98480" y="41073"/>
                    </a:cubicBezTo>
                    <a:cubicBezTo>
                      <a:pt x="95026" y="35830"/>
                      <a:pt x="91073" y="24677"/>
                      <a:pt x="87910" y="0"/>
                    </a:cubicBezTo>
                    <a:cubicBezTo>
                      <a:pt x="78672" y="2205"/>
                      <a:pt x="69433" y="4411"/>
                      <a:pt x="60195" y="6658"/>
                    </a:cubicBezTo>
                    <a:cubicBezTo>
                      <a:pt x="56824" y="15647"/>
                      <a:pt x="53495" y="24635"/>
                      <a:pt x="50125" y="33624"/>
                    </a:cubicBezTo>
                    <a:cubicBezTo>
                      <a:pt x="34810" y="45068"/>
                      <a:pt x="23242" y="48522"/>
                      <a:pt x="15169" y="49396"/>
                    </a:cubicBezTo>
                    <a:cubicBezTo>
                      <a:pt x="12297" y="49729"/>
                      <a:pt x="5264" y="50187"/>
                      <a:pt x="1894" y="55097"/>
                    </a:cubicBezTo>
                    <a:cubicBezTo>
                      <a:pt x="-395" y="58384"/>
                      <a:pt x="-187" y="62546"/>
                      <a:pt x="354" y="6562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0" name="Google Shape;2130;p57"/>
              <p:cNvSpPr/>
              <p:nvPr/>
            </p:nvSpPr>
            <p:spPr>
              <a:xfrm>
                <a:off x="2116299" y="2985248"/>
                <a:ext cx="709157" cy="892917"/>
              </a:xfrm>
              <a:custGeom>
                <a:avLst/>
                <a:gdLst/>
                <a:ahLst/>
                <a:cxnLst/>
                <a:rect l="l" t="t" r="r" b="b"/>
                <a:pathLst>
                  <a:path w="199622" h="251349" extrusionOk="0">
                    <a:moveTo>
                      <a:pt x="104285" y="0"/>
                    </a:moveTo>
                    <a:cubicBezTo>
                      <a:pt x="69537" y="66832"/>
                      <a:pt x="34748" y="133706"/>
                      <a:pt x="0" y="200538"/>
                    </a:cubicBezTo>
                    <a:cubicBezTo>
                      <a:pt x="27923" y="217475"/>
                      <a:pt x="55846" y="234412"/>
                      <a:pt x="83769" y="251349"/>
                    </a:cubicBezTo>
                    <a:cubicBezTo>
                      <a:pt x="122387" y="191342"/>
                      <a:pt x="161005" y="131334"/>
                      <a:pt x="199623" y="71285"/>
                    </a:cubicBezTo>
                    <a:cubicBezTo>
                      <a:pt x="167829" y="47523"/>
                      <a:pt x="136036" y="23762"/>
                      <a:pt x="104243"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1" name="Google Shape;2131;p57"/>
              <p:cNvSpPr/>
              <p:nvPr/>
            </p:nvSpPr>
            <p:spPr>
              <a:xfrm>
                <a:off x="2078479" y="3697190"/>
                <a:ext cx="359009" cy="1014129"/>
              </a:xfrm>
              <a:custGeom>
                <a:avLst/>
                <a:gdLst/>
                <a:ahLst/>
                <a:cxnLst/>
                <a:rect l="l" t="t" r="r" b="b"/>
                <a:pathLst>
                  <a:path w="101058" h="285469" extrusionOk="0">
                    <a:moveTo>
                      <a:pt x="10695" y="0"/>
                    </a:moveTo>
                    <a:cubicBezTo>
                      <a:pt x="7116" y="90719"/>
                      <a:pt x="3579" y="181437"/>
                      <a:pt x="0" y="272156"/>
                    </a:cubicBezTo>
                    <a:cubicBezTo>
                      <a:pt x="4993" y="275943"/>
                      <a:pt x="16604" y="283725"/>
                      <a:pt x="33291" y="285223"/>
                    </a:cubicBezTo>
                    <a:cubicBezTo>
                      <a:pt x="57969" y="287428"/>
                      <a:pt x="75571" y="274195"/>
                      <a:pt x="79649" y="270949"/>
                    </a:cubicBezTo>
                    <a:cubicBezTo>
                      <a:pt x="79317" y="243775"/>
                      <a:pt x="81605" y="222136"/>
                      <a:pt x="83520" y="208195"/>
                    </a:cubicBezTo>
                    <a:cubicBezTo>
                      <a:pt x="89928" y="162087"/>
                      <a:pt x="100540" y="143568"/>
                      <a:pt x="101039" y="105783"/>
                    </a:cubicBezTo>
                    <a:cubicBezTo>
                      <a:pt x="101372" y="81772"/>
                      <a:pt x="97460" y="62380"/>
                      <a:pt x="94505" y="50811"/>
                    </a:cubicBezTo>
                    <a:cubicBezTo>
                      <a:pt x="66583" y="33874"/>
                      <a:pt x="38660" y="16937"/>
                      <a:pt x="10736"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2" name="Google Shape;2132;p57"/>
              <p:cNvSpPr/>
              <p:nvPr/>
            </p:nvSpPr>
            <p:spPr>
              <a:xfrm>
                <a:off x="2525675" y="2701445"/>
                <a:ext cx="1127084" cy="2001226"/>
              </a:xfrm>
              <a:custGeom>
                <a:avLst/>
                <a:gdLst/>
                <a:ahLst/>
                <a:cxnLst/>
                <a:rect l="l" t="t" r="r" b="b"/>
                <a:pathLst>
                  <a:path w="317265" h="563329" extrusionOk="0">
                    <a:moveTo>
                      <a:pt x="39201" y="177110"/>
                    </a:moveTo>
                    <a:cubicBezTo>
                      <a:pt x="72492" y="223551"/>
                      <a:pt x="106824" y="276193"/>
                      <a:pt x="140198" y="335160"/>
                    </a:cubicBezTo>
                    <a:cubicBezTo>
                      <a:pt x="186306" y="416640"/>
                      <a:pt x="221428" y="494001"/>
                      <a:pt x="248353" y="563330"/>
                    </a:cubicBezTo>
                    <a:cubicBezTo>
                      <a:pt x="271324" y="553010"/>
                      <a:pt x="294295" y="542731"/>
                      <a:pt x="317266" y="532411"/>
                    </a:cubicBezTo>
                    <a:cubicBezTo>
                      <a:pt x="306488" y="492669"/>
                      <a:pt x="291881" y="448683"/>
                      <a:pt x="271948" y="402075"/>
                    </a:cubicBezTo>
                    <a:cubicBezTo>
                      <a:pt x="260130" y="374443"/>
                      <a:pt x="247729" y="348934"/>
                      <a:pt x="235286" y="325630"/>
                    </a:cubicBezTo>
                    <a:cubicBezTo>
                      <a:pt x="213688" y="257841"/>
                      <a:pt x="190010" y="188429"/>
                      <a:pt x="164001" y="117643"/>
                    </a:cubicBezTo>
                    <a:cubicBezTo>
                      <a:pt x="153057" y="87847"/>
                      <a:pt x="141946" y="58551"/>
                      <a:pt x="130710" y="29712"/>
                    </a:cubicBezTo>
                    <a:cubicBezTo>
                      <a:pt x="113482" y="19808"/>
                      <a:pt x="96253" y="9904"/>
                      <a:pt x="79025" y="0"/>
                    </a:cubicBezTo>
                    <a:cubicBezTo>
                      <a:pt x="52684" y="41572"/>
                      <a:pt x="26342" y="83187"/>
                      <a:pt x="0" y="124801"/>
                    </a:cubicBezTo>
                    <a:lnTo>
                      <a:pt x="39201" y="1771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3" name="Google Shape;2133;p57"/>
              <p:cNvSpPr/>
              <p:nvPr/>
            </p:nvSpPr>
            <p:spPr>
              <a:xfrm>
                <a:off x="1687827" y="1967638"/>
                <a:ext cx="1280570" cy="1178023"/>
              </a:xfrm>
              <a:custGeom>
                <a:avLst/>
                <a:gdLst/>
                <a:ahLst/>
                <a:cxnLst/>
                <a:rect l="l" t="t" r="r" b="b"/>
                <a:pathLst>
                  <a:path w="360470" h="331604" extrusionOk="0">
                    <a:moveTo>
                      <a:pt x="3672" y="88763"/>
                    </a:moveTo>
                    <a:cubicBezTo>
                      <a:pt x="800" y="99333"/>
                      <a:pt x="-4818" y="126007"/>
                      <a:pt x="8415" y="152058"/>
                    </a:cubicBezTo>
                    <a:cubicBezTo>
                      <a:pt x="11370" y="157842"/>
                      <a:pt x="14782" y="162711"/>
                      <a:pt x="18237" y="166748"/>
                    </a:cubicBezTo>
                    <a:cubicBezTo>
                      <a:pt x="75290" y="218599"/>
                      <a:pt x="132342" y="270450"/>
                      <a:pt x="189354" y="322301"/>
                    </a:cubicBezTo>
                    <a:cubicBezTo>
                      <a:pt x="208580" y="330749"/>
                      <a:pt x="224684" y="332039"/>
                      <a:pt x="236003" y="331498"/>
                    </a:cubicBezTo>
                    <a:cubicBezTo>
                      <a:pt x="288229" y="329001"/>
                      <a:pt x="336501" y="283059"/>
                      <a:pt x="360471" y="216227"/>
                    </a:cubicBezTo>
                    <a:cubicBezTo>
                      <a:pt x="278491" y="144151"/>
                      <a:pt x="196511" y="72076"/>
                      <a:pt x="114573" y="0"/>
                    </a:cubicBezTo>
                    <a:cubicBezTo>
                      <a:pt x="89147" y="6908"/>
                      <a:pt x="63762" y="13816"/>
                      <a:pt x="38336" y="20682"/>
                    </a:cubicBezTo>
                    <a:cubicBezTo>
                      <a:pt x="25810" y="66083"/>
                      <a:pt x="20234" y="77111"/>
                      <a:pt x="17571" y="76612"/>
                    </a:cubicBezTo>
                    <a:cubicBezTo>
                      <a:pt x="15906" y="76320"/>
                      <a:pt x="15698" y="71327"/>
                      <a:pt x="13493" y="71035"/>
                    </a:cubicBezTo>
                    <a:cubicBezTo>
                      <a:pt x="10247" y="70619"/>
                      <a:pt x="5835" y="80773"/>
                      <a:pt x="3672" y="8872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4" name="Google Shape;2134;p57"/>
              <p:cNvSpPr/>
              <p:nvPr/>
            </p:nvSpPr>
            <p:spPr>
              <a:xfrm>
                <a:off x="1899569" y="4679295"/>
                <a:ext cx="442620" cy="184098"/>
              </a:xfrm>
              <a:custGeom>
                <a:avLst/>
                <a:gdLst/>
                <a:ahLst/>
                <a:cxnLst/>
                <a:rect l="l" t="t" r="r" b="b"/>
                <a:pathLst>
                  <a:path w="124594" h="51822" extrusionOk="0">
                    <a:moveTo>
                      <a:pt x="58385" y="7254"/>
                    </a:moveTo>
                    <a:cubicBezTo>
                      <a:pt x="53932" y="12289"/>
                      <a:pt x="49479" y="17366"/>
                      <a:pt x="45026" y="22402"/>
                    </a:cubicBezTo>
                    <a:cubicBezTo>
                      <a:pt x="43029" y="22027"/>
                      <a:pt x="23387" y="18864"/>
                      <a:pt x="9821" y="32638"/>
                    </a:cubicBezTo>
                    <a:cubicBezTo>
                      <a:pt x="2913" y="39671"/>
                      <a:pt x="749" y="47869"/>
                      <a:pt x="0" y="51823"/>
                    </a:cubicBezTo>
                    <a:lnTo>
                      <a:pt x="124343" y="51823"/>
                    </a:lnTo>
                    <a:cubicBezTo>
                      <a:pt x="124676" y="48910"/>
                      <a:pt x="126008" y="34844"/>
                      <a:pt x="116311" y="23733"/>
                    </a:cubicBezTo>
                    <a:cubicBezTo>
                      <a:pt x="112566" y="19447"/>
                      <a:pt x="108322" y="16950"/>
                      <a:pt x="105242" y="15535"/>
                    </a:cubicBezTo>
                    <a:cubicBezTo>
                      <a:pt x="84393" y="20820"/>
                      <a:pt x="76278" y="18157"/>
                      <a:pt x="73074" y="13954"/>
                    </a:cubicBezTo>
                    <a:cubicBezTo>
                      <a:pt x="69413" y="9127"/>
                      <a:pt x="71493" y="1345"/>
                      <a:pt x="68164" y="138"/>
                    </a:cubicBezTo>
                    <a:cubicBezTo>
                      <a:pt x="65459" y="-819"/>
                      <a:pt x="61464" y="3384"/>
                      <a:pt x="58343" y="725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5" name="Google Shape;2135;p57"/>
              <p:cNvSpPr/>
              <p:nvPr/>
            </p:nvSpPr>
            <p:spPr>
              <a:xfrm>
                <a:off x="3255789" y="4679295"/>
                <a:ext cx="442620" cy="184098"/>
              </a:xfrm>
              <a:custGeom>
                <a:avLst/>
                <a:gdLst/>
                <a:ahLst/>
                <a:cxnLst/>
                <a:rect l="l" t="t" r="r" b="b"/>
                <a:pathLst>
                  <a:path w="124594" h="51822" extrusionOk="0">
                    <a:moveTo>
                      <a:pt x="58384" y="7254"/>
                    </a:moveTo>
                    <a:cubicBezTo>
                      <a:pt x="53932" y="12289"/>
                      <a:pt x="49479" y="17366"/>
                      <a:pt x="45026" y="22402"/>
                    </a:cubicBezTo>
                    <a:cubicBezTo>
                      <a:pt x="43029" y="22027"/>
                      <a:pt x="23387" y="18864"/>
                      <a:pt x="9821" y="32638"/>
                    </a:cubicBezTo>
                    <a:cubicBezTo>
                      <a:pt x="2913" y="39671"/>
                      <a:pt x="749" y="47869"/>
                      <a:pt x="0" y="51823"/>
                    </a:cubicBezTo>
                    <a:lnTo>
                      <a:pt x="124343" y="51823"/>
                    </a:lnTo>
                    <a:cubicBezTo>
                      <a:pt x="124676" y="48910"/>
                      <a:pt x="126007" y="34844"/>
                      <a:pt x="116311" y="23733"/>
                    </a:cubicBezTo>
                    <a:cubicBezTo>
                      <a:pt x="112524" y="19447"/>
                      <a:pt x="108321" y="16950"/>
                      <a:pt x="105242" y="15535"/>
                    </a:cubicBezTo>
                    <a:cubicBezTo>
                      <a:pt x="84393" y="20820"/>
                      <a:pt x="76278" y="18157"/>
                      <a:pt x="73116" y="13954"/>
                    </a:cubicBezTo>
                    <a:cubicBezTo>
                      <a:pt x="69454" y="9127"/>
                      <a:pt x="71534" y="1345"/>
                      <a:pt x="68205" y="138"/>
                    </a:cubicBezTo>
                    <a:cubicBezTo>
                      <a:pt x="65501" y="-819"/>
                      <a:pt x="61505" y="3384"/>
                      <a:pt x="58384" y="725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6" name="Google Shape;2136;p57"/>
              <p:cNvSpPr/>
              <p:nvPr/>
            </p:nvSpPr>
            <p:spPr>
              <a:xfrm>
                <a:off x="2022178" y="1975008"/>
                <a:ext cx="635553" cy="516693"/>
              </a:xfrm>
              <a:custGeom>
                <a:avLst/>
                <a:gdLst/>
                <a:ahLst/>
                <a:cxnLst/>
                <a:rect l="l" t="t" r="r" b="b"/>
                <a:pathLst>
                  <a:path w="178903" h="145445" extrusionOk="0">
                    <a:moveTo>
                      <a:pt x="55143" y="86520"/>
                    </a:moveTo>
                    <a:cubicBezTo>
                      <a:pt x="87019" y="106162"/>
                      <a:pt x="119062" y="125804"/>
                      <a:pt x="150938" y="145446"/>
                    </a:cubicBezTo>
                    <a:lnTo>
                      <a:pt x="178903" y="111572"/>
                    </a:lnTo>
                    <a:cubicBezTo>
                      <a:pt x="162091" y="95634"/>
                      <a:pt x="146527" y="82026"/>
                      <a:pt x="133294" y="70957"/>
                    </a:cubicBezTo>
                    <a:cubicBezTo>
                      <a:pt x="128009" y="66379"/>
                      <a:pt x="122932" y="62218"/>
                      <a:pt x="118438" y="58514"/>
                    </a:cubicBezTo>
                    <a:cubicBezTo>
                      <a:pt x="112944" y="53978"/>
                      <a:pt x="107784" y="49900"/>
                      <a:pt x="102874" y="46030"/>
                    </a:cubicBezTo>
                    <a:cubicBezTo>
                      <a:pt x="46071" y="1503"/>
                      <a:pt x="24598" y="-3616"/>
                      <a:pt x="8909" y="1711"/>
                    </a:cubicBezTo>
                    <a:cubicBezTo>
                      <a:pt x="5497" y="2959"/>
                      <a:pt x="3000" y="4416"/>
                      <a:pt x="1377" y="5456"/>
                    </a:cubicBezTo>
                    <a:cubicBezTo>
                      <a:pt x="4" y="12281"/>
                      <a:pt x="-2243" y="28885"/>
                      <a:pt x="5705" y="46779"/>
                    </a:cubicBezTo>
                    <a:cubicBezTo>
                      <a:pt x="19354" y="77490"/>
                      <a:pt x="51023" y="85522"/>
                      <a:pt x="55184" y="86520"/>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7" name="Google Shape;2137;p57"/>
              <p:cNvSpPr/>
              <p:nvPr/>
            </p:nvSpPr>
            <p:spPr>
              <a:xfrm>
                <a:off x="1993130" y="1961606"/>
                <a:ext cx="455967" cy="406811"/>
              </a:xfrm>
              <a:custGeom>
                <a:avLst/>
                <a:gdLst/>
                <a:ahLst/>
                <a:cxnLst/>
                <a:rect l="l" t="t" r="r" b="b"/>
                <a:pathLst>
                  <a:path w="128351" h="114514" extrusionOk="0">
                    <a:moveTo>
                      <a:pt x="34195" y="117"/>
                    </a:moveTo>
                    <a:cubicBezTo>
                      <a:pt x="65446" y="15931"/>
                      <a:pt x="96740" y="31702"/>
                      <a:pt x="127992" y="47516"/>
                    </a:cubicBezTo>
                    <a:cubicBezTo>
                      <a:pt x="128658" y="53966"/>
                      <a:pt x="128700" y="63329"/>
                      <a:pt x="125412" y="73733"/>
                    </a:cubicBezTo>
                    <a:cubicBezTo>
                      <a:pt x="117256" y="99617"/>
                      <a:pt x="94951" y="111726"/>
                      <a:pt x="89416" y="114514"/>
                    </a:cubicBezTo>
                    <a:cubicBezTo>
                      <a:pt x="66320" y="101198"/>
                      <a:pt x="43183" y="87923"/>
                      <a:pt x="20087" y="74606"/>
                    </a:cubicBezTo>
                    <a:cubicBezTo>
                      <a:pt x="-2676" y="50096"/>
                      <a:pt x="-4881" y="20800"/>
                      <a:pt x="7395" y="8066"/>
                    </a:cubicBezTo>
                    <a:cubicBezTo>
                      <a:pt x="14969" y="201"/>
                      <a:pt x="27078" y="-340"/>
                      <a:pt x="34195" y="1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8" name="Google Shape;2138;p57"/>
              <p:cNvSpPr/>
              <p:nvPr/>
            </p:nvSpPr>
            <p:spPr>
              <a:xfrm>
                <a:off x="2538086" y="2344956"/>
                <a:ext cx="238454" cy="623414"/>
              </a:xfrm>
              <a:custGeom>
                <a:avLst/>
                <a:gdLst/>
                <a:ahLst/>
                <a:cxnLst/>
                <a:rect l="l" t="t" r="r" b="b"/>
                <a:pathLst>
                  <a:path w="67123" h="175486" extrusionOk="0">
                    <a:moveTo>
                      <a:pt x="37869" y="175487"/>
                    </a:moveTo>
                    <a:cubicBezTo>
                      <a:pt x="47607" y="173822"/>
                      <a:pt x="57386" y="172116"/>
                      <a:pt x="67124" y="170451"/>
                    </a:cubicBezTo>
                    <a:cubicBezTo>
                      <a:pt x="65750" y="155137"/>
                      <a:pt x="64585" y="139490"/>
                      <a:pt x="63586" y="123511"/>
                    </a:cubicBezTo>
                    <a:cubicBezTo>
                      <a:pt x="61755" y="93923"/>
                      <a:pt x="60798" y="65334"/>
                      <a:pt x="60465" y="37786"/>
                    </a:cubicBezTo>
                    <a:cubicBezTo>
                      <a:pt x="58884" y="33499"/>
                      <a:pt x="56512" y="28506"/>
                      <a:pt x="52975" y="23387"/>
                    </a:cubicBezTo>
                    <a:cubicBezTo>
                      <a:pt x="43195" y="9363"/>
                      <a:pt x="30087" y="2830"/>
                      <a:pt x="23179" y="0"/>
                    </a:cubicBezTo>
                    <a:cubicBezTo>
                      <a:pt x="15439" y="6949"/>
                      <a:pt x="7740" y="13941"/>
                      <a:pt x="0" y="20890"/>
                    </a:cubicBezTo>
                    <a:cubicBezTo>
                      <a:pt x="1040" y="36163"/>
                      <a:pt x="3454" y="48106"/>
                      <a:pt x="5243" y="55721"/>
                    </a:cubicBezTo>
                    <a:cubicBezTo>
                      <a:pt x="15106" y="97460"/>
                      <a:pt x="32542" y="114272"/>
                      <a:pt x="36953" y="153847"/>
                    </a:cubicBezTo>
                    <a:cubicBezTo>
                      <a:pt x="37994" y="163294"/>
                      <a:pt x="37994" y="170992"/>
                      <a:pt x="37869" y="175487"/>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9" name="Google Shape;2139;p57"/>
              <p:cNvSpPr/>
              <p:nvPr/>
            </p:nvSpPr>
            <p:spPr>
              <a:xfrm>
                <a:off x="2559962" y="2696720"/>
                <a:ext cx="348912" cy="521145"/>
              </a:xfrm>
              <a:custGeom>
                <a:avLst/>
                <a:gdLst/>
                <a:ahLst/>
                <a:cxnLst/>
                <a:rect l="l" t="t" r="r" b="b"/>
                <a:pathLst>
                  <a:path w="98216" h="146698" extrusionOk="0">
                    <a:moveTo>
                      <a:pt x="31042" y="34415"/>
                    </a:moveTo>
                    <a:cubicBezTo>
                      <a:pt x="28337" y="41031"/>
                      <a:pt x="24050" y="51019"/>
                      <a:pt x="18266" y="63004"/>
                    </a:cubicBezTo>
                    <a:cubicBezTo>
                      <a:pt x="5865" y="88555"/>
                      <a:pt x="-1709" y="98792"/>
                      <a:pt x="330" y="100498"/>
                    </a:cubicBezTo>
                    <a:cubicBezTo>
                      <a:pt x="2494" y="102329"/>
                      <a:pt x="15769" y="92383"/>
                      <a:pt x="24425" y="79108"/>
                    </a:cubicBezTo>
                    <a:cubicBezTo>
                      <a:pt x="26672" y="75613"/>
                      <a:pt x="28295" y="72408"/>
                      <a:pt x="29419" y="69870"/>
                    </a:cubicBezTo>
                    <a:cubicBezTo>
                      <a:pt x="31374" y="74781"/>
                      <a:pt x="34495" y="82729"/>
                      <a:pt x="37866" y="92716"/>
                    </a:cubicBezTo>
                    <a:cubicBezTo>
                      <a:pt x="44067" y="111234"/>
                      <a:pt x="44483" y="116769"/>
                      <a:pt x="49768" y="125674"/>
                    </a:cubicBezTo>
                    <a:cubicBezTo>
                      <a:pt x="57799" y="139199"/>
                      <a:pt x="69659" y="147896"/>
                      <a:pt x="71324" y="146565"/>
                    </a:cubicBezTo>
                    <a:cubicBezTo>
                      <a:pt x="73155" y="145108"/>
                      <a:pt x="62085" y="132041"/>
                      <a:pt x="54137" y="107239"/>
                    </a:cubicBezTo>
                    <a:cubicBezTo>
                      <a:pt x="52098" y="100914"/>
                      <a:pt x="50808" y="95546"/>
                      <a:pt x="50059" y="91801"/>
                    </a:cubicBezTo>
                    <a:cubicBezTo>
                      <a:pt x="51557" y="91468"/>
                      <a:pt x="53097" y="91135"/>
                      <a:pt x="54595" y="90843"/>
                    </a:cubicBezTo>
                    <a:cubicBezTo>
                      <a:pt x="56093" y="100956"/>
                      <a:pt x="60213" y="117518"/>
                      <a:pt x="72988" y="132333"/>
                    </a:cubicBezTo>
                    <a:cubicBezTo>
                      <a:pt x="78523" y="138741"/>
                      <a:pt x="85140" y="144234"/>
                      <a:pt x="86180" y="143360"/>
                    </a:cubicBezTo>
                    <a:cubicBezTo>
                      <a:pt x="87803" y="142029"/>
                      <a:pt x="73529" y="127006"/>
                      <a:pt x="66705" y="102204"/>
                    </a:cubicBezTo>
                    <a:cubicBezTo>
                      <a:pt x="65040" y="96129"/>
                      <a:pt x="64208" y="90927"/>
                      <a:pt x="63792" y="87431"/>
                    </a:cubicBezTo>
                    <a:cubicBezTo>
                      <a:pt x="64333" y="87265"/>
                      <a:pt x="65207" y="87098"/>
                      <a:pt x="66122" y="87348"/>
                    </a:cubicBezTo>
                    <a:cubicBezTo>
                      <a:pt x="70824" y="88513"/>
                      <a:pt x="71990" y="98126"/>
                      <a:pt x="72905" y="102704"/>
                    </a:cubicBezTo>
                    <a:cubicBezTo>
                      <a:pt x="76525" y="120889"/>
                      <a:pt x="91506" y="134081"/>
                      <a:pt x="92880" y="133290"/>
                    </a:cubicBezTo>
                    <a:cubicBezTo>
                      <a:pt x="94128" y="132624"/>
                      <a:pt x="86596" y="119516"/>
                      <a:pt x="79314" y="94464"/>
                    </a:cubicBezTo>
                    <a:cubicBezTo>
                      <a:pt x="78024" y="90053"/>
                      <a:pt x="77066" y="86308"/>
                      <a:pt x="76400" y="83603"/>
                    </a:cubicBezTo>
                    <a:cubicBezTo>
                      <a:pt x="77566" y="83020"/>
                      <a:pt x="78731" y="82437"/>
                      <a:pt x="79855" y="81855"/>
                    </a:cubicBezTo>
                    <a:cubicBezTo>
                      <a:pt x="80937" y="86349"/>
                      <a:pt x="82934" y="92799"/>
                      <a:pt x="86638" y="99999"/>
                    </a:cubicBezTo>
                    <a:cubicBezTo>
                      <a:pt x="90799" y="108030"/>
                      <a:pt x="96708" y="116270"/>
                      <a:pt x="97998" y="115604"/>
                    </a:cubicBezTo>
                    <a:cubicBezTo>
                      <a:pt x="98872" y="115146"/>
                      <a:pt x="97041" y="110527"/>
                      <a:pt x="93837" y="99999"/>
                    </a:cubicBezTo>
                    <a:cubicBezTo>
                      <a:pt x="91174" y="91260"/>
                      <a:pt x="89260" y="84060"/>
                      <a:pt x="88011" y="79192"/>
                    </a:cubicBezTo>
                    <a:cubicBezTo>
                      <a:pt x="83392" y="69620"/>
                      <a:pt x="78856" y="59550"/>
                      <a:pt x="74403" y="48938"/>
                    </a:cubicBezTo>
                    <a:cubicBezTo>
                      <a:pt x="67287" y="31918"/>
                      <a:pt x="61253" y="15522"/>
                      <a:pt x="56176" y="0"/>
                    </a:cubicBezTo>
                    <a:cubicBezTo>
                      <a:pt x="47812" y="11444"/>
                      <a:pt x="39448" y="22888"/>
                      <a:pt x="31083" y="34332"/>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0" name="Google Shape;2140;p57"/>
              <p:cNvSpPr/>
              <p:nvPr/>
            </p:nvSpPr>
            <p:spPr>
              <a:xfrm>
                <a:off x="1249234" y="1793901"/>
                <a:ext cx="462276" cy="297980"/>
              </a:xfrm>
              <a:custGeom>
                <a:avLst/>
                <a:gdLst/>
                <a:ahLst/>
                <a:cxnLst/>
                <a:rect l="l" t="t" r="r" b="b"/>
                <a:pathLst>
                  <a:path w="130127" h="83879" extrusionOk="0">
                    <a:moveTo>
                      <a:pt x="9821" y="73532"/>
                    </a:moveTo>
                    <a:cubicBezTo>
                      <a:pt x="10487" y="75530"/>
                      <a:pt x="11985" y="78817"/>
                      <a:pt x="15189" y="81106"/>
                    </a:cubicBezTo>
                    <a:cubicBezTo>
                      <a:pt x="20682" y="85101"/>
                      <a:pt x="28714" y="84352"/>
                      <a:pt x="33916" y="81564"/>
                    </a:cubicBezTo>
                    <a:cubicBezTo>
                      <a:pt x="45651" y="75238"/>
                      <a:pt x="39825" y="59716"/>
                      <a:pt x="52642" y="50353"/>
                    </a:cubicBezTo>
                    <a:cubicBezTo>
                      <a:pt x="53682" y="49604"/>
                      <a:pt x="62296" y="43487"/>
                      <a:pt x="71784" y="45443"/>
                    </a:cubicBezTo>
                    <a:cubicBezTo>
                      <a:pt x="84102" y="47981"/>
                      <a:pt x="91718" y="62796"/>
                      <a:pt x="93632" y="61506"/>
                    </a:cubicBezTo>
                    <a:cubicBezTo>
                      <a:pt x="94089" y="61173"/>
                      <a:pt x="93632" y="60257"/>
                      <a:pt x="93632" y="58385"/>
                    </a:cubicBezTo>
                    <a:cubicBezTo>
                      <a:pt x="93632" y="52475"/>
                      <a:pt x="98334" y="46358"/>
                      <a:pt x="100748" y="46816"/>
                    </a:cubicBezTo>
                    <a:cubicBezTo>
                      <a:pt x="103578" y="47357"/>
                      <a:pt x="100623" y="56387"/>
                      <a:pt x="106532" y="63295"/>
                    </a:cubicBezTo>
                    <a:cubicBezTo>
                      <a:pt x="110486" y="67914"/>
                      <a:pt x="118184" y="71327"/>
                      <a:pt x="124343" y="68663"/>
                    </a:cubicBezTo>
                    <a:cubicBezTo>
                      <a:pt x="127381" y="67332"/>
                      <a:pt x="129170" y="64918"/>
                      <a:pt x="130127" y="63295"/>
                    </a:cubicBezTo>
                    <a:cubicBezTo>
                      <a:pt x="130044" y="57844"/>
                      <a:pt x="129336" y="49729"/>
                      <a:pt x="126133" y="40574"/>
                    </a:cubicBezTo>
                    <a:cubicBezTo>
                      <a:pt x="124176" y="35039"/>
                      <a:pt x="120556" y="25010"/>
                      <a:pt x="111443" y="16063"/>
                    </a:cubicBezTo>
                    <a:cubicBezTo>
                      <a:pt x="109695" y="14315"/>
                      <a:pt x="94714" y="83"/>
                      <a:pt x="72658" y="0"/>
                    </a:cubicBezTo>
                    <a:cubicBezTo>
                      <a:pt x="60673" y="0"/>
                      <a:pt x="51560" y="4161"/>
                      <a:pt x="38326" y="10237"/>
                    </a:cubicBezTo>
                    <a:cubicBezTo>
                      <a:pt x="35247" y="11652"/>
                      <a:pt x="32709" y="12984"/>
                      <a:pt x="29879" y="15148"/>
                    </a:cubicBezTo>
                    <a:cubicBezTo>
                      <a:pt x="28298" y="16354"/>
                      <a:pt x="14316" y="27216"/>
                      <a:pt x="16063" y="38327"/>
                    </a:cubicBezTo>
                    <a:cubicBezTo>
                      <a:pt x="16562" y="41614"/>
                      <a:pt x="18102" y="42738"/>
                      <a:pt x="17395" y="45443"/>
                    </a:cubicBezTo>
                    <a:cubicBezTo>
                      <a:pt x="16396" y="49188"/>
                      <a:pt x="12942" y="49188"/>
                      <a:pt x="9363" y="53474"/>
                    </a:cubicBezTo>
                    <a:cubicBezTo>
                      <a:pt x="7199" y="56054"/>
                      <a:pt x="7324" y="57428"/>
                      <a:pt x="3995" y="66832"/>
                    </a:cubicBezTo>
                    <a:cubicBezTo>
                      <a:pt x="2455" y="71243"/>
                      <a:pt x="1040" y="74905"/>
                      <a:pt x="0" y="77527"/>
                    </a:cubicBezTo>
                    <a:lnTo>
                      <a:pt x="9821" y="7353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1" name="Google Shape;2141;p57"/>
              <p:cNvSpPr/>
              <p:nvPr/>
            </p:nvSpPr>
            <p:spPr>
              <a:xfrm>
                <a:off x="1059872" y="3018822"/>
                <a:ext cx="846568" cy="346188"/>
              </a:xfrm>
              <a:custGeom>
                <a:avLst/>
                <a:gdLst/>
                <a:ahLst/>
                <a:cxnLst/>
                <a:rect l="l" t="t" r="r" b="b"/>
                <a:pathLst>
                  <a:path w="238302" h="97449" extrusionOk="0">
                    <a:moveTo>
                      <a:pt x="234734" y="97450"/>
                    </a:moveTo>
                    <a:cubicBezTo>
                      <a:pt x="234318" y="97450"/>
                      <a:pt x="233861" y="97366"/>
                      <a:pt x="233444" y="97200"/>
                    </a:cubicBezTo>
                    <a:lnTo>
                      <a:pt x="2278" y="6897"/>
                    </a:lnTo>
                    <a:cubicBezTo>
                      <a:pt x="447" y="6190"/>
                      <a:pt x="-468" y="4109"/>
                      <a:pt x="239" y="2278"/>
                    </a:cubicBezTo>
                    <a:cubicBezTo>
                      <a:pt x="947" y="447"/>
                      <a:pt x="3069" y="-468"/>
                      <a:pt x="4858" y="239"/>
                    </a:cubicBezTo>
                    <a:lnTo>
                      <a:pt x="236025" y="90542"/>
                    </a:lnTo>
                    <a:cubicBezTo>
                      <a:pt x="237855" y="91249"/>
                      <a:pt x="238771" y="93330"/>
                      <a:pt x="238064" y="95161"/>
                    </a:cubicBezTo>
                    <a:cubicBezTo>
                      <a:pt x="237523" y="96576"/>
                      <a:pt x="236150" y="97450"/>
                      <a:pt x="234734" y="9745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2" name="Google Shape;2142;p57"/>
              <p:cNvSpPr/>
              <p:nvPr/>
            </p:nvSpPr>
            <p:spPr>
              <a:xfrm>
                <a:off x="1024800" y="3054302"/>
                <a:ext cx="289156" cy="559931"/>
              </a:xfrm>
              <a:custGeom>
                <a:avLst/>
                <a:gdLst/>
                <a:ahLst/>
                <a:cxnLst/>
                <a:rect l="l" t="t" r="r" b="b"/>
                <a:pathLst>
                  <a:path w="81395" h="157616" extrusionOk="0">
                    <a:moveTo>
                      <a:pt x="40788" y="157617"/>
                    </a:moveTo>
                    <a:cubicBezTo>
                      <a:pt x="40538" y="157617"/>
                      <a:pt x="40288" y="157575"/>
                      <a:pt x="40039" y="157450"/>
                    </a:cubicBezTo>
                    <a:cubicBezTo>
                      <a:pt x="23393" y="149876"/>
                      <a:pt x="15445" y="142677"/>
                      <a:pt x="15778" y="135478"/>
                    </a:cubicBezTo>
                    <a:cubicBezTo>
                      <a:pt x="16069" y="129319"/>
                      <a:pt x="21895" y="125990"/>
                      <a:pt x="30717" y="120955"/>
                    </a:cubicBezTo>
                    <a:cubicBezTo>
                      <a:pt x="38832" y="116336"/>
                      <a:pt x="49943" y="110052"/>
                      <a:pt x="61470" y="98608"/>
                    </a:cubicBezTo>
                    <a:cubicBezTo>
                      <a:pt x="71873" y="88288"/>
                      <a:pt x="78781" y="81505"/>
                      <a:pt x="77616" y="75304"/>
                    </a:cubicBezTo>
                    <a:cubicBezTo>
                      <a:pt x="76118" y="67189"/>
                      <a:pt x="61845" y="63902"/>
                      <a:pt x="46739" y="60448"/>
                    </a:cubicBezTo>
                    <a:cubicBezTo>
                      <a:pt x="28428" y="56245"/>
                      <a:pt x="7663" y="51501"/>
                      <a:pt x="1670" y="36395"/>
                    </a:cubicBezTo>
                    <a:cubicBezTo>
                      <a:pt x="-2116" y="26948"/>
                      <a:pt x="547" y="14964"/>
                      <a:pt x="9536" y="856"/>
                    </a:cubicBezTo>
                    <a:cubicBezTo>
                      <a:pt x="10077" y="-18"/>
                      <a:pt x="11242" y="-267"/>
                      <a:pt x="12074" y="315"/>
                    </a:cubicBezTo>
                    <a:cubicBezTo>
                      <a:pt x="12906" y="856"/>
                      <a:pt x="13156" y="1980"/>
                      <a:pt x="12615" y="2854"/>
                    </a:cubicBezTo>
                    <a:cubicBezTo>
                      <a:pt x="4292" y="15921"/>
                      <a:pt x="1712" y="26740"/>
                      <a:pt x="5041" y="35063"/>
                    </a:cubicBezTo>
                    <a:cubicBezTo>
                      <a:pt x="10326" y="48338"/>
                      <a:pt x="30093" y="52874"/>
                      <a:pt x="47529" y="56869"/>
                    </a:cubicBezTo>
                    <a:cubicBezTo>
                      <a:pt x="64550" y="60781"/>
                      <a:pt x="79197" y="64151"/>
                      <a:pt x="81195" y="74597"/>
                    </a:cubicBezTo>
                    <a:cubicBezTo>
                      <a:pt x="82693" y="82711"/>
                      <a:pt x="75660" y="89661"/>
                      <a:pt x="64050" y="101188"/>
                    </a:cubicBezTo>
                    <a:cubicBezTo>
                      <a:pt x="52148" y="112965"/>
                      <a:pt x="40788" y="119415"/>
                      <a:pt x="32507" y="124117"/>
                    </a:cubicBezTo>
                    <a:cubicBezTo>
                      <a:pt x="24725" y="128528"/>
                      <a:pt x="19606" y="131441"/>
                      <a:pt x="19398" y="135603"/>
                    </a:cubicBezTo>
                    <a:cubicBezTo>
                      <a:pt x="19149" y="140971"/>
                      <a:pt x="26805" y="147380"/>
                      <a:pt x="41495" y="154079"/>
                    </a:cubicBezTo>
                    <a:cubicBezTo>
                      <a:pt x="42411" y="154496"/>
                      <a:pt x="42827" y="155578"/>
                      <a:pt x="42411" y="156493"/>
                    </a:cubicBezTo>
                    <a:cubicBezTo>
                      <a:pt x="42120" y="157159"/>
                      <a:pt x="41454" y="157575"/>
                      <a:pt x="40746" y="15757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3" name="Google Shape;2143;p57"/>
              <p:cNvSpPr/>
              <p:nvPr/>
            </p:nvSpPr>
            <p:spPr>
              <a:xfrm>
                <a:off x="1137986" y="3579591"/>
                <a:ext cx="98159" cy="98159"/>
              </a:xfrm>
              <a:custGeom>
                <a:avLst/>
                <a:gdLst/>
                <a:ahLst/>
                <a:cxnLst/>
                <a:rect l="l" t="t" r="r" b="b"/>
                <a:pathLst>
                  <a:path w="27631" h="27631" extrusionOk="0">
                    <a:moveTo>
                      <a:pt x="27632" y="13816"/>
                    </a:moveTo>
                    <a:cubicBezTo>
                      <a:pt x="27632" y="21431"/>
                      <a:pt x="21431" y="27632"/>
                      <a:pt x="13816" y="27632"/>
                    </a:cubicBezTo>
                    <a:cubicBezTo>
                      <a:pt x="6200" y="27632"/>
                      <a:pt x="0" y="21431"/>
                      <a:pt x="0" y="13816"/>
                    </a:cubicBezTo>
                    <a:cubicBezTo>
                      <a:pt x="0" y="6200"/>
                      <a:pt x="6200" y="0"/>
                      <a:pt x="13816" y="0"/>
                    </a:cubicBezTo>
                    <a:cubicBezTo>
                      <a:pt x="21431" y="0"/>
                      <a:pt x="27632" y="6200"/>
                      <a:pt x="27632" y="1381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4" name="Google Shape;2144;p57"/>
              <p:cNvSpPr/>
              <p:nvPr/>
            </p:nvSpPr>
            <p:spPr>
              <a:xfrm>
                <a:off x="1506730" y="3171692"/>
                <a:ext cx="145557" cy="131315"/>
              </a:xfrm>
              <a:custGeom>
                <a:avLst/>
                <a:gdLst/>
                <a:ahLst/>
                <a:cxnLst/>
                <a:rect l="l" t="t" r="r" b="b"/>
                <a:pathLst>
                  <a:path w="40973" h="36964" extrusionOk="0">
                    <a:moveTo>
                      <a:pt x="38745" y="10404"/>
                    </a:moveTo>
                    <a:cubicBezTo>
                      <a:pt x="42116" y="17977"/>
                      <a:pt x="41700" y="26425"/>
                      <a:pt x="37247" y="31876"/>
                    </a:cubicBezTo>
                    <a:cubicBezTo>
                      <a:pt x="28217" y="42904"/>
                      <a:pt x="7743" y="32667"/>
                      <a:pt x="6536" y="32043"/>
                    </a:cubicBezTo>
                    <a:cubicBezTo>
                      <a:pt x="4247" y="30836"/>
                      <a:pt x="-122" y="28631"/>
                      <a:pt x="3" y="25842"/>
                    </a:cubicBezTo>
                    <a:cubicBezTo>
                      <a:pt x="169" y="21265"/>
                      <a:pt x="12237" y="20682"/>
                      <a:pt x="13777" y="14939"/>
                    </a:cubicBezTo>
                    <a:cubicBezTo>
                      <a:pt x="14484" y="12318"/>
                      <a:pt x="13194" y="7823"/>
                      <a:pt x="2874" y="0"/>
                    </a:cubicBezTo>
                    <a:lnTo>
                      <a:pt x="38787" y="10404"/>
                    </a:ln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5" name="Google Shape;2145;p57"/>
              <p:cNvSpPr/>
              <p:nvPr/>
            </p:nvSpPr>
            <p:spPr>
              <a:xfrm>
                <a:off x="2653037" y="3352260"/>
                <a:ext cx="75199" cy="65156"/>
              </a:xfrm>
              <a:custGeom>
                <a:avLst/>
                <a:gdLst/>
                <a:ahLst/>
                <a:cxnLst/>
                <a:rect l="l" t="t" r="r" b="b"/>
                <a:pathLst>
                  <a:path w="21168" h="18341" extrusionOk="0">
                    <a:moveTo>
                      <a:pt x="19348" y="18300"/>
                    </a:moveTo>
                    <a:cubicBezTo>
                      <a:pt x="18932" y="18300"/>
                      <a:pt x="18515" y="18175"/>
                      <a:pt x="18182" y="17884"/>
                    </a:cubicBezTo>
                    <a:lnTo>
                      <a:pt x="663" y="3236"/>
                    </a:lnTo>
                    <a:cubicBezTo>
                      <a:pt x="-128" y="2612"/>
                      <a:pt x="-211" y="1446"/>
                      <a:pt x="413" y="656"/>
                    </a:cubicBezTo>
                    <a:cubicBezTo>
                      <a:pt x="1079" y="-135"/>
                      <a:pt x="2203" y="-218"/>
                      <a:pt x="2993" y="448"/>
                    </a:cubicBezTo>
                    <a:lnTo>
                      <a:pt x="20513" y="15096"/>
                    </a:lnTo>
                    <a:cubicBezTo>
                      <a:pt x="21303" y="15762"/>
                      <a:pt x="21387" y="16885"/>
                      <a:pt x="20721" y="17676"/>
                    </a:cubicBezTo>
                    <a:cubicBezTo>
                      <a:pt x="20346" y="18092"/>
                      <a:pt x="19847" y="18342"/>
                      <a:pt x="19306" y="183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6" name="Google Shape;2146;p57"/>
              <p:cNvSpPr/>
              <p:nvPr/>
            </p:nvSpPr>
            <p:spPr>
              <a:xfrm>
                <a:off x="2641495" y="3138430"/>
                <a:ext cx="24551" cy="226944"/>
              </a:xfrm>
              <a:custGeom>
                <a:avLst/>
                <a:gdLst/>
                <a:ahLst/>
                <a:cxnLst/>
                <a:rect l="l" t="t" r="r" b="b"/>
                <a:pathLst>
                  <a:path w="6911" h="63883" extrusionOk="0">
                    <a:moveTo>
                      <a:pt x="5078" y="63883"/>
                    </a:moveTo>
                    <a:cubicBezTo>
                      <a:pt x="4121" y="63883"/>
                      <a:pt x="3289" y="63134"/>
                      <a:pt x="3248" y="62136"/>
                    </a:cubicBezTo>
                    <a:lnTo>
                      <a:pt x="2" y="1920"/>
                    </a:lnTo>
                    <a:cubicBezTo>
                      <a:pt x="-40" y="921"/>
                      <a:pt x="709" y="47"/>
                      <a:pt x="1750" y="6"/>
                    </a:cubicBezTo>
                    <a:cubicBezTo>
                      <a:pt x="2707" y="-77"/>
                      <a:pt x="3622" y="755"/>
                      <a:pt x="3664" y="1754"/>
                    </a:cubicBezTo>
                    <a:lnTo>
                      <a:pt x="6910" y="61969"/>
                    </a:lnTo>
                    <a:cubicBezTo>
                      <a:pt x="6951" y="62968"/>
                      <a:pt x="6202" y="63842"/>
                      <a:pt x="5162" y="63883"/>
                    </a:cubicBezTo>
                    <a:lnTo>
                      <a:pt x="5078" y="638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7" name="Google Shape;2147;p57"/>
              <p:cNvSpPr/>
              <p:nvPr/>
            </p:nvSpPr>
            <p:spPr>
              <a:xfrm>
                <a:off x="2335489" y="3861981"/>
                <a:ext cx="84958" cy="22256"/>
              </a:xfrm>
              <a:custGeom>
                <a:avLst/>
                <a:gdLst/>
                <a:ahLst/>
                <a:cxnLst/>
                <a:rect l="l" t="t" r="r" b="b"/>
                <a:pathLst>
                  <a:path w="23915" h="6265" extrusionOk="0">
                    <a:moveTo>
                      <a:pt x="22069" y="6224"/>
                    </a:moveTo>
                    <a:cubicBezTo>
                      <a:pt x="21862" y="6224"/>
                      <a:pt x="1596" y="3644"/>
                      <a:pt x="1596" y="3644"/>
                    </a:cubicBezTo>
                    <a:cubicBezTo>
                      <a:pt x="597" y="3519"/>
                      <a:pt x="-111" y="2603"/>
                      <a:pt x="14" y="1605"/>
                    </a:cubicBezTo>
                    <a:cubicBezTo>
                      <a:pt x="139" y="606"/>
                      <a:pt x="1055" y="-143"/>
                      <a:pt x="2053" y="23"/>
                    </a:cubicBezTo>
                    <a:lnTo>
                      <a:pt x="22319" y="2603"/>
                    </a:lnTo>
                    <a:cubicBezTo>
                      <a:pt x="23318" y="2728"/>
                      <a:pt x="24026" y="3644"/>
                      <a:pt x="23901" y="4642"/>
                    </a:cubicBezTo>
                    <a:cubicBezTo>
                      <a:pt x="23776" y="5558"/>
                      <a:pt x="22985" y="6265"/>
                      <a:pt x="22069" y="626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8" name="Google Shape;2148;p57"/>
              <p:cNvSpPr/>
              <p:nvPr/>
            </p:nvSpPr>
            <p:spPr>
              <a:xfrm>
                <a:off x="3308186" y="3850887"/>
                <a:ext cx="59384" cy="47696"/>
              </a:xfrm>
              <a:custGeom>
                <a:avLst/>
                <a:gdLst/>
                <a:ahLst/>
                <a:cxnLst/>
                <a:rect l="l" t="t" r="r" b="b"/>
                <a:pathLst>
                  <a:path w="16716" h="13426" extrusionOk="0">
                    <a:moveTo>
                      <a:pt x="1804" y="13427"/>
                    </a:moveTo>
                    <a:cubicBezTo>
                      <a:pt x="1263" y="13427"/>
                      <a:pt x="680" y="13177"/>
                      <a:pt x="348" y="12678"/>
                    </a:cubicBezTo>
                    <a:cubicBezTo>
                      <a:pt x="-235" y="11887"/>
                      <a:pt x="-69" y="10722"/>
                      <a:pt x="722" y="10097"/>
                    </a:cubicBezTo>
                    <a:lnTo>
                      <a:pt x="13789" y="360"/>
                    </a:lnTo>
                    <a:cubicBezTo>
                      <a:pt x="14621" y="-223"/>
                      <a:pt x="15745" y="-98"/>
                      <a:pt x="16369" y="734"/>
                    </a:cubicBezTo>
                    <a:cubicBezTo>
                      <a:pt x="16952" y="1525"/>
                      <a:pt x="16785" y="2690"/>
                      <a:pt x="15994" y="3314"/>
                    </a:cubicBezTo>
                    <a:lnTo>
                      <a:pt x="2928" y="13052"/>
                    </a:lnTo>
                    <a:cubicBezTo>
                      <a:pt x="2595" y="13302"/>
                      <a:pt x="2220" y="13427"/>
                      <a:pt x="1846" y="1342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9" name="Google Shape;2149;p57"/>
              <p:cNvSpPr/>
              <p:nvPr/>
            </p:nvSpPr>
            <p:spPr>
              <a:xfrm>
                <a:off x="2565543" y="2439841"/>
                <a:ext cx="48975" cy="50964"/>
              </a:xfrm>
              <a:custGeom>
                <a:avLst/>
                <a:gdLst/>
                <a:ahLst/>
                <a:cxnLst/>
                <a:rect l="l" t="t" r="r" b="b"/>
                <a:pathLst>
                  <a:path w="13786" h="14346" extrusionOk="0">
                    <a:moveTo>
                      <a:pt x="1837" y="14347"/>
                    </a:moveTo>
                    <a:cubicBezTo>
                      <a:pt x="1380" y="14347"/>
                      <a:pt x="922" y="14180"/>
                      <a:pt x="589" y="13848"/>
                    </a:cubicBezTo>
                    <a:cubicBezTo>
                      <a:pt x="-160" y="13140"/>
                      <a:pt x="-202" y="11975"/>
                      <a:pt x="505" y="11267"/>
                    </a:cubicBezTo>
                    <a:lnTo>
                      <a:pt x="10618" y="573"/>
                    </a:lnTo>
                    <a:cubicBezTo>
                      <a:pt x="11325" y="-176"/>
                      <a:pt x="12490" y="-176"/>
                      <a:pt x="13198" y="489"/>
                    </a:cubicBezTo>
                    <a:cubicBezTo>
                      <a:pt x="13947" y="1197"/>
                      <a:pt x="13988" y="2362"/>
                      <a:pt x="13281" y="3070"/>
                    </a:cubicBezTo>
                    <a:lnTo>
                      <a:pt x="3169" y="13764"/>
                    </a:lnTo>
                    <a:cubicBezTo>
                      <a:pt x="2794" y="14139"/>
                      <a:pt x="2337" y="14347"/>
                      <a:pt x="1837" y="143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0" name="Google Shape;2150;p57"/>
              <p:cNvSpPr/>
              <p:nvPr/>
            </p:nvSpPr>
            <p:spPr>
              <a:xfrm>
                <a:off x="1928468" y="2901678"/>
                <a:ext cx="80535" cy="29958"/>
              </a:xfrm>
              <a:custGeom>
                <a:avLst/>
                <a:gdLst/>
                <a:ahLst/>
                <a:cxnLst/>
                <a:rect l="l" t="t" r="r" b="b"/>
                <a:pathLst>
                  <a:path w="22670" h="8433" extrusionOk="0">
                    <a:moveTo>
                      <a:pt x="20865" y="8433"/>
                    </a:moveTo>
                    <a:cubicBezTo>
                      <a:pt x="20407" y="8392"/>
                      <a:pt x="1389" y="3606"/>
                      <a:pt x="1389" y="3606"/>
                    </a:cubicBezTo>
                    <a:cubicBezTo>
                      <a:pt x="391" y="3357"/>
                      <a:pt x="-192" y="2358"/>
                      <a:pt x="58" y="1401"/>
                    </a:cubicBezTo>
                    <a:cubicBezTo>
                      <a:pt x="266" y="444"/>
                      <a:pt x="1306" y="-222"/>
                      <a:pt x="2263" y="69"/>
                    </a:cubicBezTo>
                    <a:lnTo>
                      <a:pt x="21281" y="4813"/>
                    </a:lnTo>
                    <a:cubicBezTo>
                      <a:pt x="22279" y="5063"/>
                      <a:pt x="22862" y="6061"/>
                      <a:pt x="22613" y="7019"/>
                    </a:cubicBezTo>
                    <a:cubicBezTo>
                      <a:pt x="22404" y="7851"/>
                      <a:pt x="21656" y="8392"/>
                      <a:pt x="20823" y="83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151" name="Google Shape;2151;p57"/>
              <p:cNvGrpSpPr/>
              <p:nvPr/>
            </p:nvGrpSpPr>
            <p:grpSpPr>
              <a:xfrm>
                <a:off x="3570661" y="3380739"/>
                <a:ext cx="814858" cy="1545822"/>
                <a:chOff x="3570661" y="3380739"/>
                <a:chExt cx="814858" cy="1545822"/>
              </a:xfrm>
            </p:grpSpPr>
            <p:sp>
              <p:nvSpPr>
                <p:cNvPr id="2152" name="Google Shape;2152;p57"/>
                <p:cNvSpPr/>
                <p:nvPr/>
              </p:nvSpPr>
              <p:spPr>
                <a:xfrm>
                  <a:off x="3570661" y="4837862"/>
                  <a:ext cx="814858" cy="88699"/>
                </a:xfrm>
                <a:custGeom>
                  <a:avLst/>
                  <a:gdLst/>
                  <a:ahLst/>
                  <a:cxnLst/>
                  <a:rect l="l" t="t" r="r" b="b"/>
                  <a:pathLst>
                    <a:path w="229376" h="24968" extrusionOk="0">
                      <a:moveTo>
                        <a:pt x="226630" y="0"/>
                      </a:moveTo>
                      <a:cubicBezTo>
                        <a:pt x="228147" y="0"/>
                        <a:pt x="229377" y="1230"/>
                        <a:pt x="229377" y="2746"/>
                      </a:cubicBezTo>
                      <a:lnTo>
                        <a:pt x="229377" y="22222"/>
                      </a:lnTo>
                      <a:cubicBezTo>
                        <a:pt x="229377" y="23739"/>
                        <a:pt x="228147" y="24968"/>
                        <a:pt x="226630" y="24968"/>
                      </a:cubicBezTo>
                      <a:lnTo>
                        <a:pt x="2746" y="24968"/>
                      </a:lnTo>
                      <a:cubicBezTo>
                        <a:pt x="1229" y="24968"/>
                        <a:pt x="0" y="23739"/>
                        <a:pt x="0" y="22222"/>
                      </a:cubicBezTo>
                      <a:lnTo>
                        <a:pt x="0" y="2746"/>
                      </a:lnTo>
                      <a:cubicBezTo>
                        <a:pt x="0" y="1230"/>
                        <a:pt x="1229" y="0"/>
                        <a:pt x="2746"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3" name="Google Shape;2153;p57"/>
                <p:cNvSpPr/>
                <p:nvPr/>
              </p:nvSpPr>
              <p:spPr>
                <a:xfrm>
                  <a:off x="3862292" y="3380739"/>
                  <a:ext cx="212141" cy="1458085"/>
                </a:xfrm>
                <a:custGeom>
                  <a:avLst/>
                  <a:gdLst/>
                  <a:ahLst/>
                  <a:cxnLst/>
                  <a:rect l="l" t="t" r="r" b="b"/>
                  <a:pathLst>
                    <a:path w="59716" h="410439" extrusionOk="0">
                      <a:moveTo>
                        <a:pt x="59716" y="410440"/>
                      </a:moveTo>
                      <a:lnTo>
                        <a:pt x="19600" y="410440"/>
                      </a:lnTo>
                      <a:cubicBezTo>
                        <a:pt x="13067" y="275277"/>
                        <a:pt x="6533" y="140073"/>
                        <a:pt x="0" y="4910"/>
                      </a:cubicBezTo>
                      <a:cubicBezTo>
                        <a:pt x="17519" y="3288"/>
                        <a:pt x="35039" y="1623"/>
                        <a:pt x="52600" y="0"/>
                      </a:cubicBezTo>
                      <a:cubicBezTo>
                        <a:pt x="54972" y="136827"/>
                        <a:pt x="57344" y="273613"/>
                        <a:pt x="59716" y="41044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4" name="Google Shape;2154;p57"/>
                <p:cNvSpPr/>
                <p:nvPr/>
              </p:nvSpPr>
              <p:spPr>
                <a:xfrm>
                  <a:off x="3865632" y="3454377"/>
                  <a:ext cx="183110" cy="21382"/>
                </a:xfrm>
                <a:custGeom>
                  <a:avLst/>
                  <a:gdLst/>
                  <a:ahLst/>
                  <a:cxnLst/>
                  <a:rect l="l" t="t" r="r" b="b"/>
                  <a:pathLst>
                    <a:path w="51544" h="6019" extrusionOk="0">
                      <a:moveTo>
                        <a:pt x="1597" y="4268"/>
                      </a:moveTo>
                      <a:cubicBezTo>
                        <a:pt x="17577" y="6474"/>
                        <a:pt x="33432" y="6640"/>
                        <a:pt x="49454" y="4518"/>
                      </a:cubicBezTo>
                      <a:cubicBezTo>
                        <a:pt x="52242" y="4143"/>
                        <a:pt x="52242" y="-268"/>
                        <a:pt x="49454" y="107"/>
                      </a:cubicBezTo>
                      <a:cubicBezTo>
                        <a:pt x="33848" y="2146"/>
                        <a:pt x="18368" y="2187"/>
                        <a:pt x="2763" y="23"/>
                      </a:cubicBezTo>
                      <a:cubicBezTo>
                        <a:pt x="-26" y="-351"/>
                        <a:pt x="-1191" y="3893"/>
                        <a:pt x="1597" y="4268"/>
                      </a:cubicBezTo>
                      <a:lnTo>
                        <a:pt x="1597" y="426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5" name="Google Shape;2155;p57"/>
                <p:cNvSpPr/>
                <p:nvPr/>
              </p:nvSpPr>
              <p:spPr>
                <a:xfrm>
                  <a:off x="3842773" y="3473888"/>
                  <a:ext cx="226515" cy="165571"/>
                </a:xfrm>
                <a:custGeom>
                  <a:avLst/>
                  <a:gdLst/>
                  <a:ahLst/>
                  <a:cxnLst/>
                  <a:rect l="l" t="t" r="r" b="b"/>
                  <a:pathLst>
                    <a:path w="63762" h="46607" extrusionOk="0">
                      <a:moveTo>
                        <a:pt x="57225" y="519"/>
                      </a:moveTo>
                      <a:cubicBezTo>
                        <a:pt x="48818" y="7302"/>
                        <a:pt x="39122" y="9549"/>
                        <a:pt x="28552" y="10090"/>
                      </a:cubicBezTo>
                      <a:cubicBezTo>
                        <a:pt x="21145" y="10507"/>
                        <a:pt x="11823" y="8135"/>
                        <a:pt x="4708" y="9924"/>
                      </a:cubicBezTo>
                      <a:cubicBezTo>
                        <a:pt x="338" y="11006"/>
                        <a:pt x="-1452" y="13295"/>
                        <a:pt x="1337" y="17165"/>
                      </a:cubicBezTo>
                      <a:cubicBezTo>
                        <a:pt x="7412" y="25613"/>
                        <a:pt x="26638" y="30024"/>
                        <a:pt x="35918" y="32437"/>
                      </a:cubicBezTo>
                      <a:cubicBezTo>
                        <a:pt x="43741" y="34518"/>
                        <a:pt x="56267" y="40219"/>
                        <a:pt x="63133" y="33727"/>
                      </a:cubicBezTo>
                      <a:cubicBezTo>
                        <a:pt x="64507" y="32437"/>
                        <a:pt x="63467" y="29899"/>
                        <a:pt x="61594" y="29982"/>
                      </a:cubicBezTo>
                      <a:cubicBezTo>
                        <a:pt x="55019" y="30232"/>
                        <a:pt x="50858" y="34393"/>
                        <a:pt x="45073" y="37181"/>
                      </a:cubicBezTo>
                      <a:cubicBezTo>
                        <a:pt x="35211" y="41842"/>
                        <a:pt x="24474" y="42966"/>
                        <a:pt x="13738" y="41634"/>
                      </a:cubicBezTo>
                      <a:cubicBezTo>
                        <a:pt x="10950" y="41301"/>
                        <a:pt x="10950" y="45670"/>
                        <a:pt x="13738" y="46045"/>
                      </a:cubicBezTo>
                      <a:cubicBezTo>
                        <a:pt x="22019" y="47085"/>
                        <a:pt x="30092" y="46752"/>
                        <a:pt x="38123" y="44464"/>
                      </a:cubicBezTo>
                      <a:cubicBezTo>
                        <a:pt x="45947" y="42216"/>
                        <a:pt x="53687" y="34726"/>
                        <a:pt x="61594" y="34435"/>
                      </a:cubicBezTo>
                      <a:cubicBezTo>
                        <a:pt x="61094" y="33186"/>
                        <a:pt x="60553" y="31938"/>
                        <a:pt x="60054" y="30689"/>
                      </a:cubicBezTo>
                      <a:cubicBezTo>
                        <a:pt x="54645" y="35808"/>
                        <a:pt x="35460" y="27984"/>
                        <a:pt x="29301" y="26029"/>
                      </a:cubicBezTo>
                      <a:cubicBezTo>
                        <a:pt x="24141" y="24406"/>
                        <a:pt x="14861" y="22575"/>
                        <a:pt x="11324" y="18538"/>
                      </a:cubicBezTo>
                      <a:cubicBezTo>
                        <a:pt x="7246" y="17623"/>
                        <a:pt x="6788" y="16208"/>
                        <a:pt x="9951" y="14335"/>
                      </a:cubicBezTo>
                      <a:cubicBezTo>
                        <a:pt x="12281" y="14418"/>
                        <a:pt x="14611" y="14460"/>
                        <a:pt x="16942" y="14502"/>
                      </a:cubicBezTo>
                      <a:cubicBezTo>
                        <a:pt x="32714" y="14834"/>
                        <a:pt x="47653" y="13836"/>
                        <a:pt x="60346" y="3640"/>
                      </a:cubicBezTo>
                      <a:cubicBezTo>
                        <a:pt x="62551" y="1851"/>
                        <a:pt x="59430" y="-1229"/>
                        <a:pt x="57225" y="519"/>
                      </a:cubicBezTo>
                      <a:lnTo>
                        <a:pt x="57225" y="51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6" name="Google Shape;2156;p57"/>
                <p:cNvSpPr/>
                <p:nvPr/>
              </p:nvSpPr>
              <p:spPr>
                <a:xfrm>
                  <a:off x="3875598" y="3693224"/>
                  <a:ext cx="162179" cy="30541"/>
                </a:xfrm>
                <a:custGeom>
                  <a:avLst/>
                  <a:gdLst/>
                  <a:ahLst/>
                  <a:cxnLst/>
                  <a:rect l="l" t="t" r="r" b="b"/>
                  <a:pathLst>
                    <a:path w="45652" h="8597" extrusionOk="0">
                      <a:moveTo>
                        <a:pt x="1538" y="4363"/>
                      </a:moveTo>
                      <a:cubicBezTo>
                        <a:pt x="15478" y="8940"/>
                        <a:pt x="29669" y="9772"/>
                        <a:pt x="44067" y="7026"/>
                      </a:cubicBezTo>
                      <a:cubicBezTo>
                        <a:pt x="46855" y="6485"/>
                        <a:pt x="45648" y="2240"/>
                        <a:pt x="42902" y="2781"/>
                      </a:cubicBezTo>
                      <a:cubicBezTo>
                        <a:pt x="29253" y="5361"/>
                        <a:pt x="15894" y="4446"/>
                        <a:pt x="2703" y="118"/>
                      </a:cubicBezTo>
                      <a:cubicBezTo>
                        <a:pt x="-2" y="-756"/>
                        <a:pt x="-1168" y="3489"/>
                        <a:pt x="1538" y="4363"/>
                      </a:cubicBezTo>
                      <a:lnTo>
                        <a:pt x="1538" y="436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7" name="Google Shape;2157;p57"/>
                <p:cNvSpPr/>
                <p:nvPr/>
              </p:nvSpPr>
              <p:spPr>
                <a:xfrm>
                  <a:off x="3850143" y="3747222"/>
                  <a:ext cx="172993" cy="31436"/>
                </a:xfrm>
                <a:custGeom>
                  <a:avLst/>
                  <a:gdLst/>
                  <a:ahLst/>
                  <a:cxnLst/>
                  <a:rect l="l" t="t" r="r" b="b"/>
                  <a:pathLst>
                    <a:path w="48696" h="8849" extrusionOk="0">
                      <a:moveTo>
                        <a:pt x="2091" y="8004"/>
                      </a:moveTo>
                      <a:cubicBezTo>
                        <a:pt x="17405" y="9877"/>
                        <a:pt x="32344" y="8629"/>
                        <a:pt x="47159" y="4342"/>
                      </a:cubicBezTo>
                      <a:cubicBezTo>
                        <a:pt x="49864" y="3552"/>
                        <a:pt x="48699" y="-693"/>
                        <a:pt x="45994" y="98"/>
                      </a:cubicBezTo>
                      <a:cubicBezTo>
                        <a:pt x="31554" y="4259"/>
                        <a:pt x="16989" y="5424"/>
                        <a:pt x="2091" y="3593"/>
                      </a:cubicBezTo>
                      <a:cubicBezTo>
                        <a:pt x="-697" y="3260"/>
                        <a:pt x="-697" y="7671"/>
                        <a:pt x="2091" y="8004"/>
                      </a:cubicBezTo>
                      <a:lnTo>
                        <a:pt x="2091" y="800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8" name="Google Shape;2158;p57"/>
                <p:cNvSpPr/>
                <p:nvPr/>
              </p:nvSpPr>
              <p:spPr>
                <a:xfrm>
                  <a:off x="3865824" y="3811345"/>
                  <a:ext cx="154221" cy="30232"/>
                </a:xfrm>
                <a:custGeom>
                  <a:avLst/>
                  <a:gdLst/>
                  <a:ahLst/>
                  <a:cxnLst/>
                  <a:rect l="l" t="t" r="r" b="b"/>
                  <a:pathLst>
                    <a:path w="43412" h="8510" extrusionOk="0">
                      <a:moveTo>
                        <a:pt x="1585" y="4341"/>
                      </a:moveTo>
                      <a:cubicBezTo>
                        <a:pt x="10117" y="6172"/>
                        <a:pt x="18730" y="7545"/>
                        <a:pt x="27469" y="8211"/>
                      </a:cubicBezTo>
                      <a:cubicBezTo>
                        <a:pt x="33046" y="8627"/>
                        <a:pt x="38123" y="9168"/>
                        <a:pt x="42659" y="5548"/>
                      </a:cubicBezTo>
                      <a:cubicBezTo>
                        <a:pt x="44864" y="3800"/>
                        <a:pt x="41743" y="679"/>
                        <a:pt x="39537" y="2427"/>
                      </a:cubicBezTo>
                      <a:cubicBezTo>
                        <a:pt x="35334" y="5756"/>
                        <a:pt x="27844" y="3883"/>
                        <a:pt x="22934" y="3384"/>
                      </a:cubicBezTo>
                      <a:cubicBezTo>
                        <a:pt x="16150" y="2676"/>
                        <a:pt x="9409" y="1511"/>
                        <a:pt x="2751" y="55"/>
                      </a:cubicBezTo>
                      <a:cubicBezTo>
                        <a:pt x="4" y="-528"/>
                        <a:pt x="-1203" y="3717"/>
                        <a:pt x="1585" y="4299"/>
                      </a:cubicBezTo>
                      <a:lnTo>
                        <a:pt x="1585" y="429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9" name="Google Shape;2159;p57"/>
                <p:cNvSpPr/>
                <p:nvPr/>
              </p:nvSpPr>
              <p:spPr>
                <a:xfrm>
                  <a:off x="3891360" y="3842949"/>
                  <a:ext cx="169909" cy="48133"/>
                </a:xfrm>
                <a:custGeom>
                  <a:avLst/>
                  <a:gdLst/>
                  <a:ahLst/>
                  <a:cxnLst/>
                  <a:rect l="l" t="t" r="r" b="b"/>
                  <a:pathLst>
                    <a:path w="47828" h="13549" extrusionOk="0">
                      <a:moveTo>
                        <a:pt x="43747" y="1098"/>
                      </a:moveTo>
                      <a:cubicBezTo>
                        <a:pt x="40168" y="7548"/>
                        <a:pt x="26727" y="8463"/>
                        <a:pt x="20360" y="8963"/>
                      </a:cubicBezTo>
                      <a:cubicBezTo>
                        <a:pt x="14242" y="9462"/>
                        <a:pt x="8167" y="9171"/>
                        <a:pt x="2091" y="8380"/>
                      </a:cubicBezTo>
                      <a:cubicBezTo>
                        <a:pt x="-697" y="8047"/>
                        <a:pt x="-697" y="12417"/>
                        <a:pt x="2091" y="12791"/>
                      </a:cubicBezTo>
                      <a:cubicBezTo>
                        <a:pt x="11412" y="13957"/>
                        <a:pt x="20776" y="13832"/>
                        <a:pt x="30014" y="12042"/>
                      </a:cubicBezTo>
                      <a:cubicBezTo>
                        <a:pt x="36547" y="10794"/>
                        <a:pt x="44080" y="9504"/>
                        <a:pt x="47534" y="3303"/>
                      </a:cubicBezTo>
                      <a:cubicBezTo>
                        <a:pt x="48907" y="806"/>
                        <a:pt x="45120" y="-1399"/>
                        <a:pt x="43747" y="1098"/>
                      </a:cubicBezTo>
                      <a:lnTo>
                        <a:pt x="43747" y="10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0" name="Google Shape;2160;p57"/>
                <p:cNvSpPr/>
                <p:nvPr/>
              </p:nvSpPr>
              <p:spPr>
                <a:xfrm>
                  <a:off x="3892670" y="3947146"/>
                  <a:ext cx="214617" cy="52858"/>
                </a:xfrm>
                <a:custGeom>
                  <a:avLst/>
                  <a:gdLst/>
                  <a:ahLst/>
                  <a:cxnLst/>
                  <a:rect l="l" t="t" r="r" b="b"/>
                  <a:pathLst>
                    <a:path w="60413" h="14879" extrusionOk="0">
                      <a:moveTo>
                        <a:pt x="1057" y="4082"/>
                      </a:moveTo>
                      <a:cubicBezTo>
                        <a:pt x="18992" y="13986"/>
                        <a:pt x="38675" y="17107"/>
                        <a:pt x="58816" y="13320"/>
                      </a:cubicBezTo>
                      <a:cubicBezTo>
                        <a:pt x="61605" y="12779"/>
                        <a:pt x="60439" y="8576"/>
                        <a:pt x="57652" y="9076"/>
                      </a:cubicBezTo>
                      <a:cubicBezTo>
                        <a:pt x="38675" y="12655"/>
                        <a:pt x="20157" y="9617"/>
                        <a:pt x="3303" y="295"/>
                      </a:cubicBezTo>
                      <a:cubicBezTo>
                        <a:pt x="807" y="-1078"/>
                        <a:pt x="-1399" y="2709"/>
                        <a:pt x="1098" y="4082"/>
                      </a:cubicBezTo>
                      <a:lnTo>
                        <a:pt x="1098" y="408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1" name="Google Shape;2161;p57"/>
                <p:cNvSpPr/>
                <p:nvPr/>
              </p:nvSpPr>
              <p:spPr>
                <a:xfrm>
                  <a:off x="3898979" y="4026392"/>
                  <a:ext cx="170058" cy="25329"/>
                </a:xfrm>
                <a:custGeom>
                  <a:avLst/>
                  <a:gdLst/>
                  <a:ahLst/>
                  <a:cxnLst/>
                  <a:rect l="l" t="t" r="r" b="b"/>
                  <a:pathLst>
                    <a:path w="47870" h="7130" extrusionOk="0">
                      <a:moveTo>
                        <a:pt x="45137" y="570"/>
                      </a:moveTo>
                      <a:cubicBezTo>
                        <a:pt x="30906" y="3649"/>
                        <a:pt x="16882" y="3483"/>
                        <a:pt x="2733" y="71"/>
                      </a:cubicBezTo>
                      <a:cubicBezTo>
                        <a:pt x="-14" y="-595"/>
                        <a:pt x="-1179" y="3649"/>
                        <a:pt x="1567" y="4315"/>
                      </a:cubicBezTo>
                      <a:cubicBezTo>
                        <a:pt x="16465" y="7894"/>
                        <a:pt x="31363" y="8060"/>
                        <a:pt x="46303" y="4814"/>
                      </a:cubicBezTo>
                      <a:cubicBezTo>
                        <a:pt x="49049" y="4232"/>
                        <a:pt x="47884" y="-13"/>
                        <a:pt x="45137" y="570"/>
                      </a:cubicBezTo>
                      <a:lnTo>
                        <a:pt x="45137" y="5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2" name="Google Shape;2162;p57"/>
                <p:cNvSpPr/>
                <p:nvPr/>
              </p:nvSpPr>
              <p:spPr>
                <a:xfrm>
                  <a:off x="3871142" y="4067919"/>
                  <a:ext cx="188648" cy="67799"/>
                </a:xfrm>
                <a:custGeom>
                  <a:avLst/>
                  <a:gdLst/>
                  <a:ahLst/>
                  <a:cxnLst/>
                  <a:rect l="l" t="t" r="r" b="b"/>
                  <a:pathLst>
                    <a:path w="53103" h="19085" extrusionOk="0">
                      <a:moveTo>
                        <a:pt x="1003" y="4187"/>
                      </a:moveTo>
                      <a:cubicBezTo>
                        <a:pt x="16150" y="13800"/>
                        <a:pt x="33046" y="18793"/>
                        <a:pt x="50981" y="19085"/>
                      </a:cubicBezTo>
                      <a:cubicBezTo>
                        <a:pt x="53811" y="19126"/>
                        <a:pt x="53811" y="14715"/>
                        <a:pt x="50981" y="14673"/>
                      </a:cubicBezTo>
                      <a:cubicBezTo>
                        <a:pt x="33753" y="14382"/>
                        <a:pt x="17815" y="9597"/>
                        <a:pt x="3250" y="358"/>
                      </a:cubicBezTo>
                      <a:cubicBezTo>
                        <a:pt x="837" y="-1181"/>
                        <a:pt x="-1369" y="2647"/>
                        <a:pt x="1044" y="4145"/>
                      </a:cubicBezTo>
                      <a:lnTo>
                        <a:pt x="1044" y="41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3" name="Google Shape;2163;p57"/>
                <p:cNvSpPr/>
                <p:nvPr/>
              </p:nvSpPr>
              <p:spPr>
                <a:xfrm>
                  <a:off x="3877121" y="4130845"/>
                  <a:ext cx="195864" cy="55117"/>
                </a:xfrm>
                <a:custGeom>
                  <a:avLst/>
                  <a:gdLst/>
                  <a:ahLst/>
                  <a:cxnLst/>
                  <a:rect l="l" t="t" r="r" b="b"/>
                  <a:pathLst>
                    <a:path w="55134" h="15515" extrusionOk="0">
                      <a:moveTo>
                        <a:pt x="51087" y="1151"/>
                      </a:moveTo>
                      <a:cubicBezTo>
                        <a:pt x="47133" y="9974"/>
                        <a:pt x="33817" y="8517"/>
                        <a:pt x="25619" y="9183"/>
                      </a:cubicBezTo>
                      <a:cubicBezTo>
                        <a:pt x="17795" y="9807"/>
                        <a:pt x="9930" y="10473"/>
                        <a:pt x="2107" y="11097"/>
                      </a:cubicBezTo>
                      <a:cubicBezTo>
                        <a:pt x="-681" y="11347"/>
                        <a:pt x="-723" y="15716"/>
                        <a:pt x="2107" y="15508"/>
                      </a:cubicBezTo>
                      <a:cubicBezTo>
                        <a:pt x="14841" y="14468"/>
                        <a:pt x="27866" y="14135"/>
                        <a:pt x="40517" y="12304"/>
                      </a:cubicBezTo>
                      <a:cubicBezTo>
                        <a:pt x="46842" y="11389"/>
                        <a:pt x="52169" y="9474"/>
                        <a:pt x="54915" y="3357"/>
                      </a:cubicBezTo>
                      <a:cubicBezTo>
                        <a:pt x="56080" y="777"/>
                        <a:pt x="52293" y="-1429"/>
                        <a:pt x="51128" y="1151"/>
                      </a:cubicBezTo>
                      <a:lnTo>
                        <a:pt x="51128" y="115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4" name="Google Shape;2164;p57"/>
                <p:cNvSpPr/>
                <p:nvPr/>
              </p:nvSpPr>
              <p:spPr>
                <a:xfrm>
                  <a:off x="3867489" y="4192476"/>
                  <a:ext cx="166676" cy="56797"/>
                </a:xfrm>
                <a:custGeom>
                  <a:avLst/>
                  <a:gdLst/>
                  <a:ahLst/>
                  <a:cxnLst/>
                  <a:rect l="l" t="t" r="r" b="b"/>
                  <a:pathLst>
                    <a:path w="46918" h="15988" extrusionOk="0">
                      <a:moveTo>
                        <a:pt x="992" y="4224"/>
                      </a:moveTo>
                      <a:cubicBezTo>
                        <a:pt x="13933" y="13380"/>
                        <a:pt x="29081" y="17333"/>
                        <a:pt x="44811" y="15585"/>
                      </a:cubicBezTo>
                      <a:cubicBezTo>
                        <a:pt x="47600" y="15294"/>
                        <a:pt x="47641" y="10883"/>
                        <a:pt x="44811" y="11174"/>
                      </a:cubicBezTo>
                      <a:cubicBezTo>
                        <a:pt x="29705" y="12839"/>
                        <a:pt x="15598" y="9177"/>
                        <a:pt x="3197" y="396"/>
                      </a:cubicBezTo>
                      <a:cubicBezTo>
                        <a:pt x="867" y="-1227"/>
                        <a:pt x="-1339" y="2560"/>
                        <a:pt x="992" y="4183"/>
                      </a:cubicBezTo>
                      <a:lnTo>
                        <a:pt x="992" y="41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5" name="Google Shape;2165;p57"/>
                <p:cNvSpPr/>
                <p:nvPr/>
              </p:nvSpPr>
              <p:spPr>
                <a:xfrm>
                  <a:off x="3891101" y="4252459"/>
                  <a:ext cx="150001" cy="29447"/>
                </a:xfrm>
                <a:custGeom>
                  <a:avLst/>
                  <a:gdLst/>
                  <a:ahLst/>
                  <a:cxnLst/>
                  <a:rect l="l" t="t" r="r" b="b"/>
                  <a:pathLst>
                    <a:path w="42224" h="8289" extrusionOk="0">
                      <a:moveTo>
                        <a:pt x="39491" y="21"/>
                      </a:moveTo>
                      <a:cubicBezTo>
                        <a:pt x="27174" y="2809"/>
                        <a:pt x="14773" y="4057"/>
                        <a:pt x="2122" y="3849"/>
                      </a:cubicBezTo>
                      <a:cubicBezTo>
                        <a:pt x="-707" y="3808"/>
                        <a:pt x="-707" y="8177"/>
                        <a:pt x="2122" y="8260"/>
                      </a:cubicBezTo>
                      <a:cubicBezTo>
                        <a:pt x="15147" y="8510"/>
                        <a:pt x="27965" y="7178"/>
                        <a:pt x="40657" y="4307"/>
                      </a:cubicBezTo>
                      <a:cubicBezTo>
                        <a:pt x="43403" y="3683"/>
                        <a:pt x="42238" y="-562"/>
                        <a:pt x="39491" y="62"/>
                      </a:cubicBezTo>
                      <a:lnTo>
                        <a:pt x="39491" y="6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6" name="Google Shape;2166;p57"/>
                <p:cNvSpPr/>
                <p:nvPr/>
              </p:nvSpPr>
              <p:spPr>
                <a:xfrm>
                  <a:off x="3906910" y="4325816"/>
                  <a:ext cx="121421" cy="37646"/>
                </a:xfrm>
                <a:custGeom>
                  <a:avLst/>
                  <a:gdLst/>
                  <a:ahLst/>
                  <a:cxnLst/>
                  <a:rect l="l" t="t" r="r" b="b"/>
                  <a:pathLst>
                    <a:path w="34179" h="10597" extrusionOk="0">
                      <a:moveTo>
                        <a:pt x="29879" y="1496"/>
                      </a:moveTo>
                      <a:cubicBezTo>
                        <a:pt x="28672" y="5574"/>
                        <a:pt x="18435" y="5532"/>
                        <a:pt x="15480" y="5824"/>
                      </a:cubicBezTo>
                      <a:cubicBezTo>
                        <a:pt x="11028" y="6240"/>
                        <a:pt x="6575" y="6281"/>
                        <a:pt x="2122" y="6115"/>
                      </a:cubicBezTo>
                      <a:cubicBezTo>
                        <a:pt x="-707" y="6032"/>
                        <a:pt x="-707" y="10443"/>
                        <a:pt x="2122" y="10526"/>
                      </a:cubicBezTo>
                      <a:cubicBezTo>
                        <a:pt x="9863" y="10776"/>
                        <a:pt x="17686" y="10401"/>
                        <a:pt x="25301" y="8903"/>
                      </a:cubicBezTo>
                      <a:cubicBezTo>
                        <a:pt x="29338" y="8112"/>
                        <a:pt x="32834" y="6906"/>
                        <a:pt x="34082" y="2703"/>
                      </a:cubicBezTo>
                      <a:cubicBezTo>
                        <a:pt x="34873" y="-2"/>
                        <a:pt x="30628" y="-1167"/>
                        <a:pt x="29837" y="1538"/>
                      </a:cubicBezTo>
                      <a:lnTo>
                        <a:pt x="29837" y="153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7" name="Google Shape;2167;p57"/>
                <p:cNvSpPr/>
                <p:nvPr/>
              </p:nvSpPr>
              <p:spPr>
                <a:xfrm>
                  <a:off x="3906580" y="4378500"/>
                  <a:ext cx="189718" cy="34537"/>
                </a:xfrm>
                <a:custGeom>
                  <a:avLst/>
                  <a:gdLst/>
                  <a:ahLst/>
                  <a:cxnLst/>
                  <a:rect l="l" t="t" r="r" b="b"/>
                  <a:pathLst>
                    <a:path w="53404" h="9722" extrusionOk="0">
                      <a:moveTo>
                        <a:pt x="1508" y="4384"/>
                      </a:moveTo>
                      <a:cubicBezTo>
                        <a:pt x="17945" y="10210"/>
                        <a:pt x="34757" y="11250"/>
                        <a:pt x="51819" y="7588"/>
                      </a:cubicBezTo>
                      <a:cubicBezTo>
                        <a:pt x="54607" y="7006"/>
                        <a:pt x="53400" y="2761"/>
                        <a:pt x="50654" y="3344"/>
                      </a:cubicBezTo>
                      <a:cubicBezTo>
                        <a:pt x="34341" y="6839"/>
                        <a:pt x="18403" y="5716"/>
                        <a:pt x="2673" y="140"/>
                      </a:cubicBezTo>
                      <a:cubicBezTo>
                        <a:pt x="10" y="-817"/>
                        <a:pt x="-1156" y="3427"/>
                        <a:pt x="1508" y="4384"/>
                      </a:cubicBezTo>
                      <a:lnTo>
                        <a:pt x="1508" y="438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8" name="Google Shape;2168;p57"/>
                <p:cNvSpPr/>
                <p:nvPr/>
              </p:nvSpPr>
              <p:spPr>
                <a:xfrm>
                  <a:off x="3892727" y="4438750"/>
                  <a:ext cx="165038" cy="37998"/>
                </a:xfrm>
                <a:custGeom>
                  <a:avLst/>
                  <a:gdLst/>
                  <a:ahLst/>
                  <a:cxnLst/>
                  <a:rect l="l" t="t" r="r" b="b"/>
                  <a:pathLst>
                    <a:path w="46457" h="10696" extrusionOk="0">
                      <a:moveTo>
                        <a:pt x="43278" y="396"/>
                      </a:moveTo>
                      <a:cubicBezTo>
                        <a:pt x="32833" y="7720"/>
                        <a:pt x="14399" y="6388"/>
                        <a:pt x="2122" y="5889"/>
                      </a:cubicBezTo>
                      <a:cubicBezTo>
                        <a:pt x="-707" y="5764"/>
                        <a:pt x="-707" y="10175"/>
                        <a:pt x="2122" y="10300"/>
                      </a:cubicBezTo>
                      <a:cubicBezTo>
                        <a:pt x="15065" y="10841"/>
                        <a:pt x="34290" y="12006"/>
                        <a:pt x="45484" y="4183"/>
                      </a:cubicBezTo>
                      <a:cubicBezTo>
                        <a:pt x="47773" y="2560"/>
                        <a:pt x="45609" y="-1227"/>
                        <a:pt x="43278" y="396"/>
                      </a:cubicBezTo>
                      <a:lnTo>
                        <a:pt x="43278" y="39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9" name="Google Shape;2169;p57"/>
                <p:cNvSpPr/>
                <p:nvPr/>
              </p:nvSpPr>
              <p:spPr>
                <a:xfrm>
                  <a:off x="3909324" y="4513481"/>
                  <a:ext cx="191540" cy="32580"/>
                </a:xfrm>
                <a:custGeom>
                  <a:avLst/>
                  <a:gdLst/>
                  <a:ahLst/>
                  <a:cxnLst/>
                  <a:rect l="l" t="t" r="r" b="b"/>
                  <a:pathLst>
                    <a:path w="53917" h="9171" extrusionOk="0">
                      <a:moveTo>
                        <a:pt x="1567" y="4315"/>
                      </a:moveTo>
                      <a:cubicBezTo>
                        <a:pt x="18130" y="8269"/>
                        <a:pt x="34775" y="9808"/>
                        <a:pt x="51795" y="8934"/>
                      </a:cubicBezTo>
                      <a:cubicBezTo>
                        <a:pt x="54625" y="8809"/>
                        <a:pt x="54625" y="4398"/>
                        <a:pt x="51795" y="4523"/>
                      </a:cubicBezTo>
                      <a:cubicBezTo>
                        <a:pt x="35191" y="5356"/>
                        <a:pt x="18920" y="3899"/>
                        <a:pt x="2732" y="71"/>
                      </a:cubicBezTo>
                      <a:cubicBezTo>
                        <a:pt x="-14" y="-595"/>
                        <a:pt x="-1179" y="3649"/>
                        <a:pt x="1567" y="4315"/>
                      </a:cubicBezTo>
                      <a:lnTo>
                        <a:pt x="1567" y="431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0" name="Google Shape;2170;p57"/>
                <p:cNvSpPr/>
                <p:nvPr/>
              </p:nvSpPr>
              <p:spPr>
                <a:xfrm>
                  <a:off x="3922914" y="4575943"/>
                  <a:ext cx="143201" cy="30061"/>
                </a:xfrm>
                <a:custGeom>
                  <a:avLst/>
                  <a:gdLst/>
                  <a:ahLst/>
                  <a:cxnLst/>
                  <a:rect l="l" t="t" r="r" b="b"/>
                  <a:pathLst>
                    <a:path w="40310" h="8462" extrusionOk="0">
                      <a:moveTo>
                        <a:pt x="1567" y="4324"/>
                      </a:moveTo>
                      <a:cubicBezTo>
                        <a:pt x="13636" y="7403"/>
                        <a:pt x="25745" y="8777"/>
                        <a:pt x="38188" y="8402"/>
                      </a:cubicBezTo>
                      <a:cubicBezTo>
                        <a:pt x="41018" y="8319"/>
                        <a:pt x="41018" y="3908"/>
                        <a:pt x="38188" y="3991"/>
                      </a:cubicBezTo>
                      <a:cubicBezTo>
                        <a:pt x="26162" y="4324"/>
                        <a:pt x="14426" y="3034"/>
                        <a:pt x="2733" y="79"/>
                      </a:cubicBezTo>
                      <a:cubicBezTo>
                        <a:pt x="-14" y="-628"/>
                        <a:pt x="-1179" y="3617"/>
                        <a:pt x="1567" y="4324"/>
                      </a:cubicBezTo>
                      <a:lnTo>
                        <a:pt x="1567" y="432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1" name="Google Shape;2171;p57"/>
                <p:cNvSpPr/>
                <p:nvPr/>
              </p:nvSpPr>
              <p:spPr>
                <a:xfrm>
                  <a:off x="3894211" y="4641880"/>
                  <a:ext cx="146587" cy="30477"/>
                </a:xfrm>
                <a:custGeom>
                  <a:avLst/>
                  <a:gdLst/>
                  <a:ahLst/>
                  <a:cxnLst/>
                  <a:rect l="l" t="t" r="r" b="b"/>
                  <a:pathLst>
                    <a:path w="41263" h="8579" extrusionOk="0">
                      <a:moveTo>
                        <a:pt x="1538" y="4352"/>
                      </a:moveTo>
                      <a:cubicBezTo>
                        <a:pt x="13855" y="8181"/>
                        <a:pt x="26339" y="9429"/>
                        <a:pt x="39156" y="8014"/>
                      </a:cubicBezTo>
                      <a:cubicBezTo>
                        <a:pt x="41945" y="7723"/>
                        <a:pt x="41986" y="3312"/>
                        <a:pt x="39156" y="3603"/>
                      </a:cubicBezTo>
                      <a:cubicBezTo>
                        <a:pt x="26755" y="4976"/>
                        <a:pt x="14646" y="3811"/>
                        <a:pt x="2703" y="108"/>
                      </a:cubicBezTo>
                      <a:cubicBezTo>
                        <a:pt x="-2" y="-725"/>
                        <a:pt x="-1168" y="3520"/>
                        <a:pt x="1538" y="4352"/>
                      </a:cubicBezTo>
                      <a:lnTo>
                        <a:pt x="1538" y="435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2" name="Google Shape;2172;p57"/>
                <p:cNvSpPr/>
                <p:nvPr/>
              </p:nvSpPr>
              <p:spPr>
                <a:xfrm>
                  <a:off x="3923535" y="4735980"/>
                  <a:ext cx="141116" cy="34715"/>
                </a:xfrm>
                <a:custGeom>
                  <a:avLst/>
                  <a:gdLst/>
                  <a:ahLst/>
                  <a:cxnLst/>
                  <a:rect l="l" t="t" r="r" b="b"/>
                  <a:pathLst>
                    <a:path w="39723" h="9772" extrusionOk="0">
                      <a:moveTo>
                        <a:pt x="1143" y="4021"/>
                      </a:moveTo>
                      <a:cubicBezTo>
                        <a:pt x="12961" y="9556"/>
                        <a:pt x="25362" y="11096"/>
                        <a:pt x="38138" y="8640"/>
                      </a:cubicBezTo>
                      <a:cubicBezTo>
                        <a:pt x="40926" y="8099"/>
                        <a:pt x="39719" y="3855"/>
                        <a:pt x="36973" y="4396"/>
                      </a:cubicBezTo>
                      <a:cubicBezTo>
                        <a:pt x="25446" y="6601"/>
                        <a:pt x="14002" y="5186"/>
                        <a:pt x="3348" y="234"/>
                      </a:cubicBezTo>
                      <a:cubicBezTo>
                        <a:pt x="810" y="-972"/>
                        <a:pt x="-1437" y="2815"/>
                        <a:pt x="1143" y="4021"/>
                      </a:cubicBezTo>
                      <a:lnTo>
                        <a:pt x="1143" y="402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3" name="Google Shape;2173;p57"/>
                <p:cNvSpPr/>
                <p:nvPr/>
              </p:nvSpPr>
              <p:spPr>
                <a:xfrm>
                  <a:off x="3938673" y="4790372"/>
                  <a:ext cx="150683" cy="26626"/>
                </a:xfrm>
                <a:custGeom>
                  <a:avLst/>
                  <a:gdLst/>
                  <a:ahLst/>
                  <a:cxnLst/>
                  <a:rect l="l" t="t" r="r" b="b"/>
                  <a:pathLst>
                    <a:path w="42416" h="7495" extrusionOk="0">
                      <a:moveTo>
                        <a:pt x="2122" y="5929"/>
                      </a:moveTo>
                      <a:cubicBezTo>
                        <a:pt x="11319" y="6386"/>
                        <a:pt x="20557" y="6844"/>
                        <a:pt x="29754" y="7260"/>
                      </a:cubicBezTo>
                      <a:cubicBezTo>
                        <a:pt x="34623" y="7510"/>
                        <a:pt x="39825" y="8467"/>
                        <a:pt x="42197" y="3349"/>
                      </a:cubicBezTo>
                      <a:cubicBezTo>
                        <a:pt x="43362" y="810"/>
                        <a:pt x="39575" y="-1437"/>
                        <a:pt x="38410" y="1143"/>
                      </a:cubicBezTo>
                      <a:cubicBezTo>
                        <a:pt x="36537" y="5221"/>
                        <a:pt x="23096" y="2558"/>
                        <a:pt x="19600" y="2391"/>
                      </a:cubicBezTo>
                      <a:cubicBezTo>
                        <a:pt x="13774" y="2100"/>
                        <a:pt x="7948" y="1809"/>
                        <a:pt x="2122" y="1518"/>
                      </a:cubicBezTo>
                      <a:cubicBezTo>
                        <a:pt x="-707" y="1393"/>
                        <a:pt x="-707" y="5762"/>
                        <a:pt x="2122" y="5929"/>
                      </a:cubicBezTo>
                      <a:lnTo>
                        <a:pt x="2122" y="592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174" name="Google Shape;2174;p57"/>
            <p:cNvGrpSpPr/>
            <p:nvPr/>
          </p:nvGrpSpPr>
          <p:grpSpPr>
            <a:xfrm>
              <a:off x="2922851" y="1372874"/>
              <a:ext cx="699160" cy="749607"/>
              <a:chOff x="2922851" y="1372874"/>
              <a:chExt cx="699160" cy="749607"/>
            </a:xfrm>
          </p:grpSpPr>
          <p:sp>
            <p:nvSpPr>
              <p:cNvPr id="2175" name="Google Shape;2175;p57"/>
              <p:cNvSpPr/>
              <p:nvPr/>
            </p:nvSpPr>
            <p:spPr>
              <a:xfrm>
                <a:off x="3458570" y="1372874"/>
                <a:ext cx="163441"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6" name="Google Shape;2176;p57"/>
              <p:cNvSpPr/>
              <p:nvPr/>
            </p:nvSpPr>
            <p:spPr>
              <a:xfrm>
                <a:off x="3282195" y="1912217"/>
                <a:ext cx="118099"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7" name="Google Shape;2177;p57"/>
              <p:cNvSpPr/>
              <p:nvPr/>
            </p:nvSpPr>
            <p:spPr>
              <a:xfrm>
                <a:off x="2922851" y="1510850"/>
                <a:ext cx="210347" cy="372758"/>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178" name="Google Shape;2178;p57"/>
            <p:cNvSpPr/>
            <p:nvPr/>
          </p:nvSpPr>
          <p:spPr>
            <a:xfrm>
              <a:off x="2460757" y="4470574"/>
              <a:ext cx="434556" cy="432332"/>
            </a:xfrm>
            <a:custGeom>
              <a:avLst/>
              <a:gdLst/>
              <a:ahLst/>
              <a:cxnLst/>
              <a:rect l="l" t="t" r="r" b="b"/>
              <a:pathLst>
                <a:path w="122324" h="121698" extrusionOk="0">
                  <a:moveTo>
                    <a:pt x="64200" y="2464"/>
                  </a:moveTo>
                  <a:cubicBezTo>
                    <a:pt x="64991" y="-1198"/>
                    <a:pt x="70359" y="-615"/>
                    <a:pt x="70359" y="3130"/>
                  </a:cubicBezTo>
                  <a:cubicBezTo>
                    <a:pt x="70359" y="6501"/>
                    <a:pt x="74936" y="7458"/>
                    <a:pt x="76310" y="4379"/>
                  </a:cubicBezTo>
                  <a:cubicBezTo>
                    <a:pt x="77808" y="966"/>
                    <a:pt x="82968" y="2631"/>
                    <a:pt x="82177" y="6293"/>
                  </a:cubicBezTo>
                  <a:cubicBezTo>
                    <a:pt x="81470" y="9581"/>
                    <a:pt x="85756" y="11495"/>
                    <a:pt x="87712" y="8748"/>
                  </a:cubicBezTo>
                  <a:cubicBezTo>
                    <a:pt x="89917" y="5710"/>
                    <a:pt x="94578" y="8415"/>
                    <a:pt x="93038" y="11828"/>
                  </a:cubicBezTo>
                  <a:cubicBezTo>
                    <a:pt x="91665" y="14907"/>
                    <a:pt x="95452" y="17654"/>
                    <a:pt x="97949" y="15406"/>
                  </a:cubicBezTo>
                  <a:cubicBezTo>
                    <a:pt x="100737" y="12910"/>
                    <a:pt x="104732" y="16530"/>
                    <a:pt x="102527" y="19526"/>
                  </a:cubicBezTo>
                  <a:cubicBezTo>
                    <a:pt x="100571" y="22231"/>
                    <a:pt x="103692" y="25727"/>
                    <a:pt x="106605" y="24021"/>
                  </a:cubicBezTo>
                  <a:cubicBezTo>
                    <a:pt x="109851" y="22148"/>
                    <a:pt x="113013" y="26518"/>
                    <a:pt x="110225" y="29014"/>
                  </a:cubicBezTo>
                  <a:cubicBezTo>
                    <a:pt x="107728" y="31261"/>
                    <a:pt x="110059" y="35298"/>
                    <a:pt x="113263" y="34258"/>
                  </a:cubicBezTo>
                  <a:cubicBezTo>
                    <a:pt x="116800" y="33092"/>
                    <a:pt x="119006" y="38044"/>
                    <a:pt x="115760" y="39917"/>
                  </a:cubicBezTo>
                  <a:cubicBezTo>
                    <a:pt x="112847" y="41582"/>
                    <a:pt x="114303" y="46035"/>
                    <a:pt x="117633" y="45702"/>
                  </a:cubicBezTo>
                  <a:cubicBezTo>
                    <a:pt x="121336" y="45327"/>
                    <a:pt x="122460" y="50612"/>
                    <a:pt x="118923" y="51736"/>
                  </a:cubicBezTo>
                  <a:cubicBezTo>
                    <a:pt x="115718" y="52776"/>
                    <a:pt x="116218" y="57437"/>
                    <a:pt x="119547" y="57769"/>
                  </a:cubicBezTo>
                  <a:cubicBezTo>
                    <a:pt x="123250" y="58144"/>
                    <a:pt x="123250" y="63554"/>
                    <a:pt x="119547" y="63929"/>
                  </a:cubicBezTo>
                  <a:cubicBezTo>
                    <a:pt x="116218" y="64262"/>
                    <a:pt x="115718" y="68922"/>
                    <a:pt x="118923" y="69963"/>
                  </a:cubicBezTo>
                  <a:cubicBezTo>
                    <a:pt x="122460" y="71128"/>
                    <a:pt x="121336" y="76413"/>
                    <a:pt x="117633" y="75996"/>
                  </a:cubicBezTo>
                  <a:cubicBezTo>
                    <a:pt x="114303" y="75622"/>
                    <a:pt x="112847" y="80116"/>
                    <a:pt x="115760" y="81781"/>
                  </a:cubicBezTo>
                  <a:cubicBezTo>
                    <a:pt x="119006" y="83654"/>
                    <a:pt x="116800" y="88564"/>
                    <a:pt x="113263" y="87440"/>
                  </a:cubicBezTo>
                  <a:cubicBezTo>
                    <a:pt x="110059" y="86400"/>
                    <a:pt x="107728" y="90478"/>
                    <a:pt x="110225" y="92684"/>
                  </a:cubicBezTo>
                  <a:cubicBezTo>
                    <a:pt x="113013" y="95181"/>
                    <a:pt x="109809" y="99550"/>
                    <a:pt x="106605" y="97677"/>
                  </a:cubicBezTo>
                  <a:cubicBezTo>
                    <a:pt x="103692" y="96013"/>
                    <a:pt x="100571" y="99467"/>
                    <a:pt x="102527" y="102172"/>
                  </a:cubicBezTo>
                  <a:cubicBezTo>
                    <a:pt x="104732" y="105168"/>
                    <a:pt x="100696" y="108788"/>
                    <a:pt x="97949" y="106292"/>
                  </a:cubicBezTo>
                  <a:cubicBezTo>
                    <a:pt x="95452" y="104045"/>
                    <a:pt x="91665" y="106791"/>
                    <a:pt x="93038" y="109870"/>
                  </a:cubicBezTo>
                  <a:cubicBezTo>
                    <a:pt x="94578" y="113283"/>
                    <a:pt x="89876" y="115988"/>
                    <a:pt x="87712" y="112950"/>
                  </a:cubicBezTo>
                  <a:cubicBezTo>
                    <a:pt x="85756" y="110245"/>
                    <a:pt x="81470" y="112159"/>
                    <a:pt x="82177" y="115405"/>
                  </a:cubicBezTo>
                  <a:cubicBezTo>
                    <a:pt x="82968" y="119067"/>
                    <a:pt x="77808" y="120732"/>
                    <a:pt x="76310" y="117319"/>
                  </a:cubicBezTo>
                  <a:cubicBezTo>
                    <a:pt x="74936" y="114240"/>
                    <a:pt x="70359" y="115239"/>
                    <a:pt x="70359" y="118568"/>
                  </a:cubicBezTo>
                  <a:cubicBezTo>
                    <a:pt x="70359" y="122313"/>
                    <a:pt x="64991" y="122854"/>
                    <a:pt x="64200" y="119234"/>
                  </a:cubicBezTo>
                  <a:cubicBezTo>
                    <a:pt x="63493" y="115946"/>
                    <a:pt x="58832" y="115946"/>
                    <a:pt x="58124" y="119234"/>
                  </a:cubicBezTo>
                  <a:cubicBezTo>
                    <a:pt x="57334" y="122896"/>
                    <a:pt x="51965" y="122313"/>
                    <a:pt x="51965" y="118568"/>
                  </a:cubicBezTo>
                  <a:cubicBezTo>
                    <a:pt x="51965" y="115197"/>
                    <a:pt x="47388" y="114240"/>
                    <a:pt x="46015" y="117319"/>
                  </a:cubicBezTo>
                  <a:cubicBezTo>
                    <a:pt x="44517" y="120732"/>
                    <a:pt x="39357" y="119067"/>
                    <a:pt x="40147" y="115405"/>
                  </a:cubicBezTo>
                  <a:cubicBezTo>
                    <a:pt x="40855" y="112118"/>
                    <a:pt x="36568" y="110203"/>
                    <a:pt x="34613" y="112950"/>
                  </a:cubicBezTo>
                  <a:cubicBezTo>
                    <a:pt x="32407" y="115988"/>
                    <a:pt x="27746" y="113283"/>
                    <a:pt x="29286" y="109870"/>
                  </a:cubicBezTo>
                  <a:cubicBezTo>
                    <a:pt x="30659" y="106791"/>
                    <a:pt x="26873" y="104045"/>
                    <a:pt x="24375" y="106292"/>
                  </a:cubicBezTo>
                  <a:cubicBezTo>
                    <a:pt x="21587" y="108788"/>
                    <a:pt x="17592" y="105168"/>
                    <a:pt x="19798" y="102172"/>
                  </a:cubicBezTo>
                  <a:cubicBezTo>
                    <a:pt x="21754" y="99467"/>
                    <a:pt x="18632" y="95971"/>
                    <a:pt x="15720" y="97677"/>
                  </a:cubicBezTo>
                  <a:cubicBezTo>
                    <a:pt x="12474" y="99550"/>
                    <a:pt x="9311" y="95181"/>
                    <a:pt x="12099" y="92684"/>
                  </a:cubicBezTo>
                  <a:cubicBezTo>
                    <a:pt x="14596" y="90437"/>
                    <a:pt x="12266" y="86400"/>
                    <a:pt x="9062" y="87440"/>
                  </a:cubicBezTo>
                  <a:cubicBezTo>
                    <a:pt x="5524" y="88606"/>
                    <a:pt x="3319" y="83654"/>
                    <a:pt x="6565" y="81781"/>
                  </a:cubicBezTo>
                  <a:cubicBezTo>
                    <a:pt x="9478" y="80116"/>
                    <a:pt x="8021" y="75664"/>
                    <a:pt x="4692" y="75996"/>
                  </a:cubicBezTo>
                  <a:cubicBezTo>
                    <a:pt x="988" y="76371"/>
                    <a:pt x="-136" y="71086"/>
                    <a:pt x="3402" y="69963"/>
                  </a:cubicBezTo>
                  <a:cubicBezTo>
                    <a:pt x="6606" y="68922"/>
                    <a:pt x="6107" y="64262"/>
                    <a:pt x="2778" y="63929"/>
                  </a:cubicBezTo>
                  <a:cubicBezTo>
                    <a:pt x="-926" y="63554"/>
                    <a:pt x="-926" y="58144"/>
                    <a:pt x="2778" y="57769"/>
                  </a:cubicBezTo>
                  <a:cubicBezTo>
                    <a:pt x="6107" y="57437"/>
                    <a:pt x="6606" y="52776"/>
                    <a:pt x="3402" y="51736"/>
                  </a:cubicBezTo>
                  <a:cubicBezTo>
                    <a:pt x="-136" y="50570"/>
                    <a:pt x="988" y="45285"/>
                    <a:pt x="4692" y="45702"/>
                  </a:cubicBezTo>
                  <a:cubicBezTo>
                    <a:pt x="8021" y="46035"/>
                    <a:pt x="9478" y="41582"/>
                    <a:pt x="6565" y="39917"/>
                  </a:cubicBezTo>
                  <a:cubicBezTo>
                    <a:pt x="3319" y="38044"/>
                    <a:pt x="5524" y="33134"/>
                    <a:pt x="9062" y="34258"/>
                  </a:cubicBezTo>
                  <a:cubicBezTo>
                    <a:pt x="12266" y="35298"/>
                    <a:pt x="14596" y="31261"/>
                    <a:pt x="12099" y="29014"/>
                  </a:cubicBezTo>
                  <a:cubicBezTo>
                    <a:pt x="9311" y="26518"/>
                    <a:pt x="12515" y="22148"/>
                    <a:pt x="15720" y="24021"/>
                  </a:cubicBezTo>
                  <a:cubicBezTo>
                    <a:pt x="18632" y="25685"/>
                    <a:pt x="21754" y="22231"/>
                    <a:pt x="19798" y="19526"/>
                  </a:cubicBezTo>
                  <a:cubicBezTo>
                    <a:pt x="17592" y="16530"/>
                    <a:pt x="21629" y="12910"/>
                    <a:pt x="24375" y="15406"/>
                  </a:cubicBezTo>
                  <a:cubicBezTo>
                    <a:pt x="26873" y="17654"/>
                    <a:pt x="30659" y="14907"/>
                    <a:pt x="29286" y="11828"/>
                  </a:cubicBezTo>
                  <a:cubicBezTo>
                    <a:pt x="27746" y="8415"/>
                    <a:pt x="32449" y="5710"/>
                    <a:pt x="34613" y="8748"/>
                  </a:cubicBezTo>
                  <a:cubicBezTo>
                    <a:pt x="36568" y="11453"/>
                    <a:pt x="40855" y="9539"/>
                    <a:pt x="40147" y="6293"/>
                  </a:cubicBezTo>
                  <a:cubicBezTo>
                    <a:pt x="39357" y="2631"/>
                    <a:pt x="44517" y="966"/>
                    <a:pt x="46015" y="4379"/>
                  </a:cubicBezTo>
                  <a:cubicBezTo>
                    <a:pt x="47388" y="7458"/>
                    <a:pt x="51965" y="6459"/>
                    <a:pt x="51965" y="3130"/>
                  </a:cubicBezTo>
                  <a:cubicBezTo>
                    <a:pt x="51965" y="-615"/>
                    <a:pt x="57334" y="-1156"/>
                    <a:pt x="58124" y="2464"/>
                  </a:cubicBezTo>
                  <a:cubicBezTo>
                    <a:pt x="58832" y="5752"/>
                    <a:pt x="63493" y="5752"/>
                    <a:pt x="64200" y="246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74">
          <a:extLst>
            <a:ext uri="{FF2B5EF4-FFF2-40B4-BE49-F238E27FC236}">
              <a16:creationId xmlns:a16="http://schemas.microsoft.com/office/drawing/2014/main" id="{A228FFAA-89FE-0FF9-E3F5-5C6DA9851F3B}"/>
            </a:ext>
          </a:extLst>
        </p:cNvPr>
        <p:cNvGrpSpPr/>
        <p:nvPr/>
      </p:nvGrpSpPr>
      <p:grpSpPr>
        <a:xfrm>
          <a:off x="0" y="0"/>
          <a:ext cx="0" cy="0"/>
          <a:chOff x="0" y="0"/>
          <a:chExt cx="0" cy="0"/>
        </a:xfrm>
      </p:grpSpPr>
      <p:sp>
        <p:nvSpPr>
          <p:cNvPr id="2075" name="Google Shape;2075;p57">
            <a:extLst>
              <a:ext uri="{FF2B5EF4-FFF2-40B4-BE49-F238E27FC236}">
                <a16:creationId xmlns:a16="http://schemas.microsoft.com/office/drawing/2014/main" id="{ED0BA399-BC2B-CDBE-4819-DCF58B2ED290}"/>
              </a:ext>
            </a:extLst>
          </p:cNvPr>
          <p:cNvSpPr txBox="1">
            <a:spLocks noGrp="1"/>
          </p:cNvSpPr>
          <p:nvPr>
            <p:ph type="subTitle" idx="4294967295"/>
          </p:nvPr>
        </p:nvSpPr>
        <p:spPr>
          <a:xfrm>
            <a:off x="1744601" y="1206248"/>
            <a:ext cx="5638035" cy="2232133"/>
          </a:xfrm>
          <a:prstGeom prst="rect">
            <a:avLst/>
          </a:prstGeom>
        </p:spPr>
        <p:txBody>
          <a:bodyPr spcFirstLastPara="1" wrap="square" lIns="91425" tIns="91425" rIns="91425" bIns="91425" anchor="t" anchorCtr="0">
            <a:noAutofit/>
          </a:bodyPr>
          <a:lstStyle/>
          <a:p>
            <a:pPr marL="0" lvl="0" indent="0">
              <a:buNone/>
            </a:pPr>
            <a:r>
              <a:rPr lang="en-US" dirty="0"/>
              <a:t>Not all 614 fields are equal </a:t>
            </a:r>
          </a:p>
          <a:p>
            <a:pPr marL="0" lvl="0" indent="0">
              <a:buNone/>
            </a:pPr>
            <a:endParaRPr lang="en-US" dirty="0"/>
          </a:p>
          <a:p>
            <a:pPr marL="285750" indent="-285750">
              <a:buFont typeface="Arial" panose="020B0604020202020204" pitchFamily="34" charset="0"/>
              <a:buChar char="•"/>
            </a:pPr>
            <a:r>
              <a:rPr lang="en-US" dirty="0"/>
              <a:t>Therefore, identified TOP 40 CRITICAL fields</a:t>
            </a:r>
          </a:p>
          <a:p>
            <a:pPr marL="285750" indent="-285750">
              <a:buFont typeface="Arial" panose="020B0604020202020204" pitchFamily="34" charset="0"/>
              <a:buChar char="•"/>
            </a:pPr>
            <a:r>
              <a:rPr lang="en-US" dirty="0"/>
              <a:t>These are the "must-haves" for immediate implementation </a:t>
            </a:r>
          </a:p>
          <a:p>
            <a:pPr marL="285750" indent="-285750">
              <a:buFont typeface="Arial" panose="020B0604020202020204" pitchFamily="34" charset="0"/>
              <a:buChar char="•"/>
            </a:pPr>
            <a:r>
              <a:rPr lang="en-US" dirty="0"/>
              <a:t>Examples: - Pet Age, Breed, Pre-existing Conditions</a:t>
            </a:r>
          </a:p>
          <a:p>
            <a:pPr marL="0" lvl="0" indent="0">
              <a:buNone/>
            </a:pPr>
            <a:endParaRPr lang="en-US" dirty="0"/>
          </a:p>
          <a:p>
            <a:pPr marL="0" lvl="0" indent="0">
              <a:buNone/>
            </a:pPr>
            <a:endParaRPr lang="en-US" dirty="0"/>
          </a:p>
          <a:p>
            <a:pPr marL="0" lvl="0" indent="0">
              <a:buNone/>
            </a:pPr>
            <a:r>
              <a:rPr lang="en-US" i="1" dirty="0"/>
              <a:t>Available in master_data_dictionary_highlighted.xlsx</a:t>
            </a:r>
            <a:endParaRPr i="1" dirty="0"/>
          </a:p>
        </p:txBody>
      </p:sp>
      <p:sp>
        <p:nvSpPr>
          <p:cNvPr id="2076" name="Google Shape;2076;p57">
            <a:extLst>
              <a:ext uri="{FF2B5EF4-FFF2-40B4-BE49-F238E27FC236}">
                <a16:creationId xmlns:a16="http://schemas.microsoft.com/office/drawing/2014/main" id="{FF64689E-088C-D24F-7AA3-213B860C5E7F}"/>
              </a:ext>
            </a:extLst>
          </p:cNvPr>
          <p:cNvSpPr txBox="1">
            <a:spLocks noGrp="1"/>
          </p:cNvSpPr>
          <p:nvPr>
            <p:ph type="title" idx="4294967295"/>
          </p:nvPr>
        </p:nvSpPr>
        <p:spPr>
          <a:xfrm>
            <a:off x="879257" y="115649"/>
            <a:ext cx="7713805" cy="1018829"/>
          </a:xfrm>
          <a:prstGeom prst="rect">
            <a:avLst/>
          </a:prstGeom>
        </p:spPr>
        <p:txBody>
          <a:bodyPr spcFirstLastPara="1" wrap="square" lIns="91425" tIns="91425" rIns="91425" bIns="91425" anchor="b" anchorCtr="0">
            <a:noAutofit/>
          </a:bodyPr>
          <a:lstStyle/>
          <a:p>
            <a:pPr lvl="0" algn="ctr"/>
            <a:r>
              <a:rPr lang="en-US" b="1" dirty="0"/>
              <a:t>THE CRITICAL 40</a:t>
            </a:r>
            <a:br>
              <a:rPr lang="en-US" dirty="0"/>
            </a:br>
            <a:r>
              <a:rPr lang="en-US" sz="2400" dirty="0"/>
              <a:t>Priority Implementation Roadmap</a:t>
            </a:r>
          </a:p>
        </p:txBody>
      </p:sp>
      <p:grpSp>
        <p:nvGrpSpPr>
          <p:cNvPr id="2081" name="Google Shape;2081;p57">
            <a:extLst>
              <a:ext uri="{FF2B5EF4-FFF2-40B4-BE49-F238E27FC236}">
                <a16:creationId xmlns:a16="http://schemas.microsoft.com/office/drawing/2014/main" id="{A29C0787-8F69-8099-3371-020639A1028E}"/>
              </a:ext>
            </a:extLst>
          </p:cNvPr>
          <p:cNvGrpSpPr/>
          <p:nvPr/>
        </p:nvGrpSpPr>
        <p:grpSpPr>
          <a:xfrm>
            <a:off x="49859" y="2756938"/>
            <a:ext cx="2090829" cy="2386562"/>
            <a:chOff x="390100" y="1372874"/>
            <a:chExt cx="3951294" cy="3553688"/>
          </a:xfrm>
        </p:grpSpPr>
        <p:grpSp>
          <p:nvGrpSpPr>
            <p:cNvPr id="2082" name="Google Shape;2082;p57">
              <a:extLst>
                <a:ext uri="{FF2B5EF4-FFF2-40B4-BE49-F238E27FC236}">
                  <a16:creationId xmlns:a16="http://schemas.microsoft.com/office/drawing/2014/main" id="{472031FF-2808-B9C4-41D2-3E611A4DA7D0}"/>
                </a:ext>
              </a:extLst>
            </p:cNvPr>
            <p:cNvGrpSpPr/>
            <p:nvPr/>
          </p:nvGrpSpPr>
          <p:grpSpPr>
            <a:xfrm>
              <a:off x="390100" y="1793901"/>
              <a:ext cx="3951294" cy="3132661"/>
              <a:chOff x="434225" y="1793901"/>
              <a:chExt cx="3951294" cy="3132661"/>
            </a:xfrm>
          </p:grpSpPr>
          <p:sp>
            <p:nvSpPr>
              <p:cNvPr id="2083" name="Google Shape;2083;p57">
                <a:extLst>
                  <a:ext uri="{FF2B5EF4-FFF2-40B4-BE49-F238E27FC236}">
                    <a16:creationId xmlns:a16="http://schemas.microsoft.com/office/drawing/2014/main" id="{098AAE43-C5A9-055E-7CA1-457A09D0923A}"/>
                  </a:ext>
                </a:extLst>
              </p:cNvPr>
              <p:cNvSpPr/>
              <p:nvPr/>
            </p:nvSpPr>
            <p:spPr>
              <a:xfrm>
                <a:off x="1209788" y="3828276"/>
                <a:ext cx="329011" cy="256007"/>
              </a:xfrm>
              <a:custGeom>
                <a:avLst/>
                <a:gdLst/>
                <a:ahLst/>
                <a:cxnLst/>
                <a:rect l="l" t="t" r="r" b="b"/>
                <a:pathLst>
                  <a:path w="92614" h="72064" extrusionOk="0">
                    <a:moveTo>
                      <a:pt x="81522" y="15344"/>
                    </a:moveTo>
                    <a:cubicBezTo>
                      <a:pt x="73283" y="6813"/>
                      <a:pt x="63503" y="5023"/>
                      <a:pt x="46775" y="1985"/>
                    </a:cubicBezTo>
                    <a:cubicBezTo>
                      <a:pt x="35580" y="-54"/>
                      <a:pt x="29837" y="-1011"/>
                      <a:pt x="23138" y="1528"/>
                    </a:cubicBezTo>
                    <a:cubicBezTo>
                      <a:pt x="11028" y="6188"/>
                      <a:pt x="5577" y="18132"/>
                      <a:pt x="3995" y="21586"/>
                    </a:cubicBezTo>
                    <a:cubicBezTo>
                      <a:pt x="666" y="28785"/>
                      <a:pt x="42" y="35401"/>
                      <a:pt x="0" y="39396"/>
                    </a:cubicBezTo>
                    <a:cubicBezTo>
                      <a:pt x="1998" y="45264"/>
                      <a:pt x="6034" y="53836"/>
                      <a:pt x="14274" y="60786"/>
                    </a:cubicBezTo>
                    <a:cubicBezTo>
                      <a:pt x="29380" y="73562"/>
                      <a:pt x="52226" y="75476"/>
                      <a:pt x="73532" y="66570"/>
                    </a:cubicBezTo>
                    <a:cubicBezTo>
                      <a:pt x="75446" y="65738"/>
                      <a:pt x="88347" y="59787"/>
                      <a:pt x="91801" y="46055"/>
                    </a:cubicBezTo>
                    <a:cubicBezTo>
                      <a:pt x="95837" y="30117"/>
                      <a:pt x="83645" y="17466"/>
                      <a:pt x="81564" y="1530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4" name="Google Shape;2084;p57">
                <a:extLst>
                  <a:ext uri="{FF2B5EF4-FFF2-40B4-BE49-F238E27FC236}">
                    <a16:creationId xmlns:a16="http://schemas.microsoft.com/office/drawing/2014/main" id="{E785192E-89CA-DA66-F351-31C9ABC4B147}"/>
                  </a:ext>
                </a:extLst>
              </p:cNvPr>
              <p:cNvSpPr/>
              <p:nvPr/>
            </p:nvSpPr>
            <p:spPr>
              <a:xfrm>
                <a:off x="1451778" y="3870043"/>
                <a:ext cx="153610" cy="98159"/>
              </a:xfrm>
              <a:custGeom>
                <a:avLst/>
                <a:gdLst/>
                <a:ahLst/>
                <a:cxnLst/>
                <a:rect l="l" t="t" r="r" b="b"/>
                <a:pathLst>
                  <a:path w="43240" h="27631" extrusionOk="0">
                    <a:moveTo>
                      <a:pt x="0" y="0"/>
                    </a:moveTo>
                    <a:cubicBezTo>
                      <a:pt x="35289" y="1415"/>
                      <a:pt x="43029" y="4286"/>
                      <a:pt x="43237" y="6700"/>
                    </a:cubicBezTo>
                    <a:cubicBezTo>
                      <a:pt x="43362" y="8364"/>
                      <a:pt x="39867" y="9613"/>
                      <a:pt x="33000" y="13816"/>
                    </a:cubicBezTo>
                    <a:cubicBezTo>
                      <a:pt x="24552" y="18934"/>
                      <a:pt x="18310" y="24053"/>
                      <a:pt x="14274" y="27632"/>
                    </a:cubicBez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5" name="Google Shape;2085;p57">
                <a:extLst>
                  <a:ext uri="{FF2B5EF4-FFF2-40B4-BE49-F238E27FC236}">
                    <a16:creationId xmlns:a16="http://schemas.microsoft.com/office/drawing/2014/main" id="{86460AB2-2C4B-3845-0ABC-A4A3D4C4734B}"/>
                  </a:ext>
                </a:extLst>
              </p:cNvPr>
              <p:cNvSpPr/>
              <p:nvPr/>
            </p:nvSpPr>
            <p:spPr>
              <a:xfrm>
                <a:off x="1206792" y="3809211"/>
                <a:ext cx="136047" cy="86148"/>
              </a:xfrm>
              <a:custGeom>
                <a:avLst/>
                <a:gdLst/>
                <a:ahLst/>
                <a:cxnLst/>
                <a:rect l="l" t="t" r="r" b="b"/>
                <a:pathLst>
                  <a:path w="38296" h="24250" extrusionOk="0">
                    <a:moveTo>
                      <a:pt x="38255" y="13556"/>
                    </a:moveTo>
                    <a:cubicBezTo>
                      <a:pt x="27311" y="3444"/>
                      <a:pt x="17073" y="1155"/>
                      <a:pt x="12122" y="489"/>
                    </a:cubicBezTo>
                    <a:cubicBezTo>
                      <a:pt x="8126" y="-52"/>
                      <a:pt x="2883" y="-718"/>
                      <a:pt x="844" y="1987"/>
                    </a:cubicBezTo>
                    <a:cubicBezTo>
                      <a:pt x="-3442" y="7647"/>
                      <a:pt x="9958" y="23460"/>
                      <a:pt x="10665" y="24251"/>
                    </a:cubicBezTo>
                    <a:lnTo>
                      <a:pt x="38296" y="1355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6" name="Google Shape;2086;p57">
                <a:extLst>
                  <a:ext uri="{FF2B5EF4-FFF2-40B4-BE49-F238E27FC236}">
                    <a16:creationId xmlns:a16="http://schemas.microsoft.com/office/drawing/2014/main" id="{E5E3EA5E-1028-1B6E-E42E-B1D1F4296BAD}"/>
                  </a:ext>
                </a:extLst>
              </p:cNvPr>
              <p:cNvSpPr/>
              <p:nvPr/>
            </p:nvSpPr>
            <p:spPr>
              <a:xfrm>
                <a:off x="636413" y="3971390"/>
                <a:ext cx="829154" cy="563544"/>
              </a:xfrm>
              <a:custGeom>
                <a:avLst/>
                <a:gdLst/>
                <a:ahLst/>
                <a:cxnLst/>
                <a:rect l="l" t="t" r="r" b="b"/>
                <a:pathLst>
                  <a:path w="233400" h="158633" extrusionOk="0">
                    <a:moveTo>
                      <a:pt x="232500" y="15439"/>
                    </a:moveTo>
                    <a:cubicBezTo>
                      <a:pt x="234040" y="28755"/>
                      <a:pt x="235371" y="57095"/>
                      <a:pt x="220599" y="87348"/>
                    </a:cubicBezTo>
                    <a:cubicBezTo>
                      <a:pt x="215355" y="98084"/>
                      <a:pt x="200333" y="128962"/>
                      <a:pt x="168914" y="141405"/>
                    </a:cubicBezTo>
                    <a:cubicBezTo>
                      <a:pt x="154058" y="147314"/>
                      <a:pt x="147358" y="144401"/>
                      <a:pt x="117229" y="147356"/>
                    </a:cubicBezTo>
                    <a:cubicBezTo>
                      <a:pt x="90555" y="149977"/>
                      <a:pt x="69082" y="154846"/>
                      <a:pt x="54850" y="158633"/>
                    </a:cubicBezTo>
                    <a:cubicBezTo>
                      <a:pt x="29964" y="156302"/>
                      <a:pt x="9490" y="142820"/>
                      <a:pt x="2541" y="123594"/>
                    </a:cubicBezTo>
                    <a:cubicBezTo>
                      <a:pt x="-6032" y="99874"/>
                      <a:pt x="9532" y="77277"/>
                      <a:pt x="13236" y="71909"/>
                    </a:cubicBezTo>
                    <a:cubicBezTo>
                      <a:pt x="35749" y="39284"/>
                      <a:pt x="86934" y="27881"/>
                      <a:pt x="143363" y="39825"/>
                    </a:cubicBezTo>
                    <a:cubicBezTo>
                      <a:pt x="154474" y="26550"/>
                      <a:pt x="165543" y="13275"/>
                      <a:pt x="176654" y="0"/>
                    </a:cubicBezTo>
                    <a:lnTo>
                      <a:pt x="232500" y="1543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7" name="Google Shape;2087;p57">
                <a:extLst>
                  <a:ext uri="{FF2B5EF4-FFF2-40B4-BE49-F238E27FC236}">
                    <a16:creationId xmlns:a16="http://schemas.microsoft.com/office/drawing/2014/main" id="{63AA5C59-F096-2089-9ED9-167DB4CFD597}"/>
                  </a:ext>
                </a:extLst>
              </p:cNvPr>
              <p:cNvSpPr/>
              <p:nvPr/>
            </p:nvSpPr>
            <p:spPr>
              <a:xfrm>
                <a:off x="434225" y="3696054"/>
                <a:ext cx="291365" cy="657387"/>
              </a:xfrm>
              <a:custGeom>
                <a:avLst/>
                <a:gdLst/>
                <a:ahLst/>
                <a:cxnLst/>
                <a:rect l="l" t="t" r="r" b="b"/>
                <a:pathLst>
                  <a:path w="82017" h="185049" extrusionOk="0">
                    <a:moveTo>
                      <a:pt x="79675" y="167858"/>
                    </a:moveTo>
                    <a:cubicBezTo>
                      <a:pt x="69771" y="160243"/>
                      <a:pt x="58036" y="148466"/>
                      <a:pt x="56496" y="132819"/>
                    </a:cubicBezTo>
                    <a:cubicBezTo>
                      <a:pt x="55248" y="120169"/>
                      <a:pt x="61573" y="113718"/>
                      <a:pt x="69563" y="92412"/>
                    </a:cubicBezTo>
                    <a:cubicBezTo>
                      <a:pt x="79093" y="66986"/>
                      <a:pt x="85210" y="50673"/>
                      <a:pt x="80258" y="35942"/>
                    </a:cubicBezTo>
                    <a:cubicBezTo>
                      <a:pt x="70437" y="6854"/>
                      <a:pt x="20001" y="-7420"/>
                      <a:pt x="9556" y="3857"/>
                    </a:cubicBezTo>
                    <a:cubicBezTo>
                      <a:pt x="4895" y="8893"/>
                      <a:pt x="6560" y="20753"/>
                      <a:pt x="10763" y="28202"/>
                    </a:cubicBezTo>
                    <a:cubicBezTo>
                      <a:pt x="16630" y="38688"/>
                      <a:pt x="27200" y="40228"/>
                      <a:pt x="26826" y="46012"/>
                    </a:cubicBezTo>
                    <a:cubicBezTo>
                      <a:pt x="26326" y="52837"/>
                      <a:pt x="11470" y="54835"/>
                      <a:pt x="11636" y="60785"/>
                    </a:cubicBezTo>
                    <a:cubicBezTo>
                      <a:pt x="11761" y="66320"/>
                      <a:pt x="24620" y="67277"/>
                      <a:pt x="25660" y="73935"/>
                    </a:cubicBezTo>
                    <a:cubicBezTo>
                      <a:pt x="26617" y="80302"/>
                      <a:pt x="15382" y="82799"/>
                      <a:pt x="10222" y="94118"/>
                    </a:cubicBezTo>
                    <a:cubicBezTo>
                      <a:pt x="6019" y="103315"/>
                      <a:pt x="10804" y="107435"/>
                      <a:pt x="10222" y="122041"/>
                    </a:cubicBezTo>
                    <a:cubicBezTo>
                      <a:pt x="9265" y="144971"/>
                      <a:pt x="-3095" y="149507"/>
                      <a:pt x="733" y="161242"/>
                    </a:cubicBezTo>
                    <a:cubicBezTo>
                      <a:pt x="5186" y="174974"/>
                      <a:pt x="25702" y="180010"/>
                      <a:pt x="36397" y="182631"/>
                    </a:cubicBezTo>
                    <a:cubicBezTo>
                      <a:pt x="52584" y="186585"/>
                      <a:pt x="66442" y="184879"/>
                      <a:pt x="74432" y="183214"/>
                    </a:cubicBezTo>
                    <a:lnTo>
                      <a:pt x="79759" y="16777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8" name="Google Shape;2088;p57">
                <a:extLst>
                  <a:ext uri="{FF2B5EF4-FFF2-40B4-BE49-F238E27FC236}">
                    <a16:creationId xmlns:a16="http://schemas.microsoft.com/office/drawing/2014/main" id="{7CBF1186-B2D0-5981-D109-3A15C70DF250}"/>
                  </a:ext>
                </a:extLst>
              </p:cNvPr>
              <p:cNvSpPr/>
              <p:nvPr/>
            </p:nvSpPr>
            <p:spPr>
              <a:xfrm>
                <a:off x="916826" y="4329945"/>
                <a:ext cx="293152" cy="506626"/>
              </a:xfrm>
              <a:custGeom>
                <a:avLst/>
                <a:gdLst/>
                <a:ahLst/>
                <a:cxnLst/>
                <a:rect l="l" t="t" r="r" b="b"/>
                <a:pathLst>
                  <a:path w="82520" h="142611" extrusionOk="0">
                    <a:moveTo>
                      <a:pt x="82521" y="0"/>
                    </a:moveTo>
                    <a:cubicBezTo>
                      <a:pt x="70453" y="30295"/>
                      <a:pt x="58343" y="60590"/>
                      <a:pt x="46275" y="90927"/>
                    </a:cubicBezTo>
                    <a:cubicBezTo>
                      <a:pt x="42322" y="99250"/>
                      <a:pt x="38368" y="107573"/>
                      <a:pt x="34373" y="115895"/>
                    </a:cubicBezTo>
                    <a:cubicBezTo>
                      <a:pt x="35955" y="116186"/>
                      <a:pt x="49937" y="119099"/>
                      <a:pt x="55180" y="131334"/>
                    </a:cubicBezTo>
                    <a:cubicBezTo>
                      <a:pt x="57053" y="135703"/>
                      <a:pt x="57178" y="139823"/>
                      <a:pt x="56970" y="142612"/>
                    </a:cubicBezTo>
                    <a:lnTo>
                      <a:pt x="15689" y="142612"/>
                    </a:lnTo>
                    <a:cubicBezTo>
                      <a:pt x="13192" y="128338"/>
                      <a:pt x="10736" y="114106"/>
                      <a:pt x="8240" y="99832"/>
                    </a:cubicBezTo>
                    <a:cubicBezTo>
                      <a:pt x="9030" y="91509"/>
                      <a:pt x="9821" y="83187"/>
                      <a:pt x="10612" y="74864"/>
                    </a:cubicBezTo>
                    <a:cubicBezTo>
                      <a:pt x="7075" y="54265"/>
                      <a:pt x="3537" y="33666"/>
                      <a:pt x="0" y="13067"/>
                    </a:cubicBezTo>
                    <a:lnTo>
                      <a:pt x="82521"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9" name="Google Shape;2089;p57">
                <a:extLst>
                  <a:ext uri="{FF2B5EF4-FFF2-40B4-BE49-F238E27FC236}">
                    <a16:creationId xmlns:a16="http://schemas.microsoft.com/office/drawing/2014/main" id="{934419BD-3B22-B896-6DA6-ADFE9C072147}"/>
                  </a:ext>
                </a:extLst>
              </p:cNvPr>
              <p:cNvSpPr/>
              <p:nvPr/>
            </p:nvSpPr>
            <p:spPr>
              <a:xfrm>
                <a:off x="1081109" y="4329945"/>
                <a:ext cx="293156" cy="506626"/>
              </a:xfrm>
              <a:custGeom>
                <a:avLst/>
                <a:gdLst/>
                <a:ahLst/>
                <a:cxnLst/>
                <a:rect l="l" t="t" r="r" b="b"/>
                <a:pathLst>
                  <a:path w="82521" h="142611" extrusionOk="0">
                    <a:moveTo>
                      <a:pt x="82521" y="0"/>
                    </a:moveTo>
                    <a:cubicBezTo>
                      <a:pt x="70453" y="30295"/>
                      <a:pt x="58343" y="60590"/>
                      <a:pt x="46275" y="90927"/>
                    </a:cubicBezTo>
                    <a:cubicBezTo>
                      <a:pt x="42322" y="99250"/>
                      <a:pt x="38368" y="107573"/>
                      <a:pt x="34373" y="115895"/>
                    </a:cubicBezTo>
                    <a:cubicBezTo>
                      <a:pt x="35955" y="116186"/>
                      <a:pt x="49937" y="119099"/>
                      <a:pt x="55180" y="131334"/>
                    </a:cubicBezTo>
                    <a:cubicBezTo>
                      <a:pt x="57053" y="135703"/>
                      <a:pt x="57178" y="139823"/>
                      <a:pt x="56970" y="142612"/>
                    </a:cubicBezTo>
                    <a:lnTo>
                      <a:pt x="15689" y="142612"/>
                    </a:lnTo>
                    <a:cubicBezTo>
                      <a:pt x="13192" y="128338"/>
                      <a:pt x="10737" y="114106"/>
                      <a:pt x="8240" y="99832"/>
                    </a:cubicBezTo>
                    <a:cubicBezTo>
                      <a:pt x="9030" y="91509"/>
                      <a:pt x="9821" y="83187"/>
                      <a:pt x="10612" y="74864"/>
                    </a:cubicBezTo>
                    <a:cubicBezTo>
                      <a:pt x="7075" y="54265"/>
                      <a:pt x="3537" y="33666"/>
                      <a:pt x="0" y="13067"/>
                    </a:cubicBezTo>
                    <a:lnTo>
                      <a:pt x="82521"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0" name="Google Shape;2090;p57">
                <a:extLst>
                  <a:ext uri="{FF2B5EF4-FFF2-40B4-BE49-F238E27FC236}">
                    <a16:creationId xmlns:a16="http://schemas.microsoft.com/office/drawing/2014/main" id="{85C46404-FE67-FCBA-3CFE-03A053942043}"/>
                  </a:ext>
                </a:extLst>
              </p:cNvPr>
              <p:cNvSpPr/>
              <p:nvPr/>
            </p:nvSpPr>
            <p:spPr>
              <a:xfrm>
                <a:off x="556780" y="4297152"/>
                <a:ext cx="335239" cy="531902"/>
              </a:xfrm>
              <a:custGeom>
                <a:avLst/>
                <a:gdLst/>
                <a:ahLst/>
                <a:cxnLst/>
                <a:rect l="l" t="t" r="r" b="b"/>
                <a:pathLst>
                  <a:path w="94367" h="149726" extrusionOk="0">
                    <a:moveTo>
                      <a:pt x="56016" y="24968"/>
                    </a:moveTo>
                    <a:cubicBezTo>
                      <a:pt x="80943" y="33166"/>
                      <a:pt x="96049" y="53473"/>
                      <a:pt x="93261" y="73531"/>
                    </a:cubicBezTo>
                    <a:cubicBezTo>
                      <a:pt x="90015" y="97168"/>
                      <a:pt x="63757" y="108404"/>
                      <a:pt x="61842" y="109195"/>
                    </a:cubicBezTo>
                    <a:cubicBezTo>
                      <a:pt x="62550" y="115562"/>
                      <a:pt x="63257" y="121970"/>
                      <a:pt x="63965" y="128337"/>
                    </a:cubicBezTo>
                    <a:cubicBezTo>
                      <a:pt x="77323" y="128420"/>
                      <a:pt x="88642" y="133331"/>
                      <a:pt x="92720" y="141279"/>
                    </a:cubicBezTo>
                    <a:cubicBezTo>
                      <a:pt x="93636" y="143069"/>
                      <a:pt x="94634" y="145898"/>
                      <a:pt x="94302" y="149727"/>
                    </a:cubicBezTo>
                    <a:lnTo>
                      <a:pt x="58638" y="149727"/>
                    </a:lnTo>
                    <a:cubicBezTo>
                      <a:pt x="52771" y="145857"/>
                      <a:pt x="46945" y="141987"/>
                      <a:pt x="41077" y="138158"/>
                    </a:cubicBezTo>
                    <a:cubicBezTo>
                      <a:pt x="37998" y="131125"/>
                      <a:pt x="33753" y="121346"/>
                      <a:pt x="28843" y="109652"/>
                    </a:cubicBezTo>
                    <a:cubicBezTo>
                      <a:pt x="-3491" y="32708"/>
                      <a:pt x="-3200" y="20182"/>
                      <a:pt x="3833" y="12067"/>
                    </a:cubicBezTo>
                    <a:cubicBezTo>
                      <a:pt x="8202" y="6991"/>
                      <a:pt x="18772" y="-625"/>
                      <a:pt x="48526" y="41"/>
                    </a:cubicBezTo>
                    <a:lnTo>
                      <a:pt x="55975" y="2500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1" name="Google Shape;2091;p57">
                <a:extLst>
                  <a:ext uri="{FF2B5EF4-FFF2-40B4-BE49-F238E27FC236}">
                    <a16:creationId xmlns:a16="http://schemas.microsoft.com/office/drawing/2014/main" id="{16FD62CC-9128-8807-A815-4D3E7110F163}"/>
                  </a:ext>
                </a:extLst>
              </p:cNvPr>
              <p:cNvSpPr/>
              <p:nvPr/>
            </p:nvSpPr>
            <p:spPr>
              <a:xfrm>
                <a:off x="1349537" y="3902545"/>
                <a:ext cx="54339" cy="30900"/>
              </a:xfrm>
              <a:custGeom>
                <a:avLst/>
                <a:gdLst/>
                <a:ahLst/>
                <a:cxnLst/>
                <a:rect l="l" t="t" r="r" b="b"/>
                <a:pathLst>
                  <a:path w="15296" h="8698" extrusionOk="0">
                    <a:moveTo>
                      <a:pt x="3" y="1789"/>
                    </a:moveTo>
                    <a:cubicBezTo>
                      <a:pt x="-81" y="2663"/>
                      <a:pt x="1917" y="2788"/>
                      <a:pt x="4039" y="5327"/>
                    </a:cubicBezTo>
                    <a:cubicBezTo>
                      <a:pt x="5579" y="7199"/>
                      <a:pt x="5745" y="8656"/>
                      <a:pt x="6702" y="8697"/>
                    </a:cubicBezTo>
                    <a:cubicBezTo>
                      <a:pt x="7659" y="8739"/>
                      <a:pt x="7868" y="7366"/>
                      <a:pt x="9407" y="6200"/>
                    </a:cubicBezTo>
                    <a:cubicBezTo>
                      <a:pt x="11987" y="4203"/>
                      <a:pt x="14983" y="5410"/>
                      <a:pt x="15275" y="4536"/>
                    </a:cubicBezTo>
                    <a:cubicBezTo>
                      <a:pt x="15608" y="3537"/>
                      <a:pt x="12112" y="832"/>
                      <a:pt x="7909" y="166"/>
                    </a:cubicBezTo>
                    <a:cubicBezTo>
                      <a:pt x="4164" y="-416"/>
                      <a:pt x="169" y="624"/>
                      <a:pt x="3" y="183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2" name="Google Shape;2092;p57">
                <a:extLst>
                  <a:ext uri="{FF2B5EF4-FFF2-40B4-BE49-F238E27FC236}">
                    <a16:creationId xmlns:a16="http://schemas.microsoft.com/office/drawing/2014/main" id="{1E8FF7E1-D659-B290-8795-127C26B0E055}"/>
                  </a:ext>
                </a:extLst>
              </p:cNvPr>
              <p:cNvSpPr/>
              <p:nvPr/>
            </p:nvSpPr>
            <p:spPr>
              <a:xfrm>
                <a:off x="1435340" y="3892132"/>
                <a:ext cx="42577" cy="26484"/>
              </a:xfrm>
              <a:custGeom>
                <a:avLst/>
                <a:gdLst/>
                <a:ahLst/>
                <a:cxnLst/>
                <a:rect l="l" t="t" r="r" b="b"/>
                <a:pathLst>
                  <a:path w="11985" h="7455" extrusionOk="0">
                    <a:moveTo>
                      <a:pt x="11913" y="7386"/>
                    </a:moveTo>
                    <a:cubicBezTo>
                      <a:pt x="12454" y="6928"/>
                      <a:pt x="9957" y="395"/>
                      <a:pt x="5379" y="20"/>
                    </a:cubicBezTo>
                    <a:cubicBezTo>
                      <a:pt x="2591" y="-230"/>
                      <a:pt x="-197" y="1934"/>
                      <a:pt x="11" y="2725"/>
                    </a:cubicBezTo>
                    <a:cubicBezTo>
                      <a:pt x="178" y="3432"/>
                      <a:pt x="2549" y="2642"/>
                      <a:pt x="5879" y="3724"/>
                    </a:cubicBezTo>
                    <a:cubicBezTo>
                      <a:pt x="9873" y="5014"/>
                      <a:pt x="11538" y="7760"/>
                      <a:pt x="11913" y="742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3" name="Google Shape;2093;p57">
                <a:extLst>
                  <a:ext uri="{FF2B5EF4-FFF2-40B4-BE49-F238E27FC236}">
                    <a16:creationId xmlns:a16="http://schemas.microsoft.com/office/drawing/2014/main" id="{CE1FD984-A232-6BE1-7EDA-D7F721D8A1CA}"/>
                  </a:ext>
                </a:extLst>
              </p:cNvPr>
              <p:cNvSpPr/>
              <p:nvPr/>
            </p:nvSpPr>
            <p:spPr>
              <a:xfrm>
                <a:off x="1299650" y="3857426"/>
                <a:ext cx="44751" cy="22224"/>
              </a:xfrm>
              <a:custGeom>
                <a:avLst/>
                <a:gdLst/>
                <a:ahLst/>
                <a:cxnLst/>
                <a:rect l="l" t="t" r="r" b="b"/>
                <a:pathLst>
                  <a:path w="12597" h="6256" extrusionOk="0">
                    <a:moveTo>
                      <a:pt x="12557" y="6217"/>
                    </a:moveTo>
                    <a:cubicBezTo>
                      <a:pt x="13015" y="5676"/>
                      <a:pt x="9478" y="-358"/>
                      <a:pt x="4900" y="17"/>
                    </a:cubicBezTo>
                    <a:cubicBezTo>
                      <a:pt x="2070" y="225"/>
                      <a:pt x="-302" y="2805"/>
                      <a:pt x="31" y="3554"/>
                    </a:cubicBezTo>
                    <a:cubicBezTo>
                      <a:pt x="322" y="4220"/>
                      <a:pt x="2528" y="3054"/>
                      <a:pt x="5982" y="3554"/>
                    </a:cubicBezTo>
                    <a:cubicBezTo>
                      <a:pt x="10143" y="4178"/>
                      <a:pt x="12224" y="6592"/>
                      <a:pt x="12557" y="62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4" name="Google Shape;2094;p57">
                <a:extLst>
                  <a:ext uri="{FF2B5EF4-FFF2-40B4-BE49-F238E27FC236}">
                    <a16:creationId xmlns:a16="http://schemas.microsoft.com/office/drawing/2014/main" id="{B5A1EC33-3056-387C-B44B-3869A314E1CF}"/>
                  </a:ext>
                </a:extLst>
              </p:cNvPr>
              <p:cNvSpPr/>
              <p:nvPr/>
            </p:nvSpPr>
            <p:spPr>
              <a:xfrm>
                <a:off x="1366833" y="3919980"/>
                <a:ext cx="55639" cy="70364"/>
              </a:xfrm>
              <a:custGeom>
                <a:avLst/>
                <a:gdLst/>
                <a:ahLst/>
                <a:cxnLst/>
                <a:rect l="l" t="t" r="r" b="b"/>
                <a:pathLst>
                  <a:path w="15662" h="19807" extrusionOk="0">
                    <a:moveTo>
                      <a:pt x="13816" y="19766"/>
                    </a:moveTo>
                    <a:cubicBezTo>
                      <a:pt x="6201" y="17852"/>
                      <a:pt x="1123" y="13108"/>
                      <a:pt x="166" y="7407"/>
                    </a:cubicBezTo>
                    <a:cubicBezTo>
                      <a:pt x="-166" y="5368"/>
                      <a:pt x="0" y="3328"/>
                      <a:pt x="666" y="1248"/>
                    </a:cubicBezTo>
                    <a:cubicBezTo>
                      <a:pt x="999" y="291"/>
                      <a:pt x="1998" y="-209"/>
                      <a:pt x="2996" y="83"/>
                    </a:cubicBezTo>
                    <a:cubicBezTo>
                      <a:pt x="3953" y="416"/>
                      <a:pt x="4494" y="1456"/>
                      <a:pt x="4161" y="2413"/>
                    </a:cubicBezTo>
                    <a:cubicBezTo>
                      <a:pt x="3662" y="3911"/>
                      <a:pt x="3537" y="5368"/>
                      <a:pt x="3745" y="6824"/>
                    </a:cubicBezTo>
                    <a:cubicBezTo>
                      <a:pt x="4453" y="11027"/>
                      <a:pt x="8614" y="14731"/>
                      <a:pt x="14274" y="16187"/>
                    </a:cubicBezTo>
                    <a:cubicBezTo>
                      <a:pt x="15272" y="16437"/>
                      <a:pt x="15855" y="17436"/>
                      <a:pt x="15605" y="18434"/>
                    </a:cubicBezTo>
                    <a:cubicBezTo>
                      <a:pt x="15397" y="19267"/>
                      <a:pt x="14648" y="19808"/>
                      <a:pt x="13816" y="198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5" name="Google Shape;2095;p57">
                <a:extLst>
                  <a:ext uri="{FF2B5EF4-FFF2-40B4-BE49-F238E27FC236}">
                    <a16:creationId xmlns:a16="http://schemas.microsoft.com/office/drawing/2014/main" id="{7F9B3BA9-DF37-6DAB-0702-74063335FE28}"/>
                  </a:ext>
                </a:extLst>
              </p:cNvPr>
              <p:cNvSpPr/>
              <p:nvPr/>
            </p:nvSpPr>
            <p:spPr>
              <a:xfrm>
                <a:off x="1294051" y="3908360"/>
                <a:ext cx="82720" cy="60410"/>
              </a:xfrm>
              <a:custGeom>
                <a:avLst/>
                <a:gdLst/>
                <a:ahLst/>
                <a:cxnLst/>
                <a:rect l="l" t="t" r="r" b="b"/>
                <a:pathLst>
                  <a:path w="23285" h="17005" extrusionOk="0">
                    <a:moveTo>
                      <a:pt x="5062" y="17005"/>
                    </a:moveTo>
                    <a:cubicBezTo>
                      <a:pt x="3190" y="17005"/>
                      <a:pt x="1858" y="16756"/>
                      <a:pt x="1483" y="16714"/>
                    </a:cubicBezTo>
                    <a:cubicBezTo>
                      <a:pt x="485" y="16506"/>
                      <a:pt x="-140" y="15549"/>
                      <a:pt x="27" y="14550"/>
                    </a:cubicBezTo>
                    <a:cubicBezTo>
                      <a:pt x="235" y="13551"/>
                      <a:pt x="1233" y="12927"/>
                      <a:pt x="2191" y="13093"/>
                    </a:cubicBezTo>
                    <a:cubicBezTo>
                      <a:pt x="2981" y="13260"/>
                      <a:pt x="9931" y="14508"/>
                      <a:pt x="15216" y="9681"/>
                    </a:cubicBezTo>
                    <a:cubicBezTo>
                      <a:pt x="18295" y="6893"/>
                      <a:pt x="19336" y="3356"/>
                      <a:pt x="19669" y="1483"/>
                    </a:cubicBezTo>
                    <a:cubicBezTo>
                      <a:pt x="19835" y="485"/>
                      <a:pt x="20792" y="-140"/>
                      <a:pt x="21791" y="27"/>
                    </a:cubicBezTo>
                    <a:cubicBezTo>
                      <a:pt x="22790" y="193"/>
                      <a:pt x="23456" y="1192"/>
                      <a:pt x="23247" y="2149"/>
                    </a:cubicBezTo>
                    <a:cubicBezTo>
                      <a:pt x="22831" y="4479"/>
                      <a:pt x="21541" y="8891"/>
                      <a:pt x="17630" y="12386"/>
                    </a:cubicBezTo>
                    <a:cubicBezTo>
                      <a:pt x="13385" y="16215"/>
                      <a:pt x="8350" y="16964"/>
                      <a:pt x="5020" y="1696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6" name="Google Shape;2096;p57">
                <a:extLst>
                  <a:ext uri="{FF2B5EF4-FFF2-40B4-BE49-F238E27FC236}">
                    <a16:creationId xmlns:a16="http://schemas.microsoft.com/office/drawing/2014/main" id="{832C38FE-6097-1262-AE9A-0DBA984CA578}"/>
                  </a:ext>
                </a:extLst>
              </p:cNvPr>
              <p:cNvSpPr/>
              <p:nvPr/>
            </p:nvSpPr>
            <p:spPr>
              <a:xfrm>
                <a:off x="1439466" y="3949471"/>
                <a:ext cx="70766" cy="56375"/>
              </a:xfrm>
              <a:custGeom>
                <a:avLst/>
                <a:gdLst/>
                <a:ahLst/>
                <a:cxnLst/>
                <a:rect l="l" t="t" r="r" b="b"/>
                <a:pathLst>
                  <a:path w="19920" h="15869" extrusionOk="0">
                    <a:moveTo>
                      <a:pt x="18117" y="15870"/>
                    </a:moveTo>
                    <a:cubicBezTo>
                      <a:pt x="17742" y="15870"/>
                      <a:pt x="17326" y="15745"/>
                      <a:pt x="16993" y="15495"/>
                    </a:cubicBezTo>
                    <a:lnTo>
                      <a:pt x="722" y="3302"/>
                    </a:lnTo>
                    <a:cubicBezTo>
                      <a:pt x="-69" y="2720"/>
                      <a:pt x="-235" y="1554"/>
                      <a:pt x="347" y="722"/>
                    </a:cubicBezTo>
                    <a:cubicBezTo>
                      <a:pt x="972" y="-69"/>
                      <a:pt x="2137" y="-235"/>
                      <a:pt x="2927" y="348"/>
                    </a:cubicBezTo>
                    <a:lnTo>
                      <a:pt x="19199" y="12541"/>
                    </a:lnTo>
                    <a:cubicBezTo>
                      <a:pt x="19990" y="13123"/>
                      <a:pt x="20156" y="14288"/>
                      <a:pt x="19573" y="15121"/>
                    </a:cubicBezTo>
                    <a:cubicBezTo>
                      <a:pt x="19199" y="15578"/>
                      <a:pt x="18658" y="15870"/>
                      <a:pt x="18117" y="158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7" name="Google Shape;2097;p57">
                <a:extLst>
                  <a:ext uri="{FF2B5EF4-FFF2-40B4-BE49-F238E27FC236}">
                    <a16:creationId xmlns:a16="http://schemas.microsoft.com/office/drawing/2014/main" id="{91FE10CB-66CA-C1B8-1FB8-9986A1224CFB}"/>
                  </a:ext>
                </a:extLst>
              </p:cNvPr>
              <p:cNvSpPr/>
              <p:nvPr/>
            </p:nvSpPr>
            <p:spPr>
              <a:xfrm>
                <a:off x="1434030" y="3973733"/>
                <a:ext cx="97164" cy="95370"/>
              </a:xfrm>
              <a:custGeom>
                <a:avLst/>
                <a:gdLst/>
                <a:ahLst/>
                <a:cxnLst/>
                <a:rect l="l" t="t" r="r" b="b"/>
                <a:pathLst>
                  <a:path w="27351" h="26846" extrusionOk="0">
                    <a:moveTo>
                      <a:pt x="25515" y="26846"/>
                    </a:moveTo>
                    <a:cubicBezTo>
                      <a:pt x="25057" y="26846"/>
                      <a:pt x="24600" y="26680"/>
                      <a:pt x="24225" y="26305"/>
                    </a:cubicBezTo>
                    <a:lnTo>
                      <a:pt x="546" y="3126"/>
                    </a:lnTo>
                    <a:cubicBezTo>
                      <a:pt x="-161" y="2419"/>
                      <a:pt x="-203" y="1254"/>
                      <a:pt x="546" y="546"/>
                    </a:cubicBezTo>
                    <a:cubicBezTo>
                      <a:pt x="1254" y="-161"/>
                      <a:pt x="2419" y="-203"/>
                      <a:pt x="3127" y="546"/>
                    </a:cubicBezTo>
                    <a:lnTo>
                      <a:pt x="26805" y="23725"/>
                    </a:lnTo>
                    <a:cubicBezTo>
                      <a:pt x="27512" y="24433"/>
                      <a:pt x="27554" y="25598"/>
                      <a:pt x="26805" y="26305"/>
                    </a:cubicBezTo>
                    <a:cubicBezTo>
                      <a:pt x="26430" y="26680"/>
                      <a:pt x="25973" y="26846"/>
                      <a:pt x="25515" y="2684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8" name="Google Shape;2098;p57">
                <a:extLst>
                  <a:ext uri="{FF2B5EF4-FFF2-40B4-BE49-F238E27FC236}">
                    <a16:creationId xmlns:a16="http://schemas.microsoft.com/office/drawing/2014/main" id="{E92ED230-CE98-DD28-18BB-E41AE397BE97}"/>
                  </a:ext>
                </a:extLst>
              </p:cNvPr>
              <p:cNvSpPr/>
              <p:nvPr/>
            </p:nvSpPr>
            <p:spPr>
              <a:xfrm>
                <a:off x="1432404" y="3998257"/>
                <a:ext cx="37589" cy="50577"/>
              </a:xfrm>
              <a:custGeom>
                <a:avLst/>
                <a:gdLst/>
                <a:ahLst/>
                <a:cxnLst/>
                <a:rect l="l" t="t" r="r" b="b"/>
                <a:pathLst>
                  <a:path w="10581" h="14237" extrusionOk="0">
                    <a:moveTo>
                      <a:pt x="8745" y="14238"/>
                    </a:moveTo>
                    <a:cubicBezTo>
                      <a:pt x="8162" y="14238"/>
                      <a:pt x="7579" y="13947"/>
                      <a:pt x="7205" y="13406"/>
                    </a:cubicBezTo>
                    <a:lnTo>
                      <a:pt x="297" y="2835"/>
                    </a:lnTo>
                    <a:cubicBezTo>
                      <a:pt x="-244" y="2003"/>
                      <a:pt x="-36" y="838"/>
                      <a:pt x="838" y="297"/>
                    </a:cubicBezTo>
                    <a:cubicBezTo>
                      <a:pt x="1671" y="-244"/>
                      <a:pt x="2794" y="-36"/>
                      <a:pt x="3376" y="838"/>
                    </a:cubicBezTo>
                    <a:lnTo>
                      <a:pt x="10285" y="11408"/>
                    </a:lnTo>
                    <a:cubicBezTo>
                      <a:pt x="10826" y="12240"/>
                      <a:pt x="10618" y="13406"/>
                      <a:pt x="9744" y="13947"/>
                    </a:cubicBezTo>
                    <a:cubicBezTo>
                      <a:pt x="9452" y="14155"/>
                      <a:pt x="9078" y="14238"/>
                      <a:pt x="8745" y="1423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9" name="Google Shape;2099;p57">
                <a:extLst>
                  <a:ext uri="{FF2B5EF4-FFF2-40B4-BE49-F238E27FC236}">
                    <a16:creationId xmlns:a16="http://schemas.microsoft.com/office/drawing/2014/main" id="{82A75035-C4E5-C518-F681-EA356E0EDD6B}"/>
                  </a:ext>
                </a:extLst>
              </p:cNvPr>
              <p:cNvSpPr/>
              <p:nvPr/>
            </p:nvSpPr>
            <p:spPr>
              <a:xfrm>
                <a:off x="1134539" y="3908254"/>
                <a:ext cx="179419" cy="31539"/>
              </a:xfrm>
              <a:custGeom>
                <a:avLst/>
                <a:gdLst/>
                <a:ahLst/>
                <a:cxnLst/>
                <a:rect l="l" t="t" r="r" b="b"/>
                <a:pathLst>
                  <a:path w="50505" h="8878" extrusionOk="0">
                    <a:moveTo>
                      <a:pt x="1845" y="8878"/>
                    </a:moveTo>
                    <a:cubicBezTo>
                      <a:pt x="929" y="8878"/>
                      <a:pt x="139" y="8170"/>
                      <a:pt x="14" y="7255"/>
                    </a:cubicBezTo>
                    <a:cubicBezTo>
                      <a:pt x="-111" y="6256"/>
                      <a:pt x="638" y="5341"/>
                      <a:pt x="1637" y="5216"/>
                    </a:cubicBezTo>
                    <a:lnTo>
                      <a:pt x="48452" y="14"/>
                    </a:lnTo>
                    <a:cubicBezTo>
                      <a:pt x="49534" y="-111"/>
                      <a:pt x="50367" y="597"/>
                      <a:pt x="50492" y="1637"/>
                    </a:cubicBezTo>
                    <a:cubicBezTo>
                      <a:pt x="50616" y="2636"/>
                      <a:pt x="49867" y="3551"/>
                      <a:pt x="48869" y="3676"/>
                    </a:cubicBezTo>
                    <a:lnTo>
                      <a:pt x="2053" y="8878"/>
                    </a:lnTo>
                    <a:cubicBezTo>
                      <a:pt x="2053" y="8878"/>
                      <a:pt x="1928" y="8878"/>
                      <a:pt x="1845" y="88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0" name="Google Shape;2100;p57">
                <a:extLst>
                  <a:ext uri="{FF2B5EF4-FFF2-40B4-BE49-F238E27FC236}">
                    <a16:creationId xmlns:a16="http://schemas.microsoft.com/office/drawing/2014/main" id="{C6FFDE98-B3C8-070E-D3C0-F2593A819686}"/>
                  </a:ext>
                </a:extLst>
              </p:cNvPr>
              <p:cNvSpPr/>
              <p:nvPr/>
            </p:nvSpPr>
            <p:spPr>
              <a:xfrm>
                <a:off x="1136953" y="3931987"/>
                <a:ext cx="150644" cy="45785"/>
              </a:xfrm>
              <a:custGeom>
                <a:avLst/>
                <a:gdLst/>
                <a:ahLst/>
                <a:cxnLst/>
                <a:rect l="l" t="t" r="r" b="b"/>
                <a:pathLst>
                  <a:path w="42405" h="12888" extrusionOk="0">
                    <a:moveTo>
                      <a:pt x="1831" y="12889"/>
                    </a:moveTo>
                    <a:cubicBezTo>
                      <a:pt x="999" y="12889"/>
                      <a:pt x="250" y="12306"/>
                      <a:pt x="42" y="11474"/>
                    </a:cubicBezTo>
                    <a:cubicBezTo>
                      <a:pt x="-166" y="10475"/>
                      <a:pt x="416" y="9518"/>
                      <a:pt x="1415" y="9268"/>
                    </a:cubicBezTo>
                    <a:lnTo>
                      <a:pt x="40158" y="30"/>
                    </a:lnTo>
                    <a:cubicBezTo>
                      <a:pt x="41115" y="-137"/>
                      <a:pt x="42155" y="404"/>
                      <a:pt x="42363" y="1403"/>
                    </a:cubicBezTo>
                    <a:cubicBezTo>
                      <a:pt x="42572" y="2402"/>
                      <a:pt x="41989" y="3359"/>
                      <a:pt x="40990" y="3609"/>
                    </a:cubicBezTo>
                    <a:lnTo>
                      <a:pt x="2248" y="12847"/>
                    </a:lnTo>
                    <a:cubicBezTo>
                      <a:pt x="2248" y="12847"/>
                      <a:pt x="1956" y="12889"/>
                      <a:pt x="1831" y="128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1" name="Google Shape;2101;p57">
                <a:extLst>
                  <a:ext uri="{FF2B5EF4-FFF2-40B4-BE49-F238E27FC236}">
                    <a16:creationId xmlns:a16="http://schemas.microsoft.com/office/drawing/2014/main" id="{D1F367CE-4F57-660A-7468-DDFAA58A20CE}"/>
                  </a:ext>
                </a:extLst>
              </p:cNvPr>
              <p:cNvSpPr/>
              <p:nvPr/>
            </p:nvSpPr>
            <p:spPr>
              <a:xfrm>
                <a:off x="1078869" y="4416491"/>
                <a:ext cx="231559" cy="90649"/>
              </a:xfrm>
              <a:custGeom>
                <a:avLst/>
                <a:gdLst/>
                <a:ahLst/>
                <a:cxnLst/>
                <a:rect l="l" t="t" r="r" b="b"/>
                <a:pathLst>
                  <a:path w="65182" h="25517" extrusionOk="0">
                    <a:moveTo>
                      <a:pt x="1838" y="25517"/>
                    </a:moveTo>
                    <a:cubicBezTo>
                      <a:pt x="922" y="25517"/>
                      <a:pt x="90" y="24810"/>
                      <a:pt x="7" y="23853"/>
                    </a:cubicBezTo>
                    <a:cubicBezTo>
                      <a:pt x="-76" y="22854"/>
                      <a:pt x="631" y="21980"/>
                      <a:pt x="1671" y="21855"/>
                    </a:cubicBezTo>
                    <a:cubicBezTo>
                      <a:pt x="11991" y="20857"/>
                      <a:pt x="22187" y="18609"/>
                      <a:pt x="32008" y="15239"/>
                    </a:cubicBezTo>
                    <a:cubicBezTo>
                      <a:pt x="42661" y="11577"/>
                      <a:pt x="52898" y="6541"/>
                      <a:pt x="62345" y="299"/>
                    </a:cubicBezTo>
                    <a:cubicBezTo>
                      <a:pt x="63177" y="-242"/>
                      <a:pt x="64301" y="-34"/>
                      <a:pt x="64883" y="799"/>
                    </a:cubicBezTo>
                    <a:cubicBezTo>
                      <a:pt x="65424" y="1631"/>
                      <a:pt x="65216" y="2796"/>
                      <a:pt x="64384" y="3337"/>
                    </a:cubicBezTo>
                    <a:cubicBezTo>
                      <a:pt x="54646" y="9787"/>
                      <a:pt x="44159" y="14947"/>
                      <a:pt x="33215" y="18693"/>
                    </a:cubicBezTo>
                    <a:cubicBezTo>
                      <a:pt x="23144" y="22147"/>
                      <a:pt x="12657" y="24435"/>
                      <a:pt x="2046" y="25476"/>
                    </a:cubicBezTo>
                    <a:cubicBezTo>
                      <a:pt x="1963" y="25476"/>
                      <a:pt x="1921" y="25476"/>
                      <a:pt x="1880" y="254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2" name="Google Shape;2102;p57">
                <a:extLst>
                  <a:ext uri="{FF2B5EF4-FFF2-40B4-BE49-F238E27FC236}">
                    <a16:creationId xmlns:a16="http://schemas.microsoft.com/office/drawing/2014/main" id="{C3323274-7145-DBA2-B355-386505732411}"/>
                  </a:ext>
                </a:extLst>
              </p:cNvPr>
              <p:cNvSpPr/>
              <p:nvPr/>
            </p:nvSpPr>
            <p:spPr>
              <a:xfrm>
                <a:off x="1106532" y="4459146"/>
                <a:ext cx="63096" cy="109019"/>
              </a:xfrm>
              <a:custGeom>
                <a:avLst/>
                <a:gdLst/>
                <a:ahLst/>
                <a:cxnLst/>
                <a:rect l="l" t="t" r="r" b="b"/>
                <a:pathLst>
                  <a:path w="17761" h="30688" extrusionOk="0">
                    <a:moveTo>
                      <a:pt x="1827" y="30689"/>
                    </a:moveTo>
                    <a:cubicBezTo>
                      <a:pt x="1536" y="30689"/>
                      <a:pt x="1244" y="30606"/>
                      <a:pt x="995" y="30481"/>
                    </a:cubicBezTo>
                    <a:cubicBezTo>
                      <a:pt x="79" y="30023"/>
                      <a:pt x="-254" y="28900"/>
                      <a:pt x="204" y="27984"/>
                    </a:cubicBezTo>
                    <a:lnTo>
                      <a:pt x="14270" y="976"/>
                    </a:lnTo>
                    <a:cubicBezTo>
                      <a:pt x="14727" y="61"/>
                      <a:pt x="15851" y="-230"/>
                      <a:pt x="16766" y="186"/>
                    </a:cubicBezTo>
                    <a:cubicBezTo>
                      <a:pt x="17682" y="644"/>
                      <a:pt x="18015" y="1767"/>
                      <a:pt x="17557" y="2683"/>
                    </a:cubicBezTo>
                    <a:lnTo>
                      <a:pt x="3492" y="29690"/>
                    </a:lnTo>
                    <a:cubicBezTo>
                      <a:pt x="3159" y="30315"/>
                      <a:pt x="2535" y="30689"/>
                      <a:pt x="1869" y="306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3" name="Google Shape;2103;p57">
                <a:extLst>
                  <a:ext uri="{FF2B5EF4-FFF2-40B4-BE49-F238E27FC236}">
                    <a16:creationId xmlns:a16="http://schemas.microsoft.com/office/drawing/2014/main" id="{5ABF2131-8839-6E94-9208-13EA1492FEAA}"/>
                  </a:ext>
                </a:extLst>
              </p:cNvPr>
              <p:cNvSpPr/>
              <p:nvPr/>
            </p:nvSpPr>
            <p:spPr>
              <a:xfrm>
                <a:off x="777255" y="4267938"/>
                <a:ext cx="115591" cy="233534"/>
              </a:xfrm>
              <a:custGeom>
                <a:avLst/>
                <a:gdLst/>
                <a:ahLst/>
                <a:cxnLst/>
                <a:rect l="l" t="t" r="r" b="b"/>
                <a:pathLst>
                  <a:path w="32538" h="65738" extrusionOk="0">
                    <a:moveTo>
                      <a:pt x="30658" y="65739"/>
                    </a:moveTo>
                    <a:cubicBezTo>
                      <a:pt x="29576" y="65697"/>
                      <a:pt x="28785" y="64865"/>
                      <a:pt x="28827" y="63824"/>
                    </a:cubicBezTo>
                    <a:cubicBezTo>
                      <a:pt x="29243" y="52796"/>
                      <a:pt x="27121" y="41686"/>
                      <a:pt x="22751" y="31657"/>
                    </a:cubicBezTo>
                    <a:cubicBezTo>
                      <a:pt x="16592" y="17632"/>
                      <a:pt x="7354" y="8478"/>
                      <a:pt x="696" y="3276"/>
                    </a:cubicBezTo>
                    <a:cubicBezTo>
                      <a:pt x="-95" y="2652"/>
                      <a:pt x="-220" y="1486"/>
                      <a:pt x="363" y="696"/>
                    </a:cubicBezTo>
                    <a:cubicBezTo>
                      <a:pt x="945" y="-95"/>
                      <a:pt x="2152" y="-220"/>
                      <a:pt x="2943" y="363"/>
                    </a:cubicBezTo>
                    <a:cubicBezTo>
                      <a:pt x="9934" y="5814"/>
                      <a:pt x="19630" y="15469"/>
                      <a:pt x="26081" y="30200"/>
                    </a:cubicBezTo>
                    <a:cubicBezTo>
                      <a:pt x="30700" y="40729"/>
                      <a:pt x="32905" y="52422"/>
                      <a:pt x="32489" y="63991"/>
                    </a:cubicBezTo>
                    <a:cubicBezTo>
                      <a:pt x="32447" y="64989"/>
                      <a:pt x="31657" y="65739"/>
                      <a:pt x="30658" y="6573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4" name="Google Shape;2104;p57">
                <a:extLst>
                  <a:ext uri="{FF2B5EF4-FFF2-40B4-BE49-F238E27FC236}">
                    <a16:creationId xmlns:a16="http://schemas.microsoft.com/office/drawing/2014/main" id="{63E29140-444F-562C-A3C2-5E3A4A05687D}"/>
                  </a:ext>
                </a:extLst>
              </p:cNvPr>
              <p:cNvSpPr/>
              <p:nvPr/>
            </p:nvSpPr>
            <p:spPr>
              <a:xfrm>
                <a:off x="1012361" y="4725596"/>
                <a:ext cx="27891" cy="31031"/>
              </a:xfrm>
              <a:custGeom>
                <a:avLst/>
                <a:gdLst/>
                <a:ahLst/>
                <a:cxnLst/>
                <a:rect l="l" t="t" r="r" b="b"/>
                <a:pathLst>
                  <a:path w="7851" h="8735" extrusionOk="0">
                    <a:moveTo>
                      <a:pt x="1845" y="8736"/>
                    </a:moveTo>
                    <a:cubicBezTo>
                      <a:pt x="1429" y="8736"/>
                      <a:pt x="1013" y="8611"/>
                      <a:pt x="680" y="8320"/>
                    </a:cubicBezTo>
                    <a:cubicBezTo>
                      <a:pt x="-111" y="7654"/>
                      <a:pt x="-236" y="6531"/>
                      <a:pt x="430" y="5740"/>
                    </a:cubicBezTo>
                    <a:lnTo>
                      <a:pt x="4592" y="663"/>
                    </a:lnTo>
                    <a:cubicBezTo>
                      <a:pt x="5257" y="-128"/>
                      <a:pt x="6423" y="-211"/>
                      <a:pt x="7172" y="413"/>
                    </a:cubicBezTo>
                    <a:cubicBezTo>
                      <a:pt x="7962" y="1037"/>
                      <a:pt x="8087" y="2203"/>
                      <a:pt x="7421" y="2993"/>
                    </a:cubicBezTo>
                    <a:lnTo>
                      <a:pt x="3260" y="8070"/>
                    </a:lnTo>
                    <a:cubicBezTo>
                      <a:pt x="2886" y="8528"/>
                      <a:pt x="2386" y="8736"/>
                      <a:pt x="1845" y="873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5" name="Google Shape;2105;p57">
                <a:extLst>
                  <a:ext uri="{FF2B5EF4-FFF2-40B4-BE49-F238E27FC236}">
                    <a16:creationId xmlns:a16="http://schemas.microsoft.com/office/drawing/2014/main" id="{A3D3EFF1-F474-194C-BAF3-0D40985B8443}"/>
                  </a:ext>
                </a:extLst>
              </p:cNvPr>
              <p:cNvSpPr/>
              <p:nvPr/>
            </p:nvSpPr>
            <p:spPr>
              <a:xfrm>
                <a:off x="1165482" y="4736321"/>
                <a:ext cx="50819" cy="29759"/>
              </a:xfrm>
              <a:custGeom>
                <a:avLst/>
                <a:gdLst/>
                <a:ahLst/>
                <a:cxnLst/>
                <a:rect l="l" t="t" r="r" b="b"/>
                <a:pathLst>
                  <a:path w="14305" h="8377" extrusionOk="0">
                    <a:moveTo>
                      <a:pt x="1826" y="8378"/>
                    </a:moveTo>
                    <a:cubicBezTo>
                      <a:pt x="1119" y="8378"/>
                      <a:pt x="453" y="7961"/>
                      <a:pt x="162" y="7296"/>
                    </a:cubicBezTo>
                    <a:cubicBezTo>
                      <a:pt x="-254" y="6380"/>
                      <a:pt x="162" y="5298"/>
                      <a:pt x="1077" y="4882"/>
                    </a:cubicBezTo>
                    <a:lnTo>
                      <a:pt x="11730" y="180"/>
                    </a:lnTo>
                    <a:cubicBezTo>
                      <a:pt x="12646" y="-278"/>
                      <a:pt x="13770" y="180"/>
                      <a:pt x="14144" y="1095"/>
                    </a:cubicBezTo>
                    <a:cubicBezTo>
                      <a:pt x="14560" y="2011"/>
                      <a:pt x="14144" y="3093"/>
                      <a:pt x="13229" y="3509"/>
                    </a:cubicBezTo>
                    <a:lnTo>
                      <a:pt x="2576" y="8211"/>
                    </a:lnTo>
                    <a:cubicBezTo>
                      <a:pt x="2326" y="8336"/>
                      <a:pt x="2076" y="8378"/>
                      <a:pt x="1826" y="83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6" name="Google Shape;2106;p57">
                <a:extLst>
                  <a:ext uri="{FF2B5EF4-FFF2-40B4-BE49-F238E27FC236}">
                    <a16:creationId xmlns:a16="http://schemas.microsoft.com/office/drawing/2014/main" id="{125F8DC9-28C0-A36A-E607-0D55FC590A13}"/>
                  </a:ext>
                </a:extLst>
              </p:cNvPr>
              <p:cNvSpPr/>
              <p:nvPr/>
            </p:nvSpPr>
            <p:spPr>
              <a:xfrm>
                <a:off x="748850" y="4680228"/>
                <a:ext cx="22470" cy="13009"/>
              </a:xfrm>
              <a:custGeom>
                <a:avLst/>
                <a:gdLst/>
                <a:ahLst/>
                <a:cxnLst/>
                <a:rect l="l" t="t" r="r" b="b"/>
                <a:pathLst>
                  <a:path w="6325" h="3662" extrusionOk="0">
                    <a:moveTo>
                      <a:pt x="4494" y="3662"/>
                    </a:moveTo>
                    <a:lnTo>
                      <a:pt x="1831" y="3662"/>
                    </a:lnTo>
                    <a:cubicBezTo>
                      <a:pt x="832" y="3662"/>
                      <a:pt x="0" y="2830"/>
                      <a:pt x="0" y="1831"/>
                    </a:cubicBezTo>
                    <a:cubicBezTo>
                      <a:pt x="0" y="832"/>
                      <a:pt x="832" y="0"/>
                      <a:pt x="1831" y="0"/>
                    </a:cubicBezTo>
                    <a:lnTo>
                      <a:pt x="4494" y="0"/>
                    </a:lnTo>
                    <a:cubicBezTo>
                      <a:pt x="5493" y="0"/>
                      <a:pt x="6325" y="832"/>
                      <a:pt x="6325" y="1831"/>
                    </a:cubicBezTo>
                    <a:cubicBezTo>
                      <a:pt x="6325" y="2830"/>
                      <a:pt x="5493" y="3662"/>
                      <a:pt x="4494" y="366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7" name="Google Shape;2107;p57">
                <a:extLst>
                  <a:ext uri="{FF2B5EF4-FFF2-40B4-BE49-F238E27FC236}">
                    <a16:creationId xmlns:a16="http://schemas.microsoft.com/office/drawing/2014/main" id="{7BE8ABDA-C331-5D94-BAB0-C50A386C5758}"/>
                  </a:ext>
                </a:extLst>
              </p:cNvPr>
              <p:cNvSpPr/>
              <p:nvPr/>
            </p:nvSpPr>
            <p:spPr>
              <a:xfrm>
                <a:off x="748680" y="4752996"/>
                <a:ext cx="41582" cy="35248"/>
              </a:xfrm>
              <a:custGeom>
                <a:avLst/>
                <a:gdLst/>
                <a:ahLst/>
                <a:cxnLst/>
                <a:rect l="l" t="t" r="r" b="b"/>
                <a:pathLst>
                  <a:path w="11705" h="9922" extrusionOk="0">
                    <a:moveTo>
                      <a:pt x="1837" y="9923"/>
                    </a:moveTo>
                    <a:cubicBezTo>
                      <a:pt x="1296" y="9923"/>
                      <a:pt x="755" y="9673"/>
                      <a:pt x="380" y="9216"/>
                    </a:cubicBezTo>
                    <a:cubicBezTo>
                      <a:pt x="-243" y="8425"/>
                      <a:pt x="-77" y="7260"/>
                      <a:pt x="714" y="6635"/>
                    </a:cubicBezTo>
                    <a:lnTo>
                      <a:pt x="8745" y="393"/>
                    </a:lnTo>
                    <a:cubicBezTo>
                      <a:pt x="9577" y="-231"/>
                      <a:pt x="10701" y="-106"/>
                      <a:pt x="11325" y="726"/>
                    </a:cubicBezTo>
                    <a:cubicBezTo>
                      <a:pt x="11949" y="1517"/>
                      <a:pt x="11783" y="2682"/>
                      <a:pt x="10992" y="3306"/>
                    </a:cubicBezTo>
                    <a:lnTo>
                      <a:pt x="2960" y="9548"/>
                    </a:lnTo>
                    <a:cubicBezTo>
                      <a:pt x="2628" y="9798"/>
                      <a:pt x="2212" y="9923"/>
                      <a:pt x="1837" y="99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8" name="Google Shape;2108;p57">
                <a:extLst>
                  <a:ext uri="{FF2B5EF4-FFF2-40B4-BE49-F238E27FC236}">
                    <a16:creationId xmlns:a16="http://schemas.microsoft.com/office/drawing/2014/main" id="{0637F9E7-4470-EEC4-5136-B0F87468B87F}"/>
                  </a:ext>
                </a:extLst>
              </p:cNvPr>
              <p:cNvSpPr/>
              <p:nvPr/>
            </p:nvSpPr>
            <p:spPr>
              <a:xfrm>
                <a:off x="663608" y="4240623"/>
                <a:ext cx="23354" cy="40296"/>
              </a:xfrm>
              <a:custGeom>
                <a:avLst/>
                <a:gdLst/>
                <a:ahLst/>
                <a:cxnLst/>
                <a:rect l="l" t="t" r="r" b="b"/>
                <a:pathLst>
                  <a:path w="6574" h="11343" extrusionOk="0">
                    <a:moveTo>
                      <a:pt x="4702" y="11344"/>
                    </a:moveTo>
                    <a:cubicBezTo>
                      <a:pt x="3953" y="11344"/>
                      <a:pt x="3246" y="10886"/>
                      <a:pt x="2996" y="10137"/>
                    </a:cubicBezTo>
                    <a:lnTo>
                      <a:pt x="125" y="2480"/>
                    </a:lnTo>
                    <a:cubicBezTo>
                      <a:pt x="-250" y="1523"/>
                      <a:pt x="250" y="483"/>
                      <a:pt x="1207" y="108"/>
                    </a:cubicBezTo>
                    <a:cubicBezTo>
                      <a:pt x="2164" y="-225"/>
                      <a:pt x="3204" y="233"/>
                      <a:pt x="3579" y="1190"/>
                    </a:cubicBezTo>
                    <a:lnTo>
                      <a:pt x="6450" y="8847"/>
                    </a:lnTo>
                    <a:cubicBezTo>
                      <a:pt x="6825" y="9804"/>
                      <a:pt x="6325" y="10844"/>
                      <a:pt x="5368" y="11219"/>
                    </a:cubicBezTo>
                    <a:cubicBezTo>
                      <a:pt x="5160" y="11302"/>
                      <a:pt x="4952" y="11344"/>
                      <a:pt x="4744" y="113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9" name="Google Shape;2109;p57">
                <a:extLst>
                  <a:ext uri="{FF2B5EF4-FFF2-40B4-BE49-F238E27FC236}">
                    <a16:creationId xmlns:a16="http://schemas.microsoft.com/office/drawing/2014/main" id="{77629505-852E-A195-D64A-B51B3A503E5E}"/>
                  </a:ext>
                </a:extLst>
              </p:cNvPr>
              <p:cNvSpPr/>
              <p:nvPr/>
            </p:nvSpPr>
            <p:spPr>
              <a:xfrm>
                <a:off x="1144313" y="4119059"/>
                <a:ext cx="52978" cy="40573"/>
              </a:xfrm>
              <a:custGeom>
                <a:avLst/>
                <a:gdLst/>
                <a:ahLst/>
                <a:cxnLst/>
                <a:rect l="l" t="t" r="r" b="b"/>
                <a:pathLst>
                  <a:path w="14913" h="11421" extrusionOk="0">
                    <a:moveTo>
                      <a:pt x="13117" y="11421"/>
                    </a:moveTo>
                    <a:cubicBezTo>
                      <a:pt x="12742" y="11421"/>
                      <a:pt x="12409" y="11338"/>
                      <a:pt x="12076" y="11088"/>
                    </a:cubicBezTo>
                    <a:lnTo>
                      <a:pt x="799" y="3348"/>
                    </a:lnTo>
                    <a:cubicBezTo>
                      <a:pt x="-34" y="2766"/>
                      <a:pt x="-242" y="1642"/>
                      <a:pt x="299" y="810"/>
                    </a:cubicBezTo>
                    <a:cubicBezTo>
                      <a:pt x="882" y="-64"/>
                      <a:pt x="2005" y="-231"/>
                      <a:pt x="2838" y="310"/>
                    </a:cubicBezTo>
                    <a:lnTo>
                      <a:pt x="14115" y="8009"/>
                    </a:lnTo>
                    <a:cubicBezTo>
                      <a:pt x="14947" y="8591"/>
                      <a:pt x="15156" y="9715"/>
                      <a:pt x="14615" y="10547"/>
                    </a:cubicBezTo>
                    <a:cubicBezTo>
                      <a:pt x="14240" y="11088"/>
                      <a:pt x="13699" y="11338"/>
                      <a:pt x="13117" y="1133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0" name="Google Shape;2110;p57">
                <a:extLst>
                  <a:ext uri="{FF2B5EF4-FFF2-40B4-BE49-F238E27FC236}">
                    <a16:creationId xmlns:a16="http://schemas.microsoft.com/office/drawing/2014/main" id="{1D930F78-EC01-6B23-6F57-57FE5B1EF462}"/>
                  </a:ext>
                </a:extLst>
              </p:cNvPr>
              <p:cNvSpPr/>
              <p:nvPr/>
            </p:nvSpPr>
            <p:spPr>
              <a:xfrm>
                <a:off x="1409335" y="4077717"/>
                <a:ext cx="41184" cy="43948"/>
              </a:xfrm>
              <a:custGeom>
                <a:avLst/>
                <a:gdLst/>
                <a:ahLst/>
                <a:cxnLst/>
                <a:rect l="l" t="t" r="r" b="b"/>
                <a:pathLst>
                  <a:path w="11593" h="12371" extrusionOk="0">
                    <a:moveTo>
                      <a:pt x="1843" y="12372"/>
                    </a:moveTo>
                    <a:cubicBezTo>
                      <a:pt x="1386" y="12372"/>
                      <a:pt x="969" y="12205"/>
                      <a:pt x="595" y="11914"/>
                    </a:cubicBezTo>
                    <a:cubicBezTo>
                      <a:pt x="-154" y="11248"/>
                      <a:pt x="-196" y="10083"/>
                      <a:pt x="470" y="9334"/>
                    </a:cubicBezTo>
                    <a:lnTo>
                      <a:pt x="8418" y="595"/>
                    </a:lnTo>
                    <a:cubicBezTo>
                      <a:pt x="9126" y="-154"/>
                      <a:pt x="10291" y="-196"/>
                      <a:pt x="10998" y="470"/>
                    </a:cubicBezTo>
                    <a:cubicBezTo>
                      <a:pt x="11747" y="1178"/>
                      <a:pt x="11789" y="2301"/>
                      <a:pt x="11123" y="3050"/>
                    </a:cubicBezTo>
                    <a:lnTo>
                      <a:pt x="3175" y="11789"/>
                    </a:lnTo>
                    <a:cubicBezTo>
                      <a:pt x="2800" y="12205"/>
                      <a:pt x="2301" y="12372"/>
                      <a:pt x="1802" y="1237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1" name="Google Shape;2111;p57">
                <a:extLst>
                  <a:ext uri="{FF2B5EF4-FFF2-40B4-BE49-F238E27FC236}">
                    <a16:creationId xmlns:a16="http://schemas.microsoft.com/office/drawing/2014/main" id="{6C74310E-4311-8AFC-63A1-93389406AAA3}"/>
                  </a:ext>
                </a:extLst>
              </p:cNvPr>
              <p:cNvSpPr/>
              <p:nvPr/>
            </p:nvSpPr>
            <p:spPr>
              <a:xfrm>
                <a:off x="1435731" y="3133943"/>
                <a:ext cx="226276" cy="160506"/>
              </a:xfrm>
              <a:custGeom>
                <a:avLst/>
                <a:gdLst/>
                <a:ahLst/>
                <a:cxnLst/>
                <a:rect l="l" t="t" r="r" b="b"/>
                <a:pathLst>
                  <a:path w="63695" h="45181" extrusionOk="0">
                    <a:moveTo>
                      <a:pt x="11012" y="7595"/>
                    </a:moveTo>
                    <a:cubicBezTo>
                      <a:pt x="4603" y="12090"/>
                      <a:pt x="-1472" y="21037"/>
                      <a:pt x="318" y="28985"/>
                    </a:cubicBezTo>
                    <a:cubicBezTo>
                      <a:pt x="3480" y="43092"/>
                      <a:pt x="30446" y="49792"/>
                      <a:pt x="39975" y="41677"/>
                    </a:cubicBezTo>
                    <a:cubicBezTo>
                      <a:pt x="47216" y="35518"/>
                      <a:pt x="40766" y="24033"/>
                      <a:pt x="50670" y="12048"/>
                    </a:cubicBezTo>
                    <a:cubicBezTo>
                      <a:pt x="56788" y="4599"/>
                      <a:pt x="64319" y="2893"/>
                      <a:pt x="63654" y="896"/>
                    </a:cubicBezTo>
                    <a:cubicBezTo>
                      <a:pt x="63030" y="-977"/>
                      <a:pt x="56247" y="313"/>
                      <a:pt x="35440" y="2685"/>
                    </a:cubicBezTo>
                    <a:cubicBezTo>
                      <a:pt x="18086" y="4682"/>
                      <a:pt x="15215" y="4641"/>
                      <a:pt x="11012" y="7595"/>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2" name="Google Shape;2112;p57">
                <a:extLst>
                  <a:ext uri="{FF2B5EF4-FFF2-40B4-BE49-F238E27FC236}">
                    <a16:creationId xmlns:a16="http://schemas.microsoft.com/office/drawing/2014/main" id="{BE51F81B-154D-3BAD-7F36-ADD114163D1D}"/>
                  </a:ext>
                </a:extLst>
              </p:cNvPr>
              <p:cNvSpPr/>
              <p:nvPr/>
            </p:nvSpPr>
            <p:spPr>
              <a:xfrm>
                <a:off x="1703363" y="2288725"/>
                <a:ext cx="404484" cy="702450"/>
              </a:xfrm>
              <a:custGeom>
                <a:avLst/>
                <a:gdLst/>
                <a:ahLst/>
                <a:cxnLst/>
                <a:rect l="l" t="t" r="r" b="b"/>
                <a:pathLst>
                  <a:path w="113859" h="197734" extrusionOk="0">
                    <a:moveTo>
                      <a:pt x="21726" y="97237"/>
                    </a:moveTo>
                    <a:cubicBezTo>
                      <a:pt x="38497" y="130694"/>
                      <a:pt x="55476" y="164235"/>
                      <a:pt x="72246" y="197735"/>
                    </a:cubicBezTo>
                    <a:lnTo>
                      <a:pt x="113860" y="183627"/>
                    </a:lnTo>
                    <a:cubicBezTo>
                      <a:pt x="107909" y="161239"/>
                      <a:pt x="101833" y="141472"/>
                      <a:pt x="96424" y="125076"/>
                    </a:cubicBezTo>
                    <a:cubicBezTo>
                      <a:pt x="94301" y="118418"/>
                      <a:pt x="92221" y="112218"/>
                      <a:pt x="90348" y="106683"/>
                    </a:cubicBezTo>
                    <a:cubicBezTo>
                      <a:pt x="88059" y="99941"/>
                      <a:pt x="85812" y="93782"/>
                      <a:pt x="83648" y="87873"/>
                    </a:cubicBezTo>
                    <a:cubicBezTo>
                      <a:pt x="58721" y="20126"/>
                      <a:pt x="43157" y="4479"/>
                      <a:pt x="27011" y="775"/>
                    </a:cubicBezTo>
                    <a:cubicBezTo>
                      <a:pt x="23432" y="26"/>
                      <a:pt x="20561" y="-57"/>
                      <a:pt x="18605" y="26"/>
                    </a:cubicBezTo>
                    <a:cubicBezTo>
                      <a:pt x="13862" y="5103"/>
                      <a:pt x="3208" y="18045"/>
                      <a:pt x="586" y="37479"/>
                    </a:cubicBezTo>
                    <a:cubicBezTo>
                      <a:pt x="-3908" y="70770"/>
                      <a:pt x="18813" y="94240"/>
                      <a:pt x="21768" y="97320"/>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3" name="Google Shape;2113;p57">
                <a:extLst>
                  <a:ext uri="{FF2B5EF4-FFF2-40B4-BE49-F238E27FC236}">
                    <a16:creationId xmlns:a16="http://schemas.microsoft.com/office/drawing/2014/main" id="{B3E5E0EA-24A3-A657-CE46-98A7B2ADBE62}"/>
                  </a:ext>
                </a:extLst>
              </p:cNvPr>
              <p:cNvSpPr/>
              <p:nvPr/>
            </p:nvSpPr>
            <p:spPr>
              <a:xfrm>
                <a:off x="1673559" y="2279001"/>
                <a:ext cx="382416" cy="478252"/>
              </a:xfrm>
              <a:custGeom>
                <a:avLst/>
                <a:gdLst/>
                <a:ahLst/>
                <a:cxnLst/>
                <a:rect l="l" t="t" r="r" b="b"/>
                <a:pathLst>
                  <a:path w="107647" h="134624" extrusionOk="0">
                    <a:moveTo>
                      <a:pt x="52759" y="8009"/>
                    </a:moveTo>
                    <a:cubicBezTo>
                      <a:pt x="71069" y="37887"/>
                      <a:pt x="89338" y="67766"/>
                      <a:pt x="107648" y="97645"/>
                    </a:cubicBezTo>
                    <a:cubicBezTo>
                      <a:pt x="104818" y="103513"/>
                      <a:pt x="99949" y="111461"/>
                      <a:pt x="91710" y="118577"/>
                    </a:cubicBezTo>
                    <a:cubicBezTo>
                      <a:pt x="71153" y="136346"/>
                      <a:pt x="45851" y="134890"/>
                      <a:pt x="39651" y="134349"/>
                    </a:cubicBezTo>
                    <a:cubicBezTo>
                      <a:pt x="27000" y="110879"/>
                      <a:pt x="14308" y="87408"/>
                      <a:pt x="1657" y="63938"/>
                    </a:cubicBezTo>
                    <a:cubicBezTo>
                      <a:pt x="-4835" y="31104"/>
                      <a:pt x="8690" y="5054"/>
                      <a:pt x="25835" y="684"/>
                    </a:cubicBezTo>
                    <a:cubicBezTo>
                      <a:pt x="36405" y="-2020"/>
                      <a:pt x="46975" y="3889"/>
                      <a:pt x="52801" y="80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4" name="Google Shape;2114;p57">
                <a:extLst>
                  <a:ext uri="{FF2B5EF4-FFF2-40B4-BE49-F238E27FC236}">
                    <a16:creationId xmlns:a16="http://schemas.microsoft.com/office/drawing/2014/main" id="{FD8E8B10-C822-C017-2531-EAAE621360A0}"/>
                  </a:ext>
                </a:extLst>
              </p:cNvPr>
              <p:cNvSpPr/>
              <p:nvPr/>
            </p:nvSpPr>
            <p:spPr>
              <a:xfrm>
                <a:off x="1649156" y="1982265"/>
                <a:ext cx="335729" cy="324791"/>
              </a:xfrm>
              <a:custGeom>
                <a:avLst/>
                <a:gdLst/>
                <a:ahLst/>
                <a:cxnLst/>
                <a:rect l="l" t="t" r="r" b="b"/>
                <a:pathLst>
                  <a:path w="94505" h="91426" extrusionOk="0">
                    <a:moveTo>
                      <a:pt x="0" y="56637"/>
                    </a:moveTo>
                    <a:cubicBezTo>
                      <a:pt x="7948" y="61090"/>
                      <a:pt x="15896" y="65542"/>
                      <a:pt x="23886" y="69995"/>
                    </a:cubicBezTo>
                    <a:cubicBezTo>
                      <a:pt x="36620" y="77153"/>
                      <a:pt x="49354" y="84269"/>
                      <a:pt x="62130" y="91426"/>
                    </a:cubicBezTo>
                    <a:lnTo>
                      <a:pt x="94505" y="35455"/>
                    </a:lnTo>
                    <a:cubicBezTo>
                      <a:pt x="66124" y="23637"/>
                      <a:pt x="37702" y="11818"/>
                      <a:pt x="9322" y="0"/>
                    </a:cubicBezTo>
                    <a:cubicBezTo>
                      <a:pt x="9072" y="9987"/>
                      <a:pt x="8073" y="21473"/>
                      <a:pt x="5659" y="34082"/>
                    </a:cubicBezTo>
                    <a:cubicBezTo>
                      <a:pt x="4078" y="42322"/>
                      <a:pt x="2122" y="49854"/>
                      <a:pt x="41" y="56637"/>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5" name="Google Shape;2115;p57">
                <a:extLst>
                  <a:ext uri="{FF2B5EF4-FFF2-40B4-BE49-F238E27FC236}">
                    <a16:creationId xmlns:a16="http://schemas.microsoft.com/office/drawing/2014/main" id="{1A4A84AE-B99A-AC87-2529-A6484168259A}"/>
                  </a:ext>
                </a:extLst>
              </p:cNvPr>
              <p:cNvSpPr/>
              <p:nvPr/>
            </p:nvSpPr>
            <p:spPr>
              <a:xfrm>
                <a:off x="1649010" y="2104000"/>
                <a:ext cx="91722" cy="126838"/>
              </a:xfrm>
              <a:custGeom>
                <a:avLst/>
                <a:gdLst/>
                <a:ahLst/>
                <a:cxnLst/>
                <a:rect l="l" t="t" r="r" b="b"/>
                <a:pathLst>
                  <a:path w="25819" h="35704" extrusionOk="0">
                    <a:moveTo>
                      <a:pt x="42" y="22347"/>
                    </a:moveTo>
                    <a:cubicBezTo>
                      <a:pt x="7990" y="26799"/>
                      <a:pt x="15938" y="31252"/>
                      <a:pt x="23928" y="35705"/>
                    </a:cubicBezTo>
                    <a:cubicBezTo>
                      <a:pt x="29713" y="25052"/>
                      <a:pt x="21806" y="9113"/>
                      <a:pt x="5992" y="0"/>
                    </a:cubicBezTo>
                    <a:cubicBezTo>
                      <a:pt x="3745" y="7282"/>
                      <a:pt x="1872" y="14815"/>
                      <a:pt x="0" y="223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6" name="Google Shape;2116;p57">
                <a:extLst>
                  <a:ext uri="{FF2B5EF4-FFF2-40B4-BE49-F238E27FC236}">
                    <a16:creationId xmlns:a16="http://schemas.microsoft.com/office/drawing/2014/main" id="{237C474D-94F0-C755-B347-2E6B1675226D}"/>
                  </a:ext>
                </a:extLst>
              </p:cNvPr>
              <p:cNvSpPr/>
              <p:nvPr/>
            </p:nvSpPr>
            <p:spPr>
              <a:xfrm>
                <a:off x="1326752" y="1823484"/>
                <a:ext cx="372014" cy="431480"/>
              </a:xfrm>
              <a:custGeom>
                <a:avLst/>
                <a:gdLst/>
                <a:ahLst/>
                <a:cxnLst/>
                <a:rect l="l" t="t" r="r" b="b"/>
                <a:pathLst>
                  <a:path w="104719" h="121458" extrusionOk="0">
                    <a:moveTo>
                      <a:pt x="99553" y="99072"/>
                    </a:moveTo>
                    <a:cubicBezTo>
                      <a:pt x="103382" y="88835"/>
                      <a:pt x="108625" y="68237"/>
                      <a:pt x="100219" y="37608"/>
                    </a:cubicBezTo>
                    <a:cubicBezTo>
                      <a:pt x="99761" y="35861"/>
                      <a:pt x="92229" y="10018"/>
                      <a:pt x="66387" y="2112"/>
                    </a:cubicBezTo>
                    <a:cubicBezTo>
                      <a:pt x="49824" y="-2965"/>
                      <a:pt x="33761" y="1779"/>
                      <a:pt x="23067" y="9269"/>
                    </a:cubicBezTo>
                    <a:cubicBezTo>
                      <a:pt x="678" y="24875"/>
                      <a:pt x="-4524" y="56626"/>
                      <a:pt x="3633" y="70026"/>
                    </a:cubicBezTo>
                    <a:cubicBezTo>
                      <a:pt x="5006" y="72273"/>
                      <a:pt x="6546" y="74062"/>
                      <a:pt x="7961" y="75436"/>
                    </a:cubicBezTo>
                    <a:cubicBezTo>
                      <a:pt x="20362" y="86796"/>
                      <a:pt x="25896" y="91915"/>
                      <a:pt x="26146" y="92248"/>
                    </a:cubicBezTo>
                    <a:cubicBezTo>
                      <a:pt x="26229" y="92331"/>
                      <a:pt x="26520" y="92789"/>
                      <a:pt x="27145" y="93080"/>
                    </a:cubicBezTo>
                    <a:cubicBezTo>
                      <a:pt x="27561" y="93288"/>
                      <a:pt x="27935" y="93330"/>
                      <a:pt x="28143" y="93371"/>
                    </a:cubicBezTo>
                    <a:cubicBezTo>
                      <a:pt x="30307" y="93954"/>
                      <a:pt x="32471" y="94537"/>
                      <a:pt x="34635" y="95119"/>
                    </a:cubicBezTo>
                    <a:cubicBezTo>
                      <a:pt x="46703" y="102818"/>
                      <a:pt x="51614" y="106272"/>
                      <a:pt x="52987" y="107520"/>
                    </a:cubicBezTo>
                    <a:cubicBezTo>
                      <a:pt x="55734" y="109934"/>
                      <a:pt x="56899" y="110932"/>
                      <a:pt x="58272" y="111141"/>
                    </a:cubicBezTo>
                    <a:cubicBezTo>
                      <a:pt x="58688" y="111224"/>
                      <a:pt x="59021" y="111265"/>
                      <a:pt x="59229" y="111557"/>
                    </a:cubicBezTo>
                    <a:cubicBezTo>
                      <a:pt x="59645" y="112139"/>
                      <a:pt x="58980" y="112847"/>
                      <a:pt x="59312" y="113429"/>
                    </a:cubicBezTo>
                    <a:cubicBezTo>
                      <a:pt x="59770" y="114303"/>
                      <a:pt x="61892" y="113970"/>
                      <a:pt x="62308" y="113929"/>
                    </a:cubicBezTo>
                    <a:cubicBezTo>
                      <a:pt x="62683" y="113887"/>
                      <a:pt x="65846" y="113388"/>
                      <a:pt x="66553" y="111349"/>
                    </a:cubicBezTo>
                    <a:cubicBezTo>
                      <a:pt x="66803" y="110558"/>
                      <a:pt x="66678" y="109726"/>
                      <a:pt x="66636" y="109726"/>
                    </a:cubicBezTo>
                    <a:cubicBezTo>
                      <a:pt x="66553" y="109726"/>
                      <a:pt x="65846" y="113721"/>
                      <a:pt x="67219" y="114511"/>
                    </a:cubicBezTo>
                    <a:cubicBezTo>
                      <a:pt x="67760" y="114803"/>
                      <a:pt x="68634" y="114595"/>
                      <a:pt x="68884" y="114511"/>
                    </a:cubicBezTo>
                    <a:cubicBezTo>
                      <a:pt x="69633" y="114303"/>
                      <a:pt x="69924" y="113970"/>
                      <a:pt x="70215" y="113804"/>
                    </a:cubicBezTo>
                    <a:cubicBezTo>
                      <a:pt x="71880" y="112972"/>
                      <a:pt x="77997" y="120587"/>
                      <a:pt x="81826" y="121378"/>
                    </a:cubicBezTo>
                    <a:cubicBezTo>
                      <a:pt x="87444" y="122543"/>
                      <a:pt x="95100" y="110932"/>
                      <a:pt x="99595" y="98989"/>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7" name="Google Shape;2117;p57">
                <a:extLst>
                  <a:ext uri="{FF2B5EF4-FFF2-40B4-BE49-F238E27FC236}">
                    <a16:creationId xmlns:a16="http://schemas.microsoft.com/office/drawing/2014/main" id="{6516B63C-DABD-05C6-A45F-183ECDF22FB1}"/>
                  </a:ext>
                </a:extLst>
              </p:cNvPr>
              <p:cNvSpPr/>
              <p:nvPr/>
            </p:nvSpPr>
            <p:spPr>
              <a:xfrm>
                <a:off x="1445725" y="2157479"/>
                <a:ext cx="75690" cy="69046"/>
              </a:xfrm>
              <a:custGeom>
                <a:avLst/>
                <a:gdLst/>
                <a:ahLst/>
                <a:cxnLst/>
                <a:rect l="l" t="t" r="r" b="b"/>
                <a:pathLst>
                  <a:path w="21306" h="19436" extrusionOk="0">
                    <a:moveTo>
                      <a:pt x="10903" y="18934"/>
                    </a:moveTo>
                    <a:cubicBezTo>
                      <a:pt x="12900" y="20100"/>
                      <a:pt x="15605" y="18934"/>
                      <a:pt x="16604" y="18477"/>
                    </a:cubicBezTo>
                    <a:cubicBezTo>
                      <a:pt x="19351" y="17270"/>
                      <a:pt x="20765" y="15064"/>
                      <a:pt x="21306" y="14149"/>
                    </a:cubicBezTo>
                    <a:cubicBezTo>
                      <a:pt x="21223" y="13275"/>
                      <a:pt x="20931" y="11735"/>
                      <a:pt x="19767" y="10778"/>
                    </a:cubicBezTo>
                    <a:cubicBezTo>
                      <a:pt x="18768" y="9987"/>
                      <a:pt x="17810" y="10279"/>
                      <a:pt x="16354" y="9696"/>
                    </a:cubicBezTo>
                    <a:cubicBezTo>
                      <a:pt x="15439" y="9322"/>
                      <a:pt x="14149" y="8531"/>
                      <a:pt x="12942" y="6783"/>
                    </a:cubicBezTo>
                    <a:lnTo>
                      <a:pt x="0" y="0"/>
                    </a:lnTo>
                    <a:cubicBezTo>
                      <a:pt x="1706" y="2830"/>
                      <a:pt x="3079" y="5118"/>
                      <a:pt x="4078" y="6658"/>
                    </a:cubicBezTo>
                    <a:cubicBezTo>
                      <a:pt x="7282" y="11818"/>
                      <a:pt x="7449" y="11818"/>
                      <a:pt x="8115" y="13316"/>
                    </a:cubicBezTo>
                    <a:cubicBezTo>
                      <a:pt x="9654" y="16729"/>
                      <a:pt x="9446" y="18102"/>
                      <a:pt x="10903" y="18976"/>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8" name="Google Shape;2118;p57">
                <a:extLst>
                  <a:ext uri="{FF2B5EF4-FFF2-40B4-BE49-F238E27FC236}">
                    <a16:creationId xmlns:a16="http://schemas.microsoft.com/office/drawing/2014/main" id="{67B91427-DFD8-D440-A93A-41F86DF07899}"/>
                  </a:ext>
                </a:extLst>
              </p:cNvPr>
              <p:cNvSpPr/>
              <p:nvPr/>
            </p:nvSpPr>
            <p:spPr>
              <a:xfrm>
                <a:off x="1446257" y="2077913"/>
                <a:ext cx="55103" cy="65132"/>
              </a:xfrm>
              <a:custGeom>
                <a:avLst/>
                <a:gdLst/>
                <a:ahLst/>
                <a:cxnLst/>
                <a:rect l="l" t="t" r="r" b="b"/>
                <a:pathLst>
                  <a:path w="15511" h="18334" extrusionOk="0">
                    <a:moveTo>
                      <a:pt x="1847" y="18293"/>
                    </a:moveTo>
                    <a:cubicBezTo>
                      <a:pt x="890" y="18293"/>
                      <a:pt x="57" y="17544"/>
                      <a:pt x="15" y="16545"/>
                    </a:cubicBezTo>
                    <a:cubicBezTo>
                      <a:pt x="-68" y="14756"/>
                      <a:pt x="15" y="8597"/>
                      <a:pt x="4884" y="4019"/>
                    </a:cubicBezTo>
                    <a:cubicBezTo>
                      <a:pt x="7839" y="1273"/>
                      <a:pt x="11126" y="316"/>
                      <a:pt x="13415" y="24"/>
                    </a:cubicBezTo>
                    <a:cubicBezTo>
                      <a:pt x="14372" y="-142"/>
                      <a:pt x="15329" y="565"/>
                      <a:pt x="15496" y="1606"/>
                    </a:cubicBezTo>
                    <a:cubicBezTo>
                      <a:pt x="15621" y="2604"/>
                      <a:pt x="14955" y="3520"/>
                      <a:pt x="13956" y="3686"/>
                    </a:cubicBezTo>
                    <a:cubicBezTo>
                      <a:pt x="12208" y="3936"/>
                      <a:pt x="9670" y="4643"/>
                      <a:pt x="7423" y="6724"/>
                    </a:cubicBezTo>
                    <a:cubicBezTo>
                      <a:pt x="3719" y="10220"/>
                      <a:pt x="3636" y="15005"/>
                      <a:pt x="3719" y="16420"/>
                    </a:cubicBezTo>
                    <a:cubicBezTo>
                      <a:pt x="3761" y="17419"/>
                      <a:pt x="2970" y="18293"/>
                      <a:pt x="1972" y="18334"/>
                    </a:cubicBezTo>
                    <a:lnTo>
                      <a:pt x="1888" y="1833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9" name="Google Shape;2119;p57">
                <a:extLst>
                  <a:ext uri="{FF2B5EF4-FFF2-40B4-BE49-F238E27FC236}">
                    <a16:creationId xmlns:a16="http://schemas.microsoft.com/office/drawing/2014/main" id="{F99FCD78-DA7F-5E3C-13EE-F8BAC13327FF}"/>
                  </a:ext>
                </a:extLst>
              </p:cNvPr>
              <p:cNvSpPr/>
              <p:nvPr/>
            </p:nvSpPr>
            <p:spPr>
              <a:xfrm>
                <a:off x="1452317" y="2112946"/>
                <a:ext cx="32331" cy="27773"/>
              </a:xfrm>
              <a:custGeom>
                <a:avLst/>
                <a:gdLst/>
                <a:ahLst/>
                <a:cxnLst/>
                <a:rect l="l" t="t" r="r" b="b"/>
                <a:pathLst>
                  <a:path w="9101" h="7818" extrusionOk="0">
                    <a:moveTo>
                      <a:pt x="2803" y="6968"/>
                    </a:moveTo>
                    <a:cubicBezTo>
                      <a:pt x="5134" y="8299"/>
                      <a:pt x="7797" y="8050"/>
                      <a:pt x="8754" y="6344"/>
                    </a:cubicBezTo>
                    <a:cubicBezTo>
                      <a:pt x="9711" y="4679"/>
                      <a:pt x="8630" y="2224"/>
                      <a:pt x="6299" y="851"/>
                    </a:cubicBezTo>
                    <a:cubicBezTo>
                      <a:pt x="3969" y="-481"/>
                      <a:pt x="1305" y="-231"/>
                      <a:pt x="348" y="1475"/>
                    </a:cubicBezTo>
                    <a:cubicBezTo>
                      <a:pt x="-609" y="3139"/>
                      <a:pt x="473" y="5595"/>
                      <a:pt x="2803" y="69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0" name="Google Shape;2120;p57">
                <a:extLst>
                  <a:ext uri="{FF2B5EF4-FFF2-40B4-BE49-F238E27FC236}">
                    <a16:creationId xmlns:a16="http://schemas.microsoft.com/office/drawing/2014/main" id="{76828F58-0F4B-679F-CB78-425029356C41}"/>
                  </a:ext>
                </a:extLst>
              </p:cNvPr>
              <p:cNvSpPr/>
              <p:nvPr/>
            </p:nvSpPr>
            <p:spPr>
              <a:xfrm>
                <a:off x="1556543" y="2171151"/>
                <a:ext cx="26743" cy="54325"/>
              </a:xfrm>
              <a:custGeom>
                <a:avLst/>
                <a:gdLst/>
                <a:ahLst/>
                <a:cxnLst/>
                <a:rect l="l" t="t" r="r" b="b"/>
                <a:pathLst>
                  <a:path w="7528" h="15292" extrusionOk="0">
                    <a:moveTo>
                      <a:pt x="1826" y="15292"/>
                    </a:moveTo>
                    <a:cubicBezTo>
                      <a:pt x="1493" y="15292"/>
                      <a:pt x="1119" y="15209"/>
                      <a:pt x="828" y="15001"/>
                    </a:cubicBezTo>
                    <a:cubicBezTo>
                      <a:pt x="-5" y="14460"/>
                      <a:pt x="-254" y="13295"/>
                      <a:pt x="287" y="12462"/>
                    </a:cubicBezTo>
                    <a:cubicBezTo>
                      <a:pt x="1244" y="10964"/>
                      <a:pt x="1993" y="9508"/>
                      <a:pt x="2575" y="7926"/>
                    </a:cubicBezTo>
                    <a:cubicBezTo>
                      <a:pt x="3324" y="5929"/>
                      <a:pt x="3741" y="3848"/>
                      <a:pt x="3865" y="1768"/>
                    </a:cubicBezTo>
                    <a:cubicBezTo>
                      <a:pt x="3907" y="769"/>
                      <a:pt x="4698" y="-147"/>
                      <a:pt x="5780" y="20"/>
                    </a:cubicBezTo>
                    <a:cubicBezTo>
                      <a:pt x="6779" y="61"/>
                      <a:pt x="7569" y="935"/>
                      <a:pt x="7527" y="1934"/>
                    </a:cubicBezTo>
                    <a:cubicBezTo>
                      <a:pt x="7402" y="4431"/>
                      <a:pt x="6862" y="6844"/>
                      <a:pt x="6029" y="9175"/>
                    </a:cubicBezTo>
                    <a:cubicBezTo>
                      <a:pt x="5363" y="10964"/>
                      <a:pt x="4490" y="12754"/>
                      <a:pt x="3366" y="14460"/>
                    </a:cubicBezTo>
                    <a:cubicBezTo>
                      <a:pt x="3033" y="15001"/>
                      <a:pt x="2451" y="15292"/>
                      <a:pt x="1826" y="152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1" name="Google Shape;2121;p57">
                <a:extLst>
                  <a:ext uri="{FF2B5EF4-FFF2-40B4-BE49-F238E27FC236}">
                    <a16:creationId xmlns:a16="http://schemas.microsoft.com/office/drawing/2014/main" id="{5A5B7EAB-981D-A60C-7EF3-D4E9DBB65691}"/>
                  </a:ext>
                </a:extLst>
              </p:cNvPr>
              <p:cNvSpPr/>
              <p:nvPr/>
            </p:nvSpPr>
            <p:spPr>
              <a:xfrm>
                <a:off x="1393867" y="2039089"/>
                <a:ext cx="83278" cy="89491"/>
              </a:xfrm>
              <a:custGeom>
                <a:avLst/>
                <a:gdLst/>
                <a:ahLst/>
                <a:cxnLst/>
                <a:rect l="l" t="t" r="r" b="b"/>
                <a:pathLst>
                  <a:path w="23442" h="25191" extrusionOk="0">
                    <a:moveTo>
                      <a:pt x="21597" y="5009"/>
                    </a:moveTo>
                    <a:cubicBezTo>
                      <a:pt x="21597" y="5009"/>
                      <a:pt x="19767" y="6008"/>
                      <a:pt x="18060" y="7714"/>
                    </a:cubicBezTo>
                    <a:cubicBezTo>
                      <a:pt x="15564" y="10211"/>
                      <a:pt x="11361" y="16453"/>
                      <a:pt x="6783" y="25192"/>
                    </a:cubicBezTo>
                    <a:cubicBezTo>
                      <a:pt x="5826" y="25067"/>
                      <a:pt x="3745" y="24734"/>
                      <a:pt x="1831" y="23153"/>
                    </a:cubicBezTo>
                    <a:cubicBezTo>
                      <a:pt x="957" y="22445"/>
                      <a:pt x="374" y="21696"/>
                      <a:pt x="0" y="21072"/>
                    </a:cubicBezTo>
                    <a:cubicBezTo>
                      <a:pt x="2372" y="17119"/>
                      <a:pt x="5160" y="12791"/>
                      <a:pt x="8323" y="8213"/>
                    </a:cubicBezTo>
                    <a:cubicBezTo>
                      <a:pt x="9197" y="6923"/>
                      <a:pt x="11277" y="4010"/>
                      <a:pt x="14898" y="1638"/>
                    </a:cubicBezTo>
                    <a:cubicBezTo>
                      <a:pt x="16729" y="390"/>
                      <a:pt x="17728" y="140"/>
                      <a:pt x="18269" y="57"/>
                    </a:cubicBezTo>
                    <a:cubicBezTo>
                      <a:pt x="19392" y="-151"/>
                      <a:pt x="20308" y="265"/>
                      <a:pt x="20765" y="432"/>
                    </a:cubicBezTo>
                    <a:cubicBezTo>
                      <a:pt x="21764" y="806"/>
                      <a:pt x="23304" y="1347"/>
                      <a:pt x="23429" y="2471"/>
                    </a:cubicBezTo>
                    <a:cubicBezTo>
                      <a:pt x="23554" y="3386"/>
                      <a:pt x="22804" y="4426"/>
                      <a:pt x="21597" y="505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2" name="Google Shape;2122;p57">
                <a:extLst>
                  <a:ext uri="{FF2B5EF4-FFF2-40B4-BE49-F238E27FC236}">
                    <a16:creationId xmlns:a16="http://schemas.microsoft.com/office/drawing/2014/main" id="{D2645319-DBB3-37EA-7C5E-3653620D1DE7}"/>
                  </a:ext>
                </a:extLst>
              </p:cNvPr>
              <p:cNvSpPr/>
              <p:nvPr/>
            </p:nvSpPr>
            <p:spPr>
              <a:xfrm>
                <a:off x="2696753" y="2779453"/>
                <a:ext cx="597605" cy="1138445"/>
              </a:xfrm>
              <a:custGeom>
                <a:avLst/>
                <a:gdLst/>
                <a:ahLst/>
                <a:cxnLst/>
                <a:rect l="l" t="t" r="r" b="b"/>
                <a:pathLst>
                  <a:path w="168221" h="320463" extrusionOk="0">
                    <a:moveTo>
                      <a:pt x="113732" y="288968"/>
                    </a:moveTo>
                    <a:cubicBezTo>
                      <a:pt x="133914" y="307819"/>
                      <a:pt x="151850" y="324798"/>
                      <a:pt x="161837" y="319471"/>
                    </a:cubicBezTo>
                    <a:cubicBezTo>
                      <a:pt x="183019" y="308111"/>
                      <a:pt x="147813" y="200330"/>
                      <a:pt x="110153" y="100415"/>
                    </a:cubicBezTo>
                    <a:cubicBezTo>
                      <a:pt x="104951" y="88347"/>
                      <a:pt x="97751" y="74448"/>
                      <a:pt x="87639" y="60132"/>
                    </a:cubicBezTo>
                    <a:cubicBezTo>
                      <a:pt x="66583" y="30212"/>
                      <a:pt x="42113" y="11236"/>
                      <a:pt x="24594" y="0"/>
                    </a:cubicBezTo>
                    <a:cubicBezTo>
                      <a:pt x="16396" y="31543"/>
                      <a:pt x="8198" y="63045"/>
                      <a:pt x="0" y="94589"/>
                    </a:cubicBezTo>
                    <a:cubicBezTo>
                      <a:pt x="19601" y="136785"/>
                      <a:pt x="37869" y="172865"/>
                      <a:pt x="53183" y="201870"/>
                    </a:cubicBezTo>
                    <a:cubicBezTo>
                      <a:pt x="73407" y="240196"/>
                      <a:pt x="87681" y="264624"/>
                      <a:pt x="113732" y="289051"/>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3" name="Google Shape;2123;p57">
                <a:extLst>
                  <a:ext uri="{FF2B5EF4-FFF2-40B4-BE49-F238E27FC236}">
                    <a16:creationId xmlns:a16="http://schemas.microsoft.com/office/drawing/2014/main" id="{F0060ECB-9D49-FA37-C451-62EB9ED599CA}"/>
                  </a:ext>
                </a:extLst>
              </p:cNvPr>
              <p:cNvSpPr/>
              <p:nvPr/>
            </p:nvSpPr>
            <p:spPr>
              <a:xfrm>
                <a:off x="3072154" y="3864132"/>
                <a:ext cx="510320" cy="868672"/>
              </a:xfrm>
              <a:custGeom>
                <a:avLst/>
                <a:gdLst/>
                <a:ahLst/>
                <a:cxnLst/>
                <a:rect l="l" t="t" r="r" b="b"/>
                <a:pathLst>
                  <a:path w="143651" h="244524" extrusionOk="0">
                    <a:moveTo>
                      <a:pt x="120181" y="244441"/>
                    </a:moveTo>
                    <a:cubicBezTo>
                      <a:pt x="128005" y="240571"/>
                      <a:pt x="135828" y="236659"/>
                      <a:pt x="143652" y="232789"/>
                    </a:cubicBezTo>
                    <a:cubicBezTo>
                      <a:pt x="142320" y="226298"/>
                      <a:pt x="140156" y="216019"/>
                      <a:pt x="137451" y="203368"/>
                    </a:cubicBezTo>
                    <a:cubicBezTo>
                      <a:pt x="127464" y="156386"/>
                      <a:pt x="125383" y="149062"/>
                      <a:pt x="119516" y="121097"/>
                    </a:cubicBezTo>
                    <a:cubicBezTo>
                      <a:pt x="107988" y="66000"/>
                      <a:pt x="110444" y="67956"/>
                      <a:pt x="106241" y="58385"/>
                    </a:cubicBezTo>
                    <a:cubicBezTo>
                      <a:pt x="93423" y="29088"/>
                      <a:pt x="70619" y="10778"/>
                      <a:pt x="53516" y="0"/>
                    </a:cubicBezTo>
                    <a:cubicBezTo>
                      <a:pt x="35663" y="2996"/>
                      <a:pt x="17853" y="5992"/>
                      <a:pt x="0" y="8989"/>
                    </a:cubicBezTo>
                    <a:cubicBezTo>
                      <a:pt x="14482" y="38119"/>
                      <a:pt x="29130" y="67332"/>
                      <a:pt x="44028" y="96711"/>
                    </a:cubicBezTo>
                    <a:cubicBezTo>
                      <a:pt x="69329" y="146648"/>
                      <a:pt x="94714" y="195919"/>
                      <a:pt x="120181" y="244524"/>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4" name="Google Shape;2124;p57">
                <a:extLst>
                  <a:ext uri="{FF2B5EF4-FFF2-40B4-BE49-F238E27FC236}">
                    <a16:creationId xmlns:a16="http://schemas.microsoft.com/office/drawing/2014/main" id="{489659D4-C549-40C2-9493-BDB018CA5179}"/>
                  </a:ext>
                </a:extLst>
              </p:cNvPr>
              <p:cNvSpPr/>
              <p:nvPr/>
            </p:nvSpPr>
            <p:spPr>
              <a:xfrm>
                <a:off x="1526388" y="2897641"/>
                <a:ext cx="581427" cy="382295"/>
              </a:xfrm>
              <a:custGeom>
                <a:avLst/>
                <a:gdLst/>
                <a:ahLst/>
                <a:cxnLst/>
                <a:rect l="l" t="t" r="r" b="b"/>
                <a:pathLst>
                  <a:path w="163667" h="107613" extrusionOk="0">
                    <a:moveTo>
                      <a:pt x="0" y="81064"/>
                    </a:moveTo>
                    <a:cubicBezTo>
                      <a:pt x="4452" y="89928"/>
                      <a:pt x="8864" y="98750"/>
                      <a:pt x="13316" y="107614"/>
                    </a:cubicBezTo>
                    <a:cubicBezTo>
                      <a:pt x="27590" y="101871"/>
                      <a:pt x="42197" y="96212"/>
                      <a:pt x="57219" y="90635"/>
                    </a:cubicBezTo>
                    <a:cubicBezTo>
                      <a:pt x="84976" y="80315"/>
                      <a:pt x="112067" y="71077"/>
                      <a:pt x="138367" y="62796"/>
                    </a:cubicBezTo>
                    <a:cubicBezTo>
                      <a:pt x="142029" y="60007"/>
                      <a:pt x="146149" y="56304"/>
                      <a:pt x="149936" y="51435"/>
                    </a:cubicBezTo>
                    <a:cubicBezTo>
                      <a:pt x="161712" y="36412"/>
                      <a:pt x="163419" y="19808"/>
                      <a:pt x="163668" y="12110"/>
                    </a:cubicBezTo>
                    <a:lnTo>
                      <a:pt x="136952" y="0"/>
                    </a:lnTo>
                    <a:cubicBezTo>
                      <a:pt x="122637" y="5451"/>
                      <a:pt x="111900" y="11194"/>
                      <a:pt x="105159" y="15106"/>
                    </a:cubicBezTo>
                    <a:cubicBezTo>
                      <a:pt x="68081" y="36662"/>
                      <a:pt x="57011" y="58218"/>
                      <a:pt x="20433" y="73907"/>
                    </a:cubicBezTo>
                    <a:cubicBezTo>
                      <a:pt x="11694" y="77652"/>
                      <a:pt x="4328" y="79857"/>
                      <a:pt x="0" y="81064"/>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5" name="Google Shape;2125;p57">
                <a:extLst>
                  <a:ext uri="{FF2B5EF4-FFF2-40B4-BE49-F238E27FC236}">
                    <a16:creationId xmlns:a16="http://schemas.microsoft.com/office/drawing/2014/main" id="{A90A5D44-A637-379E-82EF-F2818E9DA7CE}"/>
                  </a:ext>
                </a:extLst>
              </p:cNvPr>
              <p:cNvSpPr/>
              <p:nvPr/>
            </p:nvSpPr>
            <p:spPr>
              <a:xfrm>
                <a:off x="2630972" y="2808060"/>
                <a:ext cx="424510" cy="482483"/>
              </a:xfrm>
              <a:custGeom>
                <a:avLst/>
                <a:gdLst/>
                <a:ahLst/>
                <a:cxnLst/>
                <a:rect l="l" t="t" r="r" b="b"/>
                <a:pathLst>
                  <a:path w="119496" h="135815" extrusionOk="0">
                    <a:moveTo>
                      <a:pt x="7044" y="91191"/>
                    </a:moveTo>
                    <a:cubicBezTo>
                      <a:pt x="22608" y="126396"/>
                      <a:pt x="58812" y="144540"/>
                      <a:pt x="87900" y="131681"/>
                    </a:cubicBezTo>
                    <a:cubicBezTo>
                      <a:pt x="116988" y="118822"/>
                      <a:pt x="127975" y="79872"/>
                      <a:pt x="112453" y="44625"/>
                    </a:cubicBezTo>
                    <a:cubicBezTo>
                      <a:pt x="96889" y="9419"/>
                      <a:pt x="60685" y="-8725"/>
                      <a:pt x="31596" y="4134"/>
                    </a:cubicBezTo>
                    <a:cubicBezTo>
                      <a:pt x="2508" y="16993"/>
                      <a:pt x="-8478" y="55943"/>
                      <a:pt x="7044" y="91191"/>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6" name="Google Shape;2126;p57">
                <a:extLst>
                  <a:ext uri="{FF2B5EF4-FFF2-40B4-BE49-F238E27FC236}">
                    <a16:creationId xmlns:a16="http://schemas.microsoft.com/office/drawing/2014/main" id="{2B85A245-FF58-CFB8-1F58-8FA203405A42}"/>
                  </a:ext>
                </a:extLst>
              </p:cNvPr>
              <p:cNvSpPr/>
              <p:nvPr/>
            </p:nvSpPr>
            <p:spPr>
              <a:xfrm>
                <a:off x="3294127" y="4578289"/>
                <a:ext cx="366096" cy="279404"/>
              </a:xfrm>
              <a:custGeom>
                <a:avLst/>
                <a:gdLst/>
                <a:ahLst/>
                <a:cxnLst/>
                <a:rect l="l" t="t" r="r" b="b"/>
                <a:pathLst>
                  <a:path w="103053" h="78650" extrusionOk="0">
                    <a:moveTo>
                      <a:pt x="354" y="78651"/>
                    </a:moveTo>
                    <a:cubicBezTo>
                      <a:pt x="34228" y="78318"/>
                      <a:pt x="68060" y="77985"/>
                      <a:pt x="101934" y="77652"/>
                    </a:cubicBezTo>
                    <a:cubicBezTo>
                      <a:pt x="103100" y="73241"/>
                      <a:pt x="103973" y="66624"/>
                      <a:pt x="101268" y="59550"/>
                    </a:cubicBezTo>
                    <a:cubicBezTo>
                      <a:pt x="100478" y="57511"/>
                      <a:pt x="99604" y="55929"/>
                      <a:pt x="99021" y="54972"/>
                    </a:cubicBezTo>
                    <a:cubicBezTo>
                      <a:pt x="98730" y="54515"/>
                      <a:pt x="98522" y="54182"/>
                      <a:pt x="98480" y="54098"/>
                    </a:cubicBezTo>
                    <a:cubicBezTo>
                      <a:pt x="97440" y="52559"/>
                      <a:pt x="90074" y="37578"/>
                      <a:pt x="72013" y="0"/>
                    </a:cubicBezTo>
                    <a:cubicBezTo>
                      <a:pt x="68060" y="6533"/>
                      <a:pt x="64107" y="13109"/>
                      <a:pt x="60195" y="19642"/>
                    </a:cubicBezTo>
                    <a:cubicBezTo>
                      <a:pt x="56825" y="28631"/>
                      <a:pt x="53495" y="37619"/>
                      <a:pt x="50124" y="46608"/>
                    </a:cubicBezTo>
                    <a:cubicBezTo>
                      <a:pt x="34811" y="58052"/>
                      <a:pt x="23242" y="61506"/>
                      <a:pt x="15169" y="62379"/>
                    </a:cubicBezTo>
                    <a:cubicBezTo>
                      <a:pt x="12297" y="62712"/>
                      <a:pt x="5265" y="63170"/>
                      <a:pt x="1894" y="68081"/>
                    </a:cubicBezTo>
                    <a:cubicBezTo>
                      <a:pt x="-395" y="71368"/>
                      <a:pt x="-187" y="75530"/>
                      <a:pt x="354" y="78609"/>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7" name="Google Shape;2127;p57">
                <a:extLst>
                  <a:ext uri="{FF2B5EF4-FFF2-40B4-BE49-F238E27FC236}">
                    <a16:creationId xmlns:a16="http://schemas.microsoft.com/office/drawing/2014/main" id="{959876E6-5ACF-5A5B-89AE-693D2A9EAB8F}"/>
                  </a:ext>
                </a:extLst>
              </p:cNvPr>
              <p:cNvSpPr/>
              <p:nvPr/>
            </p:nvSpPr>
            <p:spPr>
              <a:xfrm>
                <a:off x="2131867" y="2834409"/>
                <a:ext cx="696791" cy="1126736"/>
              </a:xfrm>
              <a:custGeom>
                <a:avLst/>
                <a:gdLst/>
                <a:ahLst/>
                <a:cxnLst/>
                <a:rect l="l" t="t" r="r" b="b"/>
                <a:pathLst>
                  <a:path w="196141" h="317167" extrusionOk="0">
                    <a:moveTo>
                      <a:pt x="4853" y="259214"/>
                    </a:moveTo>
                    <a:cubicBezTo>
                      <a:pt x="317" y="286471"/>
                      <a:pt x="-3844" y="310816"/>
                      <a:pt x="6143" y="316184"/>
                    </a:cubicBezTo>
                    <a:cubicBezTo>
                      <a:pt x="27325" y="327544"/>
                      <a:pt x="97569" y="238532"/>
                      <a:pt x="159865" y="151767"/>
                    </a:cubicBezTo>
                    <a:cubicBezTo>
                      <a:pt x="167064" y="140739"/>
                      <a:pt x="174597" y="127048"/>
                      <a:pt x="180963" y="110693"/>
                    </a:cubicBezTo>
                    <a:cubicBezTo>
                      <a:pt x="194197" y="76570"/>
                      <a:pt x="196444" y="45692"/>
                      <a:pt x="196111" y="24885"/>
                    </a:cubicBezTo>
                    <a:cubicBezTo>
                      <a:pt x="179465" y="16562"/>
                      <a:pt x="162861" y="8281"/>
                      <a:pt x="146216" y="0"/>
                    </a:cubicBezTo>
                    <a:cubicBezTo>
                      <a:pt x="109928" y="55263"/>
                      <a:pt x="76512" y="108072"/>
                      <a:pt x="43887" y="160547"/>
                    </a:cubicBezTo>
                    <a:cubicBezTo>
                      <a:pt x="33941" y="176569"/>
                      <a:pt x="12967" y="210650"/>
                      <a:pt x="4894" y="259256"/>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8" name="Google Shape;2128;p57">
                <a:extLst>
                  <a:ext uri="{FF2B5EF4-FFF2-40B4-BE49-F238E27FC236}">
                    <a16:creationId xmlns:a16="http://schemas.microsoft.com/office/drawing/2014/main" id="{81B3C2EF-19F3-DB2D-C544-3A958CDE9E25}"/>
                  </a:ext>
                </a:extLst>
              </p:cNvPr>
              <p:cNvSpPr/>
              <p:nvPr/>
            </p:nvSpPr>
            <p:spPr>
              <a:xfrm>
                <a:off x="2144811" y="3796765"/>
                <a:ext cx="261912" cy="939189"/>
              </a:xfrm>
              <a:custGeom>
                <a:avLst/>
                <a:gdLst/>
                <a:ahLst/>
                <a:cxnLst/>
                <a:rect l="l" t="t" r="r" b="b"/>
                <a:pathLst>
                  <a:path w="73726" h="264374" extrusionOk="0">
                    <a:moveTo>
                      <a:pt x="4245" y="264374"/>
                    </a:moveTo>
                    <a:cubicBezTo>
                      <a:pt x="12984" y="264333"/>
                      <a:pt x="21722" y="264291"/>
                      <a:pt x="30420" y="264208"/>
                    </a:cubicBezTo>
                    <a:cubicBezTo>
                      <a:pt x="32043" y="257799"/>
                      <a:pt x="34665" y="247604"/>
                      <a:pt x="37786" y="235078"/>
                    </a:cubicBezTo>
                    <a:cubicBezTo>
                      <a:pt x="49479" y="188512"/>
                      <a:pt x="50852" y="181021"/>
                      <a:pt x="57927" y="153306"/>
                    </a:cubicBezTo>
                    <a:cubicBezTo>
                      <a:pt x="71826" y="98750"/>
                      <a:pt x="73158" y="101580"/>
                      <a:pt x="73616" y="91135"/>
                    </a:cubicBezTo>
                    <a:cubicBezTo>
                      <a:pt x="75030" y="59175"/>
                      <a:pt x="62588" y="32709"/>
                      <a:pt x="51976" y="15480"/>
                    </a:cubicBezTo>
                    <a:cubicBezTo>
                      <a:pt x="34665" y="10320"/>
                      <a:pt x="17312" y="5160"/>
                      <a:pt x="0" y="0"/>
                    </a:cubicBezTo>
                    <a:cubicBezTo>
                      <a:pt x="167" y="32501"/>
                      <a:pt x="458" y="65209"/>
                      <a:pt x="915" y="98126"/>
                    </a:cubicBezTo>
                    <a:cubicBezTo>
                      <a:pt x="1665" y="154097"/>
                      <a:pt x="2788" y="209527"/>
                      <a:pt x="4245" y="264374"/>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9" name="Google Shape;2129;p57">
                <a:extLst>
                  <a:ext uri="{FF2B5EF4-FFF2-40B4-BE49-F238E27FC236}">
                    <a16:creationId xmlns:a16="http://schemas.microsoft.com/office/drawing/2014/main" id="{F3C3EA50-5929-CD0A-3A67-D103328B553E}"/>
                  </a:ext>
                </a:extLst>
              </p:cNvPr>
              <p:cNvSpPr/>
              <p:nvPr/>
            </p:nvSpPr>
            <p:spPr>
              <a:xfrm>
                <a:off x="1939384" y="4624679"/>
                <a:ext cx="366096" cy="233133"/>
              </a:xfrm>
              <a:custGeom>
                <a:avLst/>
                <a:gdLst/>
                <a:ahLst/>
                <a:cxnLst/>
                <a:rect l="l" t="t" r="r" b="b"/>
                <a:pathLst>
                  <a:path w="103053" h="65625" extrusionOk="0">
                    <a:moveTo>
                      <a:pt x="354" y="65584"/>
                    </a:moveTo>
                    <a:cubicBezTo>
                      <a:pt x="34228" y="65251"/>
                      <a:pt x="68060" y="64918"/>
                      <a:pt x="101934" y="64585"/>
                    </a:cubicBezTo>
                    <a:cubicBezTo>
                      <a:pt x="103099" y="60174"/>
                      <a:pt x="103973" y="53557"/>
                      <a:pt x="101268" y="46483"/>
                    </a:cubicBezTo>
                    <a:cubicBezTo>
                      <a:pt x="100186" y="43611"/>
                      <a:pt x="98896" y="41697"/>
                      <a:pt x="98480" y="41073"/>
                    </a:cubicBezTo>
                    <a:cubicBezTo>
                      <a:pt x="95026" y="35830"/>
                      <a:pt x="91073" y="24677"/>
                      <a:pt x="87910" y="0"/>
                    </a:cubicBezTo>
                    <a:cubicBezTo>
                      <a:pt x="78672" y="2205"/>
                      <a:pt x="69433" y="4411"/>
                      <a:pt x="60195" y="6658"/>
                    </a:cubicBezTo>
                    <a:cubicBezTo>
                      <a:pt x="56824" y="15647"/>
                      <a:pt x="53495" y="24635"/>
                      <a:pt x="50125" y="33624"/>
                    </a:cubicBezTo>
                    <a:cubicBezTo>
                      <a:pt x="34810" y="45068"/>
                      <a:pt x="23242" y="48522"/>
                      <a:pt x="15169" y="49396"/>
                    </a:cubicBezTo>
                    <a:cubicBezTo>
                      <a:pt x="12297" y="49729"/>
                      <a:pt x="5264" y="50187"/>
                      <a:pt x="1894" y="55097"/>
                    </a:cubicBezTo>
                    <a:cubicBezTo>
                      <a:pt x="-395" y="58384"/>
                      <a:pt x="-187" y="62546"/>
                      <a:pt x="354" y="6562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0" name="Google Shape;2130;p57">
                <a:extLst>
                  <a:ext uri="{FF2B5EF4-FFF2-40B4-BE49-F238E27FC236}">
                    <a16:creationId xmlns:a16="http://schemas.microsoft.com/office/drawing/2014/main" id="{3E105FB9-D7EC-2C93-7BA7-68583C46350D}"/>
                  </a:ext>
                </a:extLst>
              </p:cNvPr>
              <p:cNvSpPr/>
              <p:nvPr/>
            </p:nvSpPr>
            <p:spPr>
              <a:xfrm>
                <a:off x="2116299" y="2985248"/>
                <a:ext cx="709157" cy="892917"/>
              </a:xfrm>
              <a:custGeom>
                <a:avLst/>
                <a:gdLst/>
                <a:ahLst/>
                <a:cxnLst/>
                <a:rect l="l" t="t" r="r" b="b"/>
                <a:pathLst>
                  <a:path w="199622" h="251349" extrusionOk="0">
                    <a:moveTo>
                      <a:pt x="104285" y="0"/>
                    </a:moveTo>
                    <a:cubicBezTo>
                      <a:pt x="69537" y="66832"/>
                      <a:pt x="34748" y="133706"/>
                      <a:pt x="0" y="200538"/>
                    </a:cubicBezTo>
                    <a:cubicBezTo>
                      <a:pt x="27923" y="217475"/>
                      <a:pt x="55846" y="234412"/>
                      <a:pt x="83769" y="251349"/>
                    </a:cubicBezTo>
                    <a:cubicBezTo>
                      <a:pt x="122387" y="191342"/>
                      <a:pt x="161005" y="131334"/>
                      <a:pt x="199623" y="71285"/>
                    </a:cubicBezTo>
                    <a:cubicBezTo>
                      <a:pt x="167829" y="47523"/>
                      <a:pt x="136036" y="23762"/>
                      <a:pt x="104243"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1" name="Google Shape;2131;p57">
                <a:extLst>
                  <a:ext uri="{FF2B5EF4-FFF2-40B4-BE49-F238E27FC236}">
                    <a16:creationId xmlns:a16="http://schemas.microsoft.com/office/drawing/2014/main" id="{245150B2-4E04-34D6-4D07-AB09D315E7FA}"/>
                  </a:ext>
                </a:extLst>
              </p:cNvPr>
              <p:cNvSpPr/>
              <p:nvPr/>
            </p:nvSpPr>
            <p:spPr>
              <a:xfrm>
                <a:off x="2078479" y="3697190"/>
                <a:ext cx="359009" cy="1014129"/>
              </a:xfrm>
              <a:custGeom>
                <a:avLst/>
                <a:gdLst/>
                <a:ahLst/>
                <a:cxnLst/>
                <a:rect l="l" t="t" r="r" b="b"/>
                <a:pathLst>
                  <a:path w="101058" h="285469" extrusionOk="0">
                    <a:moveTo>
                      <a:pt x="10695" y="0"/>
                    </a:moveTo>
                    <a:cubicBezTo>
                      <a:pt x="7116" y="90719"/>
                      <a:pt x="3579" y="181437"/>
                      <a:pt x="0" y="272156"/>
                    </a:cubicBezTo>
                    <a:cubicBezTo>
                      <a:pt x="4993" y="275943"/>
                      <a:pt x="16604" y="283725"/>
                      <a:pt x="33291" y="285223"/>
                    </a:cubicBezTo>
                    <a:cubicBezTo>
                      <a:pt x="57969" y="287428"/>
                      <a:pt x="75571" y="274195"/>
                      <a:pt x="79649" y="270949"/>
                    </a:cubicBezTo>
                    <a:cubicBezTo>
                      <a:pt x="79317" y="243775"/>
                      <a:pt x="81605" y="222136"/>
                      <a:pt x="83520" y="208195"/>
                    </a:cubicBezTo>
                    <a:cubicBezTo>
                      <a:pt x="89928" y="162087"/>
                      <a:pt x="100540" y="143568"/>
                      <a:pt x="101039" y="105783"/>
                    </a:cubicBezTo>
                    <a:cubicBezTo>
                      <a:pt x="101372" y="81772"/>
                      <a:pt x="97460" y="62380"/>
                      <a:pt x="94505" y="50811"/>
                    </a:cubicBezTo>
                    <a:cubicBezTo>
                      <a:pt x="66583" y="33874"/>
                      <a:pt x="38660" y="16937"/>
                      <a:pt x="10736"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2" name="Google Shape;2132;p57">
                <a:extLst>
                  <a:ext uri="{FF2B5EF4-FFF2-40B4-BE49-F238E27FC236}">
                    <a16:creationId xmlns:a16="http://schemas.microsoft.com/office/drawing/2014/main" id="{962B2066-8580-2B88-2507-637FBD8EFDAF}"/>
                  </a:ext>
                </a:extLst>
              </p:cNvPr>
              <p:cNvSpPr/>
              <p:nvPr/>
            </p:nvSpPr>
            <p:spPr>
              <a:xfrm>
                <a:off x="2525675" y="2701445"/>
                <a:ext cx="1127084" cy="2001226"/>
              </a:xfrm>
              <a:custGeom>
                <a:avLst/>
                <a:gdLst/>
                <a:ahLst/>
                <a:cxnLst/>
                <a:rect l="l" t="t" r="r" b="b"/>
                <a:pathLst>
                  <a:path w="317265" h="563329" extrusionOk="0">
                    <a:moveTo>
                      <a:pt x="39201" y="177110"/>
                    </a:moveTo>
                    <a:cubicBezTo>
                      <a:pt x="72492" y="223551"/>
                      <a:pt x="106824" y="276193"/>
                      <a:pt x="140198" y="335160"/>
                    </a:cubicBezTo>
                    <a:cubicBezTo>
                      <a:pt x="186306" y="416640"/>
                      <a:pt x="221428" y="494001"/>
                      <a:pt x="248353" y="563330"/>
                    </a:cubicBezTo>
                    <a:cubicBezTo>
                      <a:pt x="271324" y="553010"/>
                      <a:pt x="294295" y="542731"/>
                      <a:pt x="317266" y="532411"/>
                    </a:cubicBezTo>
                    <a:cubicBezTo>
                      <a:pt x="306488" y="492669"/>
                      <a:pt x="291881" y="448683"/>
                      <a:pt x="271948" y="402075"/>
                    </a:cubicBezTo>
                    <a:cubicBezTo>
                      <a:pt x="260130" y="374443"/>
                      <a:pt x="247729" y="348934"/>
                      <a:pt x="235286" y="325630"/>
                    </a:cubicBezTo>
                    <a:cubicBezTo>
                      <a:pt x="213688" y="257841"/>
                      <a:pt x="190010" y="188429"/>
                      <a:pt x="164001" y="117643"/>
                    </a:cubicBezTo>
                    <a:cubicBezTo>
                      <a:pt x="153057" y="87847"/>
                      <a:pt x="141946" y="58551"/>
                      <a:pt x="130710" y="29712"/>
                    </a:cubicBezTo>
                    <a:cubicBezTo>
                      <a:pt x="113482" y="19808"/>
                      <a:pt x="96253" y="9904"/>
                      <a:pt x="79025" y="0"/>
                    </a:cubicBezTo>
                    <a:cubicBezTo>
                      <a:pt x="52684" y="41572"/>
                      <a:pt x="26342" y="83187"/>
                      <a:pt x="0" y="124801"/>
                    </a:cubicBezTo>
                    <a:lnTo>
                      <a:pt x="39201" y="17711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3" name="Google Shape;2133;p57">
                <a:extLst>
                  <a:ext uri="{FF2B5EF4-FFF2-40B4-BE49-F238E27FC236}">
                    <a16:creationId xmlns:a16="http://schemas.microsoft.com/office/drawing/2014/main" id="{F732309F-D4F0-8A33-3EA9-244490152E1E}"/>
                  </a:ext>
                </a:extLst>
              </p:cNvPr>
              <p:cNvSpPr/>
              <p:nvPr/>
            </p:nvSpPr>
            <p:spPr>
              <a:xfrm>
                <a:off x="1687827" y="1967638"/>
                <a:ext cx="1280570" cy="1178023"/>
              </a:xfrm>
              <a:custGeom>
                <a:avLst/>
                <a:gdLst/>
                <a:ahLst/>
                <a:cxnLst/>
                <a:rect l="l" t="t" r="r" b="b"/>
                <a:pathLst>
                  <a:path w="360470" h="331604" extrusionOk="0">
                    <a:moveTo>
                      <a:pt x="3672" y="88763"/>
                    </a:moveTo>
                    <a:cubicBezTo>
                      <a:pt x="800" y="99333"/>
                      <a:pt x="-4818" y="126007"/>
                      <a:pt x="8415" y="152058"/>
                    </a:cubicBezTo>
                    <a:cubicBezTo>
                      <a:pt x="11370" y="157842"/>
                      <a:pt x="14782" y="162711"/>
                      <a:pt x="18237" y="166748"/>
                    </a:cubicBezTo>
                    <a:cubicBezTo>
                      <a:pt x="75290" y="218599"/>
                      <a:pt x="132342" y="270450"/>
                      <a:pt x="189354" y="322301"/>
                    </a:cubicBezTo>
                    <a:cubicBezTo>
                      <a:pt x="208580" y="330749"/>
                      <a:pt x="224684" y="332039"/>
                      <a:pt x="236003" y="331498"/>
                    </a:cubicBezTo>
                    <a:cubicBezTo>
                      <a:pt x="288229" y="329001"/>
                      <a:pt x="336501" y="283059"/>
                      <a:pt x="360471" y="216227"/>
                    </a:cubicBezTo>
                    <a:cubicBezTo>
                      <a:pt x="278491" y="144151"/>
                      <a:pt x="196511" y="72076"/>
                      <a:pt x="114573" y="0"/>
                    </a:cubicBezTo>
                    <a:cubicBezTo>
                      <a:pt x="89147" y="6908"/>
                      <a:pt x="63762" y="13816"/>
                      <a:pt x="38336" y="20682"/>
                    </a:cubicBezTo>
                    <a:cubicBezTo>
                      <a:pt x="25810" y="66083"/>
                      <a:pt x="20234" y="77111"/>
                      <a:pt x="17571" y="76612"/>
                    </a:cubicBezTo>
                    <a:cubicBezTo>
                      <a:pt x="15906" y="76320"/>
                      <a:pt x="15698" y="71327"/>
                      <a:pt x="13493" y="71035"/>
                    </a:cubicBezTo>
                    <a:cubicBezTo>
                      <a:pt x="10247" y="70619"/>
                      <a:pt x="5835" y="80773"/>
                      <a:pt x="3672" y="8872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4" name="Google Shape;2134;p57">
                <a:extLst>
                  <a:ext uri="{FF2B5EF4-FFF2-40B4-BE49-F238E27FC236}">
                    <a16:creationId xmlns:a16="http://schemas.microsoft.com/office/drawing/2014/main" id="{A6E728DF-29D8-DDC6-D8CD-4986197B7880}"/>
                  </a:ext>
                </a:extLst>
              </p:cNvPr>
              <p:cNvSpPr/>
              <p:nvPr/>
            </p:nvSpPr>
            <p:spPr>
              <a:xfrm>
                <a:off x="1899569" y="4679295"/>
                <a:ext cx="442620" cy="184098"/>
              </a:xfrm>
              <a:custGeom>
                <a:avLst/>
                <a:gdLst/>
                <a:ahLst/>
                <a:cxnLst/>
                <a:rect l="l" t="t" r="r" b="b"/>
                <a:pathLst>
                  <a:path w="124594" h="51822" extrusionOk="0">
                    <a:moveTo>
                      <a:pt x="58385" y="7254"/>
                    </a:moveTo>
                    <a:cubicBezTo>
                      <a:pt x="53932" y="12289"/>
                      <a:pt x="49479" y="17366"/>
                      <a:pt x="45026" y="22402"/>
                    </a:cubicBezTo>
                    <a:cubicBezTo>
                      <a:pt x="43029" y="22027"/>
                      <a:pt x="23387" y="18864"/>
                      <a:pt x="9821" y="32638"/>
                    </a:cubicBezTo>
                    <a:cubicBezTo>
                      <a:pt x="2913" y="39671"/>
                      <a:pt x="749" y="47869"/>
                      <a:pt x="0" y="51823"/>
                    </a:cubicBezTo>
                    <a:lnTo>
                      <a:pt x="124343" y="51823"/>
                    </a:lnTo>
                    <a:cubicBezTo>
                      <a:pt x="124676" y="48910"/>
                      <a:pt x="126008" y="34844"/>
                      <a:pt x="116311" y="23733"/>
                    </a:cubicBezTo>
                    <a:cubicBezTo>
                      <a:pt x="112566" y="19447"/>
                      <a:pt x="108322" y="16950"/>
                      <a:pt x="105242" y="15535"/>
                    </a:cubicBezTo>
                    <a:cubicBezTo>
                      <a:pt x="84393" y="20820"/>
                      <a:pt x="76278" y="18157"/>
                      <a:pt x="73074" y="13954"/>
                    </a:cubicBezTo>
                    <a:cubicBezTo>
                      <a:pt x="69413" y="9127"/>
                      <a:pt x="71493" y="1345"/>
                      <a:pt x="68164" y="138"/>
                    </a:cubicBezTo>
                    <a:cubicBezTo>
                      <a:pt x="65459" y="-819"/>
                      <a:pt x="61464" y="3384"/>
                      <a:pt x="58343" y="725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5" name="Google Shape;2135;p57">
                <a:extLst>
                  <a:ext uri="{FF2B5EF4-FFF2-40B4-BE49-F238E27FC236}">
                    <a16:creationId xmlns:a16="http://schemas.microsoft.com/office/drawing/2014/main" id="{CC49803B-9516-06EF-1FA7-C6F88BC19395}"/>
                  </a:ext>
                </a:extLst>
              </p:cNvPr>
              <p:cNvSpPr/>
              <p:nvPr/>
            </p:nvSpPr>
            <p:spPr>
              <a:xfrm>
                <a:off x="3255789" y="4679295"/>
                <a:ext cx="442620" cy="184098"/>
              </a:xfrm>
              <a:custGeom>
                <a:avLst/>
                <a:gdLst/>
                <a:ahLst/>
                <a:cxnLst/>
                <a:rect l="l" t="t" r="r" b="b"/>
                <a:pathLst>
                  <a:path w="124594" h="51822" extrusionOk="0">
                    <a:moveTo>
                      <a:pt x="58384" y="7254"/>
                    </a:moveTo>
                    <a:cubicBezTo>
                      <a:pt x="53932" y="12289"/>
                      <a:pt x="49479" y="17366"/>
                      <a:pt x="45026" y="22402"/>
                    </a:cubicBezTo>
                    <a:cubicBezTo>
                      <a:pt x="43029" y="22027"/>
                      <a:pt x="23387" y="18864"/>
                      <a:pt x="9821" y="32638"/>
                    </a:cubicBezTo>
                    <a:cubicBezTo>
                      <a:pt x="2913" y="39671"/>
                      <a:pt x="749" y="47869"/>
                      <a:pt x="0" y="51823"/>
                    </a:cubicBezTo>
                    <a:lnTo>
                      <a:pt x="124343" y="51823"/>
                    </a:lnTo>
                    <a:cubicBezTo>
                      <a:pt x="124676" y="48910"/>
                      <a:pt x="126007" y="34844"/>
                      <a:pt x="116311" y="23733"/>
                    </a:cubicBezTo>
                    <a:cubicBezTo>
                      <a:pt x="112524" y="19447"/>
                      <a:pt x="108321" y="16950"/>
                      <a:pt x="105242" y="15535"/>
                    </a:cubicBezTo>
                    <a:cubicBezTo>
                      <a:pt x="84393" y="20820"/>
                      <a:pt x="76278" y="18157"/>
                      <a:pt x="73116" y="13954"/>
                    </a:cubicBezTo>
                    <a:cubicBezTo>
                      <a:pt x="69454" y="9127"/>
                      <a:pt x="71534" y="1345"/>
                      <a:pt x="68205" y="138"/>
                    </a:cubicBezTo>
                    <a:cubicBezTo>
                      <a:pt x="65501" y="-819"/>
                      <a:pt x="61505" y="3384"/>
                      <a:pt x="58384" y="725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6" name="Google Shape;2136;p57">
                <a:extLst>
                  <a:ext uri="{FF2B5EF4-FFF2-40B4-BE49-F238E27FC236}">
                    <a16:creationId xmlns:a16="http://schemas.microsoft.com/office/drawing/2014/main" id="{63D5642E-425A-1A1D-1EF5-CF00D9B5F38C}"/>
                  </a:ext>
                </a:extLst>
              </p:cNvPr>
              <p:cNvSpPr/>
              <p:nvPr/>
            </p:nvSpPr>
            <p:spPr>
              <a:xfrm>
                <a:off x="2022178" y="1975008"/>
                <a:ext cx="635553" cy="516693"/>
              </a:xfrm>
              <a:custGeom>
                <a:avLst/>
                <a:gdLst/>
                <a:ahLst/>
                <a:cxnLst/>
                <a:rect l="l" t="t" r="r" b="b"/>
                <a:pathLst>
                  <a:path w="178903" h="145445" extrusionOk="0">
                    <a:moveTo>
                      <a:pt x="55143" y="86520"/>
                    </a:moveTo>
                    <a:cubicBezTo>
                      <a:pt x="87019" y="106162"/>
                      <a:pt x="119062" y="125804"/>
                      <a:pt x="150938" y="145446"/>
                    </a:cubicBezTo>
                    <a:lnTo>
                      <a:pt x="178903" y="111572"/>
                    </a:lnTo>
                    <a:cubicBezTo>
                      <a:pt x="162091" y="95634"/>
                      <a:pt x="146527" y="82026"/>
                      <a:pt x="133294" y="70957"/>
                    </a:cubicBezTo>
                    <a:cubicBezTo>
                      <a:pt x="128009" y="66379"/>
                      <a:pt x="122932" y="62218"/>
                      <a:pt x="118438" y="58514"/>
                    </a:cubicBezTo>
                    <a:cubicBezTo>
                      <a:pt x="112944" y="53978"/>
                      <a:pt x="107784" y="49900"/>
                      <a:pt x="102874" y="46030"/>
                    </a:cubicBezTo>
                    <a:cubicBezTo>
                      <a:pt x="46071" y="1503"/>
                      <a:pt x="24598" y="-3616"/>
                      <a:pt x="8909" y="1711"/>
                    </a:cubicBezTo>
                    <a:cubicBezTo>
                      <a:pt x="5497" y="2959"/>
                      <a:pt x="3000" y="4416"/>
                      <a:pt x="1377" y="5456"/>
                    </a:cubicBezTo>
                    <a:cubicBezTo>
                      <a:pt x="4" y="12281"/>
                      <a:pt x="-2243" y="28885"/>
                      <a:pt x="5705" y="46779"/>
                    </a:cubicBezTo>
                    <a:cubicBezTo>
                      <a:pt x="19354" y="77490"/>
                      <a:pt x="51023" y="85522"/>
                      <a:pt x="55184" y="86520"/>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7" name="Google Shape;2137;p57">
                <a:extLst>
                  <a:ext uri="{FF2B5EF4-FFF2-40B4-BE49-F238E27FC236}">
                    <a16:creationId xmlns:a16="http://schemas.microsoft.com/office/drawing/2014/main" id="{206BA19A-6F38-1689-D27B-3DF79599C577}"/>
                  </a:ext>
                </a:extLst>
              </p:cNvPr>
              <p:cNvSpPr/>
              <p:nvPr/>
            </p:nvSpPr>
            <p:spPr>
              <a:xfrm>
                <a:off x="1993130" y="1961606"/>
                <a:ext cx="455967" cy="406811"/>
              </a:xfrm>
              <a:custGeom>
                <a:avLst/>
                <a:gdLst/>
                <a:ahLst/>
                <a:cxnLst/>
                <a:rect l="l" t="t" r="r" b="b"/>
                <a:pathLst>
                  <a:path w="128351" h="114514" extrusionOk="0">
                    <a:moveTo>
                      <a:pt x="34195" y="117"/>
                    </a:moveTo>
                    <a:cubicBezTo>
                      <a:pt x="65446" y="15931"/>
                      <a:pt x="96740" y="31702"/>
                      <a:pt x="127992" y="47516"/>
                    </a:cubicBezTo>
                    <a:cubicBezTo>
                      <a:pt x="128658" y="53966"/>
                      <a:pt x="128700" y="63329"/>
                      <a:pt x="125412" y="73733"/>
                    </a:cubicBezTo>
                    <a:cubicBezTo>
                      <a:pt x="117256" y="99617"/>
                      <a:pt x="94951" y="111726"/>
                      <a:pt x="89416" y="114514"/>
                    </a:cubicBezTo>
                    <a:cubicBezTo>
                      <a:pt x="66320" y="101198"/>
                      <a:pt x="43183" y="87923"/>
                      <a:pt x="20087" y="74606"/>
                    </a:cubicBezTo>
                    <a:cubicBezTo>
                      <a:pt x="-2676" y="50096"/>
                      <a:pt x="-4881" y="20800"/>
                      <a:pt x="7395" y="8066"/>
                    </a:cubicBezTo>
                    <a:cubicBezTo>
                      <a:pt x="14969" y="201"/>
                      <a:pt x="27078" y="-340"/>
                      <a:pt x="34195" y="1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8" name="Google Shape;2138;p57">
                <a:extLst>
                  <a:ext uri="{FF2B5EF4-FFF2-40B4-BE49-F238E27FC236}">
                    <a16:creationId xmlns:a16="http://schemas.microsoft.com/office/drawing/2014/main" id="{1AB49711-7FC7-1B21-855E-AD64BC48A139}"/>
                  </a:ext>
                </a:extLst>
              </p:cNvPr>
              <p:cNvSpPr/>
              <p:nvPr/>
            </p:nvSpPr>
            <p:spPr>
              <a:xfrm>
                <a:off x="2538086" y="2344956"/>
                <a:ext cx="238454" cy="623414"/>
              </a:xfrm>
              <a:custGeom>
                <a:avLst/>
                <a:gdLst/>
                <a:ahLst/>
                <a:cxnLst/>
                <a:rect l="l" t="t" r="r" b="b"/>
                <a:pathLst>
                  <a:path w="67123" h="175486" extrusionOk="0">
                    <a:moveTo>
                      <a:pt x="37869" y="175487"/>
                    </a:moveTo>
                    <a:cubicBezTo>
                      <a:pt x="47607" y="173822"/>
                      <a:pt x="57386" y="172116"/>
                      <a:pt x="67124" y="170451"/>
                    </a:cubicBezTo>
                    <a:cubicBezTo>
                      <a:pt x="65750" y="155137"/>
                      <a:pt x="64585" y="139490"/>
                      <a:pt x="63586" y="123511"/>
                    </a:cubicBezTo>
                    <a:cubicBezTo>
                      <a:pt x="61755" y="93923"/>
                      <a:pt x="60798" y="65334"/>
                      <a:pt x="60465" y="37786"/>
                    </a:cubicBezTo>
                    <a:cubicBezTo>
                      <a:pt x="58884" y="33499"/>
                      <a:pt x="56512" y="28506"/>
                      <a:pt x="52975" y="23387"/>
                    </a:cubicBezTo>
                    <a:cubicBezTo>
                      <a:pt x="43195" y="9363"/>
                      <a:pt x="30087" y="2830"/>
                      <a:pt x="23179" y="0"/>
                    </a:cubicBezTo>
                    <a:cubicBezTo>
                      <a:pt x="15439" y="6949"/>
                      <a:pt x="7740" y="13941"/>
                      <a:pt x="0" y="20890"/>
                    </a:cubicBezTo>
                    <a:cubicBezTo>
                      <a:pt x="1040" y="36163"/>
                      <a:pt x="3454" y="48106"/>
                      <a:pt x="5243" y="55721"/>
                    </a:cubicBezTo>
                    <a:cubicBezTo>
                      <a:pt x="15106" y="97460"/>
                      <a:pt x="32542" y="114272"/>
                      <a:pt x="36953" y="153847"/>
                    </a:cubicBezTo>
                    <a:cubicBezTo>
                      <a:pt x="37994" y="163294"/>
                      <a:pt x="37994" y="170992"/>
                      <a:pt x="37869" y="175487"/>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9" name="Google Shape;2139;p57">
                <a:extLst>
                  <a:ext uri="{FF2B5EF4-FFF2-40B4-BE49-F238E27FC236}">
                    <a16:creationId xmlns:a16="http://schemas.microsoft.com/office/drawing/2014/main" id="{4706D40F-8EE7-7121-C557-640B9F159D95}"/>
                  </a:ext>
                </a:extLst>
              </p:cNvPr>
              <p:cNvSpPr/>
              <p:nvPr/>
            </p:nvSpPr>
            <p:spPr>
              <a:xfrm>
                <a:off x="2559962" y="2696720"/>
                <a:ext cx="348912" cy="521145"/>
              </a:xfrm>
              <a:custGeom>
                <a:avLst/>
                <a:gdLst/>
                <a:ahLst/>
                <a:cxnLst/>
                <a:rect l="l" t="t" r="r" b="b"/>
                <a:pathLst>
                  <a:path w="98216" h="146698" extrusionOk="0">
                    <a:moveTo>
                      <a:pt x="31042" y="34415"/>
                    </a:moveTo>
                    <a:cubicBezTo>
                      <a:pt x="28337" y="41031"/>
                      <a:pt x="24050" y="51019"/>
                      <a:pt x="18266" y="63004"/>
                    </a:cubicBezTo>
                    <a:cubicBezTo>
                      <a:pt x="5865" y="88555"/>
                      <a:pt x="-1709" y="98792"/>
                      <a:pt x="330" y="100498"/>
                    </a:cubicBezTo>
                    <a:cubicBezTo>
                      <a:pt x="2494" y="102329"/>
                      <a:pt x="15769" y="92383"/>
                      <a:pt x="24425" y="79108"/>
                    </a:cubicBezTo>
                    <a:cubicBezTo>
                      <a:pt x="26672" y="75613"/>
                      <a:pt x="28295" y="72408"/>
                      <a:pt x="29419" y="69870"/>
                    </a:cubicBezTo>
                    <a:cubicBezTo>
                      <a:pt x="31374" y="74781"/>
                      <a:pt x="34495" y="82729"/>
                      <a:pt x="37866" y="92716"/>
                    </a:cubicBezTo>
                    <a:cubicBezTo>
                      <a:pt x="44067" y="111234"/>
                      <a:pt x="44483" y="116769"/>
                      <a:pt x="49768" y="125674"/>
                    </a:cubicBezTo>
                    <a:cubicBezTo>
                      <a:pt x="57799" y="139199"/>
                      <a:pt x="69659" y="147896"/>
                      <a:pt x="71324" y="146565"/>
                    </a:cubicBezTo>
                    <a:cubicBezTo>
                      <a:pt x="73155" y="145108"/>
                      <a:pt x="62085" y="132041"/>
                      <a:pt x="54137" y="107239"/>
                    </a:cubicBezTo>
                    <a:cubicBezTo>
                      <a:pt x="52098" y="100914"/>
                      <a:pt x="50808" y="95546"/>
                      <a:pt x="50059" y="91801"/>
                    </a:cubicBezTo>
                    <a:cubicBezTo>
                      <a:pt x="51557" y="91468"/>
                      <a:pt x="53097" y="91135"/>
                      <a:pt x="54595" y="90843"/>
                    </a:cubicBezTo>
                    <a:cubicBezTo>
                      <a:pt x="56093" y="100956"/>
                      <a:pt x="60213" y="117518"/>
                      <a:pt x="72988" y="132333"/>
                    </a:cubicBezTo>
                    <a:cubicBezTo>
                      <a:pt x="78523" y="138741"/>
                      <a:pt x="85140" y="144234"/>
                      <a:pt x="86180" y="143360"/>
                    </a:cubicBezTo>
                    <a:cubicBezTo>
                      <a:pt x="87803" y="142029"/>
                      <a:pt x="73529" y="127006"/>
                      <a:pt x="66705" y="102204"/>
                    </a:cubicBezTo>
                    <a:cubicBezTo>
                      <a:pt x="65040" y="96129"/>
                      <a:pt x="64208" y="90927"/>
                      <a:pt x="63792" y="87431"/>
                    </a:cubicBezTo>
                    <a:cubicBezTo>
                      <a:pt x="64333" y="87265"/>
                      <a:pt x="65207" y="87098"/>
                      <a:pt x="66122" y="87348"/>
                    </a:cubicBezTo>
                    <a:cubicBezTo>
                      <a:pt x="70824" y="88513"/>
                      <a:pt x="71990" y="98126"/>
                      <a:pt x="72905" y="102704"/>
                    </a:cubicBezTo>
                    <a:cubicBezTo>
                      <a:pt x="76525" y="120889"/>
                      <a:pt x="91506" y="134081"/>
                      <a:pt x="92880" y="133290"/>
                    </a:cubicBezTo>
                    <a:cubicBezTo>
                      <a:pt x="94128" y="132624"/>
                      <a:pt x="86596" y="119516"/>
                      <a:pt x="79314" y="94464"/>
                    </a:cubicBezTo>
                    <a:cubicBezTo>
                      <a:pt x="78024" y="90053"/>
                      <a:pt x="77066" y="86308"/>
                      <a:pt x="76400" y="83603"/>
                    </a:cubicBezTo>
                    <a:cubicBezTo>
                      <a:pt x="77566" y="83020"/>
                      <a:pt x="78731" y="82437"/>
                      <a:pt x="79855" y="81855"/>
                    </a:cubicBezTo>
                    <a:cubicBezTo>
                      <a:pt x="80937" y="86349"/>
                      <a:pt x="82934" y="92799"/>
                      <a:pt x="86638" y="99999"/>
                    </a:cubicBezTo>
                    <a:cubicBezTo>
                      <a:pt x="90799" y="108030"/>
                      <a:pt x="96708" y="116270"/>
                      <a:pt x="97998" y="115604"/>
                    </a:cubicBezTo>
                    <a:cubicBezTo>
                      <a:pt x="98872" y="115146"/>
                      <a:pt x="97041" y="110527"/>
                      <a:pt x="93837" y="99999"/>
                    </a:cubicBezTo>
                    <a:cubicBezTo>
                      <a:pt x="91174" y="91260"/>
                      <a:pt x="89260" y="84060"/>
                      <a:pt x="88011" y="79192"/>
                    </a:cubicBezTo>
                    <a:cubicBezTo>
                      <a:pt x="83392" y="69620"/>
                      <a:pt x="78856" y="59550"/>
                      <a:pt x="74403" y="48938"/>
                    </a:cubicBezTo>
                    <a:cubicBezTo>
                      <a:pt x="67287" y="31918"/>
                      <a:pt x="61253" y="15522"/>
                      <a:pt x="56176" y="0"/>
                    </a:cubicBezTo>
                    <a:cubicBezTo>
                      <a:pt x="47812" y="11444"/>
                      <a:pt x="39448" y="22888"/>
                      <a:pt x="31083" y="34332"/>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0" name="Google Shape;2140;p57">
                <a:extLst>
                  <a:ext uri="{FF2B5EF4-FFF2-40B4-BE49-F238E27FC236}">
                    <a16:creationId xmlns:a16="http://schemas.microsoft.com/office/drawing/2014/main" id="{FE98F66B-C40C-26F5-9663-1F2C0A85E4D5}"/>
                  </a:ext>
                </a:extLst>
              </p:cNvPr>
              <p:cNvSpPr/>
              <p:nvPr/>
            </p:nvSpPr>
            <p:spPr>
              <a:xfrm>
                <a:off x="1249234" y="1793901"/>
                <a:ext cx="462276" cy="297980"/>
              </a:xfrm>
              <a:custGeom>
                <a:avLst/>
                <a:gdLst/>
                <a:ahLst/>
                <a:cxnLst/>
                <a:rect l="l" t="t" r="r" b="b"/>
                <a:pathLst>
                  <a:path w="130127" h="83879" extrusionOk="0">
                    <a:moveTo>
                      <a:pt x="9821" y="73532"/>
                    </a:moveTo>
                    <a:cubicBezTo>
                      <a:pt x="10487" y="75530"/>
                      <a:pt x="11985" y="78817"/>
                      <a:pt x="15189" y="81106"/>
                    </a:cubicBezTo>
                    <a:cubicBezTo>
                      <a:pt x="20682" y="85101"/>
                      <a:pt x="28714" y="84352"/>
                      <a:pt x="33916" y="81564"/>
                    </a:cubicBezTo>
                    <a:cubicBezTo>
                      <a:pt x="45651" y="75238"/>
                      <a:pt x="39825" y="59716"/>
                      <a:pt x="52642" y="50353"/>
                    </a:cubicBezTo>
                    <a:cubicBezTo>
                      <a:pt x="53682" y="49604"/>
                      <a:pt x="62296" y="43487"/>
                      <a:pt x="71784" y="45443"/>
                    </a:cubicBezTo>
                    <a:cubicBezTo>
                      <a:pt x="84102" y="47981"/>
                      <a:pt x="91718" y="62796"/>
                      <a:pt x="93632" y="61506"/>
                    </a:cubicBezTo>
                    <a:cubicBezTo>
                      <a:pt x="94089" y="61173"/>
                      <a:pt x="93632" y="60257"/>
                      <a:pt x="93632" y="58385"/>
                    </a:cubicBezTo>
                    <a:cubicBezTo>
                      <a:pt x="93632" y="52475"/>
                      <a:pt x="98334" y="46358"/>
                      <a:pt x="100748" y="46816"/>
                    </a:cubicBezTo>
                    <a:cubicBezTo>
                      <a:pt x="103578" y="47357"/>
                      <a:pt x="100623" y="56387"/>
                      <a:pt x="106532" y="63295"/>
                    </a:cubicBezTo>
                    <a:cubicBezTo>
                      <a:pt x="110486" y="67914"/>
                      <a:pt x="118184" y="71327"/>
                      <a:pt x="124343" y="68663"/>
                    </a:cubicBezTo>
                    <a:cubicBezTo>
                      <a:pt x="127381" y="67332"/>
                      <a:pt x="129170" y="64918"/>
                      <a:pt x="130127" y="63295"/>
                    </a:cubicBezTo>
                    <a:cubicBezTo>
                      <a:pt x="130044" y="57844"/>
                      <a:pt x="129336" y="49729"/>
                      <a:pt x="126133" y="40574"/>
                    </a:cubicBezTo>
                    <a:cubicBezTo>
                      <a:pt x="124176" y="35039"/>
                      <a:pt x="120556" y="25010"/>
                      <a:pt x="111443" y="16063"/>
                    </a:cubicBezTo>
                    <a:cubicBezTo>
                      <a:pt x="109695" y="14315"/>
                      <a:pt x="94714" y="83"/>
                      <a:pt x="72658" y="0"/>
                    </a:cubicBezTo>
                    <a:cubicBezTo>
                      <a:pt x="60673" y="0"/>
                      <a:pt x="51560" y="4161"/>
                      <a:pt x="38326" y="10237"/>
                    </a:cubicBezTo>
                    <a:cubicBezTo>
                      <a:pt x="35247" y="11652"/>
                      <a:pt x="32709" y="12984"/>
                      <a:pt x="29879" y="15148"/>
                    </a:cubicBezTo>
                    <a:cubicBezTo>
                      <a:pt x="28298" y="16354"/>
                      <a:pt x="14316" y="27216"/>
                      <a:pt x="16063" y="38327"/>
                    </a:cubicBezTo>
                    <a:cubicBezTo>
                      <a:pt x="16562" y="41614"/>
                      <a:pt x="18102" y="42738"/>
                      <a:pt x="17395" y="45443"/>
                    </a:cubicBezTo>
                    <a:cubicBezTo>
                      <a:pt x="16396" y="49188"/>
                      <a:pt x="12942" y="49188"/>
                      <a:pt x="9363" y="53474"/>
                    </a:cubicBezTo>
                    <a:cubicBezTo>
                      <a:pt x="7199" y="56054"/>
                      <a:pt x="7324" y="57428"/>
                      <a:pt x="3995" y="66832"/>
                    </a:cubicBezTo>
                    <a:cubicBezTo>
                      <a:pt x="2455" y="71243"/>
                      <a:pt x="1040" y="74905"/>
                      <a:pt x="0" y="77527"/>
                    </a:cubicBezTo>
                    <a:lnTo>
                      <a:pt x="9821" y="7353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1" name="Google Shape;2141;p57">
                <a:extLst>
                  <a:ext uri="{FF2B5EF4-FFF2-40B4-BE49-F238E27FC236}">
                    <a16:creationId xmlns:a16="http://schemas.microsoft.com/office/drawing/2014/main" id="{7179BE2D-0327-C7D3-5B34-54D17B1390EF}"/>
                  </a:ext>
                </a:extLst>
              </p:cNvPr>
              <p:cNvSpPr/>
              <p:nvPr/>
            </p:nvSpPr>
            <p:spPr>
              <a:xfrm>
                <a:off x="1059872" y="3018822"/>
                <a:ext cx="846568" cy="346188"/>
              </a:xfrm>
              <a:custGeom>
                <a:avLst/>
                <a:gdLst/>
                <a:ahLst/>
                <a:cxnLst/>
                <a:rect l="l" t="t" r="r" b="b"/>
                <a:pathLst>
                  <a:path w="238302" h="97449" extrusionOk="0">
                    <a:moveTo>
                      <a:pt x="234734" y="97450"/>
                    </a:moveTo>
                    <a:cubicBezTo>
                      <a:pt x="234318" y="97450"/>
                      <a:pt x="233861" y="97366"/>
                      <a:pt x="233444" y="97200"/>
                    </a:cubicBezTo>
                    <a:lnTo>
                      <a:pt x="2278" y="6897"/>
                    </a:lnTo>
                    <a:cubicBezTo>
                      <a:pt x="447" y="6190"/>
                      <a:pt x="-468" y="4109"/>
                      <a:pt x="239" y="2278"/>
                    </a:cubicBezTo>
                    <a:cubicBezTo>
                      <a:pt x="947" y="447"/>
                      <a:pt x="3069" y="-468"/>
                      <a:pt x="4858" y="239"/>
                    </a:cubicBezTo>
                    <a:lnTo>
                      <a:pt x="236025" y="90542"/>
                    </a:lnTo>
                    <a:cubicBezTo>
                      <a:pt x="237855" y="91249"/>
                      <a:pt x="238771" y="93330"/>
                      <a:pt x="238064" y="95161"/>
                    </a:cubicBezTo>
                    <a:cubicBezTo>
                      <a:pt x="237523" y="96576"/>
                      <a:pt x="236150" y="97450"/>
                      <a:pt x="234734" y="9745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2" name="Google Shape;2142;p57">
                <a:extLst>
                  <a:ext uri="{FF2B5EF4-FFF2-40B4-BE49-F238E27FC236}">
                    <a16:creationId xmlns:a16="http://schemas.microsoft.com/office/drawing/2014/main" id="{75E47B7E-2192-7DB0-03BD-A11FEDE12657}"/>
                  </a:ext>
                </a:extLst>
              </p:cNvPr>
              <p:cNvSpPr/>
              <p:nvPr/>
            </p:nvSpPr>
            <p:spPr>
              <a:xfrm>
                <a:off x="1024800" y="3054302"/>
                <a:ext cx="289156" cy="559931"/>
              </a:xfrm>
              <a:custGeom>
                <a:avLst/>
                <a:gdLst/>
                <a:ahLst/>
                <a:cxnLst/>
                <a:rect l="l" t="t" r="r" b="b"/>
                <a:pathLst>
                  <a:path w="81395" h="157616" extrusionOk="0">
                    <a:moveTo>
                      <a:pt x="40788" y="157617"/>
                    </a:moveTo>
                    <a:cubicBezTo>
                      <a:pt x="40538" y="157617"/>
                      <a:pt x="40288" y="157575"/>
                      <a:pt x="40039" y="157450"/>
                    </a:cubicBezTo>
                    <a:cubicBezTo>
                      <a:pt x="23393" y="149876"/>
                      <a:pt x="15445" y="142677"/>
                      <a:pt x="15778" y="135478"/>
                    </a:cubicBezTo>
                    <a:cubicBezTo>
                      <a:pt x="16069" y="129319"/>
                      <a:pt x="21895" y="125990"/>
                      <a:pt x="30717" y="120955"/>
                    </a:cubicBezTo>
                    <a:cubicBezTo>
                      <a:pt x="38832" y="116336"/>
                      <a:pt x="49943" y="110052"/>
                      <a:pt x="61470" y="98608"/>
                    </a:cubicBezTo>
                    <a:cubicBezTo>
                      <a:pt x="71873" y="88288"/>
                      <a:pt x="78781" y="81505"/>
                      <a:pt x="77616" y="75304"/>
                    </a:cubicBezTo>
                    <a:cubicBezTo>
                      <a:pt x="76118" y="67189"/>
                      <a:pt x="61845" y="63902"/>
                      <a:pt x="46739" y="60448"/>
                    </a:cubicBezTo>
                    <a:cubicBezTo>
                      <a:pt x="28428" y="56245"/>
                      <a:pt x="7663" y="51501"/>
                      <a:pt x="1670" y="36395"/>
                    </a:cubicBezTo>
                    <a:cubicBezTo>
                      <a:pt x="-2116" y="26948"/>
                      <a:pt x="547" y="14964"/>
                      <a:pt x="9536" y="856"/>
                    </a:cubicBezTo>
                    <a:cubicBezTo>
                      <a:pt x="10077" y="-18"/>
                      <a:pt x="11242" y="-267"/>
                      <a:pt x="12074" y="315"/>
                    </a:cubicBezTo>
                    <a:cubicBezTo>
                      <a:pt x="12906" y="856"/>
                      <a:pt x="13156" y="1980"/>
                      <a:pt x="12615" y="2854"/>
                    </a:cubicBezTo>
                    <a:cubicBezTo>
                      <a:pt x="4292" y="15921"/>
                      <a:pt x="1712" y="26740"/>
                      <a:pt x="5041" y="35063"/>
                    </a:cubicBezTo>
                    <a:cubicBezTo>
                      <a:pt x="10326" y="48338"/>
                      <a:pt x="30093" y="52874"/>
                      <a:pt x="47529" y="56869"/>
                    </a:cubicBezTo>
                    <a:cubicBezTo>
                      <a:pt x="64550" y="60781"/>
                      <a:pt x="79197" y="64151"/>
                      <a:pt x="81195" y="74597"/>
                    </a:cubicBezTo>
                    <a:cubicBezTo>
                      <a:pt x="82693" y="82711"/>
                      <a:pt x="75660" y="89661"/>
                      <a:pt x="64050" y="101188"/>
                    </a:cubicBezTo>
                    <a:cubicBezTo>
                      <a:pt x="52148" y="112965"/>
                      <a:pt x="40788" y="119415"/>
                      <a:pt x="32507" y="124117"/>
                    </a:cubicBezTo>
                    <a:cubicBezTo>
                      <a:pt x="24725" y="128528"/>
                      <a:pt x="19606" y="131441"/>
                      <a:pt x="19398" y="135603"/>
                    </a:cubicBezTo>
                    <a:cubicBezTo>
                      <a:pt x="19149" y="140971"/>
                      <a:pt x="26805" y="147380"/>
                      <a:pt x="41495" y="154079"/>
                    </a:cubicBezTo>
                    <a:cubicBezTo>
                      <a:pt x="42411" y="154496"/>
                      <a:pt x="42827" y="155578"/>
                      <a:pt x="42411" y="156493"/>
                    </a:cubicBezTo>
                    <a:cubicBezTo>
                      <a:pt x="42120" y="157159"/>
                      <a:pt x="41454" y="157575"/>
                      <a:pt x="40746" y="15757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3" name="Google Shape;2143;p57">
                <a:extLst>
                  <a:ext uri="{FF2B5EF4-FFF2-40B4-BE49-F238E27FC236}">
                    <a16:creationId xmlns:a16="http://schemas.microsoft.com/office/drawing/2014/main" id="{55B782BF-DAB4-6A4E-FAD4-278ED9A354FD}"/>
                  </a:ext>
                </a:extLst>
              </p:cNvPr>
              <p:cNvSpPr/>
              <p:nvPr/>
            </p:nvSpPr>
            <p:spPr>
              <a:xfrm>
                <a:off x="1137986" y="3579591"/>
                <a:ext cx="98159" cy="98159"/>
              </a:xfrm>
              <a:custGeom>
                <a:avLst/>
                <a:gdLst/>
                <a:ahLst/>
                <a:cxnLst/>
                <a:rect l="l" t="t" r="r" b="b"/>
                <a:pathLst>
                  <a:path w="27631" h="27631" extrusionOk="0">
                    <a:moveTo>
                      <a:pt x="27632" y="13816"/>
                    </a:moveTo>
                    <a:cubicBezTo>
                      <a:pt x="27632" y="21431"/>
                      <a:pt x="21431" y="27632"/>
                      <a:pt x="13816" y="27632"/>
                    </a:cubicBezTo>
                    <a:cubicBezTo>
                      <a:pt x="6200" y="27632"/>
                      <a:pt x="0" y="21431"/>
                      <a:pt x="0" y="13816"/>
                    </a:cubicBezTo>
                    <a:cubicBezTo>
                      <a:pt x="0" y="6200"/>
                      <a:pt x="6200" y="0"/>
                      <a:pt x="13816" y="0"/>
                    </a:cubicBezTo>
                    <a:cubicBezTo>
                      <a:pt x="21431" y="0"/>
                      <a:pt x="27632" y="6200"/>
                      <a:pt x="27632" y="1381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4" name="Google Shape;2144;p57">
                <a:extLst>
                  <a:ext uri="{FF2B5EF4-FFF2-40B4-BE49-F238E27FC236}">
                    <a16:creationId xmlns:a16="http://schemas.microsoft.com/office/drawing/2014/main" id="{AA177084-7169-98B8-6660-8BA06E875C5E}"/>
                  </a:ext>
                </a:extLst>
              </p:cNvPr>
              <p:cNvSpPr/>
              <p:nvPr/>
            </p:nvSpPr>
            <p:spPr>
              <a:xfrm>
                <a:off x="1506730" y="3171692"/>
                <a:ext cx="145557" cy="131315"/>
              </a:xfrm>
              <a:custGeom>
                <a:avLst/>
                <a:gdLst/>
                <a:ahLst/>
                <a:cxnLst/>
                <a:rect l="l" t="t" r="r" b="b"/>
                <a:pathLst>
                  <a:path w="40973" h="36964" extrusionOk="0">
                    <a:moveTo>
                      <a:pt x="38745" y="10404"/>
                    </a:moveTo>
                    <a:cubicBezTo>
                      <a:pt x="42116" y="17977"/>
                      <a:pt x="41700" y="26425"/>
                      <a:pt x="37247" y="31876"/>
                    </a:cubicBezTo>
                    <a:cubicBezTo>
                      <a:pt x="28217" y="42904"/>
                      <a:pt x="7743" y="32667"/>
                      <a:pt x="6536" y="32043"/>
                    </a:cubicBezTo>
                    <a:cubicBezTo>
                      <a:pt x="4247" y="30836"/>
                      <a:pt x="-122" y="28631"/>
                      <a:pt x="3" y="25842"/>
                    </a:cubicBezTo>
                    <a:cubicBezTo>
                      <a:pt x="169" y="21265"/>
                      <a:pt x="12237" y="20682"/>
                      <a:pt x="13777" y="14939"/>
                    </a:cubicBezTo>
                    <a:cubicBezTo>
                      <a:pt x="14484" y="12318"/>
                      <a:pt x="13194" y="7823"/>
                      <a:pt x="2874" y="0"/>
                    </a:cubicBezTo>
                    <a:lnTo>
                      <a:pt x="38787" y="10404"/>
                    </a:ln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5" name="Google Shape;2145;p57">
                <a:extLst>
                  <a:ext uri="{FF2B5EF4-FFF2-40B4-BE49-F238E27FC236}">
                    <a16:creationId xmlns:a16="http://schemas.microsoft.com/office/drawing/2014/main" id="{32590E0A-3058-31CF-2DCF-7D7C4A07F73C}"/>
                  </a:ext>
                </a:extLst>
              </p:cNvPr>
              <p:cNvSpPr/>
              <p:nvPr/>
            </p:nvSpPr>
            <p:spPr>
              <a:xfrm>
                <a:off x="2653037" y="3352260"/>
                <a:ext cx="75199" cy="65156"/>
              </a:xfrm>
              <a:custGeom>
                <a:avLst/>
                <a:gdLst/>
                <a:ahLst/>
                <a:cxnLst/>
                <a:rect l="l" t="t" r="r" b="b"/>
                <a:pathLst>
                  <a:path w="21168" h="18341" extrusionOk="0">
                    <a:moveTo>
                      <a:pt x="19348" y="18300"/>
                    </a:moveTo>
                    <a:cubicBezTo>
                      <a:pt x="18932" y="18300"/>
                      <a:pt x="18515" y="18175"/>
                      <a:pt x="18182" y="17884"/>
                    </a:cubicBezTo>
                    <a:lnTo>
                      <a:pt x="663" y="3236"/>
                    </a:lnTo>
                    <a:cubicBezTo>
                      <a:pt x="-128" y="2612"/>
                      <a:pt x="-211" y="1446"/>
                      <a:pt x="413" y="656"/>
                    </a:cubicBezTo>
                    <a:cubicBezTo>
                      <a:pt x="1079" y="-135"/>
                      <a:pt x="2203" y="-218"/>
                      <a:pt x="2993" y="448"/>
                    </a:cubicBezTo>
                    <a:lnTo>
                      <a:pt x="20513" y="15096"/>
                    </a:lnTo>
                    <a:cubicBezTo>
                      <a:pt x="21303" y="15762"/>
                      <a:pt x="21387" y="16885"/>
                      <a:pt x="20721" y="17676"/>
                    </a:cubicBezTo>
                    <a:cubicBezTo>
                      <a:pt x="20346" y="18092"/>
                      <a:pt x="19847" y="18342"/>
                      <a:pt x="19306" y="183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6" name="Google Shape;2146;p57">
                <a:extLst>
                  <a:ext uri="{FF2B5EF4-FFF2-40B4-BE49-F238E27FC236}">
                    <a16:creationId xmlns:a16="http://schemas.microsoft.com/office/drawing/2014/main" id="{C9AB10AA-0018-C899-6839-32AD187E60A0}"/>
                  </a:ext>
                </a:extLst>
              </p:cNvPr>
              <p:cNvSpPr/>
              <p:nvPr/>
            </p:nvSpPr>
            <p:spPr>
              <a:xfrm>
                <a:off x="2641495" y="3138430"/>
                <a:ext cx="24551" cy="226944"/>
              </a:xfrm>
              <a:custGeom>
                <a:avLst/>
                <a:gdLst/>
                <a:ahLst/>
                <a:cxnLst/>
                <a:rect l="l" t="t" r="r" b="b"/>
                <a:pathLst>
                  <a:path w="6911" h="63883" extrusionOk="0">
                    <a:moveTo>
                      <a:pt x="5078" y="63883"/>
                    </a:moveTo>
                    <a:cubicBezTo>
                      <a:pt x="4121" y="63883"/>
                      <a:pt x="3289" y="63134"/>
                      <a:pt x="3248" y="62136"/>
                    </a:cubicBezTo>
                    <a:lnTo>
                      <a:pt x="2" y="1920"/>
                    </a:lnTo>
                    <a:cubicBezTo>
                      <a:pt x="-40" y="921"/>
                      <a:pt x="709" y="47"/>
                      <a:pt x="1750" y="6"/>
                    </a:cubicBezTo>
                    <a:cubicBezTo>
                      <a:pt x="2707" y="-77"/>
                      <a:pt x="3622" y="755"/>
                      <a:pt x="3664" y="1754"/>
                    </a:cubicBezTo>
                    <a:lnTo>
                      <a:pt x="6910" y="61969"/>
                    </a:lnTo>
                    <a:cubicBezTo>
                      <a:pt x="6951" y="62968"/>
                      <a:pt x="6202" y="63842"/>
                      <a:pt x="5162" y="63883"/>
                    </a:cubicBezTo>
                    <a:lnTo>
                      <a:pt x="5078" y="638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7" name="Google Shape;2147;p57">
                <a:extLst>
                  <a:ext uri="{FF2B5EF4-FFF2-40B4-BE49-F238E27FC236}">
                    <a16:creationId xmlns:a16="http://schemas.microsoft.com/office/drawing/2014/main" id="{3F83C9A8-6E5F-B53F-7789-FD5707113925}"/>
                  </a:ext>
                </a:extLst>
              </p:cNvPr>
              <p:cNvSpPr/>
              <p:nvPr/>
            </p:nvSpPr>
            <p:spPr>
              <a:xfrm>
                <a:off x="2335489" y="3861981"/>
                <a:ext cx="84958" cy="22256"/>
              </a:xfrm>
              <a:custGeom>
                <a:avLst/>
                <a:gdLst/>
                <a:ahLst/>
                <a:cxnLst/>
                <a:rect l="l" t="t" r="r" b="b"/>
                <a:pathLst>
                  <a:path w="23915" h="6265" extrusionOk="0">
                    <a:moveTo>
                      <a:pt x="22069" y="6224"/>
                    </a:moveTo>
                    <a:cubicBezTo>
                      <a:pt x="21862" y="6224"/>
                      <a:pt x="1596" y="3644"/>
                      <a:pt x="1596" y="3644"/>
                    </a:cubicBezTo>
                    <a:cubicBezTo>
                      <a:pt x="597" y="3519"/>
                      <a:pt x="-111" y="2603"/>
                      <a:pt x="14" y="1605"/>
                    </a:cubicBezTo>
                    <a:cubicBezTo>
                      <a:pt x="139" y="606"/>
                      <a:pt x="1055" y="-143"/>
                      <a:pt x="2053" y="23"/>
                    </a:cubicBezTo>
                    <a:lnTo>
                      <a:pt x="22319" y="2603"/>
                    </a:lnTo>
                    <a:cubicBezTo>
                      <a:pt x="23318" y="2728"/>
                      <a:pt x="24026" y="3644"/>
                      <a:pt x="23901" y="4642"/>
                    </a:cubicBezTo>
                    <a:cubicBezTo>
                      <a:pt x="23776" y="5558"/>
                      <a:pt x="22985" y="6265"/>
                      <a:pt x="22069" y="626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8" name="Google Shape;2148;p57">
                <a:extLst>
                  <a:ext uri="{FF2B5EF4-FFF2-40B4-BE49-F238E27FC236}">
                    <a16:creationId xmlns:a16="http://schemas.microsoft.com/office/drawing/2014/main" id="{D588B3D7-16E8-00A9-AE52-0BBC342CAAB4}"/>
                  </a:ext>
                </a:extLst>
              </p:cNvPr>
              <p:cNvSpPr/>
              <p:nvPr/>
            </p:nvSpPr>
            <p:spPr>
              <a:xfrm>
                <a:off x="3308186" y="3850887"/>
                <a:ext cx="59384" cy="47696"/>
              </a:xfrm>
              <a:custGeom>
                <a:avLst/>
                <a:gdLst/>
                <a:ahLst/>
                <a:cxnLst/>
                <a:rect l="l" t="t" r="r" b="b"/>
                <a:pathLst>
                  <a:path w="16716" h="13426" extrusionOk="0">
                    <a:moveTo>
                      <a:pt x="1804" y="13427"/>
                    </a:moveTo>
                    <a:cubicBezTo>
                      <a:pt x="1263" y="13427"/>
                      <a:pt x="680" y="13177"/>
                      <a:pt x="348" y="12678"/>
                    </a:cubicBezTo>
                    <a:cubicBezTo>
                      <a:pt x="-235" y="11887"/>
                      <a:pt x="-69" y="10722"/>
                      <a:pt x="722" y="10097"/>
                    </a:cubicBezTo>
                    <a:lnTo>
                      <a:pt x="13789" y="360"/>
                    </a:lnTo>
                    <a:cubicBezTo>
                      <a:pt x="14621" y="-223"/>
                      <a:pt x="15745" y="-98"/>
                      <a:pt x="16369" y="734"/>
                    </a:cubicBezTo>
                    <a:cubicBezTo>
                      <a:pt x="16952" y="1525"/>
                      <a:pt x="16785" y="2690"/>
                      <a:pt x="15994" y="3314"/>
                    </a:cubicBezTo>
                    <a:lnTo>
                      <a:pt x="2928" y="13052"/>
                    </a:lnTo>
                    <a:cubicBezTo>
                      <a:pt x="2595" y="13302"/>
                      <a:pt x="2220" y="13427"/>
                      <a:pt x="1846" y="1342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9" name="Google Shape;2149;p57">
                <a:extLst>
                  <a:ext uri="{FF2B5EF4-FFF2-40B4-BE49-F238E27FC236}">
                    <a16:creationId xmlns:a16="http://schemas.microsoft.com/office/drawing/2014/main" id="{E0585D7B-391B-88C0-801D-91A6F5E62204}"/>
                  </a:ext>
                </a:extLst>
              </p:cNvPr>
              <p:cNvSpPr/>
              <p:nvPr/>
            </p:nvSpPr>
            <p:spPr>
              <a:xfrm>
                <a:off x="2565543" y="2439841"/>
                <a:ext cx="48975" cy="50964"/>
              </a:xfrm>
              <a:custGeom>
                <a:avLst/>
                <a:gdLst/>
                <a:ahLst/>
                <a:cxnLst/>
                <a:rect l="l" t="t" r="r" b="b"/>
                <a:pathLst>
                  <a:path w="13786" h="14346" extrusionOk="0">
                    <a:moveTo>
                      <a:pt x="1837" y="14347"/>
                    </a:moveTo>
                    <a:cubicBezTo>
                      <a:pt x="1380" y="14347"/>
                      <a:pt x="922" y="14180"/>
                      <a:pt x="589" y="13848"/>
                    </a:cubicBezTo>
                    <a:cubicBezTo>
                      <a:pt x="-160" y="13140"/>
                      <a:pt x="-202" y="11975"/>
                      <a:pt x="505" y="11267"/>
                    </a:cubicBezTo>
                    <a:lnTo>
                      <a:pt x="10618" y="573"/>
                    </a:lnTo>
                    <a:cubicBezTo>
                      <a:pt x="11325" y="-176"/>
                      <a:pt x="12490" y="-176"/>
                      <a:pt x="13198" y="489"/>
                    </a:cubicBezTo>
                    <a:cubicBezTo>
                      <a:pt x="13947" y="1197"/>
                      <a:pt x="13988" y="2362"/>
                      <a:pt x="13281" y="3070"/>
                    </a:cubicBezTo>
                    <a:lnTo>
                      <a:pt x="3169" y="13764"/>
                    </a:lnTo>
                    <a:cubicBezTo>
                      <a:pt x="2794" y="14139"/>
                      <a:pt x="2337" y="14347"/>
                      <a:pt x="1837" y="143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0" name="Google Shape;2150;p57">
                <a:extLst>
                  <a:ext uri="{FF2B5EF4-FFF2-40B4-BE49-F238E27FC236}">
                    <a16:creationId xmlns:a16="http://schemas.microsoft.com/office/drawing/2014/main" id="{CFB922DE-44C6-488A-A7E1-06142D5D465C}"/>
                  </a:ext>
                </a:extLst>
              </p:cNvPr>
              <p:cNvSpPr/>
              <p:nvPr/>
            </p:nvSpPr>
            <p:spPr>
              <a:xfrm>
                <a:off x="1928468" y="2901678"/>
                <a:ext cx="80535" cy="29958"/>
              </a:xfrm>
              <a:custGeom>
                <a:avLst/>
                <a:gdLst/>
                <a:ahLst/>
                <a:cxnLst/>
                <a:rect l="l" t="t" r="r" b="b"/>
                <a:pathLst>
                  <a:path w="22670" h="8433" extrusionOk="0">
                    <a:moveTo>
                      <a:pt x="20865" y="8433"/>
                    </a:moveTo>
                    <a:cubicBezTo>
                      <a:pt x="20407" y="8392"/>
                      <a:pt x="1389" y="3606"/>
                      <a:pt x="1389" y="3606"/>
                    </a:cubicBezTo>
                    <a:cubicBezTo>
                      <a:pt x="391" y="3357"/>
                      <a:pt x="-192" y="2358"/>
                      <a:pt x="58" y="1401"/>
                    </a:cubicBezTo>
                    <a:cubicBezTo>
                      <a:pt x="266" y="444"/>
                      <a:pt x="1306" y="-222"/>
                      <a:pt x="2263" y="69"/>
                    </a:cubicBezTo>
                    <a:lnTo>
                      <a:pt x="21281" y="4813"/>
                    </a:lnTo>
                    <a:cubicBezTo>
                      <a:pt x="22279" y="5063"/>
                      <a:pt x="22862" y="6061"/>
                      <a:pt x="22613" y="7019"/>
                    </a:cubicBezTo>
                    <a:cubicBezTo>
                      <a:pt x="22404" y="7851"/>
                      <a:pt x="21656" y="8392"/>
                      <a:pt x="20823" y="83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151" name="Google Shape;2151;p57">
                <a:extLst>
                  <a:ext uri="{FF2B5EF4-FFF2-40B4-BE49-F238E27FC236}">
                    <a16:creationId xmlns:a16="http://schemas.microsoft.com/office/drawing/2014/main" id="{A78BE096-4934-D194-AF3D-57B1676A54ED}"/>
                  </a:ext>
                </a:extLst>
              </p:cNvPr>
              <p:cNvGrpSpPr/>
              <p:nvPr/>
            </p:nvGrpSpPr>
            <p:grpSpPr>
              <a:xfrm>
                <a:off x="3570661" y="3380739"/>
                <a:ext cx="814858" cy="1545822"/>
                <a:chOff x="3570661" y="3380739"/>
                <a:chExt cx="814858" cy="1545822"/>
              </a:xfrm>
            </p:grpSpPr>
            <p:sp>
              <p:nvSpPr>
                <p:cNvPr id="2152" name="Google Shape;2152;p57">
                  <a:extLst>
                    <a:ext uri="{FF2B5EF4-FFF2-40B4-BE49-F238E27FC236}">
                      <a16:creationId xmlns:a16="http://schemas.microsoft.com/office/drawing/2014/main" id="{A6945AD3-472F-7C16-11CD-FD8D7AA092E1}"/>
                    </a:ext>
                  </a:extLst>
                </p:cNvPr>
                <p:cNvSpPr/>
                <p:nvPr/>
              </p:nvSpPr>
              <p:spPr>
                <a:xfrm>
                  <a:off x="3570661" y="4837862"/>
                  <a:ext cx="814858" cy="88699"/>
                </a:xfrm>
                <a:custGeom>
                  <a:avLst/>
                  <a:gdLst/>
                  <a:ahLst/>
                  <a:cxnLst/>
                  <a:rect l="l" t="t" r="r" b="b"/>
                  <a:pathLst>
                    <a:path w="229376" h="24968" extrusionOk="0">
                      <a:moveTo>
                        <a:pt x="226630" y="0"/>
                      </a:moveTo>
                      <a:cubicBezTo>
                        <a:pt x="228147" y="0"/>
                        <a:pt x="229377" y="1230"/>
                        <a:pt x="229377" y="2746"/>
                      </a:cubicBezTo>
                      <a:lnTo>
                        <a:pt x="229377" y="22222"/>
                      </a:lnTo>
                      <a:cubicBezTo>
                        <a:pt x="229377" y="23739"/>
                        <a:pt x="228147" y="24968"/>
                        <a:pt x="226630" y="24968"/>
                      </a:cubicBezTo>
                      <a:lnTo>
                        <a:pt x="2746" y="24968"/>
                      </a:lnTo>
                      <a:cubicBezTo>
                        <a:pt x="1229" y="24968"/>
                        <a:pt x="0" y="23739"/>
                        <a:pt x="0" y="22222"/>
                      </a:cubicBezTo>
                      <a:lnTo>
                        <a:pt x="0" y="2746"/>
                      </a:lnTo>
                      <a:cubicBezTo>
                        <a:pt x="0" y="1230"/>
                        <a:pt x="1229" y="0"/>
                        <a:pt x="2746"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3" name="Google Shape;2153;p57">
                  <a:extLst>
                    <a:ext uri="{FF2B5EF4-FFF2-40B4-BE49-F238E27FC236}">
                      <a16:creationId xmlns:a16="http://schemas.microsoft.com/office/drawing/2014/main" id="{8D51B6CD-F22B-9905-D6F9-32AD2FCD2457}"/>
                    </a:ext>
                  </a:extLst>
                </p:cNvPr>
                <p:cNvSpPr/>
                <p:nvPr/>
              </p:nvSpPr>
              <p:spPr>
                <a:xfrm>
                  <a:off x="3862292" y="3380739"/>
                  <a:ext cx="212141" cy="1458085"/>
                </a:xfrm>
                <a:custGeom>
                  <a:avLst/>
                  <a:gdLst/>
                  <a:ahLst/>
                  <a:cxnLst/>
                  <a:rect l="l" t="t" r="r" b="b"/>
                  <a:pathLst>
                    <a:path w="59716" h="410439" extrusionOk="0">
                      <a:moveTo>
                        <a:pt x="59716" y="410440"/>
                      </a:moveTo>
                      <a:lnTo>
                        <a:pt x="19600" y="410440"/>
                      </a:lnTo>
                      <a:cubicBezTo>
                        <a:pt x="13067" y="275277"/>
                        <a:pt x="6533" y="140073"/>
                        <a:pt x="0" y="4910"/>
                      </a:cubicBezTo>
                      <a:cubicBezTo>
                        <a:pt x="17519" y="3288"/>
                        <a:pt x="35039" y="1623"/>
                        <a:pt x="52600" y="0"/>
                      </a:cubicBezTo>
                      <a:cubicBezTo>
                        <a:pt x="54972" y="136827"/>
                        <a:pt x="57344" y="273613"/>
                        <a:pt x="59716" y="41044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4" name="Google Shape;2154;p57">
                  <a:extLst>
                    <a:ext uri="{FF2B5EF4-FFF2-40B4-BE49-F238E27FC236}">
                      <a16:creationId xmlns:a16="http://schemas.microsoft.com/office/drawing/2014/main" id="{E0C63A95-3B2D-7598-2712-1C97D9B633BA}"/>
                    </a:ext>
                  </a:extLst>
                </p:cNvPr>
                <p:cNvSpPr/>
                <p:nvPr/>
              </p:nvSpPr>
              <p:spPr>
                <a:xfrm>
                  <a:off x="3865632" y="3454377"/>
                  <a:ext cx="183110" cy="21382"/>
                </a:xfrm>
                <a:custGeom>
                  <a:avLst/>
                  <a:gdLst/>
                  <a:ahLst/>
                  <a:cxnLst/>
                  <a:rect l="l" t="t" r="r" b="b"/>
                  <a:pathLst>
                    <a:path w="51544" h="6019" extrusionOk="0">
                      <a:moveTo>
                        <a:pt x="1597" y="4268"/>
                      </a:moveTo>
                      <a:cubicBezTo>
                        <a:pt x="17577" y="6474"/>
                        <a:pt x="33432" y="6640"/>
                        <a:pt x="49454" y="4518"/>
                      </a:cubicBezTo>
                      <a:cubicBezTo>
                        <a:pt x="52242" y="4143"/>
                        <a:pt x="52242" y="-268"/>
                        <a:pt x="49454" y="107"/>
                      </a:cubicBezTo>
                      <a:cubicBezTo>
                        <a:pt x="33848" y="2146"/>
                        <a:pt x="18368" y="2187"/>
                        <a:pt x="2763" y="23"/>
                      </a:cubicBezTo>
                      <a:cubicBezTo>
                        <a:pt x="-26" y="-351"/>
                        <a:pt x="-1191" y="3893"/>
                        <a:pt x="1597" y="4268"/>
                      </a:cubicBezTo>
                      <a:lnTo>
                        <a:pt x="1597" y="426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5" name="Google Shape;2155;p57">
                  <a:extLst>
                    <a:ext uri="{FF2B5EF4-FFF2-40B4-BE49-F238E27FC236}">
                      <a16:creationId xmlns:a16="http://schemas.microsoft.com/office/drawing/2014/main" id="{71903627-59F3-826A-27EF-BD654929892C}"/>
                    </a:ext>
                  </a:extLst>
                </p:cNvPr>
                <p:cNvSpPr/>
                <p:nvPr/>
              </p:nvSpPr>
              <p:spPr>
                <a:xfrm>
                  <a:off x="3842773" y="3473888"/>
                  <a:ext cx="226515" cy="165571"/>
                </a:xfrm>
                <a:custGeom>
                  <a:avLst/>
                  <a:gdLst/>
                  <a:ahLst/>
                  <a:cxnLst/>
                  <a:rect l="l" t="t" r="r" b="b"/>
                  <a:pathLst>
                    <a:path w="63762" h="46607" extrusionOk="0">
                      <a:moveTo>
                        <a:pt x="57225" y="519"/>
                      </a:moveTo>
                      <a:cubicBezTo>
                        <a:pt x="48818" y="7302"/>
                        <a:pt x="39122" y="9549"/>
                        <a:pt x="28552" y="10090"/>
                      </a:cubicBezTo>
                      <a:cubicBezTo>
                        <a:pt x="21145" y="10507"/>
                        <a:pt x="11823" y="8135"/>
                        <a:pt x="4708" y="9924"/>
                      </a:cubicBezTo>
                      <a:cubicBezTo>
                        <a:pt x="338" y="11006"/>
                        <a:pt x="-1452" y="13295"/>
                        <a:pt x="1337" y="17165"/>
                      </a:cubicBezTo>
                      <a:cubicBezTo>
                        <a:pt x="7412" y="25613"/>
                        <a:pt x="26638" y="30024"/>
                        <a:pt x="35918" y="32437"/>
                      </a:cubicBezTo>
                      <a:cubicBezTo>
                        <a:pt x="43741" y="34518"/>
                        <a:pt x="56267" y="40219"/>
                        <a:pt x="63133" y="33727"/>
                      </a:cubicBezTo>
                      <a:cubicBezTo>
                        <a:pt x="64507" y="32437"/>
                        <a:pt x="63467" y="29899"/>
                        <a:pt x="61594" y="29982"/>
                      </a:cubicBezTo>
                      <a:cubicBezTo>
                        <a:pt x="55019" y="30232"/>
                        <a:pt x="50858" y="34393"/>
                        <a:pt x="45073" y="37181"/>
                      </a:cubicBezTo>
                      <a:cubicBezTo>
                        <a:pt x="35211" y="41842"/>
                        <a:pt x="24474" y="42966"/>
                        <a:pt x="13738" y="41634"/>
                      </a:cubicBezTo>
                      <a:cubicBezTo>
                        <a:pt x="10950" y="41301"/>
                        <a:pt x="10950" y="45670"/>
                        <a:pt x="13738" y="46045"/>
                      </a:cubicBezTo>
                      <a:cubicBezTo>
                        <a:pt x="22019" y="47085"/>
                        <a:pt x="30092" y="46752"/>
                        <a:pt x="38123" y="44464"/>
                      </a:cubicBezTo>
                      <a:cubicBezTo>
                        <a:pt x="45947" y="42216"/>
                        <a:pt x="53687" y="34726"/>
                        <a:pt x="61594" y="34435"/>
                      </a:cubicBezTo>
                      <a:cubicBezTo>
                        <a:pt x="61094" y="33186"/>
                        <a:pt x="60553" y="31938"/>
                        <a:pt x="60054" y="30689"/>
                      </a:cubicBezTo>
                      <a:cubicBezTo>
                        <a:pt x="54645" y="35808"/>
                        <a:pt x="35460" y="27984"/>
                        <a:pt x="29301" y="26029"/>
                      </a:cubicBezTo>
                      <a:cubicBezTo>
                        <a:pt x="24141" y="24406"/>
                        <a:pt x="14861" y="22575"/>
                        <a:pt x="11324" y="18538"/>
                      </a:cubicBezTo>
                      <a:cubicBezTo>
                        <a:pt x="7246" y="17623"/>
                        <a:pt x="6788" y="16208"/>
                        <a:pt x="9951" y="14335"/>
                      </a:cubicBezTo>
                      <a:cubicBezTo>
                        <a:pt x="12281" y="14418"/>
                        <a:pt x="14611" y="14460"/>
                        <a:pt x="16942" y="14502"/>
                      </a:cubicBezTo>
                      <a:cubicBezTo>
                        <a:pt x="32714" y="14834"/>
                        <a:pt x="47653" y="13836"/>
                        <a:pt x="60346" y="3640"/>
                      </a:cubicBezTo>
                      <a:cubicBezTo>
                        <a:pt x="62551" y="1851"/>
                        <a:pt x="59430" y="-1229"/>
                        <a:pt x="57225" y="519"/>
                      </a:cubicBezTo>
                      <a:lnTo>
                        <a:pt x="57225" y="51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6" name="Google Shape;2156;p57">
                  <a:extLst>
                    <a:ext uri="{FF2B5EF4-FFF2-40B4-BE49-F238E27FC236}">
                      <a16:creationId xmlns:a16="http://schemas.microsoft.com/office/drawing/2014/main" id="{243CFE25-D7D9-CD2F-5122-67BB5F62134C}"/>
                    </a:ext>
                  </a:extLst>
                </p:cNvPr>
                <p:cNvSpPr/>
                <p:nvPr/>
              </p:nvSpPr>
              <p:spPr>
                <a:xfrm>
                  <a:off x="3875598" y="3693224"/>
                  <a:ext cx="162179" cy="30541"/>
                </a:xfrm>
                <a:custGeom>
                  <a:avLst/>
                  <a:gdLst/>
                  <a:ahLst/>
                  <a:cxnLst/>
                  <a:rect l="l" t="t" r="r" b="b"/>
                  <a:pathLst>
                    <a:path w="45652" h="8597" extrusionOk="0">
                      <a:moveTo>
                        <a:pt x="1538" y="4363"/>
                      </a:moveTo>
                      <a:cubicBezTo>
                        <a:pt x="15478" y="8940"/>
                        <a:pt x="29669" y="9772"/>
                        <a:pt x="44067" y="7026"/>
                      </a:cubicBezTo>
                      <a:cubicBezTo>
                        <a:pt x="46855" y="6485"/>
                        <a:pt x="45648" y="2240"/>
                        <a:pt x="42902" y="2781"/>
                      </a:cubicBezTo>
                      <a:cubicBezTo>
                        <a:pt x="29253" y="5361"/>
                        <a:pt x="15894" y="4446"/>
                        <a:pt x="2703" y="118"/>
                      </a:cubicBezTo>
                      <a:cubicBezTo>
                        <a:pt x="-2" y="-756"/>
                        <a:pt x="-1168" y="3489"/>
                        <a:pt x="1538" y="4363"/>
                      </a:cubicBezTo>
                      <a:lnTo>
                        <a:pt x="1538" y="436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7" name="Google Shape;2157;p57">
                  <a:extLst>
                    <a:ext uri="{FF2B5EF4-FFF2-40B4-BE49-F238E27FC236}">
                      <a16:creationId xmlns:a16="http://schemas.microsoft.com/office/drawing/2014/main" id="{B9DD7B7D-DB93-33EA-5EA7-346C588E4799}"/>
                    </a:ext>
                  </a:extLst>
                </p:cNvPr>
                <p:cNvSpPr/>
                <p:nvPr/>
              </p:nvSpPr>
              <p:spPr>
                <a:xfrm>
                  <a:off x="3850143" y="3747222"/>
                  <a:ext cx="172993" cy="31436"/>
                </a:xfrm>
                <a:custGeom>
                  <a:avLst/>
                  <a:gdLst/>
                  <a:ahLst/>
                  <a:cxnLst/>
                  <a:rect l="l" t="t" r="r" b="b"/>
                  <a:pathLst>
                    <a:path w="48696" h="8849" extrusionOk="0">
                      <a:moveTo>
                        <a:pt x="2091" y="8004"/>
                      </a:moveTo>
                      <a:cubicBezTo>
                        <a:pt x="17405" y="9877"/>
                        <a:pt x="32344" y="8629"/>
                        <a:pt x="47159" y="4342"/>
                      </a:cubicBezTo>
                      <a:cubicBezTo>
                        <a:pt x="49864" y="3552"/>
                        <a:pt x="48699" y="-693"/>
                        <a:pt x="45994" y="98"/>
                      </a:cubicBezTo>
                      <a:cubicBezTo>
                        <a:pt x="31554" y="4259"/>
                        <a:pt x="16989" y="5424"/>
                        <a:pt x="2091" y="3593"/>
                      </a:cubicBezTo>
                      <a:cubicBezTo>
                        <a:pt x="-697" y="3260"/>
                        <a:pt x="-697" y="7671"/>
                        <a:pt x="2091" y="8004"/>
                      </a:cubicBezTo>
                      <a:lnTo>
                        <a:pt x="2091" y="800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8" name="Google Shape;2158;p57">
                  <a:extLst>
                    <a:ext uri="{FF2B5EF4-FFF2-40B4-BE49-F238E27FC236}">
                      <a16:creationId xmlns:a16="http://schemas.microsoft.com/office/drawing/2014/main" id="{05B21BEB-7E82-D2CC-E238-6D9759067C67}"/>
                    </a:ext>
                  </a:extLst>
                </p:cNvPr>
                <p:cNvSpPr/>
                <p:nvPr/>
              </p:nvSpPr>
              <p:spPr>
                <a:xfrm>
                  <a:off x="3865824" y="3811345"/>
                  <a:ext cx="154221" cy="30232"/>
                </a:xfrm>
                <a:custGeom>
                  <a:avLst/>
                  <a:gdLst/>
                  <a:ahLst/>
                  <a:cxnLst/>
                  <a:rect l="l" t="t" r="r" b="b"/>
                  <a:pathLst>
                    <a:path w="43412" h="8510" extrusionOk="0">
                      <a:moveTo>
                        <a:pt x="1585" y="4341"/>
                      </a:moveTo>
                      <a:cubicBezTo>
                        <a:pt x="10117" y="6172"/>
                        <a:pt x="18730" y="7545"/>
                        <a:pt x="27469" y="8211"/>
                      </a:cubicBezTo>
                      <a:cubicBezTo>
                        <a:pt x="33046" y="8627"/>
                        <a:pt x="38123" y="9168"/>
                        <a:pt x="42659" y="5548"/>
                      </a:cubicBezTo>
                      <a:cubicBezTo>
                        <a:pt x="44864" y="3800"/>
                        <a:pt x="41743" y="679"/>
                        <a:pt x="39537" y="2427"/>
                      </a:cubicBezTo>
                      <a:cubicBezTo>
                        <a:pt x="35334" y="5756"/>
                        <a:pt x="27844" y="3883"/>
                        <a:pt x="22934" y="3384"/>
                      </a:cubicBezTo>
                      <a:cubicBezTo>
                        <a:pt x="16150" y="2676"/>
                        <a:pt x="9409" y="1511"/>
                        <a:pt x="2751" y="55"/>
                      </a:cubicBezTo>
                      <a:cubicBezTo>
                        <a:pt x="4" y="-528"/>
                        <a:pt x="-1203" y="3717"/>
                        <a:pt x="1585" y="4299"/>
                      </a:cubicBezTo>
                      <a:lnTo>
                        <a:pt x="1585" y="429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9" name="Google Shape;2159;p57">
                  <a:extLst>
                    <a:ext uri="{FF2B5EF4-FFF2-40B4-BE49-F238E27FC236}">
                      <a16:creationId xmlns:a16="http://schemas.microsoft.com/office/drawing/2014/main" id="{8E203E10-6247-A714-7C3B-10EA2F797AE7}"/>
                    </a:ext>
                  </a:extLst>
                </p:cNvPr>
                <p:cNvSpPr/>
                <p:nvPr/>
              </p:nvSpPr>
              <p:spPr>
                <a:xfrm>
                  <a:off x="3891360" y="3842949"/>
                  <a:ext cx="169909" cy="48133"/>
                </a:xfrm>
                <a:custGeom>
                  <a:avLst/>
                  <a:gdLst/>
                  <a:ahLst/>
                  <a:cxnLst/>
                  <a:rect l="l" t="t" r="r" b="b"/>
                  <a:pathLst>
                    <a:path w="47828" h="13549" extrusionOk="0">
                      <a:moveTo>
                        <a:pt x="43747" y="1098"/>
                      </a:moveTo>
                      <a:cubicBezTo>
                        <a:pt x="40168" y="7548"/>
                        <a:pt x="26727" y="8463"/>
                        <a:pt x="20360" y="8963"/>
                      </a:cubicBezTo>
                      <a:cubicBezTo>
                        <a:pt x="14242" y="9462"/>
                        <a:pt x="8167" y="9171"/>
                        <a:pt x="2091" y="8380"/>
                      </a:cubicBezTo>
                      <a:cubicBezTo>
                        <a:pt x="-697" y="8047"/>
                        <a:pt x="-697" y="12417"/>
                        <a:pt x="2091" y="12791"/>
                      </a:cubicBezTo>
                      <a:cubicBezTo>
                        <a:pt x="11412" y="13957"/>
                        <a:pt x="20776" y="13832"/>
                        <a:pt x="30014" y="12042"/>
                      </a:cubicBezTo>
                      <a:cubicBezTo>
                        <a:pt x="36547" y="10794"/>
                        <a:pt x="44080" y="9504"/>
                        <a:pt x="47534" y="3303"/>
                      </a:cubicBezTo>
                      <a:cubicBezTo>
                        <a:pt x="48907" y="806"/>
                        <a:pt x="45120" y="-1399"/>
                        <a:pt x="43747" y="1098"/>
                      </a:cubicBezTo>
                      <a:lnTo>
                        <a:pt x="43747" y="10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0" name="Google Shape;2160;p57">
                  <a:extLst>
                    <a:ext uri="{FF2B5EF4-FFF2-40B4-BE49-F238E27FC236}">
                      <a16:creationId xmlns:a16="http://schemas.microsoft.com/office/drawing/2014/main" id="{DA895613-D803-A52D-0DFA-02B5F2A6843E}"/>
                    </a:ext>
                  </a:extLst>
                </p:cNvPr>
                <p:cNvSpPr/>
                <p:nvPr/>
              </p:nvSpPr>
              <p:spPr>
                <a:xfrm>
                  <a:off x="3892670" y="3947146"/>
                  <a:ext cx="214617" cy="52858"/>
                </a:xfrm>
                <a:custGeom>
                  <a:avLst/>
                  <a:gdLst/>
                  <a:ahLst/>
                  <a:cxnLst/>
                  <a:rect l="l" t="t" r="r" b="b"/>
                  <a:pathLst>
                    <a:path w="60413" h="14879" extrusionOk="0">
                      <a:moveTo>
                        <a:pt x="1057" y="4082"/>
                      </a:moveTo>
                      <a:cubicBezTo>
                        <a:pt x="18992" y="13986"/>
                        <a:pt x="38675" y="17107"/>
                        <a:pt x="58816" y="13320"/>
                      </a:cubicBezTo>
                      <a:cubicBezTo>
                        <a:pt x="61605" y="12779"/>
                        <a:pt x="60439" y="8576"/>
                        <a:pt x="57652" y="9076"/>
                      </a:cubicBezTo>
                      <a:cubicBezTo>
                        <a:pt x="38675" y="12655"/>
                        <a:pt x="20157" y="9617"/>
                        <a:pt x="3303" y="295"/>
                      </a:cubicBezTo>
                      <a:cubicBezTo>
                        <a:pt x="807" y="-1078"/>
                        <a:pt x="-1399" y="2709"/>
                        <a:pt x="1098" y="4082"/>
                      </a:cubicBezTo>
                      <a:lnTo>
                        <a:pt x="1098" y="408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1" name="Google Shape;2161;p57">
                  <a:extLst>
                    <a:ext uri="{FF2B5EF4-FFF2-40B4-BE49-F238E27FC236}">
                      <a16:creationId xmlns:a16="http://schemas.microsoft.com/office/drawing/2014/main" id="{770078C2-6553-7060-8446-68E0812BAD1F}"/>
                    </a:ext>
                  </a:extLst>
                </p:cNvPr>
                <p:cNvSpPr/>
                <p:nvPr/>
              </p:nvSpPr>
              <p:spPr>
                <a:xfrm>
                  <a:off x="3898979" y="4026392"/>
                  <a:ext cx="170058" cy="25329"/>
                </a:xfrm>
                <a:custGeom>
                  <a:avLst/>
                  <a:gdLst/>
                  <a:ahLst/>
                  <a:cxnLst/>
                  <a:rect l="l" t="t" r="r" b="b"/>
                  <a:pathLst>
                    <a:path w="47870" h="7130" extrusionOk="0">
                      <a:moveTo>
                        <a:pt x="45137" y="570"/>
                      </a:moveTo>
                      <a:cubicBezTo>
                        <a:pt x="30906" y="3649"/>
                        <a:pt x="16882" y="3483"/>
                        <a:pt x="2733" y="71"/>
                      </a:cubicBezTo>
                      <a:cubicBezTo>
                        <a:pt x="-14" y="-595"/>
                        <a:pt x="-1179" y="3649"/>
                        <a:pt x="1567" y="4315"/>
                      </a:cubicBezTo>
                      <a:cubicBezTo>
                        <a:pt x="16465" y="7894"/>
                        <a:pt x="31363" y="8060"/>
                        <a:pt x="46303" y="4814"/>
                      </a:cubicBezTo>
                      <a:cubicBezTo>
                        <a:pt x="49049" y="4232"/>
                        <a:pt x="47884" y="-13"/>
                        <a:pt x="45137" y="570"/>
                      </a:cubicBezTo>
                      <a:lnTo>
                        <a:pt x="45137" y="5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2" name="Google Shape;2162;p57">
                  <a:extLst>
                    <a:ext uri="{FF2B5EF4-FFF2-40B4-BE49-F238E27FC236}">
                      <a16:creationId xmlns:a16="http://schemas.microsoft.com/office/drawing/2014/main" id="{B3480EFD-4253-7020-BC28-F5C54C2ABD88}"/>
                    </a:ext>
                  </a:extLst>
                </p:cNvPr>
                <p:cNvSpPr/>
                <p:nvPr/>
              </p:nvSpPr>
              <p:spPr>
                <a:xfrm>
                  <a:off x="3871142" y="4067919"/>
                  <a:ext cx="188648" cy="67799"/>
                </a:xfrm>
                <a:custGeom>
                  <a:avLst/>
                  <a:gdLst/>
                  <a:ahLst/>
                  <a:cxnLst/>
                  <a:rect l="l" t="t" r="r" b="b"/>
                  <a:pathLst>
                    <a:path w="53103" h="19085" extrusionOk="0">
                      <a:moveTo>
                        <a:pt x="1003" y="4187"/>
                      </a:moveTo>
                      <a:cubicBezTo>
                        <a:pt x="16150" y="13800"/>
                        <a:pt x="33046" y="18793"/>
                        <a:pt x="50981" y="19085"/>
                      </a:cubicBezTo>
                      <a:cubicBezTo>
                        <a:pt x="53811" y="19126"/>
                        <a:pt x="53811" y="14715"/>
                        <a:pt x="50981" y="14673"/>
                      </a:cubicBezTo>
                      <a:cubicBezTo>
                        <a:pt x="33753" y="14382"/>
                        <a:pt x="17815" y="9597"/>
                        <a:pt x="3250" y="358"/>
                      </a:cubicBezTo>
                      <a:cubicBezTo>
                        <a:pt x="837" y="-1181"/>
                        <a:pt x="-1369" y="2647"/>
                        <a:pt x="1044" y="4145"/>
                      </a:cubicBezTo>
                      <a:lnTo>
                        <a:pt x="1044" y="414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3" name="Google Shape;2163;p57">
                  <a:extLst>
                    <a:ext uri="{FF2B5EF4-FFF2-40B4-BE49-F238E27FC236}">
                      <a16:creationId xmlns:a16="http://schemas.microsoft.com/office/drawing/2014/main" id="{842B80F9-15C6-6738-A457-C4B88742F498}"/>
                    </a:ext>
                  </a:extLst>
                </p:cNvPr>
                <p:cNvSpPr/>
                <p:nvPr/>
              </p:nvSpPr>
              <p:spPr>
                <a:xfrm>
                  <a:off x="3877121" y="4130845"/>
                  <a:ext cx="195864" cy="55117"/>
                </a:xfrm>
                <a:custGeom>
                  <a:avLst/>
                  <a:gdLst/>
                  <a:ahLst/>
                  <a:cxnLst/>
                  <a:rect l="l" t="t" r="r" b="b"/>
                  <a:pathLst>
                    <a:path w="55134" h="15515" extrusionOk="0">
                      <a:moveTo>
                        <a:pt x="51087" y="1151"/>
                      </a:moveTo>
                      <a:cubicBezTo>
                        <a:pt x="47133" y="9974"/>
                        <a:pt x="33817" y="8517"/>
                        <a:pt x="25619" y="9183"/>
                      </a:cubicBezTo>
                      <a:cubicBezTo>
                        <a:pt x="17795" y="9807"/>
                        <a:pt x="9930" y="10473"/>
                        <a:pt x="2107" y="11097"/>
                      </a:cubicBezTo>
                      <a:cubicBezTo>
                        <a:pt x="-681" y="11347"/>
                        <a:pt x="-723" y="15716"/>
                        <a:pt x="2107" y="15508"/>
                      </a:cubicBezTo>
                      <a:cubicBezTo>
                        <a:pt x="14841" y="14468"/>
                        <a:pt x="27866" y="14135"/>
                        <a:pt x="40517" y="12304"/>
                      </a:cubicBezTo>
                      <a:cubicBezTo>
                        <a:pt x="46842" y="11389"/>
                        <a:pt x="52169" y="9474"/>
                        <a:pt x="54915" y="3357"/>
                      </a:cubicBezTo>
                      <a:cubicBezTo>
                        <a:pt x="56080" y="777"/>
                        <a:pt x="52293" y="-1429"/>
                        <a:pt x="51128" y="1151"/>
                      </a:cubicBezTo>
                      <a:lnTo>
                        <a:pt x="51128" y="115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4" name="Google Shape;2164;p57">
                  <a:extLst>
                    <a:ext uri="{FF2B5EF4-FFF2-40B4-BE49-F238E27FC236}">
                      <a16:creationId xmlns:a16="http://schemas.microsoft.com/office/drawing/2014/main" id="{60182983-AAEF-7224-3524-57DE3BBC7F16}"/>
                    </a:ext>
                  </a:extLst>
                </p:cNvPr>
                <p:cNvSpPr/>
                <p:nvPr/>
              </p:nvSpPr>
              <p:spPr>
                <a:xfrm>
                  <a:off x="3867489" y="4192476"/>
                  <a:ext cx="166676" cy="56797"/>
                </a:xfrm>
                <a:custGeom>
                  <a:avLst/>
                  <a:gdLst/>
                  <a:ahLst/>
                  <a:cxnLst/>
                  <a:rect l="l" t="t" r="r" b="b"/>
                  <a:pathLst>
                    <a:path w="46918" h="15988" extrusionOk="0">
                      <a:moveTo>
                        <a:pt x="992" y="4224"/>
                      </a:moveTo>
                      <a:cubicBezTo>
                        <a:pt x="13933" y="13380"/>
                        <a:pt x="29081" y="17333"/>
                        <a:pt x="44811" y="15585"/>
                      </a:cubicBezTo>
                      <a:cubicBezTo>
                        <a:pt x="47600" y="15294"/>
                        <a:pt x="47641" y="10883"/>
                        <a:pt x="44811" y="11174"/>
                      </a:cubicBezTo>
                      <a:cubicBezTo>
                        <a:pt x="29705" y="12839"/>
                        <a:pt x="15598" y="9177"/>
                        <a:pt x="3197" y="396"/>
                      </a:cubicBezTo>
                      <a:cubicBezTo>
                        <a:pt x="867" y="-1227"/>
                        <a:pt x="-1339" y="2560"/>
                        <a:pt x="992" y="4183"/>
                      </a:cubicBezTo>
                      <a:lnTo>
                        <a:pt x="992" y="41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5" name="Google Shape;2165;p57">
                  <a:extLst>
                    <a:ext uri="{FF2B5EF4-FFF2-40B4-BE49-F238E27FC236}">
                      <a16:creationId xmlns:a16="http://schemas.microsoft.com/office/drawing/2014/main" id="{6AEDEB72-69B9-FBA6-4960-F35E94E27C66}"/>
                    </a:ext>
                  </a:extLst>
                </p:cNvPr>
                <p:cNvSpPr/>
                <p:nvPr/>
              </p:nvSpPr>
              <p:spPr>
                <a:xfrm>
                  <a:off x="3891101" y="4252459"/>
                  <a:ext cx="150001" cy="29447"/>
                </a:xfrm>
                <a:custGeom>
                  <a:avLst/>
                  <a:gdLst/>
                  <a:ahLst/>
                  <a:cxnLst/>
                  <a:rect l="l" t="t" r="r" b="b"/>
                  <a:pathLst>
                    <a:path w="42224" h="8289" extrusionOk="0">
                      <a:moveTo>
                        <a:pt x="39491" y="21"/>
                      </a:moveTo>
                      <a:cubicBezTo>
                        <a:pt x="27174" y="2809"/>
                        <a:pt x="14773" y="4057"/>
                        <a:pt x="2122" y="3849"/>
                      </a:cubicBezTo>
                      <a:cubicBezTo>
                        <a:pt x="-707" y="3808"/>
                        <a:pt x="-707" y="8177"/>
                        <a:pt x="2122" y="8260"/>
                      </a:cubicBezTo>
                      <a:cubicBezTo>
                        <a:pt x="15147" y="8510"/>
                        <a:pt x="27965" y="7178"/>
                        <a:pt x="40657" y="4307"/>
                      </a:cubicBezTo>
                      <a:cubicBezTo>
                        <a:pt x="43403" y="3683"/>
                        <a:pt x="42238" y="-562"/>
                        <a:pt x="39491" y="62"/>
                      </a:cubicBezTo>
                      <a:lnTo>
                        <a:pt x="39491" y="6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6" name="Google Shape;2166;p57">
                  <a:extLst>
                    <a:ext uri="{FF2B5EF4-FFF2-40B4-BE49-F238E27FC236}">
                      <a16:creationId xmlns:a16="http://schemas.microsoft.com/office/drawing/2014/main" id="{EC9B3BC2-F5D9-26D8-5284-61255D8CDB34}"/>
                    </a:ext>
                  </a:extLst>
                </p:cNvPr>
                <p:cNvSpPr/>
                <p:nvPr/>
              </p:nvSpPr>
              <p:spPr>
                <a:xfrm>
                  <a:off x="3906910" y="4325816"/>
                  <a:ext cx="121421" cy="37646"/>
                </a:xfrm>
                <a:custGeom>
                  <a:avLst/>
                  <a:gdLst/>
                  <a:ahLst/>
                  <a:cxnLst/>
                  <a:rect l="l" t="t" r="r" b="b"/>
                  <a:pathLst>
                    <a:path w="34179" h="10597" extrusionOk="0">
                      <a:moveTo>
                        <a:pt x="29879" y="1496"/>
                      </a:moveTo>
                      <a:cubicBezTo>
                        <a:pt x="28672" y="5574"/>
                        <a:pt x="18435" y="5532"/>
                        <a:pt x="15480" y="5824"/>
                      </a:cubicBezTo>
                      <a:cubicBezTo>
                        <a:pt x="11028" y="6240"/>
                        <a:pt x="6575" y="6281"/>
                        <a:pt x="2122" y="6115"/>
                      </a:cubicBezTo>
                      <a:cubicBezTo>
                        <a:pt x="-707" y="6032"/>
                        <a:pt x="-707" y="10443"/>
                        <a:pt x="2122" y="10526"/>
                      </a:cubicBezTo>
                      <a:cubicBezTo>
                        <a:pt x="9863" y="10776"/>
                        <a:pt x="17686" y="10401"/>
                        <a:pt x="25301" y="8903"/>
                      </a:cubicBezTo>
                      <a:cubicBezTo>
                        <a:pt x="29338" y="8112"/>
                        <a:pt x="32834" y="6906"/>
                        <a:pt x="34082" y="2703"/>
                      </a:cubicBezTo>
                      <a:cubicBezTo>
                        <a:pt x="34873" y="-2"/>
                        <a:pt x="30628" y="-1167"/>
                        <a:pt x="29837" y="1538"/>
                      </a:cubicBezTo>
                      <a:lnTo>
                        <a:pt x="29837" y="153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7" name="Google Shape;2167;p57">
                  <a:extLst>
                    <a:ext uri="{FF2B5EF4-FFF2-40B4-BE49-F238E27FC236}">
                      <a16:creationId xmlns:a16="http://schemas.microsoft.com/office/drawing/2014/main" id="{37771594-FEE6-B2D6-F2DC-C5A5E9913E68}"/>
                    </a:ext>
                  </a:extLst>
                </p:cNvPr>
                <p:cNvSpPr/>
                <p:nvPr/>
              </p:nvSpPr>
              <p:spPr>
                <a:xfrm>
                  <a:off x="3906580" y="4378500"/>
                  <a:ext cx="189718" cy="34537"/>
                </a:xfrm>
                <a:custGeom>
                  <a:avLst/>
                  <a:gdLst/>
                  <a:ahLst/>
                  <a:cxnLst/>
                  <a:rect l="l" t="t" r="r" b="b"/>
                  <a:pathLst>
                    <a:path w="53404" h="9722" extrusionOk="0">
                      <a:moveTo>
                        <a:pt x="1508" y="4384"/>
                      </a:moveTo>
                      <a:cubicBezTo>
                        <a:pt x="17945" y="10210"/>
                        <a:pt x="34757" y="11250"/>
                        <a:pt x="51819" y="7588"/>
                      </a:cubicBezTo>
                      <a:cubicBezTo>
                        <a:pt x="54607" y="7006"/>
                        <a:pt x="53400" y="2761"/>
                        <a:pt x="50654" y="3344"/>
                      </a:cubicBezTo>
                      <a:cubicBezTo>
                        <a:pt x="34341" y="6839"/>
                        <a:pt x="18403" y="5716"/>
                        <a:pt x="2673" y="140"/>
                      </a:cubicBezTo>
                      <a:cubicBezTo>
                        <a:pt x="10" y="-817"/>
                        <a:pt x="-1156" y="3427"/>
                        <a:pt x="1508" y="4384"/>
                      </a:cubicBezTo>
                      <a:lnTo>
                        <a:pt x="1508" y="438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8" name="Google Shape;2168;p57">
                  <a:extLst>
                    <a:ext uri="{FF2B5EF4-FFF2-40B4-BE49-F238E27FC236}">
                      <a16:creationId xmlns:a16="http://schemas.microsoft.com/office/drawing/2014/main" id="{368CDEC6-85ED-8D41-6FDA-38699DE9C95E}"/>
                    </a:ext>
                  </a:extLst>
                </p:cNvPr>
                <p:cNvSpPr/>
                <p:nvPr/>
              </p:nvSpPr>
              <p:spPr>
                <a:xfrm>
                  <a:off x="3892727" y="4438750"/>
                  <a:ext cx="165038" cy="37998"/>
                </a:xfrm>
                <a:custGeom>
                  <a:avLst/>
                  <a:gdLst/>
                  <a:ahLst/>
                  <a:cxnLst/>
                  <a:rect l="l" t="t" r="r" b="b"/>
                  <a:pathLst>
                    <a:path w="46457" h="10696" extrusionOk="0">
                      <a:moveTo>
                        <a:pt x="43278" y="396"/>
                      </a:moveTo>
                      <a:cubicBezTo>
                        <a:pt x="32833" y="7720"/>
                        <a:pt x="14399" y="6388"/>
                        <a:pt x="2122" y="5889"/>
                      </a:cubicBezTo>
                      <a:cubicBezTo>
                        <a:pt x="-707" y="5764"/>
                        <a:pt x="-707" y="10175"/>
                        <a:pt x="2122" y="10300"/>
                      </a:cubicBezTo>
                      <a:cubicBezTo>
                        <a:pt x="15065" y="10841"/>
                        <a:pt x="34290" y="12006"/>
                        <a:pt x="45484" y="4183"/>
                      </a:cubicBezTo>
                      <a:cubicBezTo>
                        <a:pt x="47773" y="2560"/>
                        <a:pt x="45609" y="-1227"/>
                        <a:pt x="43278" y="396"/>
                      </a:cubicBezTo>
                      <a:lnTo>
                        <a:pt x="43278" y="39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9" name="Google Shape;2169;p57">
                  <a:extLst>
                    <a:ext uri="{FF2B5EF4-FFF2-40B4-BE49-F238E27FC236}">
                      <a16:creationId xmlns:a16="http://schemas.microsoft.com/office/drawing/2014/main" id="{FE33F776-FA0D-BA89-0DD7-167208171ADD}"/>
                    </a:ext>
                  </a:extLst>
                </p:cNvPr>
                <p:cNvSpPr/>
                <p:nvPr/>
              </p:nvSpPr>
              <p:spPr>
                <a:xfrm>
                  <a:off x="3909324" y="4513481"/>
                  <a:ext cx="191540" cy="32580"/>
                </a:xfrm>
                <a:custGeom>
                  <a:avLst/>
                  <a:gdLst/>
                  <a:ahLst/>
                  <a:cxnLst/>
                  <a:rect l="l" t="t" r="r" b="b"/>
                  <a:pathLst>
                    <a:path w="53917" h="9171" extrusionOk="0">
                      <a:moveTo>
                        <a:pt x="1567" y="4315"/>
                      </a:moveTo>
                      <a:cubicBezTo>
                        <a:pt x="18130" y="8269"/>
                        <a:pt x="34775" y="9808"/>
                        <a:pt x="51795" y="8934"/>
                      </a:cubicBezTo>
                      <a:cubicBezTo>
                        <a:pt x="54625" y="8809"/>
                        <a:pt x="54625" y="4398"/>
                        <a:pt x="51795" y="4523"/>
                      </a:cubicBezTo>
                      <a:cubicBezTo>
                        <a:pt x="35191" y="5356"/>
                        <a:pt x="18920" y="3899"/>
                        <a:pt x="2732" y="71"/>
                      </a:cubicBezTo>
                      <a:cubicBezTo>
                        <a:pt x="-14" y="-595"/>
                        <a:pt x="-1179" y="3649"/>
                        <a:pt x="1567" y="4315"/>
                      </a:cubicBezTo>
                      <a:lnTo>
                        <a:pt x="1567" y="431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0" name="Google Shape;2170;p57">
                  <a:extLst>
                    <a:ext uri="{FF2B5EF4-FFF2-40B4-BE49-F238E27FC236}">
                      <a16:creationId xmlns:a16="http://schemas.microsoft.com/office/drawing/2014/main" id="{A021E629-1E36-ECA1-C2D3-2BAEB48972B7}"/>
                    </a:ext>
                  </a:extLst>
                </p:cNvPr>
                <p:cNvSpPr/>
                <p:nvPr/>
              </p:nvSpPr>
              <p:spPr>
                <a:xfrm>
                  <a:off x="3922914" y="4575943"/>
                  <a:ext cx="143201" cy="30061"/>
                </a:xfrm>
                <a:custGeom>
                  <a:avLst/>
                  <a:gdLst/>
                  <a:ahLst/>
                  <a:cxnLst/>
                  <a:rect l="l" t="t" r="r" b="b"/>
                  <a:pathLst>
                    <a:path w="40310" h="8462" extrusionOk="0">
                      <a:moveTo>
                        <a:pt x="1567" y="4324"/>
                      </a:moveTo>
                      <a:cubicBezTo>
                        <a:pt x="13636" y="7403"/>
                        <a:pt x="25745" y="8777"/>
                        <a:pt x="38188" y="8402"/>
                      </a:cubicBezTo>
                      <a:cubicBezTo>
                        <a:pt x="41018" y="8319"/>
                        <a:pt x="41018" y="3908"/>
                        <a:pt x="38188" y="3991"/>
                      </a:cubicBezTo>
                      <a:cubicBezTo>
                        <a:pt x="26162" y="4324"/>
                        <a:pt x="14426" y="3034"/>
                        <a:pt x="2733" y="79"/>
                      </a:cubicBezTo>
                      <a:cubicBezTo>
                        <a:pt x="-14" y="-628"/>
                        <a:pt x="-1179" y="3617"/>
                        <a:pt x="1567" y="4324"/>
                      </a:cubicBezTo>
                      <a:lnTo>
                        <a:pt x="1567" y="432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1" name="Google Shape;2171;p57">
                  <a:extLst>
                    <a:ext uri="{FF2B5EF4-FFF2-40B4-BE49-F238E27FC236}">
                      <a16:creationId xmlns:a16="http://schemas.microsoft.com/office/drawing/2014/main" id="{07678D83-8213-D07F-9594-318B390BAF2F}"/>
                    </a:ext>
                  </a:extLst>
                </p:cNvPr>
                <p:cNvSpPr/>
                <p:nvPr/>
              </p:nvSpPr>
              <p:spPr>
                <a:xfrm>
                  <a:off x="3894211" y="4641880"/>
                  <a:ext cx="146587" cy="30477"/>
                </a:xfrm>
                <a:custGeom>
                  <a:avLst/>
                  <a:gdLst/>
                  <a:ahLst/>
                  <a:cxnLst/>
                  <a:rect l="l" t="t" r="r" b="b"/>
                  <a:pathLst>
                    <a:path w="41263" h="8579" extrusionOk="0">
                      <a:moveTo>
                        <a:pt x="1538" y="4352"/>
                      </a:moveTo>
                      <a:cubicBezTo>
                        <a:pt x="13855" y="8181"/>
                        <a:pt x="26339" y="9429"/>
                        <a:pt x="39156" y="8014"/>
                      </a:cubicBezTo>
                      <a:cubicBezTo>
                        <a:pt x="41945" y="7723"/>
                        <a:pt x="41986" y="3312"/>
                        <a:pt x="39156" y="3603"/>
                      </a:cubicBezTo>
                      <a:cubicBezTo>
                        <a:pt x="26755" y="4976"/>
                        <a:pt x="14646" y="3811"/>
                        <a:pt x="2703" y="108"/>
                      </a:cubicBezTo>
                      <a:cubicBezTo>
                        <a:pt x="-2" y="-725"/>
                        <a:pt x="-1168" y="3520"/>
                        <a:pt x="1538" y="4352"/>
                      </a:cubicBezTo>
                      <a:lnTo>
                        <a:pt x="1538" y="435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2" name="Google Shape;2172;p57">
                  <a:extLst>
                    <a:ext uri="{FF2B5EF4-FFF2-40B4-BE49-F238E27FC236}">
                      <a16:creationId xmlns:a16="http://schemas.microsoft.com/office/drawing/2014/main" id="{E805153A-CC10-3173-053C-25F89CD0944C}"/>
                    </a:ext>
                  </a:extLst>
                </p:cNvPr>
                <p:cNvSpPr/>
                <p:nvPr/>
              </p:nvSpPr>
              <p:spPr>
                <a:xfrm>
                  <a:off x="3923535" y="4735980"/>
                  <a:ext cx="141116" cy="34715"/>
                </a:xfrm>
                <a:custGeom>
                  <a:avLst/>
                  <a:gdLst/>
                  <a:ahLst/>
                  <a:cxnLst/>
                  <a:rect l="l" t="t" r="r" b="b"/>
                  <a:pathLst>
                    <a:path w="39723" h="9772" extrusionOk="0">
                      <a:moveTo>
                        <a:pt x="1143" y="4021"/>
                      </a:moveTo>
                      <a:cubicBezTo>
                        <a:pt x="12961" y="9556"/>
                        <a:pt x="25362" y="11096"/>
                        <a:pt x="38138" y="8640"/>
                      </a:cubicBezTo>
                      <a:cubicBezTo>
                        <a:pt x="40926" y="8099"/>
                        <a:pt x="39719" y="3855"/>
                        <a:pt x="36973" y="4396"/>
                      </a:cubicBezTo>
                      <a:cubicBezTo>
                        <a:pt x="25446" y="6601"/>
                        <a:pt x="14002" y="5186"/>
                        <a:pt x="3348" y="234"/>
                      </a:cubicBezTo>
                      <a:cubicBezTo>
                        <a:pt x="810" y="-972"/>
                        <a:pt x="-1437" y="2815"/>
                        <a:pt x="1143" y="4021"/>
                      </a:cubicBezTo>
                      <a:lnTo>
                        <a:pt x="1143" y="402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3" name="Google Shape;2173;p57">
                  <a:extLst>
                    <a:ext uri="{FF2B5EF4-FFF2-40B4-BE49-F238E27FC236}">
                      <a16:creationId xmlns:a16="http://schemas.microsoft.com/office/drawing/2014/main" id="{14742FF2-EEDC-E0D8-572E-CEE85B52BCD6}"/>
                    </a:ext>
                  </a:extLst>
                </p:cNvPr>
                <p:cNvSpPr/>
                <p:nvPr/>
              </p:nvSpPr>
              <p:spPr>
                <a:xfrm>
                  <a:off x="3938673" y="4790372"/>
                  <a:ext cx="150683" cy="26626"/>
                </a:xfrm>
                <a:custGeom>
                  <a:avLst/>
                  <a:gdLst/>
                  <a:ahLst/>
                  <a:cxnLst/>
                  <a:rect l="l" t="t" r="r" b="b"/>
                  <a:pathLst>
                    <a:path w="42416" h="7495" extrusionOk="0">
                      <a:moveTo>
                        <a:pt x="2122" y="5929"/>
                      </a:moveTo>
                      <a:cubicBezTo>
                        <a:pt x="11319" y="6386"/>
                        <a:pt x="20557" y="6844"/>
                        <a:pt x="29754" y="7260"/>
                      </a:cubicBezTo>
                      <a:cubicBezTo>
                        <a:pt x="34623" y="7510"/>
                        <a:pt x="39825" y="8467"/>
                        <a:pt x="42197" y="3349"/>
                      </a:cubicBezTo>
                      <a:cubicBezTo>
                        <a:pt x="43362" y="810"/>
                        <a:pt x="39575" y="-1437"/>
                        <a:pt x="38410" y="1143"/>
                      </a:cubicBezTo>
                      <a:cubicBezTo>
                        <a:pt x="36537" y="5221"/>
                        <a:pt x="23096" y="2558"/>
                        <a:pt x="19600" y="2391"/>
                      </a:cubicBezTo>
                      <a:cubicBezTo>
                        <a:pt x="13774" y="2100"/>
                        <a:pt x="7948" y="1809"/>
                        <a:pt x="2122" y="1518"/>
                      </a:cubicBezTo>
                      <a:cubicBezTo>
                        <a:pt x="-707" y="1393"/>
                        <a:pt x="-707" y="5762"/>
                        <a:pt x="2122" y="5929"/>
                      </a:cubicBezTo>
                      <a:lnTo>
                        <a:pt x="2122" y="592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174" name="Google Shape;2174;p57">
              <a:extLst>
                <a:ext uri="{FF2B5EF4-FFF2-40B4-BE49-F238E27FC236}">
                  <a16:creationId xmlns:a16="http://schemas.microsoft.com/office/drawing/2014/main" id="{664554C6-D6A8-AF75-7E35-C85F380FAEE9}"/>
                </a:ext>
              </a:extLst>
            </p:cNvPr>
            <p:cNvGrpSpPr/>
            <p:nvPr/>
          </p:nvGrpSpPr>
          <p:grpSpPr>
            <a:xfrm>
              <a:off x="2922851" y="1372874"/>
              <a:ext cx="699160" cy="749607"/>
              <a:chOff x="2922851" y="1372874"/>
              <a:chExt cx="699160" cy="749607"/>
            </a:xfrm>
          </p:grpSpPr>
          <p:sp>
            <p:nvSpPr>
              <p:cNvPr id="2175" name="Google Shape;2175;p57">
                <a:extLst>
                  <a:ext uri="{FF2B5EF4-FFF2-40B4-BE49-F238E27FC236}">
                    <a16:creationId xmlns:a16="http://schemas.microsoft.com/office/drawing/2014/main" id="{F4CF2914-6F21-62B8-71E6-5969AA09B221}"/>
                  </a:ext>
                </a:extLst>
              </p:cNvPr>
              <p:cNvSpPr/>
              <p:nvPr/>
            </p:nvSpPr>
            <p:spPr>
              <a:xfrm>
                <a:off x="3458570" y="1372874"/>
                <a:ext cx="163441" cy="289696"/>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6" name="Google Shape;2176;p57">
                <a:extLst>
                  <a:ext uri="{FF2B5EF4-FFF2-40B4-BE49-F238E27FC236}">
                    <a16:creationId xmlns:a16="http://schemas.microsoft.com/office/drawing/2014/main" id="{B9749AE8-6701-1031-5745-4C1B324BBB3D}"/>
                  </a:ext>
                </a:extLst>
              </p:cNvPr>
              <p:cNvSpPr/>
              <p:nvPr/>
            </p:nvSpPr>
            <p:spPr>
              <a:xfrm>
                <a:off x="3282195" y="1912217"/>
                <a:ext cx="118099" cy="210264"/>
              </a:xfrm>
              <a:custGeom>
                <a:avLst/>
                <a:gdLst/>
                <a:ahLst/>
                <a:cxnLst/>
                <a:rect l="l" t="t" r="r" b="b"/>
                <a:pathLst>
                  <a:path w="66957" h="118793" extrusionOk="0">
                    <a:moveTo>
                      <a:pt x="36553" y="118794"/>
                    </a:moveTo>
                    <a:cubicBezTo>
                      <a:pt x="35870" y="118794"/>
                      <a:pt x="36041" y="105898"/>
                      <a:pt x="31600" y="89585"/>
                    </a:cubicBezTo>
                    <a:cubicBezTo>
                      <a:pt x="29037" y="80020"/>
                      <a:pt x="27244" y="73956"/>
                      <a:pt x="21949" y="68661"/>
                    </a:cubicBezTo>
                    <a:cubicBezTo>
                      <a:pt x="14433" y="61146"/>
                      <a:pt x="4612" y="59865"/>
                      <a:pt x="0" y="59523"/>
                    </a:cubicBezTo>
                    <a:cubicBezTo>
                      <a:pt x="3587" y="58157"/>
                      <a:pt x="9053" y="55509"/>
                      <a:pt x="14007" y="50299"/>
                    </a:cubicBezTo>
                    <a:cubicBezTo>
                      <a:pt x="21010" y="42869"/>
                      <a:pt x="22974" y="34585"/>
                      <a:pt x="25024" y="25446"/>
                    </a:cubicBezTo>
                    <a:cubicBezTo>
                      <a:pt x="26390" y="19553"/>
                      <a:pt x="27757" y="10842"/>
                      <a:pt x="27159" y="81"/>
                    </a:cubicBezTo>
                    <a:cubicBezTo>
                      <a:pt x="27073" y="-1712"/>
                      <a:pt x="28269" y="26557"/>
                      <a:pt x="44496" y="40734"/>
                    </a:cubicBezTo>
                    <a:cubicBezTo>
                      <a:pt x="52182" y="47396"/>
                      <a:pt x="61321" y="49274"/>
                      <a:pt x="66957" y="49958"/>
                    </a:cubicBezTo>
                    <a:cubicBezTo>
                      <a:pt x="61577" y="51666"/>
                      <a:pt x="52439" y="55424"/>
                      <a:pt x="46546" y="64305"/>
                    </a:cubicBezTo>
                    <a:cubicBezTo>
                      <a:pt x="43983" y="68149"/>
                      <a:pt x="42275" y="71992"/>
                      <a:pt x="40909" y="81813"/>
                    </a:cubicBezTo>
                    <a:cubicBezTo>
                      <a:pt x="37920" y="103080"/>
                      <a:pt x="37322" y="118708"/>
                      <a:pt x="36468" y="1187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7" name="Google Shape;2177;p57">
                <a:extLst>
                  <a:ext uri="{FF2B5EF4-FFF2-40B4-BE49-F238E27FC236}">
                    <a16:creationId xmlns:a16="http://schemas.microsoft.com/office/drawing/2014/main" id="{C4873498-AD10-5991-20F4-69C8509E9F70}"/>
                  </a:ext>
                </a:extLst>
              </p:cNvPr>
              <p:cNvSpPr/>
              <p:nvPr/>
            </p:nvSpPr>
            <p:spPr>
              <a:xfrm>
                <a:off x="2922851" y="1510850"/>
                <a:ext cx="210347" cy="372758"/>
              </a:xfrm>
              <a:custGeom>
                <a:avLst/>
                <a:gdLst/>
                <a:ahLst/>
                <a:cxnLst/>
                <a:rect l="l" t="t" r="r" b="b"/>
                <a:pathLst>
                  <a:path w="92664" h="163670" extrusionOk="0">
                    <a:moveTo>
                      <a:pt x="46460" y="163670"/>
                    </a:moveTo>
                    <a:cubicBezTo>
                      <a:pt x="45521" y="163670"/>
                      <a:pt x="46546" y="145906"/>
                      <a:pt x="41507" y="123274"/>
                    </a:cubicBezTo>
                    <a:cubicBezTo>
                      <a:pt x="38518" y="109951"/>
                      <a:pt x="36553" y="101581"/>
                      <a:pt x="29636" y="93980"/>
                    </a:cubicBezTo>
                    <a:cubicBezTo>
                      <a:pt x="19814" y="83219"/>
                      <a:pt x="6320" y="80742"/>
                      <a:pt x="0" y="80059"/>
                    </a:cubicBezTo>
                    <a:cubicBezTo>
                      <a:pt x="5039" y="78351"/>
                      <a:pt x="12726" y="75106"/>
                      <a:pt x="19814" y="68273"/>
                    </a:cubicBezTo>
                    <a:cubicBezTo>
                      <a:pt x="29977" y="58537"/>
                      <a:pt x="33137" y="47264"/>
                      <a:pt x="36553" y="34794"/>
                    </a:cubicBezTo>
                    <a:cubicBezTo>
                      <a:pt x="38774" y="26852"/>
                      <a:pt x="41251" y="14981"/>
                      <a:pt x="41165" y="120"/>
                    </a:cubicBezTo>
                    <a:cubicBezTo>
                      <a:pt x="41165" y="-2442"/>
                      <a:pt x="40995" y="36588"/>
                      <a:pt x="62431" y="57085"/>
                    </a:cubicBezTo>
                    <a:cubicBezTo>
                      <a:pt x="72509" y="66736"/>
                      <a:pt x="85063" y="69896"/>
                      <a:pt x="92664" y="71177"/>
                    </a:cubicBezTo>
                    <a:cubicBezTo>
                      <a:pt x="85149" y="73141"/>
                      <a:pt x="72338" y="77753"/>
                      <a:pt x="63712" y="89539"/>
                    </a:cubicBezTo>
                    <a:cubicBezTo>
                      <a:pt x="59954" y="94663"/>
                      <a:pt x="57392" y="99787"/>
                      <a:pt x="54916" y="113196"/>
                    </a:cubicBezTo>
                    <a:cubicBezTo>
                      <a:pt x="49535" y="142234"/>
                      <a:pt x="47570" y="163670"/>
                      <a:pt x="46460" y="163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178" name="Google Shape;2178;p57">
              <a:extLst>
                <a:ext uri="{FF2B5EF4-FFF2-40B4-BE49-F238E27FC236}">
                  <a16:creationId xmlns:a16="http://schemas.microsoft.com/office/drawing/2014/main" id="{68ECB8AC-B32B-30F9-504B-8EBD751055ED}"/>
                </a:ext>
              </a:extLst>
            </p:cNvPr>
            <p:cNvSpPr/>
            <p:nvPr/>
          </p:nvSpPr>
          <p:spPr>
            <a:xfrm>
              <a:off x="2460757" y="4470574"/>
              <a:ext cx="434556" cy="432332"/>
            </a:xfrm>
            <a:custGeom>
              <a:avLst/>
              <a:gdLst/>
              <a:ahLst/>
              <a:cxnLst/>
              <a:rect l="l" t="t" r="r" b="b"/>
              <a:pathLst>
                <a:path w="122324" h="121698" extrusionOk="0">
                  <a:moveTo>
                    <a:pt x="64200" y="2464"/>
                  </a:moveTo>
                  <a:cubicBezTo>
                    <a:pt x="64991" y="-1198"/>
                    <a:pt x="70359" y="-615"/>
                    <a:pt x="70359" y="3130"/>
                  </a:cubicBezTo>
                  <a:cubicBezTo>
                    <a:pt x="70359" y="6501"/>
                    <a:pt x="74936" y="7458"/>
                    <a:pt x="76310" y="4379"/>
                  </a:cubicBezTo>
                  <a:cubicBezTo>
                    <a:pt x="77808" y="966"/>
                    <a:pt x="82968" y="2631"/>
                    <a:pt x="82177" y="6293"/>
                  </a:cubicBezTo>
                  <a:cubicBezTo>
                    <a:pt x="81470" y="9581"/>
                    <a:pt x="85756" y="11495"/>
                    <a:pt x="87712" y="8748"/>
                  </a:cubicBezTo>
                  <a:cubicBezTo>
                    <a:pt x="89917" y="5710"/>
                    <a:pt x="94578" y="8415"/>
                    <a:pt x="93038" y="11828"/>
                  </a:cubicBezTo>
                  <a:cubicBezTo>
                    <a:pt x="91665" y="14907"/>
                    <a:pt x="95452" y="17654"/>
                    <a:pt x="97949" y="15406"/>
                  </a:cubicBezTo>
                  <a:cubicBezTo>
                    <a:pt x="100737" y="12910"/>
                    <a:pt x="104732" y="16530"/>
                    <a:pt x="102527" y="19526"/>
                  </a:cubicBezTo>
                  <a:cubicBezTo>
                    <a:pt x="100571" y="22231"/>
                    <a:pt x="103692" y="25727"/>
                    <a:pt x="106605" y="24021"/>
                  </a:cubicBezTo>
                  <a:cubicBezTo>
                    <a:pt x="109851" y="22148"/>
                    <a:pt x="113013" y="26518"/>
                    <a:pt x="110225" y="29014"/>
                  </a:cubicBezTo>
                  <a:cubicBezTo>
                    <a:pt x="107728" y="31261"/>
                    <a:pt x="110059" y="35298"/>
                    <a:pt x="113263" y="34258"/>
                  </a:cubicBezTo>
                  <a:cubicBezTo>
                    <a:pt x="116800" y="33092"/>
                    <a:pt x="119006" y="38044"/>
                    <a:pt x="115760" y="39917"/>
                  </a:cubicBezTo>
                  <a:cubicBezTo>
                    <a:pt x="112847" y="41582"/>
                    <a:pt x="114303" y="46035"/>
                    <a:pt x="117633" y="45702"/>
                  </a:cubicBezTo>
                  <a:cubicBezTo>
                    <a:pt x="121336" y="45327"/>
                    <a:pt x="122460" y="50612"/>
                    <a:pt x="118923" y="51736"/>
                  </a:cubicBezTo>
                  <a:cubicBezTo>
                    <a:pt x="115718" y="52776"/>
                    <a:pt x="116218" y="57437"/>
                    <a:pt x="119547" y="57769"/>
                  </a:cubicBezTo>
                  <a:cubicBezTo>
                    <a:pt x="123250" y="58144"/>
                    <a:pt x="123250" y="63554"/>
                    <a:pt x="119547" y="63929"/>
                  </a:cubicBezTo>
                  <a:cubicBezTo>
                    <a:pt x="116218" y="64262"/>
                    <a:pt x="115718" y="68922"/>
                    <a:pt x="118923" y="69963"/>
                  </a:cubicBezTo>
                  <a:cubicBezTo>
                    <a:pt x="122460" y="71128"/>
                    <a:pt x="121336" y="76413"/>
                    <a:pt x="117633" y="75996"/>
                  </a:cubicBezTo>
                  <a:cubicBezTo>
                    <a:pt x="114303" y="75622"/>
                    <a:pt x="112847" y="80116"/>
                    <a:pt x="115760" y="81781"/>
                  </a:cubicBezTo>
                  <a:cubicBezTo>
                    <a:pt x="119006" y="83654"/>
                    <a:pt x="116800" y="88564"/>
                    <a:pt x="113263" y="87440"/>
                  </a:cubicBezTo>
                  <a:cubicBezTo>
                    <a:pt x="110059" y="86400"/>
                    <a:pt x="107728" y="90478"/>
                    <a:pt x="110225" y="92684"/>
                  </a:cubicBezTo>
                  <a:cubicBezTo>
                    <a:pt x="113013" y="95181"/>
                    <a:pt x="109809" y="99550"/>
                    <a:pt x="106605" y="97677"/>
                  </a:cubicBezTo>
                  <a:cubicBezTo>
                    <a:pt x="103692" y="96013"/>
                    <a:pt x="100571" y="99467"/>
                    <a:pt x="102527" y="102172"/>
                  </a:cubicBezTo>
                  <a:cubicBezTo>
                    <a:pt x="104732" y="105168"/>
                    <a:pt x="100696" y="108788"/>
                    <a:pt x="97949" y="106292"/>
                  </a:cubicBezTo>
                  <a:cubicBezTo>
                    <a:pt x="95452" y="104045"/>
                    <a:pt x="91665" y="106791"/>
                    <a:pt x="93038" y="109870"/>
                  </a:cubicBezTo>
                  <a:cubicBezTo>
                    <a:pt x="94578" y="113283"/>
                    <a:pt x="89876" y="115988"/>
                    <a:pt x="87712" y="112950"/>
                  </a:cubicBezTo>
                  <a:cubicBezTo>
                    <a:pt x="85756" y="110245"/>
                    <a:pt x="81470" y="112159"/>
                    <a:pt x="82177" y="115405"/>
                  </a:cubicBezTo>
                  <a:cubicBezTo>
                    <a:pt x="82968" y="119067"/>
                    <a:pt x="77808" y="120732"/>
                    <a:pt x="76310" y="117319"/>
                  </a:cubicBezTo>
                  <a:cubicBezTo>
                    <a:pt x="74936" y="114240"/>
                    <a:pt x="70359" y="115239"/>
                    <a:pt x="70359" y="118568"/>
                  </a:cubicBezTo>
                  <a:cubicBezTo>
                    <a:pt x="70359" y="122313"/>
                    <a:pt x="64991" y="122854"/>
                    <a:pt x="64200" y="119234"/>
                  </a:cubicBezTo>
                  <a:cubicBezTo>
                    <a:pt x="63493" y="115946"/>
                    <a:pt x="58832" y="115946"/>
                    <a:pt x="58124" y="119234"/>
                  </a:cubicBezTo>
                  <a:cubicBezTo>
                    <a:pt x="57334" y="122896"/>
                    <a:pt x="51965" y="122313"/>
                    <a:pt x="51965" y="118568"/>
                  </a:cubicBezTo>
                  <a:cubicBezTo>
                    <a:pt x="51965" y="115197"/>
                    <a:pt x="47388" y="114240"/>
                    <a:pt x="46015" y="117319"/>
                  </a:cubicBezTo>
                  <a:cubicBezTo>
                    <a:pt x="44517" y="120732"/>
                    <a:pt x="39357" y="119067"/>
                    <a:pt x="40147" y="115405"/>
                  </a:cubicBezTo>
                  <a:cubicBezTo>
                    <a:pt x="40855" y="112118"/>
                    <a:pt x="36568" y="110203"/>
                    <a:pt x="34613" y="112950"/>
                  </a:cubicBezTo>
                  <a:cubicBezTo>
                    <a:pt x="32407" y="115988"/>
                    <a:pt x="27746" y="113283"/>
                    <a:pt x="29286" y="109870"/>
                  </a:cubicBezTo>
                  <a:cubicBezTo>
                    <a:pt x="30659" y="106791"/>
                    <a:pt x="26873" y="104045"/>
                    <a:pt x="24375" y="106292"/>
                  </a:cubicBezTo>
                  <a:cubicBezTo>
                    <a:pt x="21587" y="108788"/>
                    <a:pt x="17592" y="105168"/>
                    <a:pt x="19798" y="102172"/>
                  </a:cubicBezTo>
                  <a:cubicBezTo>
                    <a:pt x="21754" y="99467"/>
                    <a:pt x="18632" y="95971"/>
                    <a:pt x="15720" y="97677"/>
                  </a:cubicBezTo>
                  <a:cubicBezTo>
                    <a:pt x="12474" y="99550"/>
                    <a:pt x="9311" y="95181"/>
                    <a:pt x="12099" y="92684"/>
                  </a:cubicBezTo>
                  <a:cubicBezTo>
                    <a:pt x="14596" y="90437"/>
                    <a:pt x="12266" y="86400"/>
                    <a:pt x="9062" y="87440"/>
                  </a:cubicBezTo>
                  <a:cubicBezTo>
                    <a:pt x="5524" y="88606"/>
                    <a:pt x="3319" y="83654"/>
                    <a:pt x="6565" y="81781"/>
                  </a:cubicBezTo>
                  <a:cubicBezTo>
                    <a:pt x="9478" y="80116"/>
                    <a:pt x="8021" y="75664"/>
                    <a:pt x="4692" y="75996"/>
                  </a:cubicBezTo>
                  <a:cubicBezTo>
                    <a:pt x="988" y="76371"/>
                    <a:pt x="-136" y="71086"/>
                    <a:pt x="3402" y="69963"/>
                  </a:cubicBezTo>
                  <a:cubicBezTo>
                    <a:pt x="6606" y="68922"/>
                    <a:pt x="6107" y="64262"/>
                    <a:pt x="2778" y="63929"/>
                  </a:cubicBezTo>
                  <a:cubicBezTo>
                    <a:pt x="-926" y="63554"/>
                    <a:pt x="-926" y="58144"/>
                    <a:pt x="2778" y="57769"/>
                  </a:cubicBezTo>
                  <a:cubicBezTo>
                    <a:pt x="6107" y="57437"/>
                    <a:pt x="6606" y="52776"/>
                    <a:pt x="3402" y="51736"/>
                  </a:cubicBezTo>
                  <a:cubicBezTo>
                    <a:pt x="-136" y="50570"/>
                    <a:pt x="988" y="45285"/>
                    <a:pt x="4692" y="45702"/>
                  </a:cubicBezTo>
                  <a:cubicBezTo>
                    <a:pt x="8021" y="46035"/>
                    <a:pt x="9478" y="41582"/>
                    <a:pt x="6565" y="39917"/>
                  </a:cubicBezTo>
                  <a:cubicBezTo>
                    <a:pt x="3319" y="38044"/>
                    <a:pt x="5524" y="33134"/>
                    <a:pt x="9062" y="34258"/>
                  </a:cubicBezTo>
                  <a:cubicBezTo>
                    <a:pt x="12266" y="35298"/>
                    <a:pt x="14596" y="31261"/>
                    <a:pt x="12099" y="29014"/>
                  </a:cubicBezTo>
                  <a:cubicBezTo>
                    <a:pt x="9311" y="26518"/>
                    <a:pt x="12515" y="22148"/>
                    <a:pt x="15720" y="24021"/>
                  </a:cubicBezTo>
                  <a:cubicBezTo>
                    <a:pt x="18632" y="25685"/>
                    <a:pt x="21754" y="22231"/>
                    <a:pt x="19798" y="19526"/>
                  </a:cubicBezTo>
                  <a:cubicBezTo>
                    <a:pt x="17592" y="16530"/>
                    <a:pt x="21629" y="12910"/>
                    <a:pt x="24375" y="15406"/>
                  </a:cubicBezTo>
                  <a:cubicBezTo>
                    <a:pt x="26873" y="17654"/>
                    <a:pt x="30659" y="14907"/>
                    <a:pt x="29286" y="11828"/>
                  </a:cubicBezTo>
                  <a:cubicBezTo>
                    <a:pt x="27746" y="8415"/>
                    <a:pt x="32449" y="5710"/>
                    <a:pt x="34613" y="8748"/>
                  </a:cubicBezTo>
                  <a:cubicBezTo>
                    <a:pt x="36568" y="11453"/>
                    <a:pt x="40855" y="9539"/>
                    <a:pt x="40147" y="6293"/>
                  </a:cubicBezTo>
                  <a:cubicBezTo>
                    <a:pt x="39357" y="2631"/>
                    <a:pt x="44517" y="966"/>
                    <a:pt x="46015" y="4379"/>
                  </a:cubicBezTo>
                  <a:cubicBezTo>
                    <a:pt x="47388" y="7458"/>
                    <a:pt x="51965" y="6459"/>
                    <a:pt x="51965" y="3130"/>
                  </a:cubicBezTo>
                  <a:cubicBezTo>
                    <a:pt x="51965" y="-615"/>
                    <a:pt x="57334" y="-1156"/>
                    <a:pt x="58124" y="2464"/>
                  </a:cubicBezTo>
                  <a:cubicBezTo>
                    <a:pt x="58832" y="5752"/>
                    <a:pt x="63493" y="5752"/>
                    <a:pt x="64200" y="246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2D124686-9CB8-F9A2-BAAA-67E483E0890D}"/>
              </a:ext>
            </a:extLst>
          </p:cNvPr>
          <p:cNvPicPr>
            <a:picLocks noChangeAspect="1"/>
          </p:cNvPicPr>
          <p:nvPr/>
        </p:nvPicPr>
        <p:blipFill>
          <a:blip r:embed="rId3"/>
          <a:stretch>
            <a:fillRect/>
          </a:stretch>
        </p:blipFill>
        <p:spPr>
          <a:xfrm>
            <a:off x="6337004" y="2370103"/>
            <a:ext cx="2816145" cy="2757475"/>
          </a:xfrm>
          <a:prstGeom prst="rect">
            <a:avLst/>
          </a:prstGeom>
        </p:spPr>
      </p:pic>
      <p:sp>
        <p:nvSpPr>
          <p:cNvPr id="2" name="TextBox 1">
            <a:extLst>
              <a:ext uri="{FF2B5EF4-FFF2-40B4-BE49-F238E27FC236}">
                <a16:creationId xmlns:a16="http://schemas.microsoft.com/office/drawing/2014/main" id="{B1A88F2C-3BC5-3395-9FD5-12A0F4647A32}"/>
              </a:ext>
            </a:extLst>
          </p:cNvPr>
          <p:cNvSpPr txBox="1"/>
          <p:nvPr/>
        </p:nvSpPr>
        <p:spPr>
          <a:xfrm>
            <a:off x="8735568" y="4454933"/>
            <a:ext cx="474389" cy="307777"/>
          </a:xfrm>
          <a:prstGeom prst="rect">
            <a:avLst/>
          </a:prstGeom>
          <a:noFill/>
        </p:spPr>
        <p:txBody>
          <a:bodyPr wrap="square" rtlCol="0">
            <a:spAutoFit/>
          </a:bodyPr>
          <a:lstStyle/>
          <a:p>
            <a:r>
              <a:rPr lang="en-US" dirty="0"/>
              <a:t>18</a:t>
            </a:r>
          </a:p>
        </p:txBody>
      </p:sp>
    </p:spTree>
    <p:extLst>
      <p:ext uri="{BB962C8B-B14F-4D97-AF65-F5344CB8AC3E}">
        <p14:creationId xmlns:p14="http://schemas.microsoft.com/office/powerpoint/2010/main" val="33728869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57">
          <a:extLst>
            <a:ext uri="{FF2B5EF4-FFF2-40B4-BE49-F238E27FC236}">
              <a16:creationId xmlns:a16="http://schemas.microsoft.com/office/drawing/2014/main" id="{B4564055-D320-730B-EA4C-58ED7B7E4BEB}"/>
            </a:ext>
          </a:extLst>
        </p:cNvPr>
        <p:cNvGrpSpPr/>
        <p:nvPr/>
      </p:nvGrpSpPr>
      <p:grpSpPr>
        <a:xfrm>
          <a:off x="0" y="0"/>
          <a:ext cx="0" cy="0"/>
          <a:chOff x="0" y="0"/>
          <a:chExt cx="0" cy="0"/>
        </a:xfrm>
      </p:grpSpPr>
      <p:sp>
        <p:nvSpPr>
          <p:cNvPr id="1258" name="Google Shape;1258;p42">
            <a:extLst>
              <a:ext uri="{FF2B5EF4-FFF2-40B4-BE49-F238E27FC236}">
                <a16:creationId xmlns:a16="http://schemas.microsoft.com/office/drawing/2014/main" id="{D15D3AE8-BDC9-42FD-0525-211397C813CC}"/>
              </a:ext>
            </a:extLst>
          </p:cNvPr>
          <p:cNvSpPr txBox="1">
            <a:spLocks noGrp="1"/>
          </p:cNvSpPr>
          <p:nvPr>
            <p:ph type="title"/>
          </p:nvPr>
        </p:nvSpPr>
        <p:spPr>
          <a:xfrm>
            <a:off x="720000" y="100020"/>
            <a:ext cx="7704000" cy="572700"/>
          </a:xfrm>
          <a:prstGeom prst="rect">
            <a:avLst/>
          </a:prstGeom>
        </p:spPr>
        <p:txBody>
          <a:bodyPr spcFirstLastPara="1" wrap="square" lIns="91425" tIns="91425" rIns="91425" bIns="91425" anchor="t" anchorCtr="0">
            <a:noAutofit/>
          </a:bodyPr>
          <a:lstStyle/>
          <a:p>
            <a:pPr lvl="0"/>
            <a:r>
              <a:rPr lang="en-US" dirty="0"/>
              <a:t> </a:t>
            </a:r>
            <a:r>
              <a:rPr lang="en-US" sz="3200" b="1" dirty="0"/>
              <a:t>DELIVERABLES: 37 Production-Ready Files</a:t>
            </a:r>
            <a:br>
              <a:rPr lang="en-US" sz="3200" b="1" dirty="0"/>
            </a:br>
            <a:endParaRPr sz="2400" dirty="0"/>
          </a:p>
        </p:txBody>
      </p:sp>
      <p:sp>
        <p:nvSpPr>
          <p:cNvPr id="1260" name="Google Shape;1260;p42">
            <a:extLst>
              <a:ext uri="{FF2B5EF4-FFF2-40B4-BE49-F238E27FC236}">
                <a16:creationId xmlns:a16="http://schemas.microsoft.com/office/drawing/2014/main" id="{611D9C81-9880-099C-3A78-9D122FAF3A36}"/>
              </a:ext>
            </a:extLst>
          </p:cNvPr>
          <p:cNvSpPr txBox="1">
            <a:spLocks noGrp="1"/>
          </p:cNvSpPr>
          <p:nvPr>
            <p:ph type="subTitle" idx="2"/>
          </p:nvPr>
        </p:nvSpPr>
        <p:spPr>
          <a:xfrm>
            <a:off x="2608708" y="1845169"/>
            <a:ext cx="4131332" cy="1857934"/>
          </a:xfrm>
          <a:prstGeom prst="rect">
            <a:avLst/>
          </a:prstGeom>
        </p:spPr>
        <p:txBody>
          <a:bodyPr spcFirstLastPara="1" wrap="square" lIns="91425" tIns="91425" rIns="91425" bIns="91425" anchor="t" anchorCtr="0">
            <a:noAutofit/>
          </a:bodyPr>
          <a:lstStyle/>
          <a:p>
            <a:pPr marL="0" lvl="0" indent="0"/>
            <a:r>
              <a:rPr lang="en-US" b="1" i="1" u="sng" dirty="0"/>
              <a:t>The arsenal:</a:t>
            </a:r>
          </a:p>
          <a:p>
            <a:pPr marL="0" lvl="0" indent="0"/>
            <a:endParaRPr lang="en-US" dirty="0"/>
          </a:p>
          <a:p>
            <a:pPr marL="285750" lvl="0" indent="-285750">
              <a:buFont typeface="Arial" panose="020B0604020202020204" pitchFamily="34" charset="0"/>
              <a:buChar char="•"/>
            </a:pPr>
            <a:r>
              <a:rPr lang="en-US" dirty="0"/>
              <a:t>Master Data Dictionary(CSV, XLSX, JSON) </a:t>
            </a:r>
          </a:p>
          <a:p>
            <a:pPr marL="285750" lvl="0" indent="-285750">
              <a:buFont typeface="Arial" panose="020B0604020202020204" pitchFamily="34" charset="0"/>
              <a:buChar char="•"/>
            </a:pPr>
            <a:r>
              <a:rPr lang="en-US" dirty="0"/>
              <a:t>JSON Schema for validation </a:t>
            </a:r>
          </a:p>
          <a:p>
            <a:pPr marL="285750" lvl="0" indent="-285750">
              <a:buFont typeface="Arial" panose="020B0604020202020204" pitchFamily="34" charset="0"/>
              <a:buChar char="•"/>
            </a:pPr>
            <a:r>
              <a:rPr lang="en-US" dirty="0" err="1"/>
              <a:t>OpenAPI</a:t>
            </a:r>
            <a:r>
              <a:rPr lang="en-US" dirty="0"/>
              <a:t> Specification for APIs </a:t>
            </a:r>
          </a:p>
          <a:p>
            <a:pPr marL="285750" lvl="0" indent="-285750">
              <a:buFont typeface="Arial" panose="020B0604020202020204" pitchFamily="34" charset="0"/>
              <a:buChar char="•"/>
            </a:pPr>
            <a:r>
              <a:rPr lang="en-US" dirty="0"/>
              <a:t>Complete Documentation</a:t>
            </a:r>
          </a:p>
          <a:p>
            <a:pPr marL="285750" lvl="0" indent="-285750">
              <a:buFont typeface="Arial" panose="020B0604020202020204" pitchFamily="34" charset="0"/>
              <a:buChar char="•"/>
            </a:pPr>
            <a:r>
              <a:rPr lang="en-US" dirty="0"/>
              <a:t>Analytics &amp; Gap Analysis</a:t>
            </a:r>
          </a:p>
          <a:p>
            <a:pPr marL="285750" lvl="0" indent="-285750">
              <a:buFont typeface="Arial" panose="020B0604020202020204" pitchFamily="34" charset="0"/>
              <a:buChar char="•"/>
            </a:pPr>
            <a:r>
              <a:rPr lang="en-US" dirty="0"/>
              <a:t>Risk Scoring Models</a:t>
            </a:r>
          </a:p>
          <a:p>
            <a:pPr marL="0" lvl="0" indent="0"/>
            <a:endParaRPr lang="en-US" dirty="0"/>
          </a:p>
          <a:p>
            <a:pPr marL="0" lvl="0" indent="0" algn="l" rtl="0">
              <a:spcBef>
                <a:spcPts val="0"/>
              </a:spcBef>
              <a:spcAft>
                <a:spcPts val="0"/>
              </a:spcAft>
              <a:buNone/>
            </a:pPr>
            <a:endParaRPr dirty="0"/>
          </a:p>
        </p:txBody>
      </p:sp>
      <p:grpSp>
        <p:nvGrpSpPr>
          <p:cNvPr id="2" name="Google Shape;2888;p73">
            <a:extLst>
              <a:ext uri="{FF2B5EF4-FFF2-40B4-BE49-F238E27FC236}">
                <a16:creationId xmlns:a16="http://schemas.microsoft.com/office/drawing/2014/main" id="{43B78F37-16D1-F71F-E874-780F674ECDB4}"/>
              </a:ext>
            </a:extLst>
          </p:cNvPr>
          <p:cNvGrpSpPr/>
          <p:nvPr/>
        </p:nvGrpSpPr>
        <p:grpSpPr>
          <a:xfrm>
            <a:off x="8036656" y="2675530"/>
            <a:ext cx="774687" cy="2261368"/>
            <a:chOff x="2134425" y="2209949"/>
            <a:chExt cx="820122" cy="2393995"/>
          </a:xfrm>
        </p:grpSpPr>
        <p:sp>
          <p:nvSpPr>
            <p:cNvPr id="3" name="Google Shape;2889;p73">
              <a:extLst>
                <a:ext uri="{FF2B5EF4-FFF2-40B4-BE49-F238E27FC236}">
                  <a16:creationId xmlns:a16="http://schemas.microsoft.com/office/drawing/2014/main" id="{1D5B8B01-DB14-A37C-79B8-CE2E1B792D47}"/>
                </a:ext>
              </a:extLst>
            </p:cNvPr>
            <p:cNvSpPr/>
            <p:nvPr/>
          </p:nvSpPr>
          <p:spPr>
            <a:xfrm>
              <a:off x="2142433" y="2647395"/>
              <a:ext cx="176633" cy="474098"/>
            </a:xfrm>
            <a:custGeom>
              <a:avLst/>
              <a:gdLst/>
              <a:ahLst/>
              <a:cxnLst/>
              <a:rect l="l" t="t" r="r" b="b"/>
              <a:pathLst>
                <a:path w="196259" h="526776" extrusionOk="0">
                  <a:moveTo>
                    <a:pt x="196260" y="248699"/>
                  </a:moveTo>
                  <a:cubicBezTo>
                    <a:pt x="168247" y="341448"/>
                    <a:pt x="140064" y="434198"/>
                    <a:pt x="112051" y="526776"/>
                  </a:cubicBezTo>
                  <a:lnTo>
                    <a:pt x="0" y="509268"/>
                  </a:lnTo>
                  <a:cubicBezTo>
                    <a:pt x="5978" y="446325"/>
                    <a:pt x="12896" y="391495"/>
                    <a:pt x="19472" y="345975"/>
                  </a:cubicBezTo>
                  <a:cubicBezTo>
                    <a:pt x="21607" y="330602"/>
                    <a:pt x="23828" y="316510"/>
                    <a:pt x="25878" y="303358"/>
                  </a:cubicBezTo>
                  <a:cubicBezTo>
                    <a:pt x="27073" y="295842"/>
                    <a:pt x="28440" y="288326"/>
                    <a:pt x="29550" y="281238"/>
                  </a:cubicBezTo>
                  <a:cubicBezTo>
                    <a:pt x="64566" y="73875"/>
                    <a:pt x="98642" y="22718"/>
                    <a:pt x="140320" y="5637"/>
                  </a:cubicBezTo>
                  <a:cubicBezTo>
                    <a:pt x="148860" y="2135"/>
                    <a:pt x="156291" y="683"/>
                    <a:pt x="161244" y="0"/>
                  </a:cubicBezTo>
                  <a:cubicBezTo>
                    <a:pt x="172859" y="82843"/>
                    <a:pt x="184474" y="165856"/>
                    <a:pt x="196174" y="248699"/>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Google Shape;2890;p73">
              <a:extLst>
                <a:ext uri="{FF2B5EF4-FFF2-40B4-BE49-F238E27FC236}">
                  <a16:creationId xmlns:a16="http://schemas.microsoft.com/office/drawing/2014/main" id="{E2493560-9716-E8A8-361B-2FA7F89FB5D1}"/>
                </a:ext>
              </a:extLst>
            </p:cNvPr>
            <p:cNvSpPr/>
            <p:nvPr/>
          </p:nvSpPr>
          <p:spPr>
            <a:xfrm>
              <a:off x="2160042" y="2893704"/>
              <a:ext cx="124519" cy="78944"/>
            </a:xfrm>
            <a:custGeom>
              <a:avLst/>
              <a:gdLst/>
              <a:ahLst/>
              <a:cxnLst/>
              <a:rect l="l" t="t" r="r" b="b"/>
              <a:pathLst>
                <a:path w="138355" h="87716" extrusionOk="0">
                  <a:moveTo>
                    <a:pt x="138356" y="81732"/>
                  </a:moveTo>
                  <a:cubicBezTo>
                    <a:pt x="121360" y="85576"/>
                    <a:pt x="99155" y="88650"/>
                    <a:pt x="73106" y="87454"/>
                  </a:cubicBezTo>
                  <a:cubicBezTo>
                    <a:pt x="44154" y="86088"/>
                    <a:pt x="19131" y="79512"/>
                    <a:pt x="0" y="72423"/>
                  </a:cubicBezTo>
                  <a:cubicBezTo>
                    <a:pt x="2135" y="57050"/>
                    <a:pt x="4356" y="42959"/>
                    <a:pt x="6405" y="29806"/>
                  </a:cubicBezTo>
                  <a:cubicBezTo>
                    <a:pt x="7601" y="22291"/>
                    <a:pt x="8968" y="14775"/>
                    <a:pt x="10078" y="7686"/>
                  </a:cubicBezTo>
                  <a:cubicBezTo>
                    <a:pt x="11700" y="5039"/>
                    <a:pt x="13494" y="2648"/>
                    <a:pt x="15117" y="0"/>
                  </a:cubicBezTo>
                  <a:lnTo>
                    <a:pt x="138356" y="8164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2891;p73">
              <a:extLst>
                <a:ext uri="{FF2B5EF4-FFF2-40B4-BE49-F238E27FC236}">
                  <a16:creationId xmlns:a16="http://schemas.microsoft.com/office/drawing/2014/main" id="{B72B763D-DE89-01EF-B9A2-05256C0DFEC8}"/>
                </a:ext>
              </a:extLst>
            </p:cNvPr>
            <p:cNvSpPr/>
            <p:nvPr/>
          </p:nvSpPr>
          <p:spPr>
            <a:xfrm>
              <a:off x="2145509" y="2595156"/>
              <a:ext cx="276942" cy="381809"/>
            </a:xfrm>
            <a:custGeom>
              <a:avLst/>
              <a:gdLst/>
              <a:ahLst/>
              <a:cxnLst/>
              <a:rect l="l" t="t" r="r" b="b"/>
              <a:pathLst>
                <a:path w="307713" h="424232" extrusionOk="0">
                  <a:moveTo>
                    <a:pt x="90614" y="92179"/>
                  </a:moveTo>
                  <a:cubicBezTo>
                    <a:pt x="60381" y="176217"/>
                    <a:pt x="30233" y="260170"/>
                    <a:pt x="0" y="344208"/>
                  </a:cubicBezTo>
                  <a:cubicBezTo>
                    <a:pt x="15287" y="358727"/>
                    <a:pt x="36980" y="376406"/>
                    <a:pt x="65932" y="391693"/>
                  </a:cubicBezTo>
                  <a:cubicBezTo>
                    <a:pt x="107525" y="413642"/>
                    <a:pt x="146042" y="421329"/>
                    <a:pt x="171322" y="424232"/>
                  </a:cubicBezTo>
                  <a:cubicBezTo>
                    <a:pt x="183705" y="381274"/>
                    <a:pt x="196089" y="338401"/>
                    <a:pt x="208558" y="295442"/>
                  </a:cubicBezTo>
                  <a:cubicBezTo>
                    <a:pt x="241610" y="201326"/>
                    <a:pt x="274662" y="107210"/>
                    <a:pt x="307713" y="13094"/>
                  </a:cubicBezTo>
                  <a:cubicBezTo>
                    <a:pt x="297977" y="9251"/>
                    <a:pt x="222479" y="-19445"/>
                    <a:pt x="152874" y="22745"/>
                  </a:cubicBezTo>
                  <a:cubicBezTo>
                    <a:pt x="116407" y="44865"/>
                    <a:pt x="98301" y="76379"/>
                    <a:pt x="90614" y="92179"/>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2892;p73">
              <a:extLst>
                <a:ext uri="{FF2B5EF4-FFF2-40B4-BE49-F238E27FC236}">
                  <a16:creationId xmlns:a16="http://schemas.microsoft.com/office/drawing/2014/main" id="{513DC33B-CE3E-DA5B-0DDA-927913DD24A3}"/>
                </a:ext>
              </a:extLst>
            </p:cNvPr>
            <p:cNvSpPr/>
            <p:nvPr/>
          </p:nvSpPr>
          <p:spPr>
            <a:xfrm>
              <a:off x="2764854" y="2612021"/>
              <a:ext cx="176634" cy="474098"/>
            </a:xfrm>
            <a:custGeom>
              <a:avLst/>
              <a:gdLst/>
              <a:ahLst/>
              <a:cxnLst/>
              <a:rect l="l" t="t" r="r" b="b"/>
              <a:pathLst>
                <a:path w="196260" h="526776" extrusionOk="0">
                  <a:moveTo>
                    <a:pt x="0" y="248698"/>
                  </a:moveTo>
                  <a:cubicBezTo>
                    <a:pt x="28013" y="341448"/>
                    <a:pt x="56196" y="434198"/>
                    <a:pt x="84209" y="526776"/>
                  </a:cubicBezTo>
                  <a:lnTo>
                    <a:pt x="196260" y="509268"/>
                  </a:lnTo>
                  <a:cubicBezTo>
                    <a:pt x="190282" y="446325"/>
                    <a:pt x="183364" y="391495"/>
                    <a:pt x="176788" y="345975"/>
                  </a:cubicBezTo>
                  <a:cubicBezTo>
                    <a:pt x="174653" y="330602"/>
                    <a:pt x="172432" y="316510"/>
                    <a:pt x="170383" y="303358"/>
                  </a:cubicBezTo>
                  <a:cubicBezTo>
                    <a:pt x="169187" y="295842"/>
                    <a:pt x="167821" y="288326"/>
                    <a:pt x="166710" y="281238"/>
                  </a:cubicBezTo>
                  <a:cubicBezTo>
                    <a:pt x="131694" y="73875"/>
                    <a:pt x="97618" y="22718"/>
                    <a:pt x="55940" y="5637"/>
                  </a:cubicBezTo>
                  <a:cubicBezTo>
                    <a:pt x="47400" y="2135"/>
                    <a:pt x="39970" y="683"/>
                    <a:pt x="35016" y="0"/>
                  </a:cubicBezTo>
                  <a:cubicBezTo>
                    <a:pt x="23401" y="82843"/>
                    <a:pt x="11786" y="165856"/>
                    <a:pt x="85" y="248698"/>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2893;p73">
              <a:extLst>
                <a:ext uri="{FF2B5EF4-FFF2-40B4-BE49-F238E27FC236}">
                  <a16:creationId xmlns:a16="http://schemas.microsoft.com/office/drawing/2014/main" id="{69A07CE6-5926-B533-9D91-BDA81D400CED}"/>
                </a:ext>
              </a:extLst>
            </p:cNvPr>
            <p:cNvSpPr/>
            <p:nvPr/>
          </p:nvSpPr>
          <p:spPr>
            <a:xfrm>
              <a:off x="2799382" y="2858330"/>
              <a:ext cx="124519" cy="78944"/>
            </a:xfrm>
            <a:custGeom>
              <a:avLst/>
              <a:gdLst/>
              <a:ahLst/>
              <a:cxnLst/>
              <a:rect l="l" t="t" r="r" b="b"/>
              <a:pathLst>
                <a:path w="138355" h="87716" extrusionOk="0">
                  <a:moveTo>
                    <a:pt x="0" y="81732"/>
                  </a:moveTo>
                  <a:cubicBezTo>
                    <a:pt x="16995" y="85576"/>
                    <a:pt x="39201" y="88650"/>
                    <a:pt x="65249" y="87455"/>
                  </a:cubicBezTo>
                  <a:cubicBezTo>
                    <a:pt x="94201" y="86088"/>
                    <a:pt x="119225" y="79512"/>
                    <a:pt x="138356" y="72423"/>
                  </a:cubicBezTo>
                  <a:cubicBezTo>
                    <a:pt x="136220" y="57051"/>
                    <a:pt x="134000" y="42959"/>
                    <a:pt x="131950" y="29806"/>
                  </a:cubicBezTo>
                  <a:cubicBezTo>
                    <a:pt x="130755" y="22291"/>
                    <a:pt x="129388" y="14775"/>
                    <a:pt x="128278" y="7687"/>
                  </a:cubicBezTo>
                  <a:cubicBezTo>
                    <a:pt x="126655" y="5039"/>
                    <a:pt x="124862" y="2648"/>
                    <a:pt x="123239" y="0"/>
                  </a:cubicBezTo>
                  <a:lnTo>
                    <a:pt x="0" y="8164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2894;p73">
              <a:extLst>
                <a:ext uri="{FF2B5EF4-FFF2-40B4-BE49-F238E27FC236}">
                  <a16:creationId xmlns:a16="http://schemas.microsoft.com/office/drawing/2014/main" id="{ECD45ED3-8C12-AA94-7BEE-14088BE9E34A}"/>
                </a:ext>
              </a:extLst>
            </p:cNvPr>
            <p:cNvSpPr/>
            <p:nvPr/>
          </p:nvSpPr>
          <p:spPr>
            <a:xfrm>
              <a:off x="2669268" y="2572985"/>
              <a:ext cx="269102" cy="368611"/>
            </a:xfrm>
            <a:custGeom>
              <a:avLst/>
              <a:gdLst/>
              <a:ahLst/>
              <a:cxnLst/>
              <a:rect l="l" t="t" r="r" b="b"/>
              <a:pathLst>
                <a:path w="299002" h="409568" extrusionOk="0">
                  <a:moveTo>
                    <a:pt x="208387" y="77515"/>
                  </a:moveTo>
                  <a:cubicBezTo>
                    <a:pt x="235205" y="151988"/>
                    <a:pt x="268513" y="244652"/>
                    <a:pt x="299002" y="329545"/>
                  </a:cubicBezTo>
                  <a:cubicBezTo>
                    <a:pt x="283715" y="344064"/>
                    <a:pt x="262022" y="361742"/>
                    <a:pt x="233070" y="377030"/>
                  </a:cubicBezTo>
                  <a:cubicBezTo>
                    <a:pt x="191478" y="398979"/>
                    <a:pt x="152960" y="406665"/>
                    <a:pt x="127680" y="409569"/>
                  </a:cubicBezTo>
                  <a:cubicBezTo>
                    <a:pt x="115296" y="366610"/>
                    <a:pt x="102913" y="323737"/>
                    <a:pt x="90444" y="280779"/>
                  </a:cubicBezTo>
                  <a:cubicBezTo>
                    <a:pt x="60296" y="191445"/>
                    <a:pt x="30148" y="102112"/>
                    <a:pt x="0" y="12693"/>
                  </a:cubicBezTo>
                  <a:cubicBezTo>
                    <a:pt x="11273" y="8337"/>
                    <a:pt x="80280" y="-17113"/>
                    <a:pt x="147409" y="19355"/>
                  </a:cubicBezTo>
                  <a:cubicBezTo>
                    <a:pt x="180204" y="37204"/>
                    <a:pt x="199078" y="62484"/>
                    <a:pt x="208387" y="7743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2895;p73">
              <a:extLst>
                <a:ext uri="{FF2B5EF4-FFF2-40B4-BE49-F238E27FC236}">
                  <a16:creationId xmlns:a16="http://schemas.microsoft.com/office/drawing/2014/main" id="{F7CC5866-48C9-1DAB-1ADA-CAD29FA98846}"/>
                </a:ext>
              </a:extLst>
            </p:cNvPr>
            <p:cNvSpPr/>
            <p:nvPr/>
          </p:nvSpPr>
          <p:spPr>
            <a:xfrm>
              <a:off x="2287157" y="2560037"/>
              <a:ext cx="558803" cy="862292"/>
            </a:xfrm>
            <a:custGeom>
              <a:avLst/>
              <a:gdLst/>
              <a:ahLst/>
              <a:cxnLst/>
              <a:rect l="l" t="t" r="r" b="b"/>
              <a:pathLst>
                <a:path w="620892" h="958102" extrusionOk="0">
                  <a:moveTo>
                    <a:pt x="504230" y="683494"/>
                  </a:moveTo>
                  <a:cubicBezTo>
                    <a:pt x="517382" y="829280"/>
                    <a:pt x="431123" y="944747"/>
                    <a:pt x="345804" y="956960"/>
                  </a:cubicBezTo>
                  <a:cubicBezTo>
                    <a:pt x="249126" y="970796"/>
                    <a:pt x="117346" y="857720"/>
                    <a:pt x="121617" y="683494"/>
                  </a:cubicBezTo>
                  <a:cubicBezTo>
                    <a:pt x="124179" y="618501"/>
                    <a:pt x="126741" y="553423"/>
                    <a:pt x="129388" y="488430"/>
                  </a:cubicBezTo>
                  <a:cubicBezTo>
                    <a:pt x="124179" y="478608"/>
                    <a:pt x="119140" y="468530"/>
                    <a:pt x="114186" y="458111"/>
                  </a:cubicBezTo>
                  <a:cubicBezTo>
                    <a:pt x="114186" y="458111"/>
                    <a:pt x="107525" y="444361"/>
                    <a:pt x="101119" y="429586"/>
                  </a:cubicBezTo>
                  <a:cubicBezTo>
                    <a:pt x="91554" y="407808"/>
                    <a:pt x="50645" y="286704"/>
                    <a:pt x="0" y="119054"/>
                  </a:cubicBezTo>
                  <a:cubicBezTo>
                    <a:pt x="32112" y="104962"/>
                    <a:pt x="65762" y="88992"/>
                    <a:pt x="100522" y="70715"/>
                  </a:cubicBezTo>
                  <a:cubicBezTo>
                    <a:pt x="144847" y="47400"/>
                    <a:pt x="185243" y="23486"/>
                    <a:pt x="221711" y="0"/>
                  </a:cubicBezTo>
                  <a:cubicBezTo>
                    <a:pt x="247161" y="342"/>
                    <a:pt x="273124" y="1025"/>
                    <a:pt x="299514" y="2050"/>
                  </a:cubicBezTo>
                  <a:cubicBezTo>
                    <a:pt x="331114" y="3245"/>
                    <a:pt x="361945" y="4868"/>
                    <a:pt x="392008" y="6918"/>
                  </a:cubicBezTo>
                  <a:cubicBezTo>
                    <a:pt x="429586" y="28440"/>
                    <a:pt x="473740" y="50389"/>
                    <a:pt x="524300" y="70288"/>
                  </a:cubicBezTo>
                  <a:cubicBezTo>
                    <a:pt x="558376" y="83611"/>
                    <a:pt x="590830" y="94201"/>
                    <a:pt x="620893" y="102657"/>
                  </a:cubicBezTo>
                  <a:cubicBezTo>
                    <a:pt x="559572" y="279701"/>
                    <a:pt x="534890" y="352209"/>
                    <a:pt x="526264" y="378941"/>
                  </a:cubicBezTo>
                  <a:cubicBezTo>
                    <a:pt x="524983" y="382784"/>
                    <a:pt x="520798" y="395851"/>
                    <a:pt x="514478" y="413274"/>
                  </a:cubicBezTo>
                  <a:cubicBezTo>
                    <a:pt x="506706" y="434881"/>
                    <a:pt x="498507" y="455549"/>
                    <a:pt x="490138" y="475192"/>
                  </a:cubicBezTo>
                  <a:cubicBezTo>
                    <a:pt x="494835" y="544712"/>
                    <a:pt x="499618" y="614146"/>
                    <a:pt x="504315" y="68366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2896;p73">
              <a:extLst>
                <a:ext uri="{FF2B5EF4-FFF2-40B4-BE49-F238E27FC236}">
                  <a16:creationId xmlns:a16="http://schemas.microsoft.com/office/drawing/2014/main" id="{6260093F-ADA5-8739-45B3-BF3DB403D311}"/>
                </a:ext>
              </a:extLst>
            </p:cNvPr>
            <p:cNvSpPr/>
            <p:nvPr/>
          </p:nvSpPr>
          <p:spPr>
            <a:xfrm>
              <a:off x="2477867" y="2447148"/>
              <a:ext cx="168486" cy="203613"/>
            </a:xfrm>
            <a:custGeom>
              <a:avLst/>
              <a:gdLst/>
              <a:ahLst/>
              <a:cxnLst/>
              <a:rect l="l" t="t" r="r" b="b"/>
              <a:pathLst>
                <a:path w="187207" h="226237" extrusionOk="0">
                  <a:moveTo>
                    <a:pt x="187207" y="226237"/>
                  </a:moveTo>
                  <a:lnTo>
                    <a:pt x="0" y="226237"/>
                  </a:lnTo>
                  <a:cubicBezTo>
                    <a:pt x="7259" y="150825"/>
                    <a:pt x="14604" y="75412"/>
                    <a:pt x="21864" y="0"/>
                  </a:cubicBezTo>
                  <a:lnTo>
                    <a:pt x="170041" y="0"/>
                  </a:lnTo>
                  <a:cubicBezTo>
                    <a:pt x="175763" y="75412"/>
                    <a:pt x="181485" y="150825"/>
                    <a:pt x="187207" y="226237"/>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2897;p73">
              <a:extLst>
                <a:ext uri="{FF2B5EF4-FFF2-40B4-BE49-F238E27FC236}">
                  <a16:creationId xmlns:a16="http://schemas.microsoft.com/office/drawing/2014/main" id="{1A6F9C69-3316-D1F1-EF2D-C32327F7A19C}"/>
                </a:ext>
              </a:extLst>
            </p:cNvPr>
            <p:cNvSpPr/>
            <p:nvPr/>
          </p:nvSpPr>
          <p:spPr>
            <a:xfrm>
              <a:off x="2513240" y="2388858"/>
              <a:ext cx="103766" cy="155419"/>
            </a:xfrm>
            <a:custGeom>
              <a:avLst/>
              <a:gdLst/>
              <a:ahLst/>
              <a:cxnLst/>
              <a:rect l="l" t="t" r="r" b="b"/>
              <a:pathLst>
                <a:path w="115296" h="172688" extrusionOk="0">
                  <a:moveTo>
                    <a:pt x="115296" y="86344"/>
                  </a:moveTo>
                  <a:cubicBezTo>
                    <a:pt x="115296" y="134000"/>
                    <a:pt x="89504" y="172688"/>
                    <a:pt x="57648" y="172688"/>
                  </a:cubicBezTo>
                  <a:cubicBezTo>
                    <a:pt x="25792" y="172688"/>
                    <a:pt x="0" y="134085"/>
                    <a:pt x="0" y="86344"/>
                  </a:cubicBezTo>
                  <a:cubicBezTo>
                    <a:pt x="0" y="38603"/>
                    <a:pt x="25792" y="0"/>
                    <a:pt x="57648" y="0"/>
                  </a:cubicBezTo>
                  <a:cubicBezTo>
                    <a:pt x="89504" y="0"/>
                    <a:pt x="115296" y="38603"/>
                    <a:pt x="115296" y="863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2898;p73">
              <a:extLst>
                <a:ext uri="{FF2B5EF4-FFF2-40B4-BE49-F238E27FC236}">
                  <a16:creationId xmlns:a16="http://schemas.microsoft.com/office/drawing/2014/main" id="{CCD94906-CDE0-E072-7D3D-A01170DFAC12}"/>
                </a:ext>
              </a:extLst>
            </p:cNvPr>
            <p:cNvSpPr/>
            <p:nvPr/>
          </p:nvSpPr>
          <p:spPr>
            <a:xfrm>
              <a:off x="2461026" y="2242169"/>
              <a:ext cx="198694" cy="274678"/>
            </a:xfrm>
            <a:custGeom>
              <a:avLst/>
              <a:gdLst/>
              <a:ahLst/>
              <a:cxnLst/>
              <a:rect l="l" t="t" r="r" b="b"/>
              <a:pathLst>
                <a:path w="220771" h="305198" extrusionOk="0">
                  <a:moveTo>
                    <a:pt x="110343" y="305199"/>
                  </a:moveTo>
                  <a:cubicBezTo>
                    <a:pt x="49364" y="305199"/>
                    <a:pt x="0" y="255749"/>
                    <a:pt x="0" y="194856"/>
                  </a:cubicBezTo>
                  <a:lnTo>
                    <a:pt x="0" y="33526"/>
                  </a:lnTo>
                  <a:cubicBezTo>
                    <a:pt x="14690" y="23705"/>
                    <a:pt x="56282" y="-1233"/>
                    <a:pt x="114698" y="48"/>
                  </a:cubicBezTo>
                  <a:cubicBezTo>
                    <a:pt x="167991" y="1158"/>
                    <a:pt x="205825" y="23534"/>
                    <a:pt x="220771" y="33526"/>
                  </a:cubicBezTo>
                  <a:lnTo>
                    <a:pt x="220771" y="194856"/>
                  </a:lnTo>
                  <a:cubicBezTo>
                    <a:pt x="220771" y="255835"/>
                    <a:pt x="171322" y="305199"/>
                    <a:pt x="110428" y="305199"/>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899;p73">
              <a:extLst>
                <a:ext uri="{FF2B5EF4-FFF2-40B4-BE49-F238E27FC236}">
                  <a16:creationId xmlns:a16="http://schemas.microsoft.com/office/drawing/2014/main" id="{32416636-F028-8934-29D8-6ACA915835D6}"/>
                </a:ext>
              </a:extLst>
            </p:cNvPr>
            <p:cNvSpPr/>
            <p:nvPr/>
          </p:nvSpPr>
          <p:spPr>
            <a:xfrm>
              <a:off x="2426498" y="2362097"/>
              <a:ext cx="54419" cy="65335"/>
            </a:xfrm>
            <a:custGeom>
              <a:avLst/>
              <a:gdLst/>
              <a:ahLst/>
              <a:cxnLst/>
              <a:rect l="l" t="t" r="r" b="b"/>
              <a:pathLst>
                <a:path w="60466" h="72594" extrusionOk="0">
                  <a:moveTo>
                    <a:pt x="60467" y="36297"/>
                  </a:moveTo>
                  <a:cubicBezTo>
                    <a:pt x="60467" y="56367"/>
                    <a:pt x="46887" y="72594"/>
                    <a:pt x="30233" y="72594"/>
                  </a:cubicBezTo>
                  <a:cubicBezTo>
                    <a:pt x="13580" y="72594"/>
                    <a:pt x="0" y="56367"/>
                    <a:pt x="0" y="36297"/>
                  </a:cubicBezTo>
                  <a:cubicBezTo>
                    <a:pt x="0" y="16227"/>
                    <a:pt x="13580" y="0"/>
                    <a:pt x="30233" y="0"/>
                  </a:cubicBezTo>
                  <a:cubicBezTo>
                    <a:pt x="46887" y="0"/>
                    <a:pt x="60467" y="16227"/>
                    <a:pt x="60467" y="36297"/>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900;p73">
              <a:extLst>
                <a:ext uri="{FF2B5EF4-FFF2-40B4-BE49-F238E27FC236}">
                  <a16:creationId xmlns:a16="http://schemas.microsoft.com/office/drawing/2014/main" id="{5453A030-7E4E-5278-E73B-41B22F871316}"/>
                </a:ext>
              </a:extLst>
            </p:cNvPr>
            <p:cNvSpPr/>
            <p:nvPr/>
          </p:nvSpPr>
          <p:spPr>
            <a:xfrm>
              <a:off x="2638894" y="2362097"/>
              <a:ext cx="54419" cy="65335"/>
            </a:xfrm>
            <a:custGeom>
              <a:avLst/>
              <a:gdLst/>
              <a:ahLst/>
              <a:cxnLst/>
              <a:rect l="l" t="t" r="r" b="b"/>
              <a:pathLst>
                <a:path w="60466" h="72594" extrusionOk="0">
                  <a:moveTo>
                    <a:pt x="60466" y="36297"/>
                  </a:moveTo>
                  <a:cubicBezTo>
                    <a:pt x="60466" y="56367"/>
                    <a:pt x="46887" y="72594"/>
                    <a:pt x="30233" y="72594"/>
                  </a:cubicBezTo>
                  <a:cubicBezTo>
                    <a:pt x="13579" y="72594"/>
                    <a:pt x="0" y="56367"/>
                    <a:pt x="0" y="36297"/>
                  </a:cubicBezTo>
                  <a:cubicBezTo>
                    <a:pt x="0" y="16227"/>
                    <a:pt x="13579" y="0"/>
                    <a:pt x="30233" y="0"/>
                  </a:cubicBezTo>
                  <a:cubicBezTo>
                    <a:pt x="46887" y="0"/>
                    <a:pt x="60466" y="16227"/>
                    <a:pt x="60466" y="36297"/>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901;p73">
              <a:extLst>
                <a:ext uri="{FF2B5EF4-FFF2-40B4-BE49-F238E27FC236}">
                  <a16:creationId xmlns:a16="http://schemas.microsoft.com/office/drawing/2014/main" id="{4C84FBFA-AB72-A204-1727-CDFC227DD83B}"/>
                </a:ext>
              </a:extLst>
            </p:cNvPr>
            <p:cNvSpPr/>
            <p:nvPr/>
          </p:nvSpPr>
          <p:spPr>
            <a:xfrm>
              <a:off x="2539847" y="2655315"/>
              <a:ext cx="35972" cy="15059"/>
            </a:xfrm>
            <a:custGeom>
              <a:avLst/>
              <a:gdLst/>
              <a:ahLst/>
              <a:cxnLst/>
              <a:rect l="l" t="t" r="r" b="b"/>
              <a:pathLst>
                <a:path w="39969" h="16732" extrusionOk="0">
                  <a:moveTo>
                    <a:pt x="0" y="0"/>
                  </a:moveTo>
                  <a:cubicBezTo>
                    <a:pt x="6747" y="13921"/>
                    <a:pt x="20583" y="19472"/>
                    <a:pt x="29635" y="15458"/>
                  </a:cubicBezTo>
                  <a:cubicBezTo>
                    <a:pt x="37151" y="12128"/>
                    <a:pt x="39542" y="2989"/>
                    <a:pt x="39969" y="1281"/>
                  </a:cubicBezTo>
                  <a:lnTo>
                    <a:pt x="0" y="0"/>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902;p73">
              <a:extLst>
                <a:ext uri="{FF2B5EF4-FFF2-40B4-BE49-F238E27FC236}">
                  <a16:creationId xmlns:a16="http://schemas.microsoft.com/office/drawing/2014/main" id="{D65D9838-86F5-DF38-D997-DF839757D337}"/>
                </a:ext>
              </a:extLst>
            </p:cNvPr>
            <p:cNvSpPr/>
            <p:nvPr/>
          </p:nvSpPr>
          <p:spPr>
            <a:xfrm>
              <a:off x="2388895" y="2654239"/>
              <a:ext cx="108224" cy="19840"/>
            </a:xfrm>
            <a:custGeom>
              <a:avLst/>
              <a:gdLst/>
              <a:ahLst/>
              <a:cxnLst/>
              <a:rect l="l" t="t" r="r" b="b"/>
              <a:pathLst>
                <a:path w="120249" h="22044" extrusionOk="0">
                  <a:moveTo>
                    <a:pt x="0" y="85"/>
                  </a:moveTo>
                  <a:cubicBezTo>
                    <a:pt x="9224" y="6491"/>
                    <a:pt x="25024" y="15629"/>
                    <a:pt x="46375" y="19814"/>
                  </a:cubicBezTo>
                  <a:cubicBezTo>
                    <a:pt x="81134" y="26646"/>
                    <a:pt x="109233" y="16056"/>
                    <a:pt x="120250" y="11188"/>
                  </a:cubicBezTo>
                  <a:lnTo>
                    <a:pt x="0" y="0"/>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903;p73">
              <a:extLst>
                <a:ext uri="{FF2B5EF4-FFF2-40B4-BE49-F238E27FC236}">
                  <a16:creationId xmlns:a16="http://schemas.microsoft.com/office/drawing/2014/main" id="{F4384EFA-2E44-55EF-2E54-726BDF89DE89}"/>
                </a:ext>
              </a:extLst>
            </p:cNvPr>
            <p:cNvSpPr/>
            <p:nvPr/>
          </p:nvSpPr>
          <p:spPr>
            <a:xfrm>
              <a:off x="2620053" y="2652932"/>
              <a:ext cx="107917" cy="21619"/>
            </a:xfrm>
            <a:custGeom>
              <a:avLst/>
              <a:gdLst/>
              <a:ahLst/>
              <a:cxnLst/>
              <a:rect l="l" t="t" r="r" b="b"/>
              <a:pathLst>
                <a:path w="119908" h="24021" extrusionOk="0">
                  <a:moveTo>
                    <a:pt x="0" y="14433"/>
                  </a:moveTo>
                  <a:cubicBezTo>
                    <a:pt x="10419" y="18789"/>
                    <a:pt x="27671" y="24426"/>
                    <a:pt x="49535" y="23999"/>
                  </a:cubicBezTo>
                  <a:cubicBezTo>
                    <a:pt x="84978" y="23316"/>
                    <a:pt x="110172" y="7089"/>
                    <a:pt x="119908" y="0"/>
                  </a:cubicBezTo>
                  <a:lnTo>
                    <a:pt x="0" y="14433"/>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904;p73">
              <a:extLst>
                <a:ext uri="{FF2B5EF4-FFF2-40B4-BE49-F238E27FC236}">
                  <a16:creationId xmlns:a16="http://schemas.microsoft.com/office/drawing/2014/main" id="{CE33F6DD-8942-DBAE-027C-AF2D405B3233}"/>
                </a:ext>
              </a:extLst>
            </p:cNvPr>
            <p:cNvSpPr/>
            <p:nvPr/>
          </p:nvSpPr>
          <p:spPr>
            <a:xfrm>
              <a:off x="2486977" y="2361252"/>
              <a:ext cx="49606" cy="22136"/>
            </a:xfrm>
            <a:custGeom>
              <a:avLst/>
              <a:gdLst/>
              <a:ahLst/>
              <a:cxnLst/>
              <a:rect l="l" t="t" r="r" b="b"/>
              <a:pathLst>
                <a:path w="55118" h="24596" extrusionOk="0">
                  <a:moveTo>
                    <a:pt x="51117" y="24596"/>
                  </a:moveTo>
                  <a:cubicBezTo>
                    <a:pt x="49580" y="24596"/>
                    <a:pt x="48128" y="23657"/>
                    <a:pt x="47445" y="22205"/>
                  </a:cubicBezTo>
                  <a:cubicBezTo>
                    <a:pt x="43687" y="13665"/>
                    <a:pt x="35574" y="8113"/>
                    <a:pt x="26606" y="8028"/>
                  </a:cubicBezTo>
                  <a:cubicBezTo>
                    <a:pt x="14393" y="8028"/>
                    <a:pt x="7646" y="18106"/>
                    <a:pt x="7390" y="18533"/>
                  </a:cubicBezTo>
                  <a:cubicBezTo>
                    <a:pt x="6195" y="20412"/>
                    <a:pt x="3718" y="20924"/>
                    <a:pt x="1839" y="19728"/>
                  </a:cubicBezTo>
                  <a:cubicBezTo>
                    <a:pt x="-40" y="18533"/>
                    <a:pt x="-552" y="16056"/>
                    <a:pt x="643" y="14177"/>
                  </a:cubicBezTo>
                  <a:cubicBezTo>
                    <a:pt x="985" y="13579"/>
                    <a:pt x="10038" y="0"/>
                    <a:pt x="26436" y="0"/>
                  </a:cubicBezTo>
                  <a:cubicBezTo>
                    <a:pt x="38734" y="0"/>
                    <a:pt x="49836" y="7516"/>
                    <a:pt x="54790" y="18960"/>
                  </a:cubicBezTo>
                  <a:cubicBezTo>
                    <a:pt x="55644" y="21009"/>
                    <a:pt x="54790" y="23315"/>
                    <a:pt x="52740" y="24255"/>
                  </a:cubicBezTo>
                  <a:cubicBezTo>
                    <a:pt x="52228" y="24511"/>
                    <a:pt x="51715" y="24596"/>
                    <a:pt x="51117" y="2459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905;p73">
              <a:extLst>
                <a:ext uri="{FF2B5EF4-FFF2-40B4-BE49-F238E27FC236}">
                  <a16:creationId xmlns:a16="http://schemas.microsoft.com/office/drawing/2014/main" id="{22C4A87F-92A7-8A1A-374C-7C02DFC6BF7B}"/>
                </a:ext>
              </a:extLst>
            </p:cNvPr>
            <p:cNvSpPr/>
            <p:nvPr/>
          </p:nvSpPr>
          <p:spPr>
            <a:xfrm>
              <a:off x="2502629" y="2362097"/>
              <a:ext cx="20599" cy="22597"/>
            </a:xfrm>
            <a:custGeom>
              <a:avLst/>
              <a:gdLst/>
              <a:ahLst/>
              <a:cxnLst/>
              <a:rect l="l" t="t" r="r" b="b"/>
              <a:pathLst>
                <a:path w="22888" h="25108" extrusionOk="0">
                  <a:moveTo>
                    <a:pt x="0" y="12555"/>
                  </a:moveTo>
                  <a:cubicBezTo>
                    <a:pt x="0" y="19472"/>
                    <a:pt x="5124" y="25109"/>
                    <a:pt x="11444" y="25109"/>
                  </a:cubicBezTo>
                  <a:cubicBezTo>
                    <a:pt x="17764" y="25109"/>
                    <a:pt x="22888" y="19472"/>
                    <a:pt x="22888" y="12555"/>
                  </a:cubicBezTo>
                  <a:cubicBezTo>
                    <a:pt x="22888" y="5637"/>
                    <a:pt x="17764" y="0"/>
                    <a:pt x="11444" y="0"/>
                  </a:cubicBezTo>
                  <a:cubicBezTo>
                    <a:pt x="5124" y="0"/>
                    <a:pt x="0" y="5637"/>
                    <a:pt x="0" y="1255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2906;p73">
              <a:extLst>
                <a:ext uri="{FF2B5EF4-FFF2-40B4-BE49-F238E27FC236}">
                  <a16:creationId xmlns:a16="http://schemas.microsoft.com/office/drawing/2014/main" id="{A2067B68-C432-C203-D3BF-349B8FED8044}"/>
                </a:ext>
              </a:extLst>
            </p:cNvPr>
            <p:cNvSpPr/>
            <p:nvPr/>
          </p:nvSpPr>
          <p:spPr>
            <a:xfrm>
              <a:off x="2474149" y="2311806"/>
              <a:ext cx="67025" cy="33302"/>
            </a:xfrm>
            <a:custGeom>
              <a:avLst/>
              <a:gdLst/>
              <a:ahLst/>
              <a:cxnLst/>
              <a:rect l="l" t="t" r="r" b="b"/>
              <a:pathLst>
                <a:path w="74472" h="37002" extrusionOk="0">
                  <a:moveTo>
                    <a:pt x="10278" y="34589"/>
                  </a:moveTo>
                  <a:cubicBezTo>
                    <a:pt x="10278" y="34589"/>
                    <a:pt x="14548" y="31344"/>
                    <a:pt x="20356" y="29038"/>
                  </a:cubicBezTo>
                  <a:cubicBezTo>
                    <a:pt x="28811" y="25707"/>
                    <a:pt x="48027" y="22205"/>
                    <a:pt x="73306" y="20326"/>
                  </a:cubicBezTo>
                  <a:cubicBezTo>
                    <a:pt x="74075" y="17935"/>
                    <a:pt x="75356" y="12640"/>
                    <a:pt x="73563" y="6491"/>
                  </a:cubicBezTo>
                  <a:cubicBezTo>
                    <a:pt x="72794" y="3758"/>
                    <a:pt x="71598" y="1537"/>
                    <a:pt x="70488" y="0"/>
                  </a:cubicBezTo>
                  <a:cubicBezTo>
                    <a:pt x="58617" y="1537"/>
                    <a:pt x="45550" y="3672"/>
                    <a:pt x="31458" y="6491"/>
                  </a:cubicBezTo>
                  <a:cubicBezTo>
                    <a:pt x="27530" y="7259"/>
                    <a:pt x="18477" y="9224"/>
                    <a:pt x="9082" y="15202"/>
                  </a:cubicBezTo>
                  <a:cubicBezTo>
                    <a:pt x="4299" y="18277"/>
                    <a:pt x="2677" y="20326"/>
                    <a:pt x="1823" y="21607"/>
                  </a:cubicBezTo>
                  <a:cubicBezTo>
                    <a:pt x="200" y="24084"/>
                    <a:pt x="200" y="26646"/>
                    <a:pt x="115" y="27927"/>
                  </a:cubicBezTo>
                  <a:cubicBezTo>
                    <a:pt x="-56" y="30660"/>
                    <a:pt x="-398" y="34845"/>
                    <a:pt x="2250" y="36383"/>
                  </a:cubicBezTo>
                  <a:cubicBezTo>
                    <a:pt x="4299" y="37664"/>
                    <a:pt x="7545" y="36895"/>
                    <a:pt x="10192" y="346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2907;p73">
              <a:extLst>
                <a:ext uri="{FF2B5EF4-FFF2-40B4-BE49-F238E27FC236}">
                  <a16:creationId xmlns:a16="http://schemas.microsoft.com/office/drawing/2014/main" id="{D13AFAFC-A383-7A31-7D26-2E018448F590}"/>
                </a:ext>
              </a:extLst>
            </p:cNvPr>
            <p:cNvSpPr/>
            <p:nvPr/>
          </p:nvSpPr>
          <p:spPr>
            <a:xfrm>
              <a:off x="2586581" y="2361252"/>
              <a:ext cx="49566" cy="22136"/>
            </a:xfrm>
            <a:custGeom>
              <a:avLst/>
              <a:gdLst/>
              <a:ahLst/>
              <a:cxnLst/>
              <a:rect l="l" t="t" r="r" b="b"/>
              <a:pathLst>
                <a:path w="55073" h="24596" extrusionOk="0">
                  <a:moveTo>
                    <a:pt x="4038" y="24596"/>
                  </a:moveTo>
                  <a:cubicBezTo>
                    <a:pt x="3525" y="24596"/>
                    <a:pt x="2927" y="24511"/>
                    <a:pt x="2415" y="24255"/>
                  </a:cubicBezTo>
                  <a:cubicBezTo>
                    <a:pt x="365" y="23401"/>
                    <a:pt x="-574" y="21009"/>
                    <a:pt x="365" y="18960"/>
                  </a:cubicBezTo>
                  <a:cubicBezTo>
                    <a:pt x="5319" y="7516"/>
                    <a:pt x="16422" y="85"/>
                    <a:pt x="28464" y="0"/>
                  </a:cubicBezTo>
                  <a:cubicBezTo>
                    <a:pt x="44605" y="0"/>
                    <a:pt x="53487" y="12640"/>
                    <a:pt x="54426" y="14092"/>
                  </a:cubicBezTo>
                  <a:cubicBezTo>
                    <a:pt x="55622" y="15971"/>
                    <a:pt x="55110" y="18447"/>
                    <a:pt x="53316" y="19643"/>
                  </a:cubicBezTo>
                  <a:cubicBezTo>
                    <a:pt x="51438" y="20839"/>
                    <a:pt x="48961" y="20326"/>
                    <a:pt x="47765" y="18533"/>
                  </a:cubicBezTo>
                  <a:cubicBezTo>
                    <a:pt x="47509" y="18106"/>
                    <a:pt x="40676" y="8028"/>
                    <a:pt x="28720" y="8028"/>
                  </a:cubicBezTo>
                  <a:cubicBezTo>
                    <a:pt x="19581" y="8028"/>
                    <a:pt x="11383" y="13665"/>
                    <a:pt x="7710" y="22205"/>
                  </a:cubicBezTo>
                  <a:cubicBezTo>
                    <a:pt x="7027" y="23743"/>
                    <a:pt x="5575" y="24596"/>
                    <a:pt x="4038" y="2459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2908;p73">
              <a:extLst>
                <a:ext uri="{FF2B5EF4-FFF2-40B4-BE49-F238E27FC236}">
                  <a16:creationId xmlns:a16="http://schemas.microsoft.com/office/drawing/2014/main" id="{5C33344A-6052-79FE-4790-F6A143A7C6B2}"/>
                </a:ext>
              </a:extLst>
            </p:cNvPr>
            <p:cNvSpPr/>
            <p:nvPr/>
          </p:nvSpPr>
          <p:spPr>
            <a:xfrm>
              <a:off x="2599983" y="2362097"/>
              <a:ext cx="20599" cy="22597"/>
            </a:xfrm>
            <a:custGeom>
              <a:avLst/>
              <a:gdLst/>
              <a:ahLst/>
              <a:cxnLst/>
              <a:rect l="l" t="t" r="r" b="b"/>
              <a:pathLst>
                <a:path w="22888" h="25108" extrusionOk="0">
                  <a:moveTo>
                    <a:pt x="22888" y="12555"/>
                  </a:moveTo>
                  <a:cubicBezTo>
                    <a:pt x="22888" y="19472"/>
                    <a:pt x="17764" y="25109"/>
                    <a:pt x="11444" y="25109"/>
                  </a:cubicBezTo>
                  <a:cubicBezTo>
                    <a:pt x="5124" y="25109"/>
                    <a:pt x="0" y="19472"/>
                    <a:pt x="0" y="12555"/>
                  </a:cubicBezTo>
                  <a:cubicBezTo>
                    <a:pt x="0" y="5637"/>
                    <a:pt x="5124" y="0"/>
                    <a:pt x="11444" y="0"/>
                  </a:cubicBezTo>
                  <a:cubicBezTo>
                    <a:pt x="17764" y="0"/>
                    <a:pt x="22888" y="5637"/>
                    <a:pt x="22888" y="1255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2909;p73">
              <a:extLst>
                <a:ext uri="{FF2B5EF4-FFF2-40B4-BE49-F238E27FC236}">
                  <a16:creationId xmlns:a16="http://schemas.microsoft.com/office/drawing/2014/main" id="{AB2D801D-0DB5-D520-6A2B-5CB3FBBFDADD}"/>
                </a:ext>
              </a:extLst>
            </p:cNvPr>
            <p:cNvSpPr/>
            <p:nvPr/>
          </p:nvSpPr>
          <p:spPr>
            <a:xfrm>
              <a:off x="2583764" y="2310421"/>
              <a:ext cx="66892" cy="33148"/>
            </a:xfrm>
            <a:custGeom>
              <a:avLst/>
              <a:gdLst/>
              <a:ahLst/>
              <a:cxnLst/>
              <a:rect l="l" t="t" r="r" b="b"/>
              <a:pathLst>
                <a:path w="74325" h="36831" extrusionOk="0">
                  <a:moveTo>
                    <a:pt x="64302" y="34418"/>
                  </a:moveTo>
                  <a:cubicBezTo>
                    <a:pt x="64302" y="34418"/>
                    <a:pt x="60031" y="31173"/>
                    <a:pt x="54224" y="28867"/>
                  </a:cubicBezTo>
                  <a:cubicBezTo>
                    <a:pt x="45684" y="25536"/>
                    <a:pt x="26553" y="22034"/>
                    <a:pt x="1188" y="20326"/>
                  </a:cubicBezTo>
                  <a:cubicBezTo>
                    <a:pt x="419" y="17935"/>
                    <a:pt x="-862" y="12640"/>
                    <a:pt x="846" y="6491"/>
                  </a:cubicBezTo>
                  <a:cubicBezTo>
                    <a:pt x="1615" y="3758"/>
                    <a:pt x="2810" y="1537"/>
                    <a:pt x="3835" y="0"/>
                  </a:cubicBezTo>
                  <a:cubicBezTo>
                    <a:pt x="15706" y="1537"/>
                    <a:pt x="28773" y="3587"/>
                    <a:pt x="42865" y="6405"/>
                  </a:cubicBezTo>
                  <a:cubicBezTo>
                    <a:pt x="46794" y="7174"/>
                    <a:pt x="55847" y="9053"/>
                    <a:pt x="65241" y="15117"/>
                  </a:cubicBezTo>
                  <a:cubicBezTo>
                    <a:pt x="70024" y="18191"/>
                    <a:pt x="71647" y="20241"/>
                    <a:pt x="72500" y="21437"/>
                  </a:cubicBezTo>
                  <a:cubicBezTo>
                    <a:pt x="74209" y="23913"/>
                    <a:pt x="74123" y="26475"/>
                    <a:pt x="74209" y="27757"/>
                  </a:cubicBezTo>
                  <a:cubicBezTo>
                    <a:pt x="74379" y="30489"/>
                    <a:pt x="74721" y="34674"/>
                    <a:pt x="72159" y="36212"/>
                  </a:cubicBezTo>
                  <a:cubicBezTo>
                    <a:pt x="70109" y="37493"/>
                    <a:pt x="66864" y="36724"/>
                    <a:pt x="64216" y="3450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910;p73">
              <a:extLst>
                <a:ext uri="{FF2B5EF4-FFF2-40B4-BE49-F238E27FC236}">
                  <a16:creationId xmlns:a16="http://schemas.microsoft.com/office/drawing/2014/main" id="{AA3BE9EF-645F-465B-5577-6A8C91F34423}"/>
                </a:ext>
              </a:extLst>
            </p:cNvPr>
            <p:cNvSpPr/>
            <p:nvPr/>
          </p:nvSpPr>
          <p:spPr>
            <a:xfrm>
              <a:off x="2547845" y="2426386"/>
              <a:ext cx="28593" cy="6536"/>
            </a:xfrm>
            <a:custGeom>
              <a:avLst/>
              <a:gdLst/>
              <a:ahLst/>
              <a:cxnLst/>
              <a:rect l="l" t="t" r="r" b="b"/>
              <a:pathLst>
                <a:path w="31770" h="7262" extrusionOk="0">
                  <a:moveTo>
                    <a:pt x="0" y="1708"/>
                  </a:moveTo>
                  <a:cubicBezTo>
                    <a:pt x="1537" y="2989"/>
                    <a:pt x="6747" y="7174"/>
                    <a:pt x="14604" y="7259"/>
                  </a:cubicBezTo>
                  <a:cubicBezTo>
                    <a:pt x="24426" y="7430"/>
                    <a:pt x="30746" y="1025"/>
                    <a:pt x="31771" y="0"/>
                  </a:cubicBezTo>
                  <a:lnTo>
                    <a:pt x="0" y="170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911;p73">
              <a:extLst>
                <a:ext uri="{FF2B5EF4-FFF2-40B4-BE49-F238E27FC236}">
                  <a16:creationId xmlns:a16="http://schemas.microsoft.com/office/drawing/2014/main" id="{9580368D-DF75-FCDA-36F9-7C36221FD4D0}"/>
                </a:ext>
              </a:extLst>
            </p:cNvPr>
            <p:cNvSpPr/>
            <p:nvPr/>
          </p:nvSpPr>
          <p:spPr>
            <a:xfrm>
              <a:off x="2523203" y="2442070"/>
              <a:ext cx="75537" cy="23677"/>
            </a:xfrm>
            <a:custGeom>
              <a:avLst/>
              <a:gdLst/>
              <a:ahLst/>
              <a:cxnLst/>
              <a:rect l="l" t="t" r="r" b="b"/>
              <a:pathLst>
                <a:path w="83930" h="26308" extrusionOk="0">
                  <a:moveTo>
                    <a:pt x="50853" y="26223"/>
                  </a:moveTo>
                  <a:cubicBezTo>
                    <a:pt x="48803" y="26223"/>
                    <a:pt x="46754" y="26137"/>
                    <a:pt x="44619" y="25967"/>
                  </a:cubicBezTo>
                  <a:cubicBezTo>
                    <a:pt x="23182" y="24088"/>
                    <a:pt x="8236" y="13241"/>
                    <a:pt x="1318" y="6921"/>
                  </a:cubicBezTo>
                  <a:cubicBezTo>
                    <a:pt x="-304" y="5469"/>
                    <a:pt x="-475" y="2907"/>
                    <a:pt x="1062" y="1285"/>
                  </a:cubicBezTo>
                  <a:cubicBezTo>
                    <a:pt x="2514" y="-338"/>
                    <a:pt x="5076" y="-423"/>
                    <a:pt x="6699" y="1028"/>
                  </a:cubicBezTo>
                  <a:cubicBezTo>
                    <a:pt x="12934" y="6665"/>
                    <a:pt x="26257" y="16401"/>
                    <a:pt x="45387" y="18024"/>
                  </a:cubicBezTo>
                  <a:cubicBezTo>
                    <a:pt x="59394" y="19220"/>
                    <a:pt x="71094" y="15547"/>
                    <a:pt x="78268" y="12302"/>
                  </a:cubicBezTo>
                  <a:cubicBezTo>
                    <a:pt x="80232" y="11362"/>
                    <a:pt x="82624" y="12302"/>
                    <a:pt x="83563" y="14266"/>
                  </a:cubicBezTo>
                  <a:cubicBezTo>
                    <a:pt x="84503" y="16316"/>
                    <a:pt x="83563" y="18622"/>
                    <a:pt x="81599" y="19561"/>
                  </a:cubicBezTo>
                  <a:cubicBezTo>
                    <a:pt x="74596" y="22721"/>
                    <a:pt x="63920" y="26308"/>
                    <a:pt x="50939" y="263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912;p73">
              <a:extLst>
                <a:ext uri="{FF2B5EF4-FFF2-40B4-BE49-F238E27FC236}">
                  <a16:creationId xmlns:a16="http://schemas.microsoft.com/office/drawing/2014/main" id="{90082CCD-975C-4111-4C23-1B23FB0333E5}"/>
                </a:ext>
              </a:extLst>
            </p:cNvPr>
            <p:cNvSpPr/>
            <p:nvPr/>
          </p:nvSpPr>
          <p:spPr>
            <a:xfrm>
              <a:off x="2552295" y="2468579"/>
              <a:ext cx="23784" cy="9325"/>
            </a:xfrm>
            <a:custGeom>
              <a:avLst/>
              <a:gdLst/>
              <a:ahLst/>
              <a:cxnLst/>
              <a:rect l="l" t="t" r="r" b="b"/>
              <a:pathLst>
                <a:path w="26427" h="10361" extrusionOk="0">
                  <a:moveTo>
                    <a:pt x="12821" y="10361"/>
                  </a:moveTo>
                  <a:cubicBezTo>
                    <a:pt x="8636" y="10361"/>
                    <a:pt x="5049" y="9336"/>
                    <a:pt x="2487" y="8311"/>
                  </a:cubicBezTo>
                  <a:cubicBezTo>
                    <a:pt x="437" y="7458"/>
                    <a:pt x="-502" y="5152"/>
                    <a:pt x="267" y="3102"/>
                  </a:cubicBezTo>
                  <a:cubicBezTo>
                    <a:pt x="1121" y="1052"/>
                    <a:pt x="3427" y="27"/>
                    <a:pt x="5476" y="881"/>
                  </a:cubicBezTo>
                  <a:cubicBezTo>
                    <a:pt x="8039" y="1906"/>
                    <a:pt x="11967" y="2931"/>
                    <a:pt x="16408" y="1992"/>
                  </a:cubicBezTo>
                  <a:cubicBezTo>
                    <a:pt x="17860" y="1650"/>
                    <a:pt x="19312" y="1138"/>
                    <a:pt x="20593" y="454"/>
                  </a:cubicBezTo>
                  <a:cubicBezTo>
                    <a:pt x="22557" y="-571"/>
                    <a:pt x="24948" y="198"/>
                    <a:pt x="25974" y="2162"/>
                  </a:cubicBezTo>
                  <a:cubicBezTo>
                    <a:pt x="26998" y="4127"/>
                    <a:pt x="26230" y="6518"/>
                    <a:pt x="24265" y="7543"/>
                  </a:cubicBezTo>
                  <a:cubicBezTo>
                    <a:pt x="22301" y="8568"/>
                    <a:pt x="20251" y="9251"/>
                    <a:pt x="18116" y="9763"/>
                  </a:cubicBezTo>
                  <a:cubicBezTo>
                    <a:pt x="16237" y="10190"/>
                    <a:pt x="14444" y="10361"/>
                    <a:pt x="12821" y="1036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913;p73">
              <a:extLst>
                <a:ext uri="{FF2B5EF4-FFF2-40B4-BE49-F238E27FC236}">
                  <a16:creationId xmlns:a16="http://schemas.microsoft.com/office/drawing/2014/main" id="{4E153343-FF68-4B3C-4049-5CBF2493950F}"/>
                </a:ext>
              </a:extLst>
            </p:cNvPr>
            <p:cNvSpPr/>
            <p:nvPr/>
          </p:nvSpPr>
          <p:spPr>
            <a:xfrm>
              <a:off x="2330759" y="3182692"/>
              <a:ext cx="232206" cy="808345"/>
            </a:xfrm>
            <a:custGeom>
              <a:avLst/>
              <a:gdLst/>
              <a:ahLst/>
              <a:cxnLst/>
              <a:rect l="l" t="t" r="r" b="b"/>
              <a:pathLst>
                <a:path w="258007" h="898161" extrusionOk="0">
                  <a:moveTo>
                    <a:pt x="173969" y="778464"/>
                  </a:moveTo>
                  <a:cubicBezTo>
                    <a:pt x="165002" y="843457"/>
                    <a:pt x="117773" y="901276"/>
                    <a:pt x="88308" y="898031"/>
                  </a:cubicBezTo>
                  <a:cubicBezTo>
                    <a:pt x="26561" y="891369"/>
                    <a:pt x="6491" y="599199"/>
                    <a:pt x="0" y="323428"/>
                  </a:cubicBezTo>
                  <a:cubicBezTo>
                    <a:pt x="769" y="289437"/>
                    <a:pt x="4612" y="249296"/>
                    <a:pt x="14860" y="205142"/>
                  </a:cubicBezTo>
                  <a:cubicBezTo>
                    <a:pt x="36297" y="113076"/>
                    <a:pt x="76523" y="43983"/>
                    <a:pt x="107610" y="0"/>
                  </a:cubicBezTo>
                  <a:cubicBezTo>
                    <a:pt x="157743" y="67555"/>
                    <a:pt x="207875" y="135110"/>
                    <a:pt x="258008" y="202665"/>
                  </a:cubicBezTo>
                  <a:cubicBezTo>
                    <a:pt x="234436" y="384492"/>
                    <a:pt x="174653" y="773596"/>
                    <a:pt x="173969" y="778379"/>
                  </a:cubicBezTo>
                  <a:close/>
                </a:path>
              </a:pathLst>
            </a:custGeom>
            <a:solidFill>
              <a:srgbClr val="F98F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914;p73">
              <a:extLst>
                <a:ext uri="{FF2B5EF4-FFF2-40B4-BE49-F238E27FC236}">
                  <a16:creationId xmlns:a16="http://schemas.microsoft.com/office/drawing/2014/main" id="{3192A75B-B220-4D43-37A8-B4C8AC59D965}"/>
                </a:ext>
              </a:extLst>
            </p:cNvPr>
            <p:cNvSpPr/>
            <p:nvPr/>
          </p:nvSpPr>
          <p:spPr>
            <a:xfrm>
              <a:off x="2293647" y="3877018"/>
              <a:ext cx="194436" cy="610302"/>
            </a:xfrm>
            <a:custGeom>
              <a:avLst/>
              <a:gdLst/>
              <a:ahLst/>
              <a:cxnLst/>
              <a:rect l="l" t="t" r="r" b="b"/>
              <a:pathLst>
                <a:path w="216040" h="678113" extrusionOk="0">
                  <a:moveTo>
                    <a:pt x="134820" y="678114"/>
                  </a:moveTo>
                  <a:cubicBezTo>
                    <a:pt x="112444" y="675637"/>
                    <a:pt x="89983" y="673246"/>
                    <a:pt x="67521" y="670769"/>
                  </a:cubicBezTo>
                  <a:cubicBezTo>
                    <a:pt x="65215" y="653773"/>
                    <a:pt x="61457" y="626785"/>
                    <a:pt x="56333" y="593905"/>
                  </a:cubicBezTo>
                  <a:cubicBezTo>
                    <a:pt x="21232" y="368692"/>
                    <a:pt x="-7123" y="314033"/>
                    <a:pt x="1589" y="224273"/>
                  </a:cubicBezTo>
                  <a:cubicBezTo>
                    <a:pt x="6201" y="176959"/>
                    <a:pt x="22257" y="107696"/>
                    <a:pt x="78368" y="25963"/>
                  </a:cubicBezTo>
                  <a:cubicBezTo>
                    <a:pt x="124230" y="17337"/>
                    <a:pt x="170178" y="8626"/>
                    <a:pt x="216040" y="0"/>
                  </a:cubicBezTo>
                  <a:cubicBezTo>
                    <a:pt x="206987" y="83526"/>
                    <a:pt x="197507" y="167479"/>
                    <a:pt x="187600" y="251859"/>
                  </a:cubicBezTo>
                  <a:cubicBezTo>
                    <a:pt x="170775" y="395509"/>
                    <a:pt x="153182" y="537537"/>
                    <a:pt x="134820" y="678028"/>
                  </a:cubicBezTo>
                  <a:close/>
                </a:path>
              </a:pathLst>
            </a:custGeom>
            <a:solidFill>
              <a:srgbClr val="F98F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915;p73">
              <a:extLst>
                <a:ext uri="{FF2B5EF4-FFF2-40B4-BE49-F238E27FC236}">
                  <a16:creationId xmlns:a16="http://schemas.microsoft.com/office/drawing/2014/main" id="{886D9DF5-A6F8-C8EA-A35D-459B5485CF7E}"/>
                </a:ext>
              </a:extLst>
            </p:cNvPr>
            <p:cNvSpPr/>
            <p:nvPr/>
          </p:nvSpPr>
          <p:spPr>
            <a:xfrm>
              <a:off x="2259756" y="4450458"/>
              <a:ext cx="190201" cy="141033"/>
            </a:xfrm>
            <a:custGeom>
              <a:avLst/>
              <a:gdLst/>
              <a:ahLst/>
              <a:cxnLst/>
              <a:rect l="l" t="t" r="r" b="b"/>
              <a:pathLst>
                <a:path w="211334" h="156703" extrusionOk="0">
                  <a:moveTo>
                    <a:pt x="200984" y="105219"/>
                  </a:moveTo>
                  <a:cubicBezTo>
                    <a:pt x="210721" y="115553"/>
                    <a:pt x="213966" y="129730"/>
                    <a:pt x="209098" y="141260"/>
                  </a:cubicBezTo>
                  <a:cubicBezTo>
                    <a:pt x="205255" y="150483"/>
                    <a:pt x="197568" y="155010"/>
                    <a:pt x="194579" y="156547"/>
                  </a:cubicBezTo>
                  <a:lnTo>
                    <a:pt x="30004" y="156547"/>
                  </a:lnTo>
                  <a:cubicBezTo>
                    <a:pt x="16254" y="157657"/>
                    <a:pt x="4810" y="152789"/>
                    <a:pt x="1308" y="144590"/>
                  </a:cubicBezTo>
                  <a:cubicBezTo>
                    <a:pt x="-1937" y="136989"/>
                    <a:pt x="1308" y="127936"/>
                    <a:pt x="6091" y="122641"/>
                  </a:cubicBezTo>
                  <a:cubicBezTo>
                    <a:pt x="13692" y="114186"/>
                    <a:pt x="24282" y="115809"/>
                    <a:pt x="40680" y="112649"/>
                  </a:cubicBezTo>
                  <a:cubicBezTo>
                    <a:pt x="50672" y="110684"/>
                    <a:pt x="64422" y="106585"/>
                    <a:pt x="80393" y="97105"/>
                  </a:cubicBezTo>
                  <a:cubicBezTo>
                    <a:pt x="91239" y="68153"/>
                    <a:pt x="102086" y="39286"/>
                    <a:pt x="112932" y="10334"/>
                  </a:cubicBezTo>
                  <a:cubicBezTo>
                    <a:pt x="134198" y="6918"/>
                    <a:pt x="155549" y="3502"/>
                    <a:pt x="176815" y="0"/>
                  </a:cubicBezTo>
                  <a:cubicBezTo>
                    <a:pt x="184928" y="35101"/>
                    <a:pt x="193042" y="70117"/>
                    <a:pt x="201070" y="105219"/>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2916;p73">
              <a:extLst>
                <a:ext uri="{FF2B5EF4-FFF2-40B4-BE49-F238E27FC236}">
                  <a16:creationId xmlns:a16="http://schemas.microsoft.com/office/drawing/2014/main" id="{1ABBABA4-8F29-B85C-8029-0117460DFBE6}"/>
                </a:ext>
              </a:extLst>
            </p:cNvPr>
            <p:cNvSpPr/>
            <p:nvPr/>
          </p:nvSpPr>
          <p:spPr>
            <a:xfrm>
              <a:off x="2280731" y="3219758"/>
              <a:ext cx="289436" cy="1284921"/>
            </a:xfrm>
            <a:custGeom>
              <a:avLst/>
              <a:gdLst/>
              <a:ahLst/>
              <a:cxnLst/>
              <a:rect l="l" t="t" r="r" b="b"/>
              <a:pathLst>
                <a:path w="321596" h="1427690" extrusionOk="0">
                  <a:moveTo>
                    <a:pt x="119102" y="0"/>
                  </a:moveTo>
                  <a:cubicBezTo>
                    <a:pt x="102362" y="30746"/>
                    <a:pt x="84769" y="67897"/>
                    <a:pt x="69482" y="111112"/>
                  </a:cubicBezTo>
                  <a:cubicBezTo>
                    <a:pt x="55390" y="150996"/>
                    <a:pt x="45995" y="187976"/>
                    <a:pt x="39675" y="220259"/>
                  </a:cubicBezTo>
                  <a:cubicBezTo>
                    <a:pt x="43604" y="399523"/>
                    <a:pt x="47618" y="578873"/>
                    <a:pt x="51546" y="758138"/>
                  </a:cubicBezTo>
                  <a:cubicBezTo>
                    <a:pt x="30537" y="802036"/>
                    <a:pt x="4745" y="869847"/>
                    <a:pt x="560" y="954483"/>
                  </a:cubicBezTo>
                  <a:cubicBezTo>
                    <a:pt x="-2686" y="1019989"/>
                    <a:pt x="8588" y="1061752"/>
                    <a:pt x="23790" y="1155185"/>
                  </a:cubicBezTo>
                  <a:cubicBezTo>
                    <a:pt x="33270" y="1213516"/>
                    <a:pt x="45227" y="1298237"/>
                    <a:pt x="53596" y="1403285"/>
                  </a:cubicBezTo>
                  <a:cubicBezTo>
                    <a:pt x="59489" y="1408239"/>
                    <a:pt x="88698" y="1431640"/>
                    <a:pt x="129009" y="1427113"/>
                  </a:cubicBezTo>
                  <a:cubicBezTo>
                    <a:pt x="150872" y="1424636"/>
                    <a:pt x="166587" y="1415071"/>
                    <a:pt x="174700" y="1409264"/>
                  </a:cubicBezTo>
                  <a:cubicBezTo>
                    <a:pt x="223637" y="1017598"/>
                    <a:pt x="272659" y="625931"/>
                    <a:pt x="321596" y="234265"/>
                  </a:cubicBezTo>
                  <a:cubicBezTo>
                    <a:pt x="254127" y="156205"/>
                    <a:pt x="186657" y="78146"/>
                    <a:pt x="119102" y="8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2917;p73">
              <a:extLst>
                <a:ext uri="{FF2B5EF4-FFF2-40B4-BE49-F238E27FC236}">
                  <a16:creationId xmlns:a16="http://schemas.microsoft.com/office/drawing/2014/main" id="{FE4329A8-3F35-E7D7-3311-ECA9FA487C91}"/>
                </a:ext>
              </a:extLst>
            </p:cNvPr>
            <p:cNvSpPr/>
            <p:nvPr/>
          </p:nvSpPr>
          <p:spPr>
            <a:xfrm>
              <a:off x="2252611" y="4481449"/>
              <a:ext cx="200480" cy="115296"/>
            </a:xfrm>
            <a:custGeom>
              <a:avLst/>
              <a:gdLst/>
              <a:ahLst/>
              <a:cxnLst/>
              <a:rect l="l" t="t" r="r" b="b"/>
              <a:pathLst>
                <a:path w="222756" h="128107" extrusionOk="0">
                  <a:moveTo>
                    <a:pt x="110107" y="85"/>
                  </a:moveTo>
                  <a:cubicBezTo>
                    <a:pt x="108058" y="8284"/>
                    <a:pt x="104385" y="19472"/>
                    <a:pt x="97211" y="31429"/>
                  </a:cubicBezTo>
                  <a:cubicBezTo>
                    <a:pt x="88073" y="46631"/>
                    <a:pt x="77227" y="56623"/>
                    <a:pt x="69711" y="62516"/>
                  </a:cubicBezTo>
                  <a:cubicBezTo>
                    <a:pt x="58950" y="62089"/>
                    <a:pt x="43748" y="62858"/>
                    <a:pt x="26838" y="68409"/>
                  </a:cubicBezTo>
                  <a:cubicBezTo>
                    <a:pt x="16247" y="71911"/>
                    <a:pt x="9330" y="74217"/>
                    <a:pt x="4718" y="80451"/>
                  </a:cubicBezTo>
                  <a:cubicBezTo>
                    <a:pt x="-7751" y="97276"/>
                    <a:pt x="8305" y="126057"/>
                    <a:pt x="9500" y="128107"/>
                  </a:cubicBezTo>
                  <a:lnTo>
                    <a:pt x="219938" y="128107"/>
                  </a:lnTo>
                  <a:cubicBezTo>
                    <a:pt x="220877" y="116834"/>
                    <a:pt x="221817" y="105646"/>
                    <a:pt x="222756" y="94372"/>
                  </a:cubicBezTo>
                  <a:cubicBezTo>
                    <a:pt x="220194" y="86088"/>
                    <a:pt x="216949" y="75669"/>
                    <a:pt x="212849" y="63712"/>
                  </a:cubicBezTo>
                  <a:cubicBezTo>
                    <a:pt x="204992" y="40311"/>
                    <a:pt x="202344" y="34760"/>
                    <a:pt x="197135" y="33137"/>
                  </a:cubicBezTo>
                  <a:cubicBezTo>
                    <a:pt x="195256" y="32539"/>
                    <a:pt x="187740" y="30831"/>
                    <a:pt x="175015" y="43471"/>
                  </a:cubicBezTo>
                  <a:cubicBezTo>
                    <a:pt x="172197" y="37407"/>
                    <a:pt x="164766" y="23401"/>
                    <a:pt x="148710" y="12640"/>
                  </a:cubicBezTo>
                  <a:cubicBezTo>
                    <a:pt x="132569" y="1879"/>
                    <a:pt x="116683" y="342"/>
                    <a:pt x="110022"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2918;p73">
              <a:extLst>
                <a:ext uri="{FF2B5EF4-FFF2-40B4-BE49-F238E27FC236}">
                  <a16:creationId xmlns:a16="http://schemas.microsoft.com/office/drawing/2014/main" id="{B1C51F02-164F-E8B0-6BE0-27E455FFE530}"/>
                </a:ext>
              </a:extLst>
            </p:cNvPr>
            <p:cNvSpPr/>
            <p:nvPr/>
          </p:nvSpPr>
          <p:spPr>
            <a:xfrm>
              <a:off x="2250784" y="4593645"/>
              <a:ext cx="206380" cy="10300"/>
            </a:xfrm>
            <a:custGeom>
              <a:avLst/>
              <a:gdLst/>
              <a:ahLst/>
              <a:cxnLst/>
              <a:rect l="l" t="t" r="r" b="b"/>
              <a:pathLst>
                <a:path w="229311" h="11444" extrusionOk="0">
                  <a:moveTo>
                    <a:pt x="223590" y="11444"/>
                  </a:moveTo>
                  <a:lnTo>
                    <a:pt x="5722" y="11444"/>
                  </a:lnTo>
                  <a:cubicBezTo>
                    <a:pt x="2562" y="11444"/>
                    <a:pt x="0" y="8882"/>
                    <a:pt x="0" y="5722"/>
                  </a:cubicBezTo>
                  <a:cubicBezTo>
                    <a:pt x="0" y="2562"/>
                    <a:pt x="2562" y="0"/>
                    <a:pt x="5722" y="0"/>
                  </a:cubicBezTo>
                  <a:lnTo>
                    <a:pt x="223590" y="0"/>
                  </a:lnTo>
                  <a:cubicBezTo>
                    <a:pt x="226749" y="0"/>
                    <a:pt x="229312" y="2562"/>
                    <a:pt x="229312" y="5722"/>
                  </a:cubicBezTo>
                  <a:cubicBezTo>
                    <a:pt x="229312" y="8882"/>
                    <a:pt x="226749" y="11444"/>
                    <a:pt x="223590" y="114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2919;p73">
              <a:extLst>
                <a:ext uri="{FF2B5EF4-FFF2-40B4-BE49-F238E27FC236}">
                  <a16:creationId xmlns:a16="http://schemas.microsoft.com/office/drawing/2014/main" id="{D2C6203E-8145-FAE4-3745-B23F29A7AC03}"/>
                </a:ext>
              </a:extLst>
            </p:cNvPr>
            <p:cNvSpPr/>
            <p:nvPr/>
          </p:nvSpPr>
          <p:spPr>
            <a:xfrm>
              <a:off x="2327145" y="3909624"/>
              <a:ext cx="7225" cy="36663"/>
            </a:xfrm>
            <a:custGeom>
              <a:avLst/>
              <a:gdLst/>
              <a:ahLst/>
              <a:cxnLst/>
              <a:rect l="l" t="t" r="r" b="b"/>
              <a:pathLst>
                <a:path w="8028" h="40737" extrusionOk="0">
                  <a:moveTo>
                    <a:pt x="4014" y="40738"/>
                  </a:moveTo>
                  <a:cubicBezTo>
                    <a:pt x="1793" y="40738"/>
                    <a:pt x="0" y="38945"/>
                    <a:pt x="0" y="36724"/>
                  </a:cubicBezTo>
                  <a:lnTo>
                    <a:pt x="0" y="4014"/>
                  </a:lnTo>
                  <a:cubicBezTo>
                    <a:pt x="0" y="1793"/>
                    <a:pt x="1793" y="0"/>
                    <a:pt x="4014" y="0"/>
                  </a:cubicBezTo>
                  <a:cubicBezTo>
                    <a:pt x="6235" y="0"/>
                    <a:pt x="8028" y="1793"/>
                    <a:pt x="8028" y="4014"/>
                  </a:cubicBezTo>
                  <a:lnTo>
                    <a:pt x="8028" y="36724"/>
                  </a:lnTo>
                  <a:cubicBezTo>
                    <a:pt x="8028" y="38945"/>
                    <a:pt x="6235" y="40738"/>
                    <a:pt x="4014" y="4073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2920;p73">
              <a:extLst>
                <a:ext uri="{FF2B5EF4-FFF2-40B4-BE49-F238E27FC236}">
                  <a16:creationId xmlns:a16="http://schemas.microsoft.com/office/drawing/2014/main" id="{13416163-CA64-38A6-49B7-FA0B96A7DA76}"/>
                </a:ext>
              </a:extLst>
            </p:cNvPr>
            <p:cNvSpPr/>
            <p:nvPr/>
          </p:nvSpPr>
          <p:spPr>
            <a:xfrm>
              <a:off x="2343653" y="4491741"/>
              <a:ext cx="32717" cy="10389"/>
            </a:xfrm>
            <a:custGeom>
              <a:avLst/>
              <a:gdLst/>
              <a:ahLst/>
              <a:cxnLst/>
              <a:rect l="l" t="t" r="r" b="b"/>
              <a:pathLst>
                <a:path w="36352" h="11543" extrusionOk="0">
                  <a:moveTo>
                    <a:pt x="32396" y="11543"/>
                  </a:moveTo>
                  <a:cubicBezTo>
                    <a:pt x="31884" y="11543"/>
                    <a:pt x="3529" y="7956"/>
                    <a:pt x="3529" y="7956"/>
                  </a:cubicBezTo>
                  <a:cubicBezTo>
                    <a:pt x="1309" y="7700"/>
                    <a:pt x="-228" y="5650"/>
                    <a:pt x="28" y="3515"/>
                  </a:cubicBezTo>
                  <a:cubicBezTo>
                    <a:pt x="284" y="1295"/>
                    <a:pt x="2419" y="-157"/>
                    <a:pt x="4469" y="14"/>
                  </a:cubicBezTo>
                  <a:lnTo>
                    <a:pt x="32823" y="3601"/>
                  </a:lnTo>
                  <a:cubicBezTo>
                    <a:pt x="35044" y="3857"/>
                    <a:pt x="36581" y="5907"/>
                    <a:pt x="36325" y="8042"/>
                  </a:cubicBezTo>
                  <a:cubicBezTo>
                    <a:pt x="36069" y="10091"/>
                    <a:pt x="34360" y="11543"/>
                    <a:pt x="32396" y="1154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2921;p73">
              <a:extLst>
                <a:ext uri="{FF2B5EF4-FFF2-40B4-BE49-F238E27FC236}">
                  <a16:creationId xmlns:a16="http://schemas.microsoft.com/office/drawing/2014/main" id="{6BE29B3C-DE86-F684-AD0D-DB0058462F47}"/>
                </a:ext>
              </a:extLst>
            </p:cNvPr>
            <p:cNvSpPr/>
            <p:nvPr/>
          </p:nvSpPr>
          <p:spPr>
            <a:xfrm>
              <a:off x="2336498" y="4501606"/>
              <a:ext cx="29648" cy="15208"/>
            </a:xfrm>
            <a:custGeom>
              <a:avLst/>
              <a:gdLst/>
              <a:ahLst/>
              <a:cxnLst/>
              <a:rect l="l" t="t" r="r" b="b"/>
              <a:pathLst>
                <a:path w="32942" h="16898" extrusionOk="0">
                  <a:moveTo>
                    <a:pt x="28983" y="16899"/>
                  </a:moveTo>
                  <a:cubicBezTo>
                    <a:pt x="28556" y="16899"/>
                    <a:pt x="28044" y="16899"/>
                    <a:pt x="27616" y="16642"/>
                  </a:cubicBezTo>
                  <a:lnTo>
                    <a:pt x="2678" y="7760"/>
                  </a:lnTo>
                  <a:cubicBezTo>
                    <a:pt x="629" y="6992"/>
                    <a:pt x="-482" y="4771"/>
                    <a:pt x="201" y="2636"/>
                  </a:cubicBezTo>
                  <a:cubicBezTo>
                    <a:pt x="970" y="586"/>
                    <a:pt x="3276" y="-524"/>
                    <a:pt x="5326" y="245"/>
                  </a:cubicBezTo>
                  <a:lnTo>
                    <a:pt x="30264" y="9127"/>
                  </a:lnTo>
                  <a:cubicBezTo>
                    <a:pt x="32314" y="9895"/>
                    <a:pt x="33424" y="12116"/>
                    <a:pt x="32741" y="14251"/>
                  </a:cubicBezTo>
                  <a:cubicBezTo>
                    <a:pt x="32143" y="15874"/>
                    <a:pt x="30606" y="16899"/>
                    <a:pt x="28983" y="168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2922;p73">
              <a:extLst>
                <a:ext uri="{FF2B5EF4-FFF2-40B4-BE49-F238E27FC236}">
                  <a16:creationId xmlns:a16="http://schemas.microsoft.com/office/drawing/2014/main" id="{0E4B7987-E9E7-E627-9EC9-BC954B2E0E70}"/>
                </a:ext>
              </a:extLst>
            </p:cNvPr>
            <p:cNvSpPr/>
            <p:nvPr/>
          </p:nvSpPr>
          <p:spPr>
            <a:xfrm>
              <a:off x="2329580" y="4514029"/>
              <a:ext cx="28873" cy="12630"/>
            </a:xfrm>
            <a:custGeom>
              <a:avLst/>
              <a:gdLst/>
              <a:ahLst/>
              <a:cxnLst/>
              <a:rect l="l" t="t" r="r" b="b"/>
              <a:pathLst>
                <a:path w="32081" h="14033" extrusionOk="0">
                  <a:moveTo>
                    <a:pt x="28040" y="13948"/>
                  </a:moveTo>
                  <a:cubicBezTo>
                    <a:pt x="28040" y="13948"/>
                    <a:pt x="27442" y="13948"/>
                    <a:pt x="27101" y="13863"/>
                  </a:cubicBezTo>
                  <a:lnTo>
                    <a:pt x="3016" y="7885"/>
                  </a:lnTo>
                  <a:cubicBezTo>
                    <a:pt x="881" y="7372"/>
                    <a:pt x="-400" y="5152"/>
                    <a:pt x="113" y="3016"/>
                  </a:cubicBezTo>
                  <a:cubicBezTo>
                    <a:pt x="625" y="881"/>
                    <a:pt x="2760" y="-400"/>
                    <a:pt x="4981" y="113"/>
                  </a:cubicBezTo>
                  <a:lnTo>
                    <a:pt x="29065" y="6091"/>
                  </a:lnTo>
                  <a:cubicBezTo>
                    <a:pt x="31200" y="6604"/>
                    <a:pt x="32481" y="8824"/>
                    <a:pt x="31969" y="10959"/>
                  </a:cubicBezTo>
                  <a:cubicBezTo>
                    <a:pt x="31542" y="12753"/>
                    <a:pt x="29919" y="14034"/>
                    <a:pt x="28125" y="1403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2923;p73">
              <a:extLst>
                <a:ext uri="{FF2B5EF4-FFF2-40B4-BE49-F238E27FC236}">
                  <a16:creationId xmlns:a16="http://schemas.microsoft.com/office/drawing/2014/main" id="{99EE7722-F352-DA7F-AE49-F5A6E97F0C4C}"/>
                </a:ext>
              </a:extLst>
            </p:cNvPr>
            <p:cNvSpPr/>
            <p:nvPr/>
          </p:nvSpPr>
          <p:spPr>
            <a:xfrm>
              <a:off x="2320475" y="4523022"/>
              <a:ext cx="27090" cy="12558"/>
            </a:xfrm>
            <a:custGeom>
              <a:avLst/>
              <a:gdLst/>
              <a:ahLst/>
              <a:cxnLst/>
              <a:rect l="l" t="t" r="r" b="b"/>
              <a:pathLst>
                <a:path w="30100" h="13953" extrusionOk="0">
                  <a:moveTo>
                    <a:pt x="26110" y="13954"/>
                  </a:moveTo>
                  <a:cubicBezTo>
                    <a:pt x="26110" y="13954"/>
                    <a:pt x="25427" y="13954"/>
                    <a:pt x="25085" y="13783"/>
                  </a:cubicBezTo>
                  <a:lnTo>
                    <a:pt x="2966" y="7804"/>
                  </a:lnTo>
                  <a:cubicBezTo>
                    <a:pt x="830" y="7207"/>
                    <a:pt x="-451" y="5071"/>
                    <a:pt x="147" y="2936"/>
                  </a:cubicBezTo>
                  <a:cubicBezTo>
                    <a:pt x="745" y="801"/>
                    <a:pt x="2966" y="-394"/>
                    <a:pt x="5015" y="118"/>
                  </a:cubicBezTo>
                  <a:lnTo>
                    <a:pt x="27135" y="6096"/>
                  </a:lnTo>
                  <a:cubicBezTo>
                    <a:pt x="29270" y="6694"/>
                    <a:pt x="30551" y="8829"/>
                    <a:pt x="29953" y="10964"/>
                  </a:cubicBezTo>
                  <a:cubicBezTo>
                    <a:pt x="29441" y="12758"/>
                    <a:pt x="27818" y="13954"/>
                    <a:pt x="26110" y="1395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2924;p73">
              <a:extLst>
                <a:ext uri="{FF2B5EF4-FFF2-40B4-BE49-F238E27FC236}">
                  <a16:creationId xmlns:a16="http://schemas.microsoft.com/office/drawing/2014/main" id="{3DFD9685-E491-88A9-CA38-D5046BB030CA}"/>
                </a:ext>
              </a:extLst>
            </p:cNvPr>
            <p:cNvSpPr/>
            <p:nvPr/>
          </p:nvSpPr>
          <p:spPr>
            <a:xfrm>
              <a:off x="2551228" y="3182692"/>
              <a:ext cx="232206" cy="808345"/>
            </a:xfrm>
            <a:custGeom>
              <a:avLst/>
              <a:gdLst/>
              <a:ahLst/>
              <a:cxnLst/>
              <a:rect l="l" t="t" r="r" b="b"/>
              <a:pathLst>
                <a:path w="258007" h="898161" extrusionOk="0">
                  <a:moveTo>
                    <a:pt x="84038" y="778464"/>
                  </a:moveTo>
                  <a:cubicBezTo>
                    <a:pt x="93006" y="843457"/>
                    <a:pt x="140235" y="901276"/>
                    <a:pt x="169699" y="898031"/>
                  </a:cubicBezTo>
                  <a:cubicBezTo>
                    <a:pt x="231447" y="891369"/>
                    <a:pt x="251517" y="599199"/>
                    <a:pt x="258008" y="323428"/>
                  </a:cubicBezTo>
                  <a:cubicBezTo>
                    <a:pt x="257239" y="289437"/>
                    <a:pt x="253396" y="249296"/>
                    <a:pt x="243147" y="205142"/>
                  </a:cubicBezTo>
                  <a:cubicBezTo>
                    <a:pt x="221711" y="113076"/>
                    <a:pt x="181485" y="43983"/>
                    <a:pt x="150398" y="0"/>
                  </a:cubicBezTo>
                  <a:cubicBezTo>
                    <a:pt x="100265" y="67555"/>
                    <a:pt x="50133" y="135110"/>
                    <a:pt x="0" y="202665"/>
                  </a:cubicBezTo>
                  <a:cubicBezTo>
                    <a:pt x="23572" y="384492"/>
                    <a:pt x="83355" y="773596"/>
                    <a:pt x="84038" y="778379"/>
                  </a:cubicBezTo>
                  <a:close/>
                </a:path>
              </a:pathLst>
            </a:custGeom>
            <a:solidFill>
              <a:srgbClr val="F98F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2925;p73">
              <a:extLst>
                <a:ext uri="{FF2B5EF4-FFF2-40B4-BE49-F238E27FC236}">
                  <a16:creationId xmlns:a16="http://schemas.microsoft.com/office/drawing/2014/main" id="{F467ED8A-CF0F-A358-2431-2ED0F2ACAE18}"/>
                </a:ext>
              </a:extLst>
            </p:cNvPr>
            <p:cNvSpPr/>
            <p:nvPr/>
          </p:nvSpPr>
          <p:spPr>
            <a:xfrm>
              <a:off x="2626128" y="3877018"/>
              <a:ext cx="194435" cy="610302"/>
            </a:xfrm>
            <a:custGeom>
              <a:avLst/>
              <a:gdLst/>
              <a:ahLst/>
              <a:cxnLst/>
              <a:rect l="l" t="t" r="r" b="b"/>
              <a:pathLst>
                <a:path w="216039" h="678113" extrusionOk="0">
                  <a:moveTo>
                    <a:pt x="81220" y="678114"/>
                  </a:moveTo>
                  <a:cubicBezTo>
                    <a:pt x="103681" y="675637"/>
                    <a:pt x="126057" y="673246"/>
                    <a:pt x="148519" y="670769"/>
                  </a:cubicBezTo>
                  <a:cubicBezTo>
                    <a:pt x="150825" y="653773"/>
                    <a:pt x="154583" y="626785"/>
                    <a:pt x="159707" y="593905"/>
                  </a:cubicBezTo>
                  <a:cubicBezTo>
                    <a:pt x="194808" y="368692"/>
                    <a:pt x="223163" y="314033"/>
                    <a:pt x="214451" y="224273"/>
                  </a:cubicBezTo>
                  <a:cubicBezTo>
                    <a:pt x="209839" y="176959"/>
                    <a:pt x="193783" y="107696"/>
                    <a:pt x="137672" y="25963"/>
                  </a:cubicBezTo>
                  <a:cubicBezTo>
                    <a:pt x="91810" y="17337"/>
                    <a:pt x="45862" y="8626"/>
                    <a:pt x="0" y="0"/>
                  </a:cubicBezTo>
                  <a:cubicBezTo>
                    <a:pt x="9053" y="83526"/>
                    <a:pt x="18533" y="167479"/>
                    <a:pt x="28440" y="251859"/>
                  </a:cubicBezTo>
                  <a:cubicBezTo>
                    <a:pt x="45264" y="395509"/>
                    <a:pt x="62858" y="537537"/>
                    <a:pt x="81220" y="67802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2926;p73">
              <a:extLst>
                <a:ext uri="{FF2B5EF4-FFF2-40B4-BE49-F238E27FC236}">
                  <a16:creationId xmlns:a16="http://schemas.microsoft.com/office/drawing/2014/main" id="{7D77EEE4-1E9B-50B0-DB29-953FBA0A69D4}"/>
                </a:ext>
              </a:extLst>
            </p:cNvPr>
            <p:cNvSpPr/>
            <p:nvPr/>
          </p:nvSpPr>
          <p:spPr>
            <a:xfrm>
              <a:off x="2664333" y="4450458"/>
              <a:ext cx="190201" cy="141033"/>
            </a:xfrm>
            <a:custGeom>
              <a:avLst/>
              <a:gdLst/>
              <a:ahLst/>
              <a:cxnLst/>
              <a:rect l="l" t="t" r="r" b="b"/>
              <a:pathLst>
                <a:path w="211334" h="156703" extrusionOk="0">
                  <a:moveTo>
                    <a:pt x="10350" y="105219"/>
                  </a:moveTo>
                  <a:cubicBezTo>
                    <a:pt x="614" y="115553"/>
                    <a:pt x="-2631" y="129730"/>
                    <a:pt x="2236" y="141260"/>
                  </a:cubicBezTo>
                  <a:cubicBezTo>
                    <a:pt x="6080" y="150483"/>
                    <a:pt x="13766" y="155010"/>
                    <a:pt x="16755" y="156547"/>
                  </a:cubicBezTo>
                  <a:lnTo>
                    <a:pt x="181330" y="156547"/>
                  </a:lnTo>
                  <a:cubicBezTo>
                    <a:pt x="195080" y="157657"/>
                    <a:pt x="206525" y="152789"/>
                    <a:pt x="210026" y="144590"/>
                  </a:cubicBezTo>
                  <a:cubicBezTo>
                    <a:pt x="213272" y="136989"/>
                    <a:pt x="210026" y="127936"/>
                    <a:pt x="205244" y="122641"/>
                  </a:cubicBezTo>
                  <a:cubicBezTo>
                    <a:pt x="197643" y="114186"/>
                    <a:pt x="187052" y="115809"/>
                    <a:pt x="170655" y="112649"/>
                  </a:cubicBezTo>
                  <a:cubicBezTo>
                    <a:pt x="160662" y="110684"/>
                    <a:pt x="146912" y="106585"/>
                    <a:pt x="130941" y="97105"/>
                  </a:cubicBezTo>
                  <a:cubicBezTo>
                    <a:pt x="120095" y="68153"/>
                    <a:pt x="109249" y="39286"/>
                    <a:pt x="98402" y="10334"/>
                  </a:cubicBezTo>
                  <a:cubicBezTo>
                    <a:pt x="77137" y="6918"/>
                    <a:pt x="55785" y="3502"/>
                    <a:pt x="34519" y="0"/>
                  </a:cubicBezTo>
                  <a:cubicBezTo>
                    <a:pt x="26406" y="35101"/>
                    <a:pt x="18293" y="70117"/>
                    <a:pt x="10265" y="105219"/>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2927;p73">
              <a:extLst>
                <a:ext uri="{FF2B5EF4-FFF2-40B4-BE49-F238E27FC236}">
                  <a16:creationId xmlns:a16="http://schemas.microsoft.com/office/drawing/2014/main" id="{BC5D3CEB-05D9-1654-30CE-1F13B5C59657}"/>
                </a:ext>
              </a:extLst>
            </p:cNvPr>
            <p:cNvSpPr/>
            <p:nvPr/>
          </p:nvSpPr>
          <p:spPr>
            <a:xfrm>
              <a:off x="2544077" y="3219758"/>
              <a:ext cx="289436" cy="1284921"/>
            </a:xfrm>
            <a:custGeom>
              <a:avLst/>
              <a:gdLst/>
              <a:ahLst/>
              <a:cxnLst/>
              <a:rect l="l" t="t" r="r" b="b"/>
              <a:pathLst>
                <a:path w="321596" h="1427690" extrusionOk="0">
                  <a:moveTo>
                    <a:pt x="202495" y="0"/>
                  </a:moveTo>
                  <a:cubicBezTo>
                    <a:pt x="219234" y="30746"/>
                    <a:pt x="236827" y="67897"/>
                    <a:pt x="252115" y="111112"/>
                  </a:cubicBezTo>
                  <a:cubicBezTo>
                    <a:pt x="266207" y="150996"/>
                    <a:pt x="275601" y="187976"/>
                    <a:pt x="281921" y="220259"/>
                  </a:cubicBezTo>
                  <a:cubicBezTo>
                    <a:pt x="277993" y="399523"/>
                    <a:pt x="273979" y="578873"/>
                    <a:pt x="270050" y="758138"/>
                  </a:cubicBezTo>
                  <a:cubicBezTo>
                    <a:pt x="291059" y="802036"/>
                    <a:pt x="316852" y="869847"/>
                    <a:pt x="321036" y="954483"/>
                  </a:cubicBezTo>
                  <a:cubicBezTo>
                    <a:pt x="324282" y="1019989"/>
                    <a:pt x="313008" y="1061752"/>
                    <a:pt x="297806" y="1155185"/>
                  </a:cubicBezTo>
                  <a:cubicBezTo>
                    <a:pt x="288326" y="1213516"/>
                    <a:pt x="276370" y="1298237"/>
                    <a:pt x="268000" y="1403285"/>
                  </a:cubicBezTo>
                  <a:cubicBezTo>
                    <a:pt x="262107" y="1408239"/>
                    <a:pt x="232899" y="1431640"/>
                    <a:pt x="192588" y="1427113"/>
                  </a:cubicBezTo>
                  <a:cubicBezTo>
                    <a:pt x="170724" y="1424636"/>
                    <a:pt x="155010" y="1415071"/>
                    <a:pt x="146896" y="1409264"/>
                  </a:cubicBezTo>
                  <a:cubicBezTo>
                    <a:pt x="97959" y="1017598"/>
                    <a:pt x="48937" y="625931"/>
                    <a:pt x="0" y="234265"/>
                  </a:cubicBezTo>
                  <a:cubicBezTo>
                    <a:pt x="67470" y="156205"/>
                    <a:pt x="134940" y="78146"/>
                    <a:pt x="202495" y="8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2928;p73">
              <a:extLst>
                <a:ext uri="{FF2B5EF4-FFF2-40B4-BE49-F238E27FC236}">
                  <a16:creationId xmlns:a16="http://schemas.microsoft.com/office/drawing/2014/main" id="{19046AAC-FB45-A90F-75C3-BD6BBEE4D586}"/>
                </a:ext>
              </a:extLst>
            </p:cNvPr>
            <p:cNvSpPr/>
            <p:nvPr/>
          </p:nvSpPr>
          <p:spPr>
            <a:xfrm>
              <a:off x="2661194" y="4481449"/>
              <a:ext cx="200480" cy="115296"/>
            </a:xfrm>
            <a:custGeom>
              <a:avLst/>
              <a:gdLst/>
              <a:ahLst/>
              <a:cxnLst/>
              <a:rect l="l" t="t" r="r" b="b"/>
              <a:pathLst>
                <a:path w="222756" h="128107" extrusionOk="0">
                  <a:moveTo>
                    <a:pt x="112649" y="85"/>
                  </a:moveTo>
                  <a:cubicBezTo>
                    <a:pt x="114698" y="8284"/>
                    <a:pt x="118371" y="19472"/>
                    <a:pt x="125545" y="31429"/>
                  </a:cubicBezTo>
                  <a:cubicBezTo>
                    <a:pt x="134683" y="46631"/>
                    <a:pt x="145530" y="56623"/>
                    <a:pt x="153045" y="62516"/>
                  </a:cubicBezTo>
                  <a:cubicBezTo>
                    <a:pt x="163806" y="62089"/>
                    <a:pt x="179008" y="62858"/>
                    <a:pt x="195918" y="68409"/>
                  </a:cubicBezTo>
                  <a:cubicBezTo>
                    <a:pt x="206509" y="71911"/>
                    <a:pt x="213426" y="74217"/>
                    <a:pt x="218038" y="80451"/>
                  </a:cubicBezTo>
                  <a:cubicBezTo>
                    <a:pt x="230507" y="97276"/>
                    <a:pt x="214451" y="126057"/>
                    <a:pt x="213256" y="128107"/>
                  </a:cubicBezTo>
                  <a:lnTo>
                    <a:pt x="2818" y="128107"/>
                  </a:lnTo>
                  <a:cubicBezTo>
                    <a:pt x="1879" y="116834"/>
                    <a:pt x="939" y="105646"/>
                    <a:pt x="0" y="94372"/>
                  </a:cubicBezTo>
                  <a:cubicBezTo>
                    <a:pt x="2562" y="86088"/>
                    <a:pt x="5807" y="75669"/>
                    <a:pt x="9907" y="63712"/>
                  </a:cubicBezTo>
                  <a:cubicBezTo>
                    <a:pt x="17764" y="40311"/>
                    <a:pt x="20412" y="34760"/>
                    <a:pt x="25621" y="33137"/>
                  </a:cubicBezTo>
                  <a:cubicBezTo>
                    <a:pt x="27500" y="32539"/>
                    <a:pt x="35016" y="30831"/>
                    <a:pt x="47741" y="43471"/>
                  </a:cubicBezTo>
                  <a:cubicBezTo>
                    <a:pt x="50559" y="37407"/>
                    <a:pt x="57990" y="23401"/>
                    <a:pt x="74046" y="12640"/>
                  </a:cubicBezTo>
                  <a:cubicBezTo>
                    <a:pt x="90187" y="1879"/>
                    <a:pt x="106073" y="342"/>
                    <a:pt x="112734"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 name="Google Shape;2929;p73">
              <a:extLst>
                <a:ext uri="{FF2B5EF4-FFF2-40B4-BE49-F238E27FC236}">
                  <a16:creationId xmlns:a16="http://schemas.microsoft.com/office/drawing/2014/main" id="{87F71898-9175-8C18-7685-DBAD3541ACA0}"/>
                </a:ext>
              </a:extLst>
            </p:cNvPr>
            <p:cNvSpPr/>
            <p:nvPr/>
          </p:nvSpPr>
          <p:spPr>
            <a:xfrm>
              <a:off x="2657119" y="4593645"/>
              <a:ext cx="206380" cy="10300"/>
            </a:xfrm>
            <a:custGeom>
              <a:avLst/>
              <a:gdLst/>
              <a:ahLst/>
              <a:cxnLst/>
              <a:rect l="l" t="t" r="r" b="b"/>
              <a:pathLst>
                <a:path w="229311" h="11444" extrusionOk="0">
                  <a:moveTo>
                    <a:pt x="5722" y="11444"/>
                  </a:moveTo>
                  <a:lnTo>
                    <a:pt x="223590" y="11444"/>
                  </a:lnTo>
                  <a:cubicBezTo>
                    <a:pt x="226749" y="11444"/>
                    <a:pt x="229312" y="8882"/>
                    <a:pt x="229312" y="5722"/>
                  </a:cubicBezTo>
                  <a:cubicBezTo>
                    <a:pt x="229312" y="2562"/>
                    <a:pt x="226749" y="0"/>
                    <a:pt x="223590" y="0"/>
                  </a:cubicBezTo>
                  <a:lnTo>
                    <a:pt x="5722" y="0"/>
                  </a:lnTo>
                  <a:cubicBezTo>
                    <a:pt x="2562" y="0"/>
                    <a:pt x="0" y="2562"/>
                    <a:pt x="0" y="5722"/>
                  </a:cubicBezTo>
                  <a:cubicBezTo>
                    <a:pt x="0" y="8882"/>
                    <a:pt x="2562" y="11444"/>
                    <a:pt x="5722" y="114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2930;p73">
              <a:extLst>
                <a:ext uri="{FF2B5EF4-FFF2-40B4-BE49-F238E27FC236}">
                  <a16:creationId xmlns:a16="http://schemas.microsoft.com/office/drawing/2014/main" id="{978FC21B-D6F9-E2B1-F09E-1C8CFD440175}"/>
                </a:ext>
              </a:extLst>
            </p:cNvPr>
            <p:cNvSpPr/>
            <p:nvPr/>
          </p:nvSpPr>
          <p:spPr>
            <a:xfrm>
              <a:off x="2780003" y="3909624"/>
              <a:ext cx="7225" cy="36663"/>
            </a:xfrm>
            <a:custGeom>
              <a:avLst/>
              <a:gdLst/>
              <a:ahLst/>
              <a:cxnLst/>
              <a:rect l="l" t="t" r="r" b="b"/>
              <a:pathLst>
                <a:path w="8028" h="40737" extrusionOk="0">
                  <a:moveTo>
                    <a:pt x="4014" y="40738"/>
                  </a:moveTo>
                  <a:cubicBezTo>
                    <a:pt x="1794" y="40738"/>
                    <a:pt x="0" y="38945"/>
                    <a:pt x="0" y="36724"/>
                  </a:cubicBezTo>
                  <a:lnTo>
                    <a:pt x="0" y="4014"/>
                  </a:lnTo>
                  <a:cubicBezTo>
                    <a:pt x="0" y="1793"/>
                    <a:pt x="1794" y="0"/>
                    <a:pt x="4014" y="0"/>
                  </a:cubicBezTo>
                  <a:cubicBezTo>
                    <a:pt x="6235" y="0"/>
                    <a:pt x="8028" y="1793"/>
                    <a:pt x="8028" y="4014"/>
                  </a:cubicBezTo>
                  <a:lnTo>
                    <a:pt x="8028" y="36724"/>
                  </a:lnTo>
                  <a:cubicBezTo>
                    <a:pt x="8028" y="38945"/>
                    <a:pt x="6235" y="40738"/>
                    <a:pt x="4014" y="4073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 name="Google Shape;2931;p73">
              <a:extLst>
                <a:ext uri="{FF2B5EF4-FFF2-40B4-BE49-F238E27FC236}">
                  <a16:creationId xmlns:a16="http://schemas.microsoft.com/office/drawing/2014/main" id="{3C90E6BB-F820-E107-5BEF-FCAB932C2BAA}"/>
                </a:ext>
              </a:extLst>
            </p:cNvPr>
            <p:cNvSpPr/>
            <p:nvPr/>
          </p:nvSpPr>
          <p:spPr>
            <a:xfrm>
              <a:off x="2737991" y="4491741"/>
              <a:ext cx="32717" cy="10389"/>
            </a:xfrm>
            <a:custGeom>
              <a:avLst/>
              <a:gdLst/>
              <a:ahLst/>
              <a:cxnLst/>
              <a:rect l="l" t="t" r="r" b="b"/>
              <a:pathLst>
                <a:path w="36352" h="11543" extrusionOk="0">
                  <a:moveTo>
                    <a:pt x="3956" y="11543"/>
                  </a:moveTo>
                  <a:cubicBezTo>
                    <a:pt x="1992" y="11543"/>
                    <a:pt x="284" y="10091"/>
                    <a:pt x="28" y="8042"/>
                  </a:cubicBezTo>
                  <a:cubicBezTo>
                    <a:pt x="-228" y="5821"/>
                    <a:pt x="1309" y="3857"/>
                    <a:pt x="3529" y="3601"/>
                  </a:cubicBezTo>
                  <a:lnTo>
                    <a:pt x="31884" y="14"/>
                  </a:lnTo>
                  <a:cubicBezTo>
                    <a:pt x="34275" y="-157"/>
                    <a:pt x="36069" y="1295"/>
                    <a:pt x="36325" y="3515"/>
                  </a:cubicBezTo>
                  <a:cubicBezTo>
                    <a:pt x="36581" y="5736"/>
                    <a:pt x="35044" y="7700"/>
                    <a:pt x="32823" y="7956"/>
                  </a:cubicBezTo>
                  <a:lnTo>
                    <a:pt x="4469" y="11543"/>
                  </a:lnTo>
                  <a:cubicBezTo>
                    <a:pt x="4469" y="11543"/>
                    <a:pt x="4127" y="11543"/>
                    <a:pt x="3956" y="1154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 name="Google Shape;2932;p73">
              <a:extLst>
                <a:ext uri="{FF2B5EF4-FFF2-40B4-BE49-F238E27FC236}">
                  <a16:creationId xmlns:a16="http://schemas.microsoft.com/office/drawing/2014/main" id="{24C56463-8C21-A6A7-777E-7C4E0C8C0BFF}"/>
                </a:ext>
              </a:extLst>
            </p:cNvPr>
            <p:cNvSpPr/>
            <p:nvPr/>
          </p:nvSpPr>
          <p:spPr>
            <a:xfrm>
              <a:off x="2748102" y="4501606"/>
              <a:ext cx="29724" cy="15208"/>
            </a:xfrm>
            <a:custGeom>
              <a:avLst/>
              <a:gdLst/>
              <a:ahLst/>
              <a:cxnLst/>
              <a:rect l="l" t="t" r="r" b="b"/>
              <a:pathLst>
                <a:path w="33027" h="16898" extrusionOk="0">
                  <a:moveTo>
                    <a:pt x="4002" y="16899"/>
                  </a:moveTo>
                  <a:cubicBezTo>
                    <a:pt x="2379" y="16899"/>
                    <a:pt x="842" y="15874"/>
                    <a:pt x="244" y="14251"/>
                  </a:cubicBezTo>
                  <a:cubicBezTo>
                    <a:pt x="-525" y="12116"/>
                    <a:pt x="585" y="9895"/>
                    <a:pt x="2720" y="9127"/>
                  </a:cubicBezTo>
                  <a:lnTo>
                    <a:pt x="27659" y="245"/>
                  </a:lnTo>
                  <a:cubicBezTo>
                    <a:pt x="29794" y="-524"/>
                    <a:pt x="32014" y="586"/>
                    <a:pt x="32783" y="2636"/>
                  </a:cubicBezTo>
                  <a:cubicBezTo>
                    <a:pt x="33551" y="4686"/>
                    <a:pt x="32441" y="6992"/>
                    <a:pt x="30392" y="7760"/>
                  </a:cubicBezTo>
                  <a:lnTo>
                    <a:pt x="5454" y="16642"/>
                  </a:lnTo>
                  <a:cubicBezTo>
                    <a:pt x="5026" y="16813"/>
                    <a:pt x="4599" y="16899"/>
                    <a:pt x="4087" y="168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2933;p73">
              <a:extLst>
                <a:ext uri="{FF2B5EF4-FFF2-40B4-BE49-F238E27FC236}">
                  <a16:creationId xmlns:a16="http://schemas.microsoft.com/office/drawing/2014/main" id="{EF27031E-E06A-A0B4-A87D-27ABF3D56AD4}"/>
                </a:ext>
              </a:extLst>
            </p:cNvPr>
            <p:cNvSpPr/>
            <p:nvPr/>
          </p:nvSpPr>
          <p:spPr>
            <a:xfrm>
              <a:off x="2755909" y="4513927"/>
              <a:ext cx="28873" cy="12655"/>
            </a:xfrm>
            <a:custGeom>
              <a:avLst/>
              <a:gdLst/>
              <a:ahLst/>
              <a:cxnLst/>
              <a:rect l="l" t="t" r="r" b="b"/>
              <a:pathLst>
                <a:path w="32081" h="14061" extrusionOk="0">
                  <a:moveTo>
                    <a:pt x="3956" y="14062"/>
                  </a:moveTo>
                  <a:cubicBezTo>
                    <a:pt x="2163" y="14062"/>
                    <a:pt x="540" y="12866"/>
                    <a:pt x="113" y="10987"/>
                  </a:cubicBezTo>
                  <a:cubicBezTo>
                    <a:pt x="-400" y="8852"/>
                    <a:pt x="881" y="6717"/>
                    <a:pt x="3016" y="6119"/>
                  </a:cubicBezTo>
                  <a:lnTo>
                    <a:pt x="27101" y="141"/>
                  </a:lnTo>
                  <a:cubicBezTo>
                    <a:pt x="29150" y="-457"/>
                    <a:pt x="31371" y="910"/>
                    <a:pt x="31969" y="3045"/>
                  </a:cubicBezTo>
                  <a:cubicBezTo>
                    <a:pt x="32481" y="5180"/>
                    <a:pt x="31200" y="7315"/>
                    <a:pt x="29065" y="7913"/>
                  </a:cubicBezTo>
                  <a:lnTo>
                    <a:pt x="4981" y="13891"/>
                  </a:lnTo>
                  <a:cubicBezTo>
                    <a:pt x="4981" y="13891"/>
                    <a:pt x="4298" y="13977"/>
                    <a:pt x="4042" y="139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 name="Google Shape;2934;p73">
              <a:extLst>
                <a:ext uri="{FF2B5EF4-FFF2-40B4-BE49-F238E27FC236}">
                  <a16:creationId xmlns:a16="http://schemas.microsoft.com/office/drawing/2014/main" id="{1B483A70-9C92-DBAA-B91D-31938D5146DF}"/>
                </a:ext>
              </a:extLst>
            </p:cNvPr>
            <p:cNvSpPr/>
            <p:nvPr/>
          </p:nvSpPr>
          <p:spPr>
            <a:xfrm>
              <a:off x="2766798" y="4523022"/>
              <a:ext cx="27090" cy="12558"/>
            </a:xfrm>
            <a:custGeom>
              <a:avLst/>
              <a:gdLst/>
              <a:ahLst/>
              <a:cxnLst/>
              <a:rect l="l" t="t" r="r" b="b"/>
              <a:pathLst>
                <a:path w="30100" h="13953" extrusionOk="0">
                  <a:moveTo>
                    <a:pt x="3990" y="13954"/>
                  </a:moveTo>
                  <a:cubicBezTo>
                    <a:pt x="2197" y="13954"/>
                    <a:pt x="660" y="12758"/>
                    <a:pt x="147" y="10964"/>
                  </a:cubicBezTo>
                  <a:cubicBezTo>
                    <a:pt x="-451" y="8829"/>
                    <a:pt x="830" y="6609"/>
                    <a:pt x="2965" y="6096"/>
                  </a:cubicBezTo>
                  <a:lnTo>
                    <a:pt x="25085" y="118"/>
                  </a:lnTo>
                  <a:cubicBezTo>
                    <a:pt x="27306" y="-394"/>
                    <a:pt x="29441" y="801"/>
                    <a:pt x="29953" y="2936"/>
                  </a:cubicBezTo>
                  <a:cubicBezTo>
                    <a:pt x="30551" y="5071"/>
                    <a:pt x="29270" y="7292"/>
                    <a:pt x="27135" y="7804"/>
                  </a:cubicBezTo>
                  <a:lnTo>
                    <a:pt x="5015" y="13783"/>
                  </a:lnTo>
                  <a:cubicBezTo>
                    <a:pt x="5015" y="13783"/>
                    <a:pt x="4332" y="13954"/>
                    <a:pt x="3990" y="1395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 name="Google Shape;2935;p73">
              <a:extLst>
                <a:ext uri="{FF2B5EF4-FFF2-40B4-BE49-F238E27FC236}">
                  <a16:creationId xmlns:a16="http://schemas.microsoft.com/office/drawing/2014/main" id="{117B2D4F-7A5C-9C22-79A7-1A8E2D989141}"/>
                </a:ext>
              </a:extLst>
            </p:cNvPr>
            <p:cNvSpPr/>
            <p:nvPr/>
          </p:nvSpPr>
          <p:spPr>
            <a:xfrm>
              <a:off x="2282543" y="2554192"/>
              <a:ext cx="563338" cy="938143"/>
            </a:xfrm>
            <a:custGeom>
              <a:avLst/>
              <a:gdLst/>
              <a:ahLst/>
              <a:cxnLst/>
              <a:rect l="l" t="t" r="r" b="b"/>
              <a:pathLst>
                <a:path w="625931" h="1042381" extrusionOk="0">
                  <a:moveTo>
                    <a:pt x="0" y="126826"/>
                  </a:moveTo>
                  <a:cubicBezTo>
                    <a:pt x="3929" y="418739"/>
                    <a:pt x="7943" y="710738"/>
                    <a:pt x="11871" y="1002652"/>
                  </a:cubicBezTo>
                  <a:cubicBezTo>
                    <a:pt x="64566" y="1017341"/>
                    <a:pt x="125460" y="1029981"/>
                    <a:pt x="193527" y="1036899"/>
                  </a:cubicBezTo>
                  <a:cubicBezTo>
                    <a:pt x="358700" y="1053638"/>
                    <a:pt x="498251" y="1029127"/>
                    <a:pt x="595442" y="1002652"/>
                  </a:cubicBezTo>
                  <a:cubicBezTo>
                    <a:pt x="605605" y="704760"/>
                    <a:pt x="615768" y="406954"/>
                    <a:pt x="625931" y="109062"/>
                  </a:cubicBezTo>
                  <a:cubicBezTo>
                    <a:pt x="592794" y="87454"/>
                    <a:pt x="552483" y="64395"/>
                    <a:pt x="505169" y="43471"/>
                  </a:cubicBezTo>
                  <a:cubicBezTo>
                    <a:pt x="465968" y="26134"/>
                    <a:pt x="429159" y="13408"/>
                    <a:pt x="396278" y="3929"/>
                  </a:cubicBezTo>
                  <a:cubicBezTo>
                    <a:pt x="388763" y="10846"/>
                    <a:pt x="361518" y="34589"/>
                    <a:pt x="319585" y="36553"/>
                  </a:cubicBezTo>
                  <a:cubicBezTo>
                    <a:pt x="267061" y="39030"/>
                    <a:pt x="232813" y="5551"/>
                    <a:pt x="227348" y="0"/>
                  </a:cubicBezTo>
                  <a:cubicBezTo>
                    <a:pt x="181144" y="14263"/>
                    <a:pt x="123752" y="37578"/>
                    <a:pt x="64566" y="77206"/>
                  </a:cubicBezTo>
                  <a:cubicBezTo>
                    <a:pt x="40055" y="93604"/>
                    <a:pt x="18618" y="110428"/>
                    <a:pt x="85" y="12682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2936;p73">
              <a:extLst>
                <a:ext uri="{FF2B5EF4-FFF2-40B4-BE49-F238E27FC236}">
                  <a16:creationId xmlns:a16="http://schemas.microsoft.com/office/drawing/2014/main" id="{38A49599-905C-C8BC-9AF1-AC6888C5F837}"/>
                </a:ext>
              </a:extLst>
            </p:cNvPr>
            <p:cNvSpPr/>
            <p:nvPr/>
          </p:nvSpPr>
          <p:spPr>
            <a:xfrm>
              <a:off x="2453554" y="2295699"/>
              <a:ext cx="31398" cy="71518"/>
            </a:xfrm>
            <a:custGeom>
              <a:avLst/>
              <a:gdLst/>
              <a:ahLst/>
              <a:cxnLst/>
              <a:rect l="l" t="t" r="r" b="b"/>
              <a:pathLst>
                <a:path w="34887" h="79464" extrusionOk="0">
                  <a:moveTo>
                    <a:pt x="8469" y="79464"/>
                  </a:moveTo>
                  <a:cubicBezTo>
                    <a:pt x="6932" y="74938"/>
                    <a:pt x="-10917" y="21304"/>
                    <a:pt x="10348" y="5418"/>
                  </a:cubicBezTo>
                  <a:cubicBezTo>
                    <a:pt x="18120" y="-389"/>
                    <a:pt x="31956" y="-1756"/>
                    <a:pt x="34518" y="2429"/>
                  </a:cubicBezTo>
                  <a:cubicBezTo>
                    <a:pt x="36653" y="6016"/>
                    <a:pt x="29052" y="10372"/>
                    <a:pt x="24098" y="22499"/>
                  </a:cubicBezTo>
                  <a:cubicBezTo>
                    <a:pt x="16497" y="41374"/>
                    <a:pt x="25892" y="53074"/>
                    <a:pt x="16668" y="69386"/>
                  </a:cubicBezTo>
                  <a:cubicBezTo>
                    <a:pt x="13935" y="74255"/>
                    <a:pt x="10604" y="77585"/>
                    <a:pt x="8469" y="7946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 name="Google Shape;2937;p73">
              <a:extLst>
                <a:ext uri="{FF2B5EF4-FFF2-40B4-BE49-F238E27FC236}">
                  <a16:creationId xmlns:a16="http://schemas.microsoft.com/office/drawing/2014/main" id="{C93382AA-6244-E21B-3455-219C39169C52}"/>
                </a:ext>
              </a:extLst>
            </p:cNvPr>
            <p:cNvSpPr/>
            <p:nvPr/>
          </p:nvSpPr>
          <p:spPr>
            <a:xfrm>
              <a:off x="2643508" y="2290043"/>
              <a:ext cx="28593" cy="78134"/>
            </a:xfrm>
            <a:custGeom>
              <a:avLst/>
              <a:gdLst/>
              <a:ahLst/>
              <a:cxnLst/>
              <a:rect l="l" t="t" r="r" b="b"/>
              <a:pathLst>
                <a:path w="31770" h="86816" extrusionOk="0">
                  <a:moveTo>
                    <a:pt x="85" y="6405"/>
                  </a:moveTo>
                  <a:cubicBezTo>
                    <a:pt x="3673" y="14177"/>
                    <a:pt x="8284" y="25878"/>
                    <a:pt x="10505" y="40653"/>
                  </a:cubicBezTo>
                  <a:cubicBezTo>
                    <a:pt x="14433" y="66360"/>
                    <a:pt x="9053" y="85746"/>
                    <a:pt x="12982" y="86771"/>
                  </a:cubicBezTo>
                  <a:cubicBezTo>
                    <a:pt x="16142" y="87625"/>
                    <a:pt x="22035" y="76181"/>
                    <a:pt x="24853" y="68922"/>
                  </a:cubicBezTo>
                  <a:cubicBezTo>
                    <a:pt x="29465" y="57136"/>
                    <a:pt x="28269" y="48510"/>
                    <a:pt x="28782" y="32710"/>
                  </a:cubicBezTo>
                  <a:cubicBezTo>
                    <a:pt x="29038" y="25024"/>
                    <a:pt x="29806" y="13836"/>
                    <a:pt x="31771" y="0"/>
                  </a:cubicBezTo>
                  <a:lnTo>
                    <a:pt x="0" y="649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 name="Google Shape;2938;p73">
              <a:extLst>
                <a:ext uri="{FF2B5EF4-FFF2-40B4-BE49-F238E27FC236}">
                  <a16:creationId xmlns:a16="http://schemas.microsoft.com/office/drawing/2014/main" id="{1D93B03D-67C0-79F3-DEEA-2A7D91D7C6D0}"/>
                </a:ext>
              </a:extLst>
            </p:cNvPr>
            <p:cNvSpPr/>
            <p:nvPr/>
          </p:nvSpPr>
          <p:spPr>
            <a:xfrm>
              <a:off x="2517162" y="2274124"/>
              <a:ext cx="300078" cy="26287"/>
            </a:xfrm>
            <a:custGeom>
              <a:avLst/>
              <a:gdLst/>
              <a:ahLst/>
              <a:cxnLst/>
              <a:rect l="l" t="t" r="r" b="b"/>
              <a:pathLst>
                <a:path w="333420" h="29208" extrusionOk="0">
                  <a:moveTo>
                    <a:pt x="333420" y="14604"/>
                  </a:moveTo>
                  <a:cubicBezTo>
                    <a:pt x="333420" y="22632"/>
                    <a:pt x="258776" y="29208"/>
                    <a:pt x="166710" y="29208"/>
                  </a:cubicBezTo>
                  <a:cubicBezTo>
                    <a:pt x="74644" y="29208"/>
                    <a:pt x="0" y="22632"/>
                    <a:pt x="0" y="14604"/>
                  </a:cubicBezTo>
                  <a:cubicBezTo>
                    <a:pt x="0" y="6576"/>
                    <a:pt x="74644" y="0"/>
                    <a:pt x="166710" y="0"/>
                  </a:cubicBezTo>
                  <a:cubicBezTo>
                    <a:pt x="258776" y="0"/>
                    <a:pt x="333420" y="6576"/>
                    <a:pt x="333420" y="1460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2939;p73">
              <a:extLst>
                <a:ext uri="{FF2B5EF4-FFF2-40B4-BE49-F238E27FC236}">
                  <a16:creationId xmlns:a16="http://schemas.microsoft.com/office/drawing/2014/main" id="{2DACCEA1-CA0D-731F-F72A-ACB80D979A4D}"/>
                </a:ext>
              </a:extLst>
            </p:cNvPr>
            <p:cNvSpPr/>
            <p:nvPr/>
          </p:nvSpPr>
          <p:spPr>
            <a:xfrm>
              <a:off x="2452659" y="2209949"/>
              <a:ext cx="212597" cy="109342"/>
            </a:xfrm>
            <a:custGeom>
              <a:avLst/>
              <a:gdLst/>
              <a:ahLst/>
              <a:cxnLst/>
              <a:rect l="l" t="t" r="r" b="b"/>
              <a:pathLst>
                <a:path w="236219" h="121491" extrusionOk="0">
                  <a:moveTo>
                    <a:pt x="1350" y="121491"/>
                  </a:moveTo>
                  <a:cubicBezTo>
                    <a:pt x="-359" y="110559"/>
                    <a:pt x="-1554" y="93137"/>
                    <a:pt x="4937" y="73921"/>
                  </a:cubicBezTo>
                  <a:cubicBezTo>
                    <a:pt x="22957" y="20799"/>
                    <a:pt x="82399" y="5085"/>
                    <a:pt x="88633" y="3547"/>
                  </a:cubicBezTo>
                  <a:cubicBezTo>
                    <a:pt x="153797" y="-12167"/>
                    <a:pt x="231942" y="27034"/>
                    <a:pt x="236042" y="67943"/>
                  </a:cubicBezTo>
                  <a:cubicBezTo>
                    <a:pt x="237067" y="77935"/>
                    <a:pt x="233480" y="86732"/>
                    <a:pt x="229978" y="92881"/>
                  </a:cubicBezTo>
                  <a:cubicBezTo>
                    <a:pt x="208456" y="89892"/>
                    <a:pt x="183860" y="88013"/>
                    <a:pt x="156786" y="88781"/>
                  </a:cubicBezTo>
                  <a:cubicBezTo>
                    <a:pt x="91793" y="90575"/>
                    <a:pt x="38501" y="106545"/>
                    <a:pt x="1350" y="12149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 name="Google Shape;2940;p73">
              <a:extLst>
                <a:ext uri="{FF2B5EF4-FFF2-40B4-BE49-F238E27FC236}">
                  <a16:creationId xmlns:a16="http://schemas.microsoft.com/office/drawing/2014/main" id="{4C77BAE4-8DF0-C8F2-D7EF-914531C0FAF3}"/>
                </a:ext>
              </a:extLst>
            </p:cNvPr>
            <p:cNvSpPr/>
            <p:nvPr/>
          </p:nvSpPr>
          <p:spPr>
            <a:xfrm>
              <a:off x="2290694" y="2516973"/>
              <a:ext cx="539433" cy="761495"/>
            </a:xfrm>
            <a:custGeom>
              <a:avLst/>
              <a:gdLst/>
              <a:ahLst/>
              <a:cxnLst/>
              <a:rect l="l" t="t" r="r" b="b"/>
              <a:pathLst>
                <a:path w="599370" h="846105" extrusionOk="0">
                  <a:moveTo>
                    <a:pt x="599370" y="781795"/>
                  </a:moveTo>
                  <a:cubicBezTo>
                    <a:pt x="542235" y="807416"/>
                    <a:pt x="445984" y="841920"/>
                    <a:pt x="322317" y="845763"/>
                  </a:cubicBezTo>
                  <a:cubicBezTo>
                    <a:pt x="174567" y="850290"/>
                    <a:pt x="60296" y="808868"/>
                    <a:pt x="0" y="781795"/>
                  </a:cubicBezTo>
                  <a:cubicBezTo>
                    <a:pt x="18618" y="540441"/>
                    <a:pt x="37322" y="299087"/>
                    <a:pt x="55940" y="57734"/>
                  </a:cubicBezTo>
                  <a:cubicBezTo>
                    <a:pt x="43983" y="38517"/>
                    <a:pt x="31941" y="19216"/>
                    <a:pt x="19985" y="0"/>
                  </a:cubicBezTo>
                  <a:cubicBezTo>
                    <a:pt x="210864" y="4014"/>
                    <a:pt x="401829" y="8028"/>
                    <a:pt x="592709" y="11957"/>
                  </a:cubicBezTo>
                  <a:cubicBezTo>
                    <a:pt x="587841" y="32368"/>
                    <a:pt x="582973" y="52780"/>
                    <a:pt x="578019" y="73192"/>
                  </a:cubicBezTo>
                  <a:cubicBezTo>
                    <a:pt x="585108" y="309421"/>
                    <a:pt x="592196" y="545566"/>
                    <a:pt x="599370" y="78179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 name="Google Shape;2941;p73">
              <a:extLst>
                <a:ext uri="{FF2B5EF4-FFF2-40B4-BE49-F238E27FC236}">
                  <a16:creationId xmlns:a16="http://schemas.microsoft.com/office/drawing/2014/main" id="{10A766F5-9F37-FD5D-CB71-40BFC3252F94}"/>
                </a:ext>
              </a:extLst>
            </p:cNvPr>
            <p:cNvSpPr/>
            <p:nvPr/>
          </p:nvSpPr>
          <p:spPr>
            <a:xfrm>
              <a:off x="2414414" y="2723335"/>
              <a:ext cx="125491" cy="313566"/>
            </a:xfrm>
            <a:custGeom>
              <a:avLst/>
              <a:gdLst/>
              <a:ahLst/>
              <a:cxnLst/>
              <a:rect l="l" t="t" r="r" b="b"/>
              <a:pathLst>
                <a:path w="139434" h="348407" extrusionOk="0">
                  <a:moveTo>
                    <a:pt x="48010" y="348407"/>
                  </a:moveTo>
                  <a:cubicBezTo>
                    <a:pt x="45106" y="347895"/>
                    <a:pt x="43654" y="345845"/>
                    <a:pt x="44082" y="343625"/>
                  </a:cubicBezTo>
                  <a:lnTo>
                    <a:pt x="84990" y="132162"/>
                  </a:lnTo>
                  <a:cubicBezTo>
                    <a:pt x="67397" y="128319"/>
                    <a:pt x="25463" y="115423"/>
                    <a:pt x="7528" y="76649"/>
                  </a:cubicBezTo>
                  <a:cubicBezTo>
                    <a:pt x="3429" y="67682"/>
                    <a:pt x="867" y="58031"/>
                    <a:pt x="13" y="47782"/>
                  </a:cubicBezTo>
                  <a:cubicBezTo>
                    <a:pt x="-73" y="46672"/>
                    <a:pt x="269" y="45562"/>
                    <a:pt x="1123" y="44708"/>
                  </a:cubicBezTo>
                  <a:cubicBezTo>
                    <a:pt x="1892" y="43854"/>
                    <a:pt x="2746" y="43598"/>
                    <a:pt x="4112" y="43427"/>
                  </a:cubicBezTo>
                  <a:lnTo>
                    <a:pt x="83539" y="45391"/>
                  </a:lnTo>
                  <a:cubicBezTo>
                    <a:pt x="97032" y="27285"/>
                    <a:pt x="114284" y="11827"/>
                    <a:pt x="133415" y="554"/>
                  </a:cubicBezTo>
                  <a:cubicBezTo>
                    <a:pt x="135294" y="-557"/>
                    <a:pt x="137771" y="41"/>
                    <a:pt x="138881" y="2006"/>
                  </a:cubicBezTo>
                  <a:cubicBezTo>
                    <a:pt x="139991" y="3885"/>
                    <a:pt x="139393" y="6361"/>
                    <a:pt x="137429" y="7471"/>
                  </a:cubicBezTo>
                  <a:cubicBezTo>
                    <a:pt x="118640" y="18574"/>
                    <a:pt x="101730" y="33861"/>
                    <a:pt x="88748" y="51796"/>
                  </a:cubicBezTo>
                  <a:cubicBezTo>
                    <a:pt x="87980" y="52821"/>
                    <a:pt x="87040" y="53163"/>
                    <a:pt x="85417" y="53419"/>
                  </a:cubicBezTo>
                  <a:lnTo>
                    <a:pt x="8468" y="51455"/>
                  </a:lnTo>
                  <a:cubicBezTo>
                    <a:pt x="9493" y="59141"/>
                    <a:pt x="11628" y="66401"/>
                    <a:pt x="14788" y="73233"/>
                  </a:cubicBezTo>
                  <a:cubicBezTo>
                    <a:pt x="32552" y="111836"/>
                    <a:pt x="77133" y="122597"/>
                    <a:pt x="90371" y="124988"/>
                  </a:cubicBezTo>
                  <a:cubicBezTo>
                    <a:pt x="91396" y="125159"/>
                    <a:pt x="92335" y="125757"/>
                    <a:pt x="92933" y="126696"/>
                  </a:cubicBezTo>
                  <a:cubicBezTo>
                    <a:pt x="93531" y="127550"/>
                    <a:pt x="93787" y="128661"/>
                    <a:pt x="93531" y="129686"/>
                  </a:cubicBezTo>
                  <a:lnTo>
                    <a:pt x="51853" y="345076"/>
                  </a:lnTo>
                  <a:cubicBezTo>
                    <a:pt x="51512" y="346955"/>
                    <a:pt x="49804" y="348322"/>
                    <a:pt x="47925" y="34832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2942;p73">
              <a:extLst>
                <a:ext uri="{FF2B5EF4-FFF2-40B4-BE49-F238E27FC236}">
                  <a16:creationId xmlns:a16="http://schemas.microsoft.com/office/drawing/2014/main" id="{6E86D3CD-E88E-0B85-924C-A3F777C27472}"/>
                </a:ext>
              </a:extLst>
            </p:cNvPr>
            <p:cNvSpPr/>
            <p:nvPr/>
          </p:nvSpPr>
          <p:spPr>
            <a:xfrm>
              <a:off x="2626257" y="2678438"/>
              <a:ext cx="80182" cy="360439"/>
            </a:xfrm>
            <a:custGeom>
              <a:avLst/>
              <a:gdLst/>
              <a:ahLst/>
              <a:cxnLst/>
              <a:rect l="l" t="t" r="r" b="b"/>
              <a:pathLst>
                <a:path w="89091" h="400488" extrusionOk="0">
                  <a:moveTo>
                    <a:pt x="49477" y="400489"/>
                  </a:moveTo>
                  <a:cubicBezTo>
                    <a:pt x="47171" y="400489"/>
                    <a:pt x="45463" y="398610"/>
                    <a:pt x="45463" y="396389"/>
                  </a:cubicBezTo>
                  <a:lnTo>
                    <a:pt x="51100" y="74841"/>
                  </a:lnTo>
                  <a:cubicBezTo>
                    <a:pt x="51100" y="73901"/>
                    <a:pt x="51441" y="73047"/>
                    <a:pt x="52039" y="72278"/>
                  </a:cubicBezTo>
                  <a:cubicBezTo>
                    <a:pt x="77319" y="42814"/>
                    <a:pt x="85176" y="16338"/>
                    <a:pt x="79625" y="10274"/>
                  </a:cubicBezTo>
                  <a:cubicBezTo>
                    <a:pt x="73561" y="3613"/>
                    <a:pt x="44780" y="10274"/>
                    <a:pt x="11643" y="36237"/>
                  </a:cubicBezTo>
                  <a:cubicBezTo>
                    <a:pt x="10789" y="36921"/>
                    <a:pt x="9679" y="37262"/>
                    <a:pt x="8568" y="37006"/>
                  </a:cubicBezTo>
                  <a:cubicBezTo>
                    <a:pt x="7117" y="36835"/>
                    <a:pt x="5494" y="36579"/>
                    <a:pt x="3529" y="36323"/>
                  </a:cubicBezTo>
                  <a:cubicBezTo>
                    <a:pt x="1309" y="36067"/>
                    <a:pt x="-228" y="34102"/>
                    <a:pt x="28" y="31882"/>
                  </a:cubicBezTo>
                  <a:cubicBezTo>
                    <a:pt x="284" y="29661"/>
                    <a:pt x="2248" y="28124"/>
                    <a:pt x="4469" y="28380"/>
                  </a:cubicBezTo>
                  <a:cubicBezTo>
                    <a:pt x="5750" y="28551"/>
                    <a:pt x="6946" y="28722"/>
                    <a:pt x="7970" y="28807"/>
                  </a:cubicBezTo>
                  <a:cubicBezTo>
                    <a:pt x="40766" y="3613"/>
                    <a:pt x="74586" y="-6977"/>
                    <a:pt x="85433" y="4809"/>
                  </a:cubicBezTo>
                  <a:cubicBezTo>
                    <a:pt x="95510" y="15826"/>
                    <a:pt x="84152" y="46401"/>
                    <a:pt x="58957" y="76292"/>
                  </a:cubicBezTo>
                  <a:lnTo>
                    <a:pt x="53320" y="396389"/>
                  </a:lnTo>
                  <a:cubicBezTo>
                    <a:pt x="53320" y="398610"/>
                    <a:pt x="51527" y="400318"/>
                    <a:pt x="49306" y="40031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 name="Google Shape;2943;p73">
              <a:extLst>
                <a:ext uri="{FF2B5EF4-FFF2-40B4-BE49-F238E27FC236}">
                  <a16:creationId xmlns:a16="http://schemas.microsoft.com/office/drawing/2014/main" id="{15595E97-1413-F157-749B-D0DD2866F394}"/>
                </a:ext>
              </a:extLst>
            </p:cNvPr>
            <p:cNvSpPr/>
            <p:nvPr/>
          </p:nvSpPr>
          <p:spPr>
            <a:xfrm>
              <a:off x="2547149" y="2653050"/>
              <a:ext cx="53447" cy="63321"/>
            </a:xfrm>
            <a:custGeom>
              <a:avLst/>
              <a:gdLst/>
              <a:ahLst/>
              <a:cxnLst/>
              <a:rect l="l" t="t" r="r" b="b"/>
              <a:pathLst>
                <a:path w="59385" h="70357" extrusionOk="0">
                  <a:moveTo>
                    <a:pt x="6410" y="70358"/>
                  </a:moveTo>
                  <a:cubicBezTo>
                    <a:pt x="4446" y="70358"/>
                    <a:pt x="2738" y="68906"/>
                    <a:pt x="2482" y="66942"/>
                  </a:cubicBezTo>
                  <a:cubicBezTo>
                    <a:pt x="432" y="52594"/>
                    <a:pt x="-4863" y="5450"/>
                    <a:pt x="11364" y="411"/>
                  </a:cubicBezTo>
                  <a:cubicBezTo>
                    <a:pt x="25541" y="-3945"/>
                    <a:pt x="45270" y="27057"/>
                    <a:pt x="59020" y="57632"/>
                  </a:cubicBezTo>
                  <a:cubicBezTo>
                    <a:pt x="59959" y="59682"/>
                    <a:pt x="59020" y="61988"/>
                    <a:pt x="56970" y="62928"/>
                  </a:cubicBezTo>
                  <a:cubicBezTo>
                    <a:pt x="54920" y="63867"/>
                    <a:pt x="52614" y="62928"/>
                    <a:pt x="51675" y="60878"/>
                  </a:cubicBezTo>
                  <a:cubicBezTo>
                    <a:pt x="33911" y="21250"/>
                    <a:pt x="17769" y="6560"/>
                    <a:pt x="13670" y="8012"/>
                  </a:cubicBezTo>
                  <a:cubicBezTo>
                    <a:pt x="9827" y="9208"/>
                    <a:pt x="4959" y="27399"/>
                    <a:pt x="10339" y="65831"/>
                  </a:cubicBezTo>
                  <a:cubicBezTo>
                    <a:pt x="10681" y="68052"/>
                    <a:pt x="9143" y="70016"/>
                    <a:pt x="6923" y="70358"/>
                  </a:cubicBezTo>
                  <a:cubicBezTo>
                    <a:pt x="6752" y="70358"/>
                    <a:pt x="6581" y="70358"/>
                    <a:pt x="6325" y="7035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2944;p73">
              <a:extLst>
                <a:ext uri="{FF2B5EF4-FFF2-40B4-BE49-F238E27FC236}">
                  <a16:creationId xmlns:a16="http://schemas.microsoft.com/office/drawing/2014/main" id="{F78481C3-9714-31A4-DC48-785F7B70E746}"/>
                </a:ext>
              </a:extLst>
            </p:cNvPr>
            <p:cNvSpPr/>
            <p:nvPr/>
          </p:nvSpPr>
          <p:spPr>
            <a:xfrm>
              <a:off x="2413041" y="2762590"/>
              <a:ext cx="40584" cy="14757"/>
            </a:xfrm>
            <a:custGeom>
              <a:avLst/>
              <a:gdLst/>
              <a:ahLst/>
              <a:cxnLst/>
              <a:rect l="l" t="t" r="r" b="b"/>
              <a:pathLst>
                <a:path w="45093" h="16397" extrusionOk="0">
                  <a:moveTo>
                    <a:pt x="45094" y="8199"/>
                  </a:moveTo>
                  <a:cubicBezTo>
                    <a:pt x="45094" y="12727"/>
                    <a:pt x="34999" y="16398"/>
                    <a:pt x="22547" y="16398"/>
                  </a:cubicBezTo>
                  <a:cubicBezTo>
                    <a:pt x="10094" y="16398"/>
                    <a:pt x="0" y="12727"/>
                    <a:pt x="0" y="8199"/>
                  </a:cubicBezTo>
                  <a:cubicBezTo>
                    <a:pt x="0" y="3671"/>
                    <a:pt x="10094" y="0"/>
                    <a:pt x="22547" y="0"/>
                  </a:cubicBezTo>
                  <a:cubicBezTo>
                    <a:pt x="34999" y="0"/>
                    <a:pt x="45094" y="3671"/>
                    <a:pt x="45094" y="81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2945;p73">
              <a:extLst>
                <a:ext uri="{FF2B5EF4-FFF2-40B4-BE49-F238E27FC236}">
                  <a16:creationId xmlns:a16="http://schemas.microsoft.com/office/drawing/2014/main" id="{7F3BADD5-065F-9671-468D-445BF9034F35}"/>
                </a:ext>
              </a:extLst>
            </p:cNvPr>
            <p:cNvSpPr/>
            <p:nvPr/>
          </p:nvSpPr>
          <p:spPr>
            <a:xfrm>
              <a:off x="2536233" y="2750440"/>
              <a:ext cx="11683" cy="26902"/>
            </a:xfrm>
            <a:custGeom>
              <a:avLst/>
              <a:gdLst/>
              <a:ahLst/>
              <a:cxnLst/>
              <a:rect l="l" t="t" r="r" b="b"/>
              <a:pathLst>
                <a:path w="12981" h="29891" extrusionOk="0">
                  <a:moveTo>
                    <a:pt x="12981" y="14946"/>
                  </a:moveTo>
                  <a:cubicBezTo>
                    <a:pt x="12981" y="23230"/>
                    <a:pt x="10078" y="29892"/>
                    <a:pt x="6491" y="29892"/>
                  </a:cubicBezTo>
                  <a:cubicBezTo>
                    <a:pt x="2904" y="29892"/>
                    <a:pt x="0" y="23230"/>
                    <a:pt x="0" y="14946"/>
                  </a:cubicBezTo>
                  <a:cubicBezTo>
                    <a:pt x="0" y="6662"/>
                    <a:pt x="2904" y="0"/>
                    <a:pt x="6491" y="0"/>
                  </a:cubicBezTo>
                  <a:cubicBezTo>
                    <a:pt x="10078" y="0"/>
                    <a:pt x="12981" y="6662"/>
                    <a:pt x="12981" y="1494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2946;p73">
              <a:extLst>
                <a:ext uri="{FF2B5EF4-FFF2-40B4-BE49-F238E27FC236}">
                  <a16:creationId xmlns:a16="http://schemas.microsoft.com/office/drawing/2014/main" id="{2D8BFFFB-859E-2A73-8337-30B7D87D10A6}"/>
                </a:ext>
              </a:extLst>
            </p:cNvPr>
            <p:cNvSpPr/>
            <p:nvPr/>
          </p:nvSpPr>
          <p:spPr>
            <a:xfrm>
              <a:off x="2543344" y="2702825"/>
              <a:ext cx="88350" cy="23132"/>
            </a:xfrm>
            <a:custGeom>
              <a:avLst/>
              <a:gdLst/>
              <a:ahLst/>
              <a:cxnLst/>
              <a:rect l="l" t="t" r="r" b="b"/>
              <a:pathLst>
                <a:path w="98167" h="25702" extrusionOk="0">
                  <a:moveTo>
                    <a:pt x="3973" y="25617"/>
                  </a:moveTo>
                  <a:cubicBezTo>
                    <a:pt x="2607" y="25617"/>
                    <a:pt x="1240" y="24934"/>
                    <a:pt x="557" y="23653"/>
                  </a:cubicBezTo>
                  <a:cubicBezTo>
                    <a:pt x="-553" y="21774"/>
                    <a:pt x="44" y="19297"/>
                    <a:pt x="1923" y="18187"/>
                  </a:cubicBezTo>
                  <a:cubicBezTo>
                    <a:pt x="16101" y="9817"/>
                    <a:pt x="31473" y="4181"/>
                    <a:pt x="47700" y="1618"/>
                  </a:cubicBezTo>
                  <a:cubicBezTo>
                    <a:pt x="63500" y="-859"/>
                    <a:pt x="79386" y="-517"/>
                    <a:pt x="95015" y="2814"/>
                  </a:cubicBezTo>
                  <a:cubicBezTo>
                    <a:pt x="97150" y="3241"/>
                    <a:pt x="98516" y="5376"/>
                    <a:pt x="98089" y="7597"/>
                  </a:cubicBezTo>
                  <a:cubicBezTo>
                    <a:pt x="97662" y="9732"/>
                    <a:pt x="95527" y="11098"/>
                    <a:pt x="93307" y="10671"/>
                  </a:cubicBezTo>
                  <a:cubicBezTo>
                    <a:pt x="78617" y="7597"/>
                    <a:pt x="63671" y="7169"/>
                    <a:pt x="48896" y="9561"/>
                  </a:cubicBezTo>
                  <a:cubicBezTo>
                    <a:pt x="33694" y="11952"/>
                    <a:pt x="19261" y="17247"/>
                    <a:pt x="5937" y="25105"/>
                  </a:cubicBezTo>
                  <a:cubicBezTo>
                    <a:pt x="5340" y="25446"/>
                    <a:pt x="4571" y="25702"/>
                    <a:pt x="3888" y="2570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2947;p73">
              <a:extLst>
                <a:ext uri="{FF2B5EF4-FFF2-40B4-BE49-F238E27FC236}">
                  <a16:creationId xmlns:a16="http://schemas.microsoft.com/office/drawing/2014/main" id="{8DCC8A07-34D4-30FE-96E0-4335DB3CEA6B}"/>
                </a:ext>
              </a:extLst>
            </p:cNvPr>
            <p:cNvSpPr/>
            <p:nvPr/>
          </p:nvSpPr>
          <p:spPr>
            <a:xfrm>
              <a:off x="2497072" y="2812767"/>
              <a:ext cx="76001" cy="28708"/>
            </a:xfrm>
            <a:custGeom>
              <a:avLst/>
              <a:gdLst/>
              <a:ahLst/>
              <a:cxnLst/>
              <a:rect l="l" t="t" r="r" b="b"/>
              <a:pathLst>
                <a:path w="84445" h="31898" extrusionOk="0">
                  <a:moveTo>
                    <a:pt x="22825" y="31899"/>
                  </a:moveTo>
                  <a:cubicBezTo>
                    <a:pt x="15225" y="31899"/>
                    <a:pt x="8478" y="30874"/>
                    <a:pt x="3097" y="29678"/>
                  </a:cubicBezTo>
                  <a:cubicBezTo>
                    <a:pt x="962" y="29166"/>
                    <a:pt x="-405" y="27031"/>
                    <a:pt x="108" y="24896"/>
                  </a:cubicBezTo>
                  <a:cubicBezTo>
                    <a:pt x="620" y="22761"/>
                    <a:pt x="2755" y="21394"/>
                    <a:pt x="4890" y="21906"/>
                  </a:cubicBezTo>
                  <a:cubicBezTo>
                    <a:pt x="15481" y="24298"/>
                    <a:pt x="31964" y="25749"/>
                    <a:pt x="49984" y="19003"/>
                  </a:cubicBezTo>
                  <a:cubicBezTo>
                    <a:pt x="60318" y="15074"/>
                    <a:pt x="69627" y="9096"/>
                    <a:pt x="77655" y="1153"/>
                  </a:cubicBezTo>
                  <a:cubicBezTo>
                    <a:pt x="79193" y="-384"/>
                    <a:pt x="81755" y="-384"/>
                    <a:pt x="83292" y="1153"/>
                  </a:cubicBezTo>
                  <a:cubicBezTo>
                    <a:pt x="84829" y="2690"/>
                    <a:pt x="84829" y="5252"/>
                    <a:pt x="83292" y="6790"/>
                  </a:cubicBezTo>
                  <a:cubicBezTo>
                    <a:pt x="74496" y="15501"/>
                    <a:pt x="64247" y="22163"/>
                    <a:pt x="52803" y="26433"/>
                  </a:cubicBezTo>
                  <a:cubicBezTo>
                    <a:pt x="42042" y="30447"/>
                    <a:pt x="31793" y="31813"/>
                    <a:pt x="22825" y="3181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2948;p73">
              <a:extLst>
                <a:ext uri="{FF2B5EF4-FFF2-40B4-BE49-F238E27FC236}">
                  <a16:creationId xmlns:a16="http://schemas.microsoft.com/office/drawing/2014/main" id="{5B984FFF-1033-2823-47DC-9B7B73F3AF6D}"/>
                </a:ext>
              </a:extLst>
            </p:cNvPr>
            <p:cNvSpPr/>
            <p:nvPr/>
          </p:nvSpPr>
          <p:spPr>
            <a:xfrm>
              <a:off x="2431471" y="3093386"/>
              <a:ext cx="52243" cy="13784"/>
            </a:xfrm>
            <a:custGeom>
              <a:avLst/>
              <a:gdLst/>
              <a:ahLst/>
              <a:cxnLst/>
              <a:rect l="l" t="t" r="r" b="b"/>
              <a:pathLst>
                <a:path w="58048" h="15316" extrusionOk="0">
                  <a:moveTo>
                    <a:pt x="54090" y="15317"/>
                  </a:moveTo>
                  <a:cubicBezTo>
                    <a:pt x="53492" y="15317"/>
                    <a:pt x="3445" y="7972"/>
                    <a:pt x="3445" y="7972"/>
                  </a:cubicBezTo>
                  <a:cubicBezTo>
                    <a:pt x="1225" y="7630"/>
                    <a:pt x="-227" y="5580"/>
                    <a:pt x="29" y="3445"/>
                  </a:cubicBezTo>
                  <a:cubicBezTo>
                    <a:pt x="371" y="1225"/>
                    <a:pt x="2421" y="-227"/>
                    <a:pt x="4556" y="29"/>
                  </a:cubicBezTo>
                  <a:lnTo>
                    <a:pt x="54603" y="7289"/>
                  </a:lnTo>
                  <a:cubicBezTo>
                    <a:pt x="56823" y="7630"/>
                    <a:pt x="58275" y="9680"/>
                    <a:pt x="58019" y="11815"/>
                  </a:cubicBezTo>
                  <a:cubicBezTo>
                    <a:pt x="57763" y="13780"/>
                    <a:pt x="56055" y="15231"/>
                    <a:pt x="54090" y="1523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2949;p73">
              <a:extLst>
                <a:ext uri="{FF2B5EF4-FFF2-40B4-BE49-F238E27FC236}">
                  <a16:creationId xmlns:a16="http://schemas.microsoft.com/office/drawing/2014/main" id="{A12C223C-0020-6962-B583-BF02A24EE209}"/>
                </a:ext>
              </a:extLst>
            </p:cNvPr>
            <p:cNvSpPr/>
            <p:nvPr/>
          </p:nvSpPr>
          <p:spPr>
            <a:xfrm>
              <a:off x="2442879" y="3049042"/>
              <a:ext cx="35356" cy="18215"/>
            </a:xfrm>
            <a:custGeom>
              <a:avLst/>
              <a:gdLst/>
              <a:ahLst/>
              <a:cxnLst/>
              <a:rect l="l" t="t" r="r" b="b"/>
              <a:pathLst>
                <a:path w="39284" h="20239" extrusionOk="0">
                  <a:moveTo>
                    <a:pt x="35271" y="20240"/>
                  </a:moveTo>
                  <a:cubicBezTo>
                    <a:pt x="34759" y="20240"/>
                    <a:pt x="34332" y="20154"/>
                    <a:pt x="33819" y="19984"/>
                  </a:cubicBezTo>
                  <a:lnTo>
                    <a:pt x="2561" y="7771"/>
                  </a:lnTo>
                  <a:cubicBezTo>
                    <a:pt x="511" y="7002"/>
                    <a:pt x="-513" y="4611"/>
                    <a:pt x="255" y="2561"/>
                  </a:cubicBezTo>
                  <a:cubicBezTo>
                    <a:pt x="1024" y="511"/>
                    <a:pt x="3415" y="-513"/>
                    <a:pt x="5465" y="255"/>
                  </a:cubicBezTo>
                  <a:lnTo>
                    <a:pt x="36723" y="12468"/>
                  </a:lnTo>
                  <a:cubicBezTo>
                    <a:pt x="38773" y="13237"/>
                    <a:pt x="39798" y="15628"/>
                    <a:pt x="39029" y="17678"/>
                  </a:cubicBezTo>
                  <a:cubicBezTo>
                    <a:pt x="38431" y="19300"/>
                    <a:pt x="36894" y="20240"/>
                    <a:pt x="35271" y="202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6" name="Google Shape;2950;p73">
              <a:extLst>
                <a:ext uri="{FF2B5EF4-FFF2-40B4-BE49-F238E27FC236}">
                  <a16:creationId xmlns:a16="http://schemas.microsoft.com/office/drawing/2014/main" id="{4BF97489-1395-6B02-B5E3-6209AC1EAF00}"/>
                </a:ext>
              </a:extLst>
            </p:cNvPr>
            <p:cNvSpPr/>
            <p:nvPr/>
          </p:nvSpPr>
          <p:spPr>
            <a:xfrm>
              <a:off x="2650690" y="2956870"/>
              <a:ext cx="34372" cy="30945"/>
            </a:xfrm>
            <a:custGeom>
              <a:avLst/>
              <a:gdLst/>
              <a:ahLst/>
              <a:cxnLst/>
              <a:rect l="l" t="t" r="r" b="b"/>
              <a:pathLst>
                <a:path w="38191" h="34383" extrusionOk="0">
                  <a:moveTo>
                    <a:pt x="3979" y="34383"/>
                  </a:moveTo>
                  <a:cubicBezTo>
                    <a:pt x="2869" y="34383"/>
                    <a:pt x="1759" y="33956"/>
                    <a:pt x="990" y="33017"/>
                  </a:cubicBezTo>
                  <a:cubicBezTo>
                    <a:pt x="-462" y="31394"/>
                    <a:pt x="-291" y="28832"/>
                    <a:pt x="1332" y="27380"/>
                  </a:cubicBezTo>
                  <a:lnTo>
                    <a:pt x="31565" y="990"/>
                  </a:lnTo>
                  <a:cubicBezTo>
                    <a:pt x="33188" y="-462"/>
                    <a:pt x="35750" y="-291"/>
                    <a:pt x="37202" y="1332"/>
                  </a:cubicBezTo>
                  <a:cubicBezTo>
                    <a:pt x="38654" y="2954"/>
                    <a:pt x="38483" y="5517"/>
                    <a:pt x="36860" y="6968"/>
                  </a:cubicBezTo>
                  <a:lnTo>
                    <a:pt x="6627" y="33358"/>
                  </a:lnTo>
                  <a:cubicBezTo>
                    <a:pt x="5858" y="34042"/>
                    <a:pt x="4919" y="34383"/>
                    <a:pt x="3979" y="3438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7" name="Google Shape;2951;p73">
              <a:extLst>
                <a:ext uri="{FF2B5EF4-FFF2-40B4-BE49-F238E27FC236}">
                  <a16:creationId xmlns:a16="http://schemas.microsoft.com/office/drawing/2014/main" id="{368FE750-FE5C-826E-4873-672CC74A65D6}"/>
                </a:ext>
              </a:extLst>
            </p:cNvPr>
            <p:cNvSpPr/>
            <p:nvPr/>
          </p:nvSpPr>
          <p:spPr>
            <a:xfrm>
              <a:off x="2635200" y="2996516"/>
              <a:ext cx="34365" cy="31901"/>
            </a:xfrm>
            <a:custGeom>
              <a:avLst/>
              <a:gdLst/>
              <a:ahLst/>
              <a:cxnLst/>
              <a:rect l="l" t="t" r="r" b="b"/>
              <a:pathLst>
                <a:path w="38183" h="35446" extrusionOk="0">
                  <a:moveTo>
                    <a:pt x="4018" y="35447"/>
                  </a:moveTo>
                  <a:cubicBezTo>
                    <a:pt x="2907" y="35447"/>
                    <a:pt x="1882" y="35019"/>
                    <a:pt x="1028" y="34165"/>
                  </a:cubicBezTo>
                  <a:cubicBezTo>
                    <a:pt x="-423" y="32543"/>
                    <a:pt x="-338" y="29981"/>
                    <a:pt x="1285" y="28529"/>
                  </a:cubicBezTo>
                  <a:lnTo>
                    <a:pt x="31518" y="1028"/>
                  </a:lnTo>
                  <a:cubicBezTo>
                    <a:pt x="33141" y="-423"/>
                    <a:pt x="35703" y="-338"/>
                    <a:pt x="37155" y="1285"/>
                  </a:cubicBezTo>
                  <a:cubicBezTo>
                    <a:pt x="38606" y="2907"/>
                    <a:pt x="38521" y="5469"/>
                    <a:pt x="36898" y="6921"/>
                  </a:cubicBezTo>
                  <a:lnTo>
                    <a:pt x="6665" y="34422"/>
                  </a:lnTo>
                  <a:cubicBezTo>
                    <a:pt x="5897" y="35105"/>
                    <a:pt x="4957" y="35447"/>
                    <a:pt x="3932" y="3544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8" name="Google Shape;2952;p73">
              <a:extLst>
                <a:ext uri="{FF2B5EF4-FFF2-40B4-BE49-F238E27FC236}">
                  <a16:creationId xmlns:a16="http://schemas.microsoft.com/office/drawing/2014/main" id="{AEC2085F-AB10-B47B-67A6-B4FB038F5E30}"/>
                </a:ext>
              </a:extLst>
            </p:cNvPr>
            <p:cNvSpPr/>
            <p:nvPr/>
          </p:nvSpPr>
          <p:spPr>
            <a:xfrm>
              <a:off x="2356911" y="2569733"/>
              <a:ext cx="446847" cy="34966"/>
            </a:xfrm>
            <a:custGeom>
              <a:avLst/>
              <a:gdLst/>
              <a:ahLst/>
              <a:cxnLst/>
              <a:rect l="l" t="t" r="r" b="b"/>
              <a:pathLst>
                <a:path w="496497" h="38851" extrusionOk="0">
                  <a:moveTo>
                    <a:pt x="292248" y="38852"/>
                  </a:moveTo>
                  <a:cubicBezTo>
                    <a:pt x="231098" y="38852"/>
                    <a:pt x="170204" y="34838"/>
                    <a:pt x="110079" y="26724"/>
                  </a:cubicBezTo>
                  <a:cubicBezTo>
                    <a:pt x="74466" y="21942"/>
                    <a:pt x="38425" y="15622"/>
                    <a:pt x="3153" y="7935"/>
                  </a:cubicBezTo>
                  <a:cubicBezTo>
                    <a:pt x="1017" y="7508"/>
                    <a:pt x="-349" y="5373"/>
                    <a:pt x="78" y="3153"/>
                  </a:cubicBezTo>
                  <a:cubicBezTo>
                    <a:pt x="505" y="1018"/>
                    <a:pt x="2640" y="-349"/>
                    <a:pt x="4861" y="78"/>
                  </a:cubicBezTo>
                  <a:cubicBezTo>
                    <a:pt x="39962" y="7679"/>
                    <a:pt x="75747" y="13999"/>
                    <a:pt x="111190" y="18782"/>
                  </a:cubicBezTo>
                  <a:cubicBezTo>
                    <a:pt x="236308" y="35606"/>
                    <a:pt x="364329" y="34838"/>
                    <a:pt x="491924" y="16476"/>
                  </a:cubicBezTo>
                  <a:cubicBezTo>
                    <a:pt x="494059" y="16220"/>
                    <a:pt x="496109" y="17671"/>
                    <a:pt x="496450" y="19892"/>
                  </a:cubicBezTo>
                  <a:cubicBezTo>
                    <a:pt x="496792" y="22113"/>
                    <a:pt x="495255" y="24077"/>
                    <a:pt x="493034" y="24418"/>
                  </a:cubicBezTo>
                  <a:cubicBezTo>
                    <a:pt x="426162" y="34069"/>
                    <a:pt x="359034" y="38852"/>
                    <a:pt x="292333" y="3885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9" name="Google Shape;2953;p73">
              <a:extLst>
                <a:ext uri="{FF2B5EF4-FFF2-40B4-BE49-F238E27FC236}">
                  <a16:creationId xmlns:a16="http://schemas.microsoft.com/office/drawing/2014/main" id="{FCB9EA49-8541-7034-CEEA-DA733039A596}"/>
                </a:ext>
              </a:extLst>
            </p:cNvPr>
            <p:cNvSpPr/>
            <p:nvPr/>
          </p:nvSpPr>
          <p:spPr>
            <a:xfrm>
              <a:off x="2343368" y="2594825"/>
              <a:ext cx="54654" cy="625721"/>
            </a:xfrm>
            <a:custGeom>
              <a:avLst/>
              <a:gdLst/>
              <a:ahLst/>
              <a:cxnLst/>
              <a:rect l="l" t="t" r="r" b="b"/>
              <a:pathLst>
                <a:path w="60727" h="695246" extrusionOk="0">
                  <a:moveTo>
                    <a:pt x="7945" y="695161"/>
                  </a:moveTo>
                  <a:cubicBezTo>
                    <a:pt x="5895" y="695161"/>
                    <a:pt x="4187" y="693624"/>
                    <a:pt x="3931" y="691574"/>
                  </a:cubicBezTo>
                  <a:cubicBezTo>
                    <a:pt x="87" y="650665"/>
                    <a:pt x="-937" y="609073"/>
                    <a:pt x="856" y="567994"/>
                  </a:cubicBezTo>
                  <a:cubicBezTo>
                    <a:pt x="4870" y="475671"/>
                    <a:pt x="22036" y="407689"/>
                    <a:pt x="31260" y="371136"/>
                  </a:cubicBezTo>
                  <a:lnTo>
                    <a:pt x="33822" y="360802"/>
                  </a:lnTo>
                  <a:cubicBezTo>
                    <a:pt x="58760" y="258999"/>
                    <a:pt x="59017" y="139176"/>
                    <a:pt x="34505" y="4749"/>
                  </a:cubicBezTo>
                  <a:cubicBezTo>
                    <a:pt x="34079" y="2529"/>
                    <a:pt x="35530" y="479"/>
                    <a:pt x="37751" y="52"/>
                  </a:cubicBezTo>
                  <a:cubicBezTo>
                    <a:pt x="39886" y="-289"/>
                    <a:pt x="42021" y="1077"/>
                    <a:pt x="42448" y="3298"/>
                  </a:cubicBezTo>
                  <a:cubicBezTo>
                    <a:pt x="67130" y="138920"/>
                    <a:pt x="66788" y="259768"/>
                    <a:pt x="41594" y="362681"/>
                  </a:cubicBezTo>
                  <a:lnTo>
                    <a:pt x="39032" y="373100"/>
                  </a:lnTo>
                  <a:cubicBezTo>
                    <a:pt x="29894" y="409312"/>
                    <a:pt x="12898" y="476781"/>
                    <a:pt x="8884" y="568335"/>
                  </a:cubicBezTo>
                  <a:cubicBezTo>
                    <a:pt x="7091" y="609073"/>
                    <a:pt x="8115" y="650239"/>
                    <a:pt x="11959" y="690891"/>
                  </a:cubicBezTo>
                  <a:cubicBezTo>
                    <a:pt x="12129" y="693112"/>
                    <a:pt x="10507" y="695076"/>
                    <a:pt x="8372" y="695247"/>
                  </a:cubicBezTo>
                  <a:cubicBezTo>
                    <a:pt x="8201" y="695247"/>
                    <a:pt x="8115" y="695247"/>
                    <a:pt x="8030" y="69524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0" name="Google Shape;2954;p73">
              <a:extLst>
                <a:ext uri="{FF2B5EF4-FFF2-40B4-BE49-F238E27FC236}">
                  <a16:creationId xmlns:a16="http://schemas.microsoft.com/office/drawing/2014/main" id="{772AA7C6-0987-C33E-1114-A6A885B271EC}"/>
                </a:ext>
              </a:extLst>
            </p:cNvPr>
            <p:cNvSpPr/>
            <p:nvPr/>
          </p:nvSpPr>
          <p:spPr>
            <a:xfrm>
              <a:off x="2373474" y="2535337"/>
              <a:ext cx="28135" cy="41598"/>
            </a:xfrm>
            <a:custGeom>
              <a:avLst/>
              <a:gdLst/>
              <a:ahLst/>
              <a:cxnLst/>
              <a:rect l="l" t="t" r="r" b="b"/>
              <a:pathLst>
                <a:path w="31261" h="46220" extrusionOk="0">
                  <a:moveTo>
                    <a:pt x="27289" y="46135"/>
                  </a:moveTo>
                  <a:cubicBezTo>
                    <a:pt x="25922" y="46135"/>
                    <a:pt x="24641" y="45452"/>
                    <a:pt x="23872" y="44256"/>
                  </a:cubicBezTo>
                  <a:lnTo>
                    <a:pt x="557" y="6081"/>
                  </a:lnTo>
                  <a:cubicBezTo>
                    <a:pt x="-553" y="4202"/>
                    <a:pt x="44" y="1725"/>
                    <a:pt x="1923" y="615"/>
                  </a:cubicBezTo>
                  <a:cubicBezTo>
                    <a:pt x="3802" y="-581"/>
                    <a:pt x="6279" y="17"/>
                    <a:pt x="7389" y="1981"/>
                  </a:cubicBezTo>
                  <a:lnTo>
                    <a:pt x="30705" y="40157"/>
                  </a:lnTo>
                  <a:cubicBezTo>
                    <a:pt x="31815" y="42036"/>
                    <a:pt x="31217" y="44513"/>
                    <a:pt x="29338" y="45623"/>
                  </a:cubicBezTo>
                  <a:cubicBezTo>
                    <a:pt x="28655" y="46050"/>
                    <a:pt x="27972" y="46221"/>
                    <a:pt x="27289" y="4622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1" name="Google Shape;2955;p73">
              <a:extLst>
                <a:ext uri="{FF2B5EF4-FFF2-40B4-BE49-F238E27FC236}">
                  <a16:creationId xmlns:a16="http://schemas.microsoft.com/office/drawing/2014/main" id="{867C0C8D-F524-9F57-A6C4-A625A9B0C729}"/>
                </a:ext>
              </a:extLst>
            </p:cNvPr>
            <p:cNvSpPr/>
            <p:nvPr/>
          </p:nvSpPr>
          <p:spPr>
            <a:xfrm>
              <a:off x="2414434" y="2549412"/>
              <a:ext cx="13279" cy="27453"/>
            </a:xfrm>
            <a:custGeom>
              <a:avLst/>
              <a:gdLst/>
              <a:ahLst/>
              <a:cxnLst/>
              <a:rect l="l" t="t" r="r" b="b"/>
              <a:pathLst>
                <a:path w="14755" h="30503" extrusionOk="0">
                  <a:moveTo>
                    <a:pt x="10836" y="30504"/>
                  </a:moveTo>
                  <a:cubicBezTo>
                    <a:pt x="9128" y="30504"/>
                    <a:pt x="7506" y="29393"/>
                    <a:pt x="6993" y="27685"/>
                  </a:cubicBezTo>
                  <a:lnTo>
                    <a:pt x="161" y="5139"/>
                  </a:lnTo>
                  <a:cubicBezTo>
                    <a:pt x="-437" y="3003"/>
                    <a:pt x="673" y="783"/>
                    <a:pt x="2808" y="185"/>
                  </a:cubicBezTo>
                  <a:cubicBezTo>
                    <a:pt x="4858" y="-498"/>
                    <a:pt x="7164" y="783"/>
                    <a:pt x="7762" y="2833"/>
                  </a:cubicBezTo>
                  <a:lnTo>
                    <a:pt x="14594" y="25380"/>
                  </a:lnTo>
                  <a:cubicBezTo>
                    <a:pt x="15192" y="27515"/>
                    <a:pt x="14082" y="29735"/>
                    <a:pt x="11947" y="30333"/>
                  </a:cubicBezTo>
                  <a:cubicBezTo>
                    <a:pt x="11605" y="30418"/>
                    <a:pt x="11178" y="30504"/>
                    <a:pt x="10751" y="3050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2" name="Google Shape;2956;p73">
              <a:extLst>
                <a:ext uri="{FF2B5EF4-FFF2-40B4-BE49-F238E27FC236}">
                  <a16:creationId xmlns:a16="http://schemas.microsoft.com/office/drawing/2014/main" id="{1D459658-9CD2-1043-40F7-B2F9B1C79541}"/>
                </a:ext>
              </a:extLst>
            </p:cNvPr>
            <p:cNvSpPr/>
            <p:nvPr/>
          </p:nvSpPr>
          <p:spPr>
            <a:xfrm>
              <a:off x="2532619" y="2540043"/>
              <a:ext cx="7532" cy="59185"/>
            </a:xfrm>
            <a:custGeom>
              <a:avLst/>
              <a:gdLst/>
              <a:ahLst/>
              <a:cxnLst/>
              <a:rect l="l" t="t" r="r" b="b"/>
              <a:pathLst>
                <a:path w="8369" h="65761" extrusionOk="0">
                  <a:moveTo>
                    <a:pt x="4356" y="65762"/>
                  </a:moveTo>
                  <a:cubicBezTo>
                    <a:pt x="2135" y="65762"/>
                    <a:pt x="342" y="63968"/>
                    <a:pt x="342" y="61748"/>
                  </a:cubicBezTo>
                  <a:lnTo>
                    <a:pt x="0" y="4014"/>
                  </a:lnTo>
                  <a:cubicBezTo>
                    <a:pt x="0" y="1793"/>
                    <a:pt x="1793" y="0"/>
                    <a:pt x="4014" y="0"/>
                  </a:cubicBezTo>
                  <a:cubicBezTo>
                    <a:pt x="6234" y="0"/>
                    <a:pt x="8028" y="1793"/>
                    <a:pt x="8028" y="4014"/>
                  </a:cubicBezTo>
                  <a:lnTo>
                    <a:pt x="8369" y="61748"/>
                  </a:lnTo>
                  <a:cubicBezTo>
                    <a:pt x="8369" y="63968"/>
                    <a:pt x="6576" y="65762"/>
                    <a:pt x="4356" y="65762"/>
                  </a:cubicBezTo>
                  <a:lnTo>
                    <a:pt x="4356" y="65762"/>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3" name="Google Shape;2957;p73">
              <a:extLst>
                <a:ext uri="{FF2B5EF4-FFF2-40B4-BE49-F238E27FC236}">
                  <a16:creationId xmlns:a16="http://schemas.microsoft.com/office/drawing/2014/main" id="{6D4706D4-3C2C-D951-FE73-B3CB2FB97DDB}"/>
                </a:ext>
              </a:extLst>
            </p:cNvPr>
            <p:cNvSpPr/>
            <p:nvPr/>
          </p:nvSpPr>
          <p:spPr>
            <a:xfrm>
              <a:off x="2576760" y="2569650"/>
              <a:ext cx="7225" cy="30284"/>
            </a:xfrm>
            <a:custGeom>
              <a:avLst/>
              <a:gdLst/>
              <a:ahLst/>
              <a:cxnLst/>
              <a:rect l="l" t="t" r="r" b="b"/>
              <a:pathLst>
                <a:path w="8028" h="33649" extrusionOk="0">
                  <a:moveTo>
                    <a:pt x="4014" y="33649"/>
                  </a:moveTo>
                  <a:cubicBezTo>
                    <a:pt x="1793" y="33649"/>
                    <a:pt x="0" y="31856"/>
                    <a:pt x="0" y="29635"/>
                  </a:cubicBezTo>
                  <a:lnTo>
                    <a:pt x="0" y="4014"/>
                  </a:lnTo>
                  <a:cubicBezTo>
                    <a:pt x="0" y="1794"/>
                    <a:pt x="1793" y="0"/>
                    <a:pt x="4014" y="0"/>
                  </a:cubicBezTo>
                  <a:cubicBezTo>
                    <a:pt x="6235" y="0"/>
                    <a:pt x="8028" y="1794"/>
                    <a:pt x="8028" y="4014"/>
                  </a:cubicBezTo>
                  <a:lnTo>
                    <a:pt x="8028" y="29635"/>
                  </a:lnTo>
                  <a:cubicBezTo>
                    <a:pt x="8028" y="31856"/>
                    <a:pt x="6235" y="33649"/>
                    <a:pt x="4014" y="3364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4" name="Google Shape;2958;p73">
              <a:extLst>
                <a:ext uri="{FF2B5EF4-FFF2-40B4-BE49-F238E27FC236}">
                  <a16:creationId xmlns:a16="http://schemas.microsoft.com/office/drawing/2014/main" id="{FE0019E9-A721-9E6A-BD8C-F478F878191D}"/>
                </a:ext>
              </a:extLst>
            </p:cNvPr>
            <p:cNvSpPr/>
            <p:nvPr/>
          </p:nvSpPr>
          <p:spPr>
            <a:xfrm>
              <a:off x="2662820" y="2569681"/>
              <a:ext cx="11640" cy="32327"/>
            </a:xfrm>
            <a:custGeom>
              <a:avLst/>
              <a:gdLst/>
              <a:ahLst/>
              <a:cxnLst/>
              <a:rect l="l" t="t" r="r" b="b"/>
              <a:pathLst>
                <a:path w="12933" h="35919" extrusionOk="0">
                  <a:moveTo>
                    <a:pt x="4002" y="35920"/>
                  </a:moveTo>
                  <a:cubicBezTo>
                    <a:pt x="1098" y="35493"/>
                    <a:pt x="-354" y="33358"/>
                    <a:pt x="73" y="31223"/>
                  </a:cubicBezTo>
                  <a:lnTo>
                    <a:pt x="5027" y="3295"/>
                  </a:lnTo>
                  <a:cubicBezTo>
                    <a:pt x="5454" y="1160"/>
                    <a:pt x="7504" y="-292"/>
                    <a:pt x="9639" y="50"/>
                  </a:cubicBezTo>
                  <a:cubicBezTo>
                    <a:pt x="11774" y="391"/>
                    <a:pt x="13226" y="2527"/>
                    <a:pt x="12884" y="4662"/>
                  </a:cubicBezTo>
                  <a:lnTo>
                    <a:pt x="7931" y="32589"/>
                  </a:lnTo>
                  <a:cubicBezTo>
                    <a:pt x="7589" y="34553"/>
                    <a:pt x="5881" y="35920"/>
                    <a:pt x="4002" y="3592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5" name="Google Shape;2959;p73">
              <a:extLst>
                <a:ext uri="{FF2B5EF4-FFF2-40B4-BE49-F238E27FC236}">
                  <a16:creationId xmlns:a16="http://schemas.microsoft.com/office/drawing/2014/main" id="{250E0B2F-FDEA-1552-8E3E-F24A257FD100}"/>
                </a:ext>
              </a:extLst>
            </p:cNvPr>
            <p:cNvSpPr/>
            <p:nvPr/>
          </p:nvSpPr>
          <p:spPr>
            <a:xfrm>
              <a:off x="2744706" y="2566109"/>
              <a:ext cx="7535" cy="28365"/>
            </a:xfrm>
            <a:custGeom>
              <a:avLst/>
              <a:gdLst/>
              <a:ahLst/>
              <a:cxnLst/>
              <a:rect l="l" t="t" r="r" b="b"/>
              <a:pathLst>
                <a:path w="8372" h="31517" extrusionOk="0">
                  <a:moveTo>
                    <a:pt x="4014" y="31517"/>
                  </a:moveTo>
                  <a:cubicBezTo>
                    <a:pt x="1708" y="31517"/>
                    <a:pt x="0" y="29638"/>
                    <a:pt x="0" y="27418"/>
                  </a:cubicBezTo>
                  <a:lnTo>
                    <a:pt x="342" y="3931"/>
                  </a:lnTo>
                  <a:cubicBezTo>
                    <a:pt x="342" y="1711"/>
                    <a:pt x="2221" y="-83"/>
                    <a:pt x="4441" y="3"/>
                  </a:cubicBezTo>
                  <a:cubicBezTo>
                    <a:pt x="6662" y="3"/>
                    <a:pt x="8455" y="1882"/>
                    <a:pt x="8370" y="4102"/>
                  </a:cubicBezTo>
                  <a:lnTo>
                    <a:pt x="8028" y="27589"/>
                  </a:lnTo>
                  <a:cubicBezTo>
                    <a:pt x="8028" y="29809"/>
                    <a:pt x="6235" y="31517"/>
                    <a:pt x="4014" y="3151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6" name="Google Shape;2960;p73">
              <a:extLst>
                <a:ext uri="{FF2B5EF4-FFF2-40B4-BE49-F238E27FC236}">
                  <a16:creationId xmlns:a16="http://schemas.microsoft.com/office/drawing/2014/main" id="{A6DC6952-5542-2F1A-7B7B-73C8D08B5D1F}"/>
                </a:ext>
              </a:extLst>
            </p:cNvPr>
            <p:cNvSpPr/>
            <p:nvPr/>
          </p:nvSpPr>
          <p:spPr>
            <a:xfrm>
              <a:off x="2390971" y="3049118"/>
              <a:ext cx="342661" cy="75941"/>
            </a:xfrm>
            <a:custGeom>
              <a:avLst/>
              <a:gdLst/>
              <a:ahLst/>
              <a:cxnLst/>
              <a:rect l="l" t="t" r="r" b="b"/>
              <a:pathLst>
                <a:path w="380734" h="84379" extrusionOk="0">
                  <a:moveTo>
                    <a:pt x="190367" y="84380"/>
                  </a:moveTo>
                  <a:cubicBezTo>
                    <a:pt x="98045" y="84380"/>
                    <a:pt x="0" y="69605"/>
                    <a:pt x="0" y="42190"/>
                  </a:cubicBezTo>
                  <a:cubicBezTo>
                    <a:pt x="0" y="14775"/>
                    <a:pt x="98130" y="0"/>
                    <a:pt x="190367" y="0"/>
                  </a:cubicBezTo>
                  <a:cubicBezTo>
                    <a:pt x="282604" y="0"/>
                    <a:pt x="380734" y="14775"/>
                    <a:pt x="380734" y="42190"/>
                  </a:cubicBezTo>
                  <a:cubicBezTo>
                    <a:pt x="380734" y="69605"/>
                    <a:pt x="282604" y="84380"/>
                    <a:pt x="190367" y="84380"/>
                  </a:cubicBezTo>
                  <a:close/>
                  <a:moveTo>
                    <a:pt x="190367" y="7943"/>
                  </a:moveTo>
                  <a:cubicBezTo>
                    <a:pt x="77377" y="7943"/>
                    <a:pt x="7943" y="27842"/>
                    <a:pt x="7943" y="42190"/>
                  </a:cubicBezTo>
                  <a:cubicBezTo>
                    <a:pt x="7943" y="56538"/>
                    <a:pt x="77291" y="76437"/>
                    <a:pt x="190367" y="76437"/>
                  </a:cubicBezTo>
                  <a:cubicBezTo>
                    <a:pt x="303443" y="76437"/>
                    <a:pt x="372792" y="56538"/>
                    <a:pt x="372792" y="42190"/>
                  </a:cubicBezTo>
                  <a:cubicBezTo>
                    <a:pt x="372792" y="27842"/>
                    <a:pt x="303358" y="7943"/>
                    <a:pt x="190367" y="794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7" name="Google Shape;2961;p73">
              <a:extLst>
                <a:ext uri="{FF2B5EF4-FFF2-40B4-BE49-F238E27FC236}">
                  <a16:creationId xmlns:a16="http://schemas.microsoft.com/office/drawing/2014/main" id="{C332C19B-8C41-2710-B5B3-A52E2652D75C}"/>
                </a:ext>
              </a:extLst>
            </p:cNvPr>
            <p:cNvSpPr/>
            <p:nvPr/>
          </p:nvSpPr>
          <p:spPr>
            <a:xfrm>
              <a:off x="2369145" y="3094554"/>
              <a:ext cx="386521" cy="163733"/>
            </a:xfrm>
            <a:custGeom>
              <a:avLst/>
              <a:gdLst/>
              <a:ahLst/>
              <a:cxnLst/>
              <a:rect l="l" t="t" r="r" b="b"/>
              <a:pathLst>
                <a:path w="429468" h="181925" extrusionOk="0">
                  <a:moveTo>
                    <a:pt x="218621" y="181669"/>
                  </a:moveTo>
                  <a:cubicBezTo>
                    <a:pt x="211617" y="181669"/>
                    <a:pt x="204529" y="181499"/>
                    <a:pt x="197526" y="181242"/>
                  </a:cubicBezTo>
                  <a:cubicBezTo>
                    <a:pt x="129714" y="178339"/>
                    <a:pt x="64038" y="161941"/>
                    <a:pt x="2290" y="132476"/>
                  </a:cubicBezTo>
                  <a:cubicBezTo>
                    <a:pt x="668" y="131708"/>
                    <a:pt x="-272" y="129914"/>
                    <a:pt x="70" y="128121"/>
                  </a:cubicBezTo>
                  <a:lnTo>
                    <a:pt x="24239" y="5992"/>
                  </a:lnTo>
                  <a:cubicBezTo>
                    <a:pt x="24666" y="3857"/>
                    <a:pt x="26802" y="2405"/>
                    <a:pt x="28937" y="2832"/>
                  </a:cubicBezTo>
                  <a:cubicBezTo>
                    <a:pt x="31072" y="3259"/>
                    <a:pt x="32524" y="5394"/>
                    <a:pt x="32097" y="7529"/>
                  </a:cubicBezTo>
                  <a:lnTo>
                    <a:pt x="8525" y="126669"/>
                  </a:lnTo>
                  <a:cubicBezTo>
                    <a:pt x="68394" y="154852"/>
                    <a:pt x="132105" y="170567"/>
                    <a:pt x="197782" y="173385"/>
                  </a:cubicBezTo>
                  <a:cubicBezTo>
                    <a:pt x="273792" y="176716"/>
                    <a:pt x="350912" y="161856"/>
                    <a:pt x="420944" y="130683"/>
                  </a:cubicBezTo>
                  <a:lnTo>
                    <a:pt x="398910" y="4711"/>
                  </a:lnTo>
                  <a:cubicBezTo>
                    <a:pt x="398568" y="2576"/>
                    <a:pt x="400020" y="441"/>
                    <a:pt x="402155" y="99"/>
                  </a:cubicBezTo>
                  <a:cubicBezTo>
                    <a:pt x="404290" y="-413"/>
                    <a:pt x="406425" y="1124"/>
                    <a:pt x="406767" y="3344"/>
                  </a:cubicBezTo>
                  <a:lnTo>
                    <a:pt x="429399" y="132391"/>
                  </a:lnTo>
                  <a:cubicBezTo>
                    <a:pt x="429741" y="134184"/>
                    <a:pt x="428801" y="135978"/>
                    <a:pt x="427093" y="136747"/>
                  </a:cubicBezTo>
                  <a:cubicBezTo>
                    <a:pt x="361673" y="166382"/>
                    <a:pt x="289934" y="181840"/>
                    <a:pt x="218621" y="18192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8" name="Google Shape;2962;p73">
              <a:extLst>
                <a:ext uri="{FF2B5EF4-FFF2-40B4-BE49-F238E27FC236}">
                  <a16:creationId xmlns:a16="http://schemas.microsoft.com/office/drawing/2014/main" id="{C71BAB8E-E1BD-55EC-FCBD-BA808115EBF1}"/>
                </a:ext>
              </a:extLst>
            </p:cNvPr>
            <p:cNvSpPr/>
            <p:nvPr/>
          </p:nvSpPr>
          <p:spPr>
            <a:xfrm>
              <a:off x="2440648" y="3041735"/>
              <a:ext cx="254113" cy="52114"/>
            </a:xfrm>
            <a:custGeom>
              <a:avLst/>
              <a:gdLst/>
              <a:ahLst/>
              <a:cxnLst/>
              <a:rect l="l" t="t" r="r" b="b"/>
              <a:pathLst>
                <a:path w="282348" h="57904" extrusionOk="0">
                  <a:moveTo>
                    <a:pt x="282348" y="28952"/>
                  </a:moveTo>
                  <a:cubicBezTo>
                    <a:pt x="282348" y="44942"/>
                    <a:pt x="219142" y="57905"/>
                    <a:pt x="141174" y="57905"/>
                  </a:cubicBezTo>
                  <a:cubicBezTo>
                    <a:pt x="63206" y="57905"/>
                    <a:pt x="0" y="44942"/>
                    <a:pt x="0" y="28952"/>
                  </a:cubicBezTo>
                  <a:cubicBezTo>
                    <a:pt x="0" y="12962"/>
                    <a:pt x="63206" y="0"/>
                    <a:pt x="141174" y="0"/>
                  </a:cubicBezTo>
                  <a:cubicBezTo>
                    <a:pt x="219142" y="0"/>
                    <a:pt x="282348" y="12962"/>
                    <a:pt x="282348" y="2895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9" name="Google Shape;2963;p73">
              <a:extLst>
                <a:ext uri="{FF2B5EF4-FFF2-40B4-BE49-F238E27FC236}">
                  <a16:creationId xmlns:a16="http://schemas.microsoft.com/office/drawing/2014/main" id="{D376B2DD-D951-C5A7-E278-8C19D62CC152}"/>
                </a:ext>
              </a:extLst>
            </p:cNvPr>
            <p:cNvSpPr/>
            <p:nvPr/>
          </p:nvSpPr>
          <p:spPr>
            <a:xfrm>
              <a:off x="2506474" y="3031046"/>
              <a:ext cx="30899" cy="25057"/>
            </a:xfrm>
            <a:custGeom>
              <a:avLst/>
              <a:gdLst/>
              <a:ahLst/>
              <a:cxnLst/>
              <a:rect l="l" t="t" r="r" b="b"/>
              <a:pathLst>
                <a:path w="34332" h="27841" extrusionOk="0">
                  <a:moveTo>
                    <a:pt x="34333" y="13921"/>
                  </a:moveTo>
                  <a:cubicBezTo>
                    <a:pt x="34333" y="21607"/>
                    <a:pt x="26646" y="27842"/>
                    <a:pt x="17166" y="27842"/>
                  </a:cubicBezTo>
                  <a:cubicBezTo>
                    <a:pt x="7686" y="27842"/>
                    <a:pt x="0" y="21607"/>
                    <a:pt x="0" y="13921"/>
                  </a:cubicBezTo>
                  <a:cubicBezTo>
                    <a:pt x="0" y="6234"/>
                    <a:pt x="7686" y="0"/>
                    <a:pt x="17166" y="0"/>
                  </a:cubicBezTo>
                  <a:cubicBezTo>
                    <a:pt x="26646" y="0"/>
                    <a:pt x="34333" y="6234"/>
                    <a:pt x="34333" y="1392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0" name="Google Shape;2964;p73">
              <a:extLst>
                <a:ext uri="{FF2B5EF4-FFF2-40B4-BE49-F238E27FC236}">
                  <a16:creationId xmlns:a16="http://schemas.microsoft.com/office/drawing/2014/main" id="{03333218-F2CD-C603-6AC1-03088D63B88B}"/>
                </a:ext>
              </a:extLst>
            </p:cNvPr>
            <p:cNvSpPr/>
            <p:nvPr/>
          </p:nvSpPr>
          <p:spPr>
            <a:xfrm>
              <a:off x="2550075" y="3022434"/>
              <a:ext cx="39969" cy="26133"/>
            </a:xfrm>
            <a:custGeom>
              <a:avLst/>
              <a:gdLst/>
              <a:ahLst/>
              <a:cxnLst/>
              <a:rect l="l" t="t" r="r" b="b"/>
              <a:pathLst>
                <a:path w="44410" h="29037" extrusionOk="0">
                  <a:moveTo>
                    <a:pt x="44411" y="14519"/>
                  </a:moveTo>
                  <a:cubicBezTo>
                    <a:pt x="44411" y="22537"/>
                    <a:pt x="34469" y="29038"/>
                    <a:pt x="22205" y="29038"/>
                  </a:cubicBezTo>
                  <a:cubicBezTo>
                    <a:pt x="9942" y="29038"/>
                    <a:pt x="0" y="22537"/>
                    <a:pt x="0" y="14519"/>
                  </a:cubicBezTo>
                  <a:cubicBezTo>
                    <a:pt x="0" y="6500"/>
                    <a:pt x="9942" y="0"/>
                    <a:pt x="22205" y="0"/>
                  </a:cubicBezTo>
                  <a:cubicBezTo>
                    <a:pt x="34469" y="0"/>
                    <a:pt x="44411" y="6500"/>
                    <a:pt x="44411" y="1451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1" name="Google Shape;2965;p73">
              <a:extLst>
                <a:ext uri="{FF2B5EF4-FFF2-40B4-BE49-F238E27FC236}">
                  <a16:creationId xmlns:a16="http://schemas.microsoft.com/office/drawing/2014/main" id="{D8BB9B60-ECD2-837C-A475-2B2E537A5CDD}"/>
                </a:ext>
              </a:extLst>
            </p:cNvPr>
            <p:cNvSpPr/>
            <p:nvPr/>
          </p:nvSpPr>
          <p:spPr>
            <a:xfrm>
              <a:off x="2533926" y="3026509"/>
              <a:ext cx="38586" cy="26902"/>
            </a:xfrm>
            <a:custGeom>
              <a:avLst/>
              <a:gdLst/>
              <a:ahLst/>
              <a:cxnLst/>
              <a:rect l="l" t="t" r="r" b="b"/>
              <a:pathLst>
                <a:path w="42873" h="29891" extrusionOk="0">
                  <a:moveTo>
                    <a:pt x="42873" y="14946"/>
                  </a:moveTo>
                  <a:cubicBezTo>
                    <a:pt x="42873" y="23200"/>
                    <a:pt x="33276" y="29892"/>
                    <a:pt x="21437" y="29892"/>
                  </a:cubicBezTo>
                  <a:cubicBezTo>
                    <a:pt x="9598" y="29892"/>
                    <a:pt x="0" y="23200"/>
                    <a:pt x="0" y="14946"/>
                  </a:cubicBezTo>
                  <a:cubicBezTo>
                    <a:pt x="0" y="6692"/>
                    <a:pt x="9598" y="0"/>
                    <a:pt x="21437" y="0"/>
                  </a:cubicBezTo>
                  <a:cubicBezTo>
                    <a:pt x="33276" y="0"/>
                    <a:pt x="42873" y="6692"/>
                    <a:pt x="42873" y="1494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2" name="Google Shape;2966;p73">
              <a:extLst>
                <a:ext uri="{FF2B5EF4-FFF2-40B4-BE49-F238E27FC236}">
                  <a16:creationId xmlns:a16="http://schemas.microsoft.com/office/drawing/2014/main" id="{325152F7-F0AE-3EBF-AE12-03E27FDD7D84}"/>
                </a:ext>
              </a:extLst>
            </p:cNvPr>
            <p:cNvSpPr/>
            <p:nvPr/>
          </p:nvSpPr>
          <p:spPr>
            <a:xfrm>
              <a:off x="2588832" y="3030970"/>
              <a:ext cx="67333" cy="34127"/>
            </a:xfrm>
            <a:custGeom>
              <a:avLst/>
              <a:gdLst/>
              <a:ahLst/>
              <a:cxnLst/>
              <a:rect l="l" t="t" r="r" b="b"/>
              <a:pathLst>
                <a:path w="74814" h="37919" extrusionOk="0">
                  <a:moveTo>
                    <a:pt x="0" y="18960"/>
                  </a:moveTo>
                  <a:cubicBezTo>
                    <a:pt x="0" y="8540"/>
                    <a:pt x="16739" y="0"/>
                    <a:pt x="37407" y="0"/>
                  </a:cubicBezTo>
                  <a:cubicBezTo>
                    <a:pt x="58075" y="0"/>
                    <a:pt x="74815" y="8455"/>
                    <a:pt x="74815" y="18960"/>
                  </a:cubicBezTo>
                  <a:cubicBezTo>
                    <a:pt x="74815" y="29465"/>
                    <a:pt x="58075" y="37920"/>
                    <a:pt x="37407" y="37920"/>
                  </a:cubicBezTo>
                  <a:cubicBezTo>
                    <a:pt x="16739" y="37920"/>
                    <a:pt x="0" y="29465"/>
                    <a:pt x="0" y="1896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3" name="Google Shape;2967;p73">
              <a:extLst>
                <a:ext uri="{FF2B5EF4-FFF2-40B4-BE49-F238E27FC236}">
                  <a16:creationId xmlns:a16="http://schemas.microsoft.com/office/drawing/2014/main" id="{6D501E57-74BF-DF52-B0B9-44B8F705D393}"/>
                </a:ext>
              </a:extLst>
            </p:cNvPr>
            <p:cNvSpPr/>
            <p:nvPr/>
          </p:nvSpPr>
          <p:spPr>
            <a:xfrm>
              <a:off x="2497169" y="3043581"/>
              <a:ext cx="27210" cy="12298"/>
            </a:xfrm>
            <a:custGeom>
              <a:avLst/>
              <a:gdLst/>
              <a:ahLst/>
              <a:cxnLst/>
              <a:rect l="l" t="t" r="r" b="b"/>
              <a:pathLst>
                <a:path w="30233" h="13664" extrusionOk="0">
                  <a:moveTo>
                    <a:pt x="30233" y="6833"/>
                  </a:moveTo>
                  <a:cubicBezTo>
                    <a:pt x="30233" y="10590"/>
                    <a:pt x="23486" y="13665"/>
                    <a:pt x="15117" y="13665"/>
                  </a:cubicBezTo>
                  <a:cubicBezTo>
                    <a:pt x="6747" y="13665"/>
                    <a:pt x="0" y="10590"/>
                    <a:pt x="0" y="6833"/>
                  </a:cubicBezTo>
                  <a:cubicBezTo>
                    <a:pt x="0" y="3075"/>
                    <a:pt x="6747" y="0"/>
                    <a:pt x="15117" y="0"/>
                  </a:cubicBezTo>
                  <a:cubicBezTo>
                    <a:pt x="23486" y="0"/>
                    <a:pt x="30233" y="3075"/>
                    <a:pt x="30233" y="683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4" name="Google Shape;2968;p73">
              <a:extLst>
                <a:ext uri="{FF2B5EF4-FFF2-40B4-BE49-F238E27FC236}">
                  <a16:creationId xmlns:a16="http://schemas.microsoft.com/office/drawing/2014/main" id="{DE8F25C4-AB52-DDE9-42D4-5C5D0171B0B8}"/>
                </a:ext>
              </a:extLst>
            </p:cNvPr>
            <p:cNvSpPr/>
            <p:nvPr/>
          </p:nvSpPr>
          <p:spPr>
            <a:xfrm>
              <a:off x="2482327" y="3043581"/>
              <a:ext cx="21983" cy="14604"/>
            </a:xfrm>
            <a:custGeom>
              <a:avLst/>
              <a:gdLst/>
              <a:ahLst/>
              <a:cxnLst/>
              <a:rect l="l" t="t" r="r" b="b"/>
              <a:pathLst>
                <a:path w="24425" h="16227" extrusionOk="0">
                  <a:moveTo>
                    <a:pt x="24426" y="8114"/>
                  </a:moveTo>
                  <a:cubicBezTo>
                    <a:pt x="24426" y="12640"/>
                    <a:pt x="18960" y="16227"/>
                    <a:pt x="12213" y="16227"/>
                  </a:cubicBezTo>
                  <a:cubicBezTo>
                    <a:pt x="5466" y="16227"/>
                    <a:pt x="0" y="12555"/>
                    <a:pt x="0" y="8114"/>
                  </a:cubicBezTo>
                  <a:cubicBezTo>
                    <a:pt x="0" y="3673"/>
                    <a:pt x="5466" y="0"/>
                    <a:pt x="12213" y="0"/>
                  </a:cubicBezTo>
                  <a:cubicBezTo>
                    <a:pt x="18960" y="0"/>
                    <a:pt x="24426" y="3673"/>
                    <a:pt x="24426" y="811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5" name="Google Shape;2969;p73">
              <a:extLst>
                <a:ext uri="{FF2B5EF4-FFF2-40B4-BE49-F238E27FC236}">
                  <a16:creationId xmlns:a16="http://schemas.microsoft.com/office/drawing/2014/main" id="{2FD94190-0709-51E0-8FD6-D5AA477F383C}"/>
                </a:ext>
              </a:extLst>
            </p:cNvPr>
            <p:cNvSpPr/>
            <p:nvPr/>
          </p:nvSpPr>
          <p:spPr>
            <a:xfrm>
              <a:off x="2457643" y="3050886"/>
              <a:ext cx="35664" cy="9377"/>
            </a:xfrm>
            <a:custGeom>
              <a:avLst/>
              <a:gdLst/>
              <a:ahLst/>
              <a:cxnLst/>
              <a:rect l="l" t="t" r="r" b="b"/>
              <a:pathLst>
                <a:path w="39627" h="10419" extrusionOk="0">
                  <a:moveTo>
                    <a:pt x="39628" y="5210"/>
                  </a:moveTo>
                  <a:cubicBezTo>
                    <a:pt x="39628" y="8114"/>
                    <a:pt x="30746" y="10419"/>
                    <a:pt x="19814" y="10419"/>
                  </a:cubicBezTo>
                  <a:cubicBezTo>
                    <a:pt x="8882" y="10419"/>
                    <a:pt x="0" y="8114"/>
                    <a:pt x="0" y="5210"/>
                  </a:cubicBezTo>
                  <a:cubicBezTo>
                    <a:pt x="0" y="2306"/>
                    <a:pt x="8882" y="0"/>
                    <a:pt x="19814" y="0"/>
                  </a:cubicBezTo>
                  <a:cubicBezTo>
                    <a:pt x="30746" y="0"/>
                    <a:pt x="39628" y="2306"/>
                    <a:pt x="39628" y="521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6" name="Google Shape;2970;p73">
              <a:extLst>
                <a:ext uri="{FF2B5EF4-FFF2-40B4-BE49-F238E27FC236}">
                  <a16:creationId xmlns:a16="http://schemas.microsoft.com/office/drawing/2014/main" id="{60CE200C-1CA8-F29A-177D-F294940FE0B3}"/>
                </a:ext>
              </a:extLst>
            </p:cNvPr>
            <p:cNvSpPr/>
            <p:nvPr/>
          </p:nvSpPr>
          <p:spPr>
            <a:xfrm>
              <a:off x="2650428" y="3048041"/>
              <a:ext cx="26287" cy="12144"/>
            </a:xfrm>
            <a:custGeom>
              <a:avLst/>
              <a:gdLst/>
              <a:ahLst/>
              <a:cxnLst/>
              <a:rect l="l" t="t" r="r" b="b"/>
              <a:pathLst>
                <a:path w="29208" h="13493" extrusionOk="0">
                  <a:moveTo>
                    <a:pt x="29208" y="6747"/>
                  </a:moveTo>
                  <a:cubicBezTo>
                    <a:pt x="29208" y="10505"/>
                    <a:pt x="22632" y="13494"/>
                    <a:pt x="14604" y="13494"/>
                  </a:cubicBezTo>
                  <a:cubicBezTo>
                    <a:pt x="6576" y="13494"/>
                    <a:pt x="0" y="10419"/>
                    <a:pt x="0" y="6747"/>
                  </a:cubicBezTo>
                  <a:cubicBezTo>
                    <a:pt x="0" y="3074"/>
                    <a:pt x="6576" y="0"/>
                    <a:pt x="14604" y="0"/>
                  </a:cubicBezTo>
                  <a:cubicBezTo>
                    <a:pt x="22632" y="0"/>
                    <a:pt x="29208" y="3074"/>
                    <a:pt x="29208" y="67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7" name="Google Shape;2971;p73">
              <a:extLst>
                <a:ext uri="{FF2B5EF4-FFF2-40B4-BE49-F238E27FC236}">
                  <a16:creationId xmlns:a16="http://schemas.microsoft.com/office/drawing/2014/main" id="{91732FDE-F437-B7DB-59C6-E3DF54F3253D}"/>
                </a:ext>
              </a:extLst>
            </p:cNvPr>
            <p:cNvSpPr/>
            <p:nvPr/>
          </p:nvSpPr>
          <p:spPr>
            <a:xfrm>
              <a:off x="2134425" y="3081749"/>
              <a:ext cx="407544" cy="221496"/>
            </a:xfrm>
            <a:custGeom>
              <a:avLst/>
              <a:gdLst/>
              <a:ahLst/>
              <a:cxnLst/>
              <a:rect l="l" t="t" r="r" b="b"/>
              <a:pathLst>
                <a:path w="452827" h="246107" extrusionOk="0">
                  <a:moveTo>
                    <a:pt x="452742" y="174368"/>
                  </a:moveTo>
                  <a:cubicBezTo>
                    <a:pt x="443690" y="198281"/>
                    <a:pt x="434637" y="222194"/>
                    <a:pt x="425499" y="246108"/>
                  </a:cubicBezTo>
                  <a:cubicBezTo>
                    <a:pt x="387323" y="235091"/>
                    <a:pt x="348293" y="224330"/>
                    <a:pt x="308238" y="213996"/>
                  </a:cubicBezTo>
                  <a:cubicBezTo>
                    <a:pt x="234192" y="194780"/>
                    <a:pt x="162110" y="178126"/>
                    <a:pt x="92420" y="163778"/>
                  </a:cubicBezTo>
                  <a:cubicBezTo>
                    <a:pt x="83196" y="162924"/>
                    <a:pt x="66457" y="160020"/>
                    <a:pt x="48864" y="149259"/>
                  </a:cubicBezTo>
                  <a:cubicBezTo>
                    <a:pt x="41006" y="144476"/>
                    <a:pt x="21534" y="130982"/>
                    <a:pt x="10175" y="105703"/>
                  </a:cubicBezTo>
                  <a:cubicBezTo>
                    <a:pt x="866" y="84864"/>
                    <a:pt x="-8785" y="43186"/>
                    <a:pt x="14275" y="18760"/>
                  </a:cubicBezTo>
                  <a:cubicBezTo>
                    <a:pt x="32551" y="-626"/>
                    <a:pt x="62443" y="-2505"/>
                    <a:pt x="79524" y="2107"/>
                  </a:cubicBezTo>
                  <a:cubicBezTo>
                    <a:pt x="117785" y="12355"/>
                    <a:pt x="146908" y="24312"/>
                    <a:pt x="165270" y="32596"/>
                  </a:cubicBezTo>
                  <a:cubicBezTo>
                    <a:pt x="266218" y="78287"/>
                    <a:pt x="300295" y="130726"/>
                    <a:pt x="398425" y="161472"/>
                  </a:cubicBezTo>
                  <a:cubicBezTo>
                    <a:pt x="421826" y="168816"/>
                    <a:pt x="441384" y="172574"/>
                    <a:pt x="452828" y="17445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8" name="Google Shape;2972;p73">
              <a:extLst>
                <a:ext uri="{FF2B5EF4-FFF2-40B4-BE49-F238E27FC236}">
                  <a16:creationId xmlns:a16="http://schemas.microsoft.com/office/drawing/2014/main" id="{B7494593-BFBC-3769-9B55-BAEE94EE9089}"/>
                </a:ext>
              </a:extLst>
            </p:cNvPr>
            <p:cNvSpPr/>
            <p:nvPr/>
          </p:nvSpPr>
          <p:spPr>
            <a:xfrm>
              <a:off x="2562533" y="2855946"/>
              <a:ext cx="392014" cy="278182"/>
            </a:xfrm>
            <a:custGeom>
              <a:avLst/>
              <a:gdLst/>
              <a:ahLst/>
              <a:cxnLst/>
              <a:rect l="l" t="t" r="r" b="b"/>
              <a:pathLst>
                <a:path w="435571" h="309091" extrusionOk="0">
                  <a:moveTo>
                    <a:pt x="38603" y="85"/>
                  </a:moveTo>
                  <a:cubicBezTo>
                    <a:pt x="62089" y="11017"/>
                    <a:pt x="71569" y="36212"/>
                    <a:pt x="64737" y="52780"/>
                  </a:cubicBezTo>
                  <a:cubicBezTo>
                    <a:pt x="56880" y="71740"/>
                    <a:pt x="25878" y="83013"/>
                    <a:pt x="0" y="66360"/>
                  </a:cubicBezTo>
                  <a:cubicBezTo>
                    <a:pt x="32539" y="89077"/>
                    <a:pt x="65506" y="112734"/>
                    <a:pt x="98728" y="137245"/>
                  </a:cubicBezTo>
                  <a:cubicBezTo>
                    <a:pt x="160305" y="182766"/>
                    <a:pt x="218551" y="228287"/>
                    <a:pt x="273551" y="273381"/>
                  </a:cubicBezTo>
                  <a:cubicBezTo>
                    <a:pt x="281323" y="280555"/>
                    <a:pt x="294134" y="290718"/>
                    <a:pt x="312240" y="298062"/>
                  </a:cubicBezTo>
                  <a:cubicBezTo>
                    <a:pt x="327613" y="304297"/>
                    <a:pt x="357163" y="316339"/>
                    <a:pt x="388079" y="303187"/>
                  </a:cubicBezTo>
                  <a:cubicBezTo>
                    <a:pt x="409687" y="293963"/>
                    <a:pt x="433258" y="271929"/>
                    <a:pt x="435393" y="242806"/>
                  </a:cubicBezTo>
                  <a:cubicBezTo>
                    <a:pt x="437443" y="215049"/>
                    <a:pt x="421387" y="191819"/>
                    <a:pt x="407295" y="181656"/>
                  </a:cubicBezTo>
                  <a:cubicBezTo>
                    <a:pt x="375268" y="158340"/>
                    <a:pt x="347683" y="143224"/>
                    <a:pt x="329662" y="134171"/>
                  </a:cubicBezTo>
                  <a:cubicBezTo>
                    <a:pt x="230593" y="84380"/>
                    <a:pt x="168504" y="90956"/>
                    <a:pt x="82843" y="34077"/>
                  </a:cubicBezTo>
                  <a:cubicBezTo>
                    <a:pt x="62431" y="20497"/>
                    <a:pt x="47229" y="7686"/>
                    <a:pt x="38518" y="0"/>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9" name="Google Shape;2973;p73">
              <a:extLst>
                <a:ext uri="{FF2B5EF4-FFF2-40B4-BE49-F238E27FC236}">
                  <a16:creationId xmlns:a16="http://schemas.microsoft.com/office/drawing/2014/main" id="{2830D765-998B-665D-D896-D681F65A9F71}"/>
                </a:ext>
              </a:extLst>
            </p:cNvPr>
            <p:cNvSpPr/>
            <p:nvPr/>
          </p:nvSpPr>
          <p:spPr>
            <a:xfrm>
              <a:off x="2439802" y="3214418"/>
              <a:ext cx="294156" cy="109335"/>
            </a:xfrm>
            <a:custGeom>
              <a:avLst/>
              <a:gdLst/>
              <a:ahLst/>
              <a:cxnLst/>
              <a:rect l="l" t="t" r="r" b="b"/>
              <a:pathLst>
                <a:path w="326840" h="121483" extrusionOk="0">
                  <a:moveTo>
                    <a:pt x="14433" y="29758"/>
                  </a:moveTo>
                  <a:cubicBezTo>
                    <a:pt x="104792" y="-9784"/>
                    <a:pt x="169101" y="-1670"/>
                    <a:pt x="203947" y="7724"/>
                  </a:cubicBezTo>
                  <a:cubicBezTo>
                    <a:pt x="239304" y="17204"/>
                    <a:pt x="280640" y="37786"/>
                    <a:pt x="277907" y="44021"/>
                  </a:cubicBezTo>
                  <a:cubicBezTo>
                    <a:pt x="275174" y="50085"/>
                    <a:pt x="234521" y="43594"/>
                    <a:pt x="197029" y="36249"/>
                  </a:cubicBezTo>
                  <a:cubicBezTo>
                    <a:pt x="189940" y="42655"/>
                    <a:pt x="175678" y="56576"/>
                    <a:pt x="180631" y="63920"/>
                  </a:cubicBezTo>
                  <a:cubicBezTo>
                    <a:pt x="186353" y="72546"/>
                    <a:pt x="213426" y="68361"/>
                    <a:pt x="229739" y="65543"/>
                  </a:cubicBezTo>
                  <a:cubicBezTo>
                    <a:pt x="253652" y="61443"/>
                    <a:pt x="272441" y="54270"/>
                    <a:pt x="311642" y="46583"/>
                  </a:cubicBezTo>
                  <a:cubicBezTo>
                    <a:pt x="321634" y="44619"/>
                    <a:pt x="326075" y="44021"/>
                    <a:pt x="326759" y="45473"/>
                  </a:cubicBezTo>
                  <a:cubicBezTo>
                    <a:pt x="328979" y="50512"/>
                    <a:pt x="285764" y="74681"/>
                    <a:pt x="247161" y="95178"/>
                  </a:cubicBezTo>
                  <a:cubicBezTo>
                    <a:pt x="213768" y="103975"/>
                    <a:pt x="180375" y="112686"/>
                    <a:pt x="146896" y="121483"/>
                  </a:cubicBezTo>
                  <a:cubicBezTo>
                    <a:pt x="97959" y="106623"/>
                    <a:pt x="48937" y="91762"/>
                    <a:pt x="0" y="76902"/>
                  </a:cubicBezTo>
                  <a:cubicBezTo>
                    <a:pt x="4783" y="61187"/>
                    <a:pt x="9565" y="45388"/>
                    <a:pt x="14348" y="2967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0" name="Google Shape;2974;p73">
              <a:extLst>
                <a:ext uri="{FF2B5EF4-FFF2-40B4-BE49-F238E27FC236}">
                  <a16:creationId xmlns:a16="http://schemas.microsoft.com/office/drawing/2014/main" id="{AB6389F2-9E5F-6555-4822-3C5477B2113B}"/>
                </a:ext>
              </a:extLst>
            </p:cNvPr>
            <p:cNvSpPr/>
            <p:nvPr/>
          </p:nvSpPr>
          <p:spPr>
            <a:xfrm>
              <a:off x="2422853" y="2799669"/>
              <a:ext cx="267057" cy="196297"/>
            </a:xfrm>
            <a:custGeom>
              <a:avLst/>
              <a:gdLst/>
              <a:ahLst/>
              <a:cxnLst/>
              <a:rect l="l" t="t" r="r" b="b"/>
              <a:pathLst>
                <a:path w="296730" h="218108" extrusionOk="0">
                  <a:moveTo>
                    <a:pt x="296475" y="129288"/>
                  </a:moveTo>
                  <a:cubicBezTo>
                    <a:pt x="283920" y="117160"/>
                    <a:pt x="265046" y="98542"/>
                    <a:pt x="243182" y="74629"/>
                  </a:cubicBezTo>
                  <a:cubicBezTo>
                    <a:pt x="196380" y="23557"/>
                    <a:pt x="179897" y="-2833"/>
                    <a:pt x="174260" y="241"/>
                  </a:cubicBezTo>
                  <a:cubicBezTo>
                    <a:pt x="168196" y="3572"/>
                    <a:pt x="178787" y="42517"/>
                    <a:pt x="201163" y="74031"/>
                  </a:cubicBezTo>
                  <a:cubicBezTo>
                    <a:pt x="207056" y="82315"/>
                    <a:pt x="212863" y="88806"/>
                    <a:pt x="217646" y="93674"/>
                  </a:cubicBezTo>
                  <a:cubicBezTo>
                    <a:pt x="204750" y="93759"/>
                    <a:pt x="183996" y="93674"/>
                    <a:pt x="158290" y="92308"/>
                  </a:cubicBezTo>
                  <a:cubicBezTo>
                    <a:pt x="110805" y="89745"/>
                    <a:pt x="97738" y="85646"/>
                    <a:pt x="72885" y="89660"/>
                  </a:cubicBezTo>
                  <a:cubicBezTo>
                    <a:pt x="35051" y="95724"/>
                    <a:pt x="4646" y="114854"/>
                    <a:pt x="6184" y="119808"/>
                  </a:cubicBezTo>
                  <a:cubicBezTo>
                    <a:pt x="7806" y="125274"/>
                    <a:pt x="47434" y="111951"/>
                    <a:pt x="110805" y="116135"/>
                  </a:cubicBezTo>
                  <a:cubicBezTo>
                    <a:pt x="126946" y="117246"/>
                    <a:pt x="140355" y="119125"/>
                    <a:pt x="149408" y="120662"/>
                  </a:cubicBezTo>
                  <a:cubicBezTo>
                    <a:pt x="148810" y="124420"/>
                    <a:pt x="148127" y="128092"/>
                    <a:pt x="147529" y="131850"/>
                  </a:cubicBezTo>
                  <a:cubicBezTo>
                    <a:pt x="123188" y="126213"/>
                    <a:pt x="82023" y="120662"/>
                    <a:pt x="36929" y="136291"/>
                  </a:cubicBezTo>
                  <a:cubicBezTo>
                    <a:pt x="17457" y="143038"/>
                    <a:pt x="-905" y="153201"/>
                    <a:pt x="35" y="156276"/>
                  </a:cubicBezTo>
                  <a:cubicBezTo>
                    <a:pt x="1572" y="161144"/>
                    <a:pt x="48459" y="142355"/>
                    <a:pt x="110805" y="149102"/>
                  </a:cubicBezTo>
                  <a:cubicBezTo>
                    <a:pt x="126092" y="150724"/>
                    <a:pt x="138561" y="153543"/>
                    <a:pt x="146931" y="155763"/>
                  </a:cubicBezTo>
                  <a:cubicBezTo>
                    <a:pt x="146760" y="157215"/>
                    <a:pt x="146418" y="159179"/>
                    <a:pt x="145052" y="161144"/>
                  </a:cubicBezTo>
                  <a:cubicBezTo>
                    <a:pt x="138220" y="170795"/>
                    <a:pt x="115331" y="164731"/>
                    <a:pt x="104228" y="162681"/>
                  </a:cubicBezTo>
                  <a:cubicBezTo>
                    <a:pt x="59733" y="154567"/>
                    <a:pt x="16432" y="176687"/>
                    <a:pt x="16945" y="180531"/>
                  </a:cubicBezTo>
                  <a:cubicBezTo>
                    <a:pt x="17372" y="183947"/>
                    <a:pt x="53840" y="178652"/>
                    <a:pt x="117125" y="184630"/>
                  </a:cubicBezTo>
                  <a:cubicBezTo>
                    <a:pt x="128227" y="185655"/>
                    <a:pt x="137622" y="186850"/>
                    <a:pt x="144369" y="187790"/>
                  </a:cubicBezTo>
                  <a:cubicBezTo>
                    <a:pt x="144625" y="190950"/>
                    <a:pt x="144881" y="194110"/>
                    <a:pt x="145137" y="197185"/>
                  </a:cubicBezTo>
                  <a:cubicBezTo>
                    <a:pt x="134035" y="195647"/>
                    <a:pt x="117552" y="194366"/>
                    <a:pt x="97994" y="196245"/>
                  </a:cubicBezTo>
                  <a:cubicBezTo>
                    <a:pt x="76045" y="198466"/>
                    <a:pt x="52046" y="204529"/>
                    <a:pt x="52388" y="207945"/>
                  </a:cubicBezTo>
                  <a:cubicBezTo>
                    <a:pt x="52644" y="210337"/>
                    <a:pt x="64771" y="210422"/>
                    <a:pt x="91503" y="212557"/>
                  </a:cubicBezTo>
                  <a:cubicBezTo>
                    <a:pt x="113623" y="214351"/>
                    <a:pt x="131729" y="216486"/>
                    <a:pt x="143942" y="218109"/>
                  </a:cubicBezTo>
                  <a:cubicBezTo>
                    <a:pt x="170246" y="217255"/>
                    <a:pt x="197234" y="216059"/>
                    <a:pt x="224735" y="214436"/>
                  </a:cubicBezTo>
                  <a:cubicBezTo>
                    <a:pt x="244634" y="213240"/>
                    <a:pt x="264192" y="211874"/>
                    <a:pt x="283408" y="210337"/>
                  </a:cubicBezTo>
                  <a:cubicBezTo>
                    <a:pt x="287849" y="183349"/>
                    <a:pt x="292290" y="156361"/>
                    <a:pt x="296731" y="129288"/>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1" name="Google Shape;2975;p73">
              <a:extLst>
                <a:ext uri="{FF2B5EF4-FFF2-40B4-BE49-F238E27FC236}">
                  <a16:creationId xmlns:a16="http://schemas.microsoft.com/office/drawing/2014/main" id="{B01E065E-A6A6-8EC0-E108-FBE833AE2E9A}"/>
                </a:ext>
              </a:extLst>
            </p:cNvPr>
            <p:cNvSpPr/>
            <p:nvPr/>
          </p:nvSpPr>
          <p:spPr>
            <a:xfrm>
              <a:off x="2834344" y="2957888"/>
              <a:ext cx="98644" cy="73125"/>
            </a:xfrm>
            <a:custGeom>
              <a:avLst/>
              <a:gdLst/>
              <a:ahLst/>
              <a:cxnLst/>
              <a:rect l="l" t="t" r="r" b="b"/>
              <a:pathLst>
                <a:path w="109605" h="81250" extrusionOk="0">
                  <a:moveTo>
                    <a:pt x="105590" y="81250"/>
                  </a:moveTo>
                  <a:cubicBezTo>
                    <a:pt x="104395" y="81250"/>
                    <a:pt x="103114" y="80652"/>
                    <a:pt x="102345" y="79627"/>
                  </a:cubicBezTo>
                  <a:cubicBezTo>
                    <a:pt x="87570" y="59472"/>
                    <a:pt x="69550" y="42562"/>
                    <a:pt x="48711" y="29324"/>
                  </a:cubicBezTo>
                  <a:cubicBezTo>
                    <a:pt x="34363" y="20185"/>
                    <a:pt x="18904" y="13012"/>
                    <a:pt x="2763" y="7802"/>
                  </a:cubicBezTo>
                  <a:cubicBezTo>
                    <a:pt x="628" y="7119"/>
                    <a:pt x="-482" y="4898"/>
                    <a:pt x="201" y="2763"/>
                  </a:cubicBezTo>
                  <a:cubicBezTo>
                    <a:pt x="884" y="628"/>
                    <a:pt x="3105" y="-482"/>
                    <a:pt x="5240" y="201"/>
                  </a:cubicBezTo>
                  <a:cubicBezTo>
                    <a:pt x="22065" y="5581"/>
                    <a:pt x="38206" y="13097"/>
                    <a:pt x="53066" y="22577"/>
                  </a:cubicBezTo>
                  <a:cubicBezTo>
                    <a:pt x="74759" y="36327"/>
                    <a:pt x="93463" y="54006"/>
                    <a:pt x="108836" y="74930"/>
                  </a:cubicBezTo>
                  <a:cubicBezTo>
                    <a:pt x="110117" y="76724"/>
                    <a:pt x="109775" y="79200"/>
                    <a:pt x="107982" y="80481"/>
                  </a:cubicBezTo>
                  <a:cubicBezTo>
                    <a:pt x="107298" y="80994"/>
                    <a:pt x="106444" y="81250"/>
                    <a:pt x="105590" y="8125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2" name="Google Shape;2976;p73">
              <a:extLst>
                <a:ext uri="{FF2B5EF4-FFF2-40B4-BE49-F238E27FC236}">
                  <a16:creationId xmlns:a16="http://schemas.microsoft.com/office/drawing/2014/main" id="{D34B910D-229C-B05F-2ADE-ED477EB7B569}"/>
                </a:ext>
              </a:extLst>
            </p:cNvPr>
            <p:cNvSpPr/>
            <p:nvPr/>
          </p:nvSpPr>
          <p:spPr>
            <a:xfrm>
              <a:off x="2178204" y="3094264"/>
              <a:ext cx="74590" cy="23206"/>
            </a:xfrm>
            <a:custGeom>
              <a:avLst/>
              <a:gdLst/>
              <a:ahLst/>
              <a:cxnLst/>
              <a:rect l="l" t="t" r="r" b="b"/>
              <a:pathLst>
                <a:path w="82878" h="25785" extrusionOk="0">
                  <a:moveTo>
                    <a:pt x="4000" y="25786"/>
                  </a:moveTo>
                  <a:cubicBezTo>
                    <a:pt x="2719" y="25786"/>
                    <a:pt x="1438" y="25188"/>
                    <a:pt x="669" y="23992"/>
                  </a:cubicBezTo>
                  <a:cubicBezTo>
                    <a:pt x="-526" y="22199"/>
                    <a:pt x="-99" y="19636"/>
                    <a:pt x="1780" y="18441"/>
                  </a:cubicBezTo>
                  <a:cubicBezTo>
                    <a:pt x="16299" y="8790"/>
                    <a:pt x="32867" y="2641"/>
                    <a:pt x="49692" y="677"/>
                  </a:cubicBezTo>
                  <a:cubicBezTo>
                    <a:pt x="59599" y="-434"/>
                    <a:pt x="69591" y="-177"/>
                    <a:pt x="79498" y="1445"/>
                  </a:cubicBezTo>
                  <a:cubicBezTo>
                    <a:pt x="81719" y="1787"/>
                    <a:pt x="83170" y="3837"/>
                    <a:pt x="82829" y="6057"/>
                  </a:cubicBezTo>
                  <a:cubicBezTo>
                    <a:pt x="82487" y="8278"/>
                    <a:pt x="80352" y="9729"/>
                    <a:pt x="78217" y="9303"/>
                  </a:cubicBezTo>
                  <a:cubicBezTo>
                    <a:pt x="69079" y="7765"/>
                    <a:pt x="59770" y="7509"/>
                    <a:pt x="50717" y="8619"/>
                  </a:cubicBezTo>
                  <a:cubicBezTo>
                    <a:pt x="35088" y="10413"/>
                    <a:pt x="19800" y="16135"/>
                    <a:pt x="6306" y="25102"/>
                  </a:cubicBezTo>
                  <a:cubicBezTo>
                    <a:pt x="5623" y="25529"/>
                    <a:pt x="4854" y="25786"/>
                    <a:pt x="4086" y="2578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3" name="Google Shape;2977;p73">
              <a:extLst>
                <a:ext uri="{FF2B5EF4-FFF2-40B4-BE49-F238E27FC236}">
                  <a16:creationId xmlns:a16="http://schemas.microsoft.com/office/drawing/2014/main" id="{3F5449BA-5BA6-44CD-D607-7726215B6A45}"/>
                </a:ext>
              </a:extLst>
            </p:cNvPr>
            <p:cNvSpPr/>
            <p:nvPr/>
          </p:nvSpPr>
          <p:spPr>
            <a:xfrm>
              <a:off x="2535591" y="2231219"/>
              <a:ext cx="47063" cy="39043"/>
            </a:xfrm>
            <a:custGeom>
              <a:avLst/>
              <a:gdLst/>
              <a:ahLst/>
              <a:cxnLst/>
              <a:rect l="l" t="t" r="r" b="b"/>
              <a:pathLst>
                <a:path w="52292" h="43381" extrusionOk="0">
                  <a:moveTo>
                    <a:pt x="24883" y="7255"/>
                  </a:moveTo>
                  <a:cubicBezTo>
                    <a:pt x="18990" y="1106"/>
                    <a:pt x="11304" y="-1200"/>
                    <a:pt x="6094" y="1362"/>
                  </a:cubicBezTo>
                  <a:cubicBezTo>
                    <a:pt x="-1421" y="5034"/>
                    <a:pt x="-738" y="17589"/>
                    <a:pt x="1568" y="24336"/>
                  </a:cubicBezTo>
                  <a:cubicBezTo>
                    <a:pt x="5069" y="34584"/>
                    <a:pt x="15745" y="41673"/>
                    <a:pt x="28726" y="43381"/>
                  </a:cubicBezTo>
                  <a:cubicBezTo>
                    <a:pt x="31716" y="42015"/>
                    <a:pt x="49821" y="33047"/>
                    <a:pt x="51957" y="16478"/>
                  </a:cubicBezTo>
                  <a:cubicBezTo>
                    <a:pt x="52298" y="14087"/>
                    <a:pt x="53323" y="6059"/>
                    <a:pt x="48626" y="2216"/>
                  </a:cubicBezTo>
                  <a:cubicBezTo>
                    <a:pt x="43672" y="-1883"/>
                    <a:pt x="33765" y="-346"/>
                    <a:pt x="24798" y="725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47" name="TextBox 1246">
            <a:extLst>
              <a:ext uri="{FF2B5EF4-FFF2-40B4-BE49-F238E27FC236}">
                <a16:creationId xmlns:a16="http://schemas.microsoft.com/office/drawing/2014/main" id="{054549B5-A97E-3508-E580-A4F7AABAFC6E}"/>
              </a:ext>
            </a:extLst>
          </p:cNvPr>
          <p:cNvSpPr txBox="1"/>
          <p:nvPr/>
        </p:nvSpPr>
        <p:spPr>
          <a:xfrm>
            <a:off x="2608708" y="810225"/>
            <a:ext cx="4600352" cy="307777"/>
          </a:xfrm>
          <a:prstGeom prst="rect">
            <a:avLst/>
          </a:prstGeom>
          <a:noFill/>
        </p:spPr>
        <p:txBody>
          <a:bodyPr wrap="square">
            <a:spAutoFit/>
          </a:bodyPr>
          <a:lstStyle/>
          <a:p>
            <a:pPr marL="0" lvl="0" indent="0"/>
            <a:r>
              <a:rPr lang="en-US" dirty="0"/>
              <a:t>Everything a carrier needs to implement TODAY</a:t>
            </a:r>
          </a:p>
        </p:txBody>
      </p:sp>
      <p:grpSp>
        <p:nvGrpSpPr>
          <p:cNvPr id="1248" name="Google Shape;3161;p73">
            <a:extLst>
              <a:ext uri="{FF2B5EF4-FFF2-40B4-BE49-F238E27FC236}">
                <a16:creationId xmlns:a16="http://schemas.microsoft.com/office/drawing/2014/main" id="{B817CD9F-26C6-41C0-DD1D-09BD519DA9CF}"/>
              </a:ext>
            </a:extLst>
          </p:cNvPr>
          <p:cNvGrpSpPr/>
          <p:nvPr/>
        </p:nvGrpSpPr>
        <p:grpSpPr>
          <a:xfrm>
            <a:off x="7052491" y="4465674"/>
            <a:ext cx="808514" cy="307777"/>
            <a:chOff x="3319212" y="2624017"/>
            <a:chExt cx="494395" cy="324081"/>
          </a:xfrm>
        </p:grpSpPr>
        <p:sp>
          <p:nvSpPr>
            <p:cNvPr id="1249" name="Google Shape;3162;p73">
              <a:extLst>
                <a:ext uri="{FF2B5EF4-FFF2-40B4-BE49-F238E27FC236}">
                  <a16:creationId xmlns:a16="http://schemas.microsoft.com/office/drawing/2014/main" id="{4E47EAB8-063E-73AF-6815-5C036B0E89F5}"/>
                </a:ext>
              </a:extLst>
            </p:cNvPr>
            <p:cNvSpPr/>
            <p:nvPr/>
          </p:nvSpPr>
          <p:spPr>
            <a:xfrm>
              <a:off x="3400452" y="2632641"/>
              <a:ext cx="309737" cy="209648"/>
            </a:xfrm>
            <a:custGeom>
              <a:avLst/>
              <a:gdLst/>
              <a:ahLst/>
              <a:cxnLst/>
              <a:rect l="l" t="t" r="r" b="b"/>
              <a:pathLst>
                <a:path w="402256" h="272270" extrusionOk="0">
                  <a:moveTo>
                    <a:pt x="402256" y="136135"/>
                  </a:moveTo>
                  <a:cubicBezTo>
                    <a:pt x="402256" y="211321"/>
                    <a:pt x="312208" y="272270"/>
                    <a:pt x="201128" y="272270"/>
                  </a:cubicBezTo>
                  <a:cubicBezTo>
                    <a:pt x="90048" y="272270"/>
                    <a:pt x="0" y="211321"/>
                    <a:pt x="0" y="136135"/>
                  </a:cubicBezTo>
                  <a:cubicBezTo>
                    <a:pt x="0" y="60950"/>
                    <a:pt x="90048" y="0"/>
                    <a:pt x="201128" y="0"/>
                  </a:cubicBezTo>
                  <a:cubicBezTo>
                    <a:pt x="312208" y="0"/>
                    <a:pt x="402256" y="60950"/>
                    <a:pt x="402256" y="13613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0" name="Google Shape;3163;p73">
              <a:extLst>
                <a:ext uri="{FF2B5EF4-FFF2-40B4-BE49-F238E27FC236}">
                  <a16:creationId xmlns:a16="http://schemas.microsoft.com/office/drawing/2014/main" id="{A2C9E163-196D-5BE7-69AF-02A24B57FD9E}"/>
                </a:ext>
              </a:extLst>
            </p:cNvPr>
            <p:cNvSpPr/>
            <p:nvPr/>
          </p:nvSpPr>
          <p:spPr>
            <a:xfrm>
              <a:off x="3392355" y="2637710"/>
              <a:ext cx="309737" cy="209648"/>
            </a:xfrm>
            <a:custGeom>
              <a:avLst/>
              <a:gdLst/>
              <a:ahLst/>
              <a:cxnLst/>
              <a:rect l="l" t="t" r="r" b="b"/>
              <a:pathLst>
                <a:path w="402256" h="272270" extrusionOk="0">
                  <a:moveTo>
                    <a:pt x="402256" y="136135"/>
                  </a:moveTo>
                  <a:cubicBezTo>
                    <a:pt x="402256" y="211320"/>
                    <a:pt x="312208" y="272270"/>
                    <a:pt x="201128" y="272270"/>
                  </a:cubicBezTo>
                  <a:cubicBezTo>
                    <a:pt x="90048" y="272270"/>
                    <a:pt x="0" y="211320"/>
                    <a:pt x="0" y="136135"/>
                  </a:cubicBezTo>
                  <a:cubicBezTo>
                    <a:pt x="0" y="60950"/>
                    <a:pt x="90048" y="0"/>
                    <a:pt x="201128" y="0"/>
                  </a:cubicBezTo>
                  <a:cubicBezTo>
                    <a:pt x="312208" y="0"/>
                    <a:pt x="402256" y="60950"/>
                    <a:pt x="402256" y="13613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1" name="Google Shape;3164;p73">
              <a:extLst>
                <a:ext uri="{FF2B5EF4-FFF2-40B4-BE49-F238E27FC236}">
                  <a16:creationId xmlns:a16="http://schemas.microsoft.com/office/drawing/2014/main" id="{748A794D-ED4F-6D84-48BD-4AA9E2B5DB72}"/>
                </a:ext>
              </a:extLst>
            </p:cNvPr>
            <p:cNvSpPr/>
            <p:nvPr/>
          </p:nvSpPr>
          <p:spPr>
            <a:xfrm>
              <a:off x="3432119" y="2650548"/>
              <a:ext cx="56292" cy="49715"/>
            </a:xfrm>
            <a:custGeom>
              <a:avLst/>
              <a:gdLst/>
              <a:ahLst/>
              <a:cxnLst/>
              <a:rect l="l" t="t" r="r" b="b"/>
              <a:pathLst>
                <a:path w="73106" h="64565" extrusionOk="0">
                  <a:moveTo>
                    <a:pt x="73106" y="32283"/>
                  </a:moveTo>
                  <a:cubicBezTo>
                    <a:pt x="73106" y="50112"/>
                    <a:pt x="56741" y="64566"/>
                    <a:pt x="36553" y="64566"/>
                  </a:cubicBezTo>
                  <a:cubicBezTo>
                    <a:pt x="16365" y="64566"/>
                    <a:pt x="0" y="50112"/>
                    <a:pt x="0" y="32283"/>
                  </a:cubicBezTo>
                  <a:cubicBezTo>
                    <a:pt x="0" y="14454"/>
                    <a:pt x="16365" y="0"/>
                    <a:pt x="36553" y="0"/>
                  </a:cubicBezTo>
                  <a:cubicBezTo>
                    <a:pt x="56741" y="0"/>
                    <a:pt x="73106" y="14454"/>
                    <a:pt x="73106" y="3228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2" name="Google Shape;3165;p73">
              <a:extLst>
                <a:ext uri="{FF2B5EF4-FFF2-40B4-BE49-F238E27FC236}">
                  <a16:creationId xmlns:a16="http://schemas.microsoft.com/office/drawing/2014/main" id="{2979FB20-31A9-8775-0BBE-CB180205267A}"/>
                </a:ext>
              </a:extLst>
            </p:cNvPr>
            <p:cNvSpPr/>
            <p:nvPr/>
          </p:nvSpPr>
          <p:spPr>
            <a:xfrm>
              <a:off x="3412172" y="2660753"/>
              <a:ext cx="56292" cy="49715"/>
            </a:xfrm>
            <a:custGeom>
              <a:avLst/>
              <a:gdLst/>
              <a:ahLst/>
              <a:cxnLst/>
              <a:rect l="l" t="t" r="r" b="b"/>
              <a:pathLst>
                <a:path w="73106" h="64565" extrusionOk="0">
                  <a:moveTo>
                    <a:pt x="73106" y="32283"/>
                  </a:moveTo>
                  <a:cubicBezTo>
                    <a:pt x="73106" y="50112"/>
                    <a:pt x="56741" y="64566"/>
                    <a:pt x="36553" y="64566"/>
                  </a:cubicBezTo>
                  <a:cubicBezTo>
                    <a:pt x="16365" y="64566"/>
                    <a:pt x="0" y="50112"/>
                    <a:pt x="0" y="32283"/>
                  </a:cubicBezTo>
                  <a:cubicBezTo>
                    <a:pt x="0" y="14454"/>
                    <a:pt x="16365" y="0"/>
                    <a:pt x="36553" y="0"/>
                  </a:cubicBezTo>
                  <a:cubicBezTo>
                    <a:pt x="56741" y="0"/>
                    <a:pt x="73106" y="14454"/>
                    <a:pt x="73106" y="3228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3" name="Google Shape;3166;p73">
              <a:extLst>
                <a:ext uri="{FF2B5EF4-FFF2-40B4-BE49-F238E27FC236}">
                  <a16:creationId xmlns:a16="http://schemas.microsoft.com/office/drawing/2014/main" id="{AB61DAEA-DDCD-ADF3-7CEA-AE20DD61B3B3}"/>
                </a:ext>
              </a:extLst>
            </p:cNvPr>
            <p:cNvSpPr/>
            <p:nvPr/>
          </p:nvSpPr>
          <p:spPr>
            <a:xfrm>
              <a:off x="3392355" y="2675434"/>
              <a:ext cx="56292" cy="49715"/>
            </a:xfrm>
            <a:custGeom>
              <a:avLst/>
              <a:gdLst/>
              <a:ahLst/>
              <a:cxnLst/>
              <a:rect l="l" t="t" r="r" b="b"/>
              <a:pathLst>
                <a:path w="73106" h="64565" extrusionOk="0">
                  <a:moveTo>
                    <a:pt x="73106" y="32283"/>
                  </a:moveTo>
                  <a:cubicBezTo>
                    <a:pt x="73106" y="50133"/>
                    <a:pt x="56709" y="64566"/>
                    <a:pt x="36553" y="64566"/>
                  </a:cubicBezTo>
                  <a:cubicBezTo>
                    <a:pt x="16398" y="64566"/>
                    <a:pt x="0" y="50133"/>
                    <a:pt x="0" y="32283"/>
                  </a:cubicBezTo>
                  <a:cubicBezTo>
                    <a:pt x="0" y="14433"/>
                    <a:pt x="16398" y="0"/>
                    <a:pt x="36553" y="0"/>
                  </a:cubicBezTo>
                  <a:cubicBezTo>
                    <a:pt x="56709" y="0"/>
                    <a:pt x="73106" y="14433"/>
                    <a:pt x="73106" y="3228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4" name="Google Shape;3167;p73">
              <a:extLst>
                <a:ext uri="{FF2B5EF4-FFF2-40B4-BE49-F238E27FC236}">
                  <a16:creationId xmlns:a16="http://schemas.microsoft.com/office/drawing/2014/main" id="{CE4EF7D2-D25D-64F3-991E-1D7CDE7D2017}"/>
                </a:ext>
              </a:extLst>
            </p:cNvPr>
            <p:cNvSpPr/>
            <p:nvPr/>
          </p:nvSpPr>
          <p:spPr>
            <a:xfrm>
              <a:off x="3388602" y="2682545"/>
              <a:ext cx="56292" cy="49715"/>
            </a:xfrm>
            <a:custGeom>
              <a:avLst/>
              <a:gdLst/>
              <a:ahLst/>
              <a:cxnLst/>
              <a:rect l="l" t="t" r="r" b="b"/>
              <a:pathLst>
                <a:path w="73106" h="64565" extrusionOk="0">
                  <a:moveTo>
                    <a:pt x="73106" y="32283"/>
                  </a:moveTo>
                  <a:cubicBezTo>
                    <a:pt x="73106" y="50133"/>
                    <a:pt x="56709" y="64566"/>
                    <a:pt x="36553" y="64566"/>
                  </a:cubicBezTo>
                  <a:cubicBezTo>
                    <a:pt x="16398" y="64566"/>
                    <a:pt x="0" y="50133"/>
                    <a:pt x="0" y="32283"/>
                  </a:cubicBezTo>
                  <a:cubicBezTo>
                    <a:pt x="0" y="14433"/>
                    <a:pt x="16398" y="0"/>
                    <a:pt x="36553" y="0"/>
                  </a:cubicBezTo>
                  <a:cubicBezTo>
                    <a:pt x="56709" y="0"/>
                    <a:pt x="73106" y="14433"/>
                    <a:pt x="73106" y="3228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5" name="Google Shape;3168;p73">
              <a:extLst>
                <a:ext uri="{FF2B5EF4-FFF2-40B4-BE49-F238E27FC236}">
                  <a16:creationId xmlns:a16="http://schemas.microsoft.com/office/drawing/2014/main" id="{1543883F-D137-C4CD-C260-3ADA82FCF915}"/>
                </a:ext>
              </a:extLst>
            </p:cNvPr>
            <p:cNvSpPr/>
            <p:nvPr/>
          </p:nvSpPr>
          <p:spPr>
            <a:xfrm>
              <a:off x="3446537" y="2635867"/>
              <a:ext cx="56292" cy="49716"/>
            </a:xfrm>
            <a:custGeom>
              <a:avLst/>
              <a:gdLst/>
              <a:ahLst/>
              <a:cxnLst/>
              <a:rect l="l" t="t" r="r" b="b"/>
              <a:pathLst>
                <a:path w="73106" h="64566" extrusionOk="0">
                  <a:moveTo>
                    <a:pt x="73106" y="32283"/>
                  </a:moveTo>
                  <a:cubicBezTo>
                    <a:pt x="73106" y="50133"/>
                    <a:pt x="56709" y="64566"/>
                    <a:pt x="36553" y="64566"/>
                  </a:cubicBezTo>
                  <a:cubicBezTo>
                    <a:pt x="16398" y="64566"/>
                    <a:pt x="0" y="50133"/>
                    <a:pt x="0" y="32283"/>
                  </a:cubicBezTo>
                  <a:cubicBezTo>
                    <a:pt x="0" y="14433"/>
                    <a:pt x="16398" y="0"/>
                    <a:pt x="36553" y="0"/>
                  </a:cubicBezTo>
                  <a:cubicBezTo>
                    <a:pt x="56709" y="0"/>
                    <a:pt x="73106" y="14433"/>
                    <a:pt x="73106" y="3228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6" name="Google Shape;3169;p73">
              <a:extLst>
                <a:ext uri="{FF2B5EF4-FFF2-40B4-BE49-F238E27FC236}">
                  <a16:creationId xmlns:a16="http://schemas.microsoft.com/office/drawing/2014/main" id="{02B14613-7868-7869-A163-E566837F94C8}"/>
                </a:ext>
              </a:extLst>
            </p:cNvPr>
            <p:cNvSpPr/>
            <p:nvPr/>
          </p:nvSpPr>
          <p:spPr>
            <a:xfrm>
              <a:off x="3468526" y="2624017"/>
              <a:ext cx="56292" cy="49715"/>
            </a:xfrm>
            <a:custGeom>
              <a:avLst/>
              <a:gdLst/>
              <a:ahLst/>
              <a:cxnLst/>
              <a:rect l="l" t="t" r="r" b="b"/>
              <a:pathLst>
                <a:path w="73106" h="64565" extrusionOk="0">
                  <a:moveTo>
                    <a:pt x="73106" y="32283"/>
                  </a:moveTo>
                  <a:cubicBezTo>
                    <a:pt x="73106" y="50112"/>
                    <a:pt x="56741" y="64566"/>
                    <a:pt x="36553" y="64566"/>
                  </a:cubicBezTo>
                  <a:cubicBezTo>
                    <a:pt x="16365" y="64566"/>
                    <a:pt x="0" y="50112"/>
                    <a:pt x="0" y="32283"/>
                  </a:cubicBezTo>
                  <a:cubicBezTo>
                    <a:pt x="0" y="14454"/>
                    <a:pt x="16365" y="0"/>
                    <a:pt x="36553" y="0"/>
                  </a:cubicBezTo>
                  <a:cubicBezTo>
                    <a:pt x="56741" y="0"/>
                    <a:pt x="73106" y="14454"/>
                    <a:pt x="73106" y="3228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7" name="Google Shape;3170;p73">
              <a:extLst>
                <a:ext uri="{FF2B5EF4-FFF2-40B4-BE49-F238E27FC236}">
                  <a16:creationId xmlns:a16="http://schemas.microsoft.com/office/drawing/2014/main" id="{AAF03950-C66F-85E0-0090-66BEBE587CAE}"/>
                </a:ext>
              </a:extLst>
            </p:cNvPr>
            <p:cNvSpPr/>
            <p:nvPr/>
          </p:nvSpPr>
          <p:spPr>
            <a:xfrm>
              <a:off x="3508818" y="2625663"/>
              <a:ext cx="56292" cy="49715"/>
            </a:xfrm>
            <a:custGeom>
              <a:avLst/>
              <a:gdLst/>
              <a:ahLst/>
              <a:cxnLst/>
              <a:rect l="l" t="t" r="r" b="b"/>
              <a:pathLst>
                <a:path w="73106" h="64565" extrusionOk="0">
                  <a:moveTo>
                    <a:pt x="73107" y="32283"/>
                  </a:moveTo>
                  <a:cubicBezTo>
                    <a:pt x="73107" y="50133"/>
                    <a:pt x="56709" y="64566"/>
                    <a:pt x="36553" y="64566"/>
                  </a:cubicBezTo>
                  <a:cubicBezTo>
                    <a:pt x="16398" y="64566"/>
                    <a:pt x="0" y="50133"/>
                    <a:pt x="0" y="32283"/>
                  </a:cubicBezTo>
                  <a:cubicBezTo>
                    <a:pt x="0" y="14433"/>
                    <a:pt x="16398" y="0"/>
                    <a:pt x="36553" y="0"/>
                  </a:cubicBezTo>
                  <a:cubicBezTo>
                    <a:pt x="56709" y="0"/>
                    <a:pt x="73107" y="14433"/>
                    <a:pt x="73107" y="3228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1" name="Google Shape;3171;p73">
              <a:extLst>
                <a:ext uri="{FF2B5EF4-FFF2-40B4-BE49-F238E27FC236}">
                  <a16:creationId xmlns:a16="http://schemas.microsoft.com/office/drawing/2014/main" id="{367C8549-500A-1E09-A232-1A86CF7D7383}"/>
                </a:ext>
              </a:extLst>
            </p:cNvPr>
            <p:cNvSpPr/>
            <p:nvPr/>
          </p:nvSpPr>
          <p:spPr>
            <a:xfrm>
              <a:off x="3527317" y="2625663"/>
              <a:ext cx="56292" cy="49715"/>
            </a:xfrm>
            <a:custGeom>
              <a:avLst/>
              <a:gdLst/>
              <a:ahLst/>
              <a:cxnLst/>
              <a:rect l="l" t="t" r="r" b="b"/>
              <a:pathLst>
                <a:path w="73106" h="64565" extrusionOk="0">
                  <a:moveTo>
                    <a:pt x="73107" y="32283"/>
                  </a:moveTo>
                  <a:cubicBezTo>
                    <a:pt x="73107" y="50112"/>
                    <a:pt x="56741" y="64566"/>
                    <a:pt x="36553" y="64566"/>
                  </a:cubicBezTo>
                  <a:cubicBezTo>
                    <a:pt x="16366" y="64566"/>
                    <a:pt x="0" y="50112"/>
                    <a:pt x="0" y="32283"/>
                  </a:cubicBezTo>
                  <a:cubicBezTo>
                    <a:pt x="0" y="14454"/>
                    <a:pt x="16366" y="0"/>
                    <a:pt x="36553" y="0"/>
                  </a:cubicBezTo>
                  <a:cubicBezTo>
                    <a:pt x="56741" y="0"/>
                    <a:pt x="73107" y="14454"/>
                    <a:pt x="73107" y="3228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2" name="Google Shape;3172;p73">
              <a:extLst>
                <a:ext uri="{FF2B5EF4-FFF2-40B4-BE49-F238E27FC236}">
                  <a16:creationId xmlns:a16="http://schemas.microsoft.com/office/drawing/2014/main" id="{AE556C9B-48B3-F643-A98D-F3308980CC7D}"/>
                </a:ext>
              </a:extLst>
            </p:cNvPr>
            <p:cNvSpPr/>
            <p:nvPr/>
          </p:nvSpPr>
          <p:spPr>
            <a:xfrm>
              <a:off x="3570320" y="2627042"/>
              <a:ext cx="55674" cy="50446"/>
            </a:xfrm>
            <a:custGeom>
              <a:avLst/>
              <a:gdLst/>
              <a:ahLst/>
              <a:cxnLst/>
              <a:rect l="l" t="t" r="r" b="b"/>
              <a:pathLst>
                <a:path w="72304" h="65514" extrusionOk="0">
                  <a:moveTo>
                    <a:pt x="70784" y="44415"/>
                  </a:moveTo>
                  <a:cubicBezTo>
                    <a:pt x="65062" y="61325"/>
                    <a:pt x="44992" y="69780"/>
                    <a:pt x="25861" y="63375"/>
                  </a:cubicBezTo>
                  <a:cubicBezTo>
                    <a:pt x="6730" y="56970"/>
                    <a:pt x="-4202" y="38010"/>
                    <a:pt x="1521" y="21100"/>
                  </a:cubicBezTo>
                  <a:cubicBezTo>
                    <a:pt x="7243" y="4190"/>
                    <a:pt x="27313" y="-4266"/>
                    <a:pt x="46444" y="2140"/>
                  </a:cubicBezTo>
                  <a:cubicBezTo>
                    <a:pt x="65574" y="8545"/>
                    <a:pt x="76506" y="27505"/>
                    <a:pt x="70784" y="4441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3" name="Google Shape;3173;p73">
              <a:extLst>
                <a:ext uri="{FF2B5EF4-FFF2-40B4-BE49-F238E27FC236}">
                  <a16:creationId xmlns:a16="http://schemas.microsoft.com/office/drawing/2014/main" id="{DCFEF632-E8DE-FAFB-22F5-3518DCEEFA61}"/>
                </a:ext>
              </a:extLst>
            </p:cNvPr>
            <p:cNvSpPr/>
            <p:nvPr/>
          </p:nvSpPr>
          <p:spPr>
            <a:xfrm>
              <a:off x="3597050" y="2637707"/>
              <a:ext cx="55674" cy="50446"/>
            </a:xfrm>
            <a:custGeom>
              <a:avLst/>
              <a:gdLst/>
              <a:ahLst/>
              <a:cxnLst/>
              <a:rect l="l" t="t" r="r" b="b"/>
              <a:pathLst>
                <a:path w="72304" h="65514" extrusionOk="0">
                  <a:moveTo>
                    <a:pt x="70784" y="44415"/>
                  </a:moveTo>
                  <a:cubicBezTo>
                    <a:pt x="65062" y="61325"/>
                    <a:pt x="44992" y="69780"/>
                    <a:pt x="25861" y="63375"/>
                  </a:cubicBezTo>
                  <a:cubicBezTo>
                    <a:pt x="6730" y="56970"/>
                    <a:pt x="-4202" y="38010"/>
                    <a:pt x="1521" y="21100"/>
                  </a:cubicBezTo>
                  <a:cubicBezTo>
                    <a:pt x="7243" y="4190"/>
                    <a:pt x="27313" y="-4266"/>
                    <a:pt x="46444" y="2140"/>
                  </a:cubicBezTo>
                  <a:cubicBezTo>
                    <a:pt x="65574" y="8545"/>
                    <a:pt x="76506" y="27505"/>
                    <a:pt x="70784" y="4441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4" name="Google Shape;3174;p73">
              <a:extLst>
                <a:ext uri="{FF2B5EF4-FFF2-40B4-BE49-F238E27FC236}">
                  <a16:creationId xmlns:a16="http://schemas.microsoft.com/office/drawing/2014/main" id="{B4363411-0CB9-4D30-3552-590E8C2655C9}"/>
                </a:ext>
              </a:extLst>
            </p:cNvPr>
            <p:cNvSpPr/>
            <p:nvPr/>
          </p:nvSpPr>
          <p:spPr>
            <a:xfrm>
              <a:off x="3624569" y="2645278"/>
              <a:ext cx="55674" cy="50446"/>
            </a:xfrm>
            <a:custGeom>
              <a:avLst/>
              <a:gdLst/>
              <a:ahLst/>
              <a:cxnLst/>
              <a:rect l="l" t="t" r="r" b="b"/>
              <a:pathLst>
                <a:path w="72304" h="65514" extrusionOk="0">
                  <a:moveTo>
                    <a:pt x="70784" y="44415"/>
                  </a:moveTo>
                  <a:cubicBezTo>
                    <a:pt x="65062" y="61325"/>
                    <a:pt x="44991" y="69780"/>
                    <a:pt x="25861" y="63375"/>
                  </a:cubicBezTo>
                  <a:cubicBezTo>
                    <a:pt x="6730" y="56970"/>
                    <a:pt x="-4202" y="38010"/>
                    <a:pt x="1520" y="21100"/>
                  </a:cubicBezTo>
                  <a:cubicBezTo>
                    <a:pt x="7243" y="4190"/>
                    <a:pt x="27313" y="-4266"/>
                    <a:pt x="46443" y="2140"/>
                  </a:cubicBezTo>
                  <a:cubicBezTo>
                    <a:pt x="65574" y="8545"/>
                    <a:pt x="76506" y="27505"/>
                    <a:pt x="70784" y="4441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5" name="Google Shape;3175;p73">
              <a:extLst>
                <a:ext uri="{FF2B5EF4-FFF2-40B4-BE49-F238E27FC236}">
                  <a16:creationId xmlns:a16="http://schemas.microsoft.com/office/drawing/2014/main" id="{45761FD4-15E6-C808-B0DB-6F74578A4290}"/>
                </a:ext>
              </a:extLst>
            </p:cNvPr>
            <p:cNvSpPr/>
            <p:nvPr/>
          </p:nvSpPr>
          <p:spPr>
            <a:xfrm>
              <a:off x="3643859" y="2655416"/>
              <a:ext cx="55674" cy="50446"/>
            </a:xfrm>
            <a:custGeom>
              <a:avLst/>
              <a:gdLst/>
              <a:ahLst/>
              <a:cxnLst/>
              <a:rect l="l" t="t" r="r" b="b"/>
              <a:pathLst>
                <a:path w="72304" h="65514" extrusionOk="0">
                  <a:moveTo>
                    <a:pt x="70784" y="44415"/>
                  </a:moveTo>
                  <a:cubicBezTo>
                    <a:pt x="65062" y="61325"/>
                    <a:pt x="44992" y="69780"/>
                    <a:pt x="25861" y="63375"/>
                  </a:cubicBezTo>
                  <a:cubicBezTo>
                    <a:pt x="6730" y="56970"/>
                    <a:pt x="-4202" y="38010"/>
                    <a:pt x="1520" y="21100"/>
                  </a:cubicBezTo>
                  <a:cubicBezTo>
                    <a:pt x="7243" y="4190"/>
                    <a:pt x="27313" y="-4266"/>
                    <a:pt x="46443" y="2140"/>
                  </a:cubicBezTo>
                  <a:cubicBezTo>
                    <a:pt x="65574" y="8545"/>
                    <a:pt x="76506" y="27505"/>
                    <a:pt x="70784" y="4441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6" name="Google Shape;3176;p73">
              <a:extLst>
                <a:ext uri="{FF2B5EF4-FFF2-40B4-BE49-F238E27FC236}">
                  <a16:creationId xmlns:a16="http://schemas.microsoft.com/office/drawing/2014/main" id="{8B3A1E12-2B0B-A593-EA85-DFB5374DF7FB}"/>
                </a:ext>
              </a:extLst>
            </p:cNvPr>
            <p:cNvSpPr/>
            <p:nvPr/>
          </p:nvSpPr>
          <p:spPr>
            <a:xfrm>
              <a:off x="3671707" y="2679117"/>
              <a:ext cx="55674" cy="50446"/>
            </a:xfrm>
            <a:custGeom>
              <a:avLst/>
              <a:gdLst/>
              <a:ahLst/>
              <a:cxnLst/>
              <a:rect l="l" t="t" r="r" b="b"/>
              <a:pathLst>
                <a:path w="72304" h="65514" extrusionOk="0">
                  <a:moveTo>
                    <a:pt x="70784" y="44415"/>
                  </a:moveTo>
                  <a:cubicBezTo>
                    <a:pt x="65062" y="61325"/>
                    <a:pt x="44992" y="69780"/>
                    <a:pt x="25861" y="63375"/>
                  </a:cubicBezTo>
                  <a:cubicBezTo>
                    <a:pt x="6730" y="56970"/>
                    <a:pt x="-4202" y="38010"/>
                    <a:pt x="1521" y="21100"/>
                  </a:cubicBezTo>
                  <a:cubicBezTo>
                    <a:pt x="7243" y="4190"/>
                    <a:pt x="27313" y="-4266"/>
                    <a:pt x="46443" y="2140"/>
                  </a:cubicBezTo>
                  <a:cubicBezTo>
                    <a:pt x="65574" y="8545"/>
                    <a:pt x="76506" y="27505"/>
                    <a:pt x="70784" y="4441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7" name="Google Shape;3177;p73">
              <a:extLst>
                <a:ext uri="{FF2B5EF4-FFF2-40B4-BE49-F238E27FC236}">
                  <a16:creationId xmlns:a16="http://schemas.microsoft.com/office/drawing/2014/main" id="{5EC93F90-5786-2DDF-B895-0D90DAE52018}"/>
                </a:ext>
              </a:extLst>
            </p:cNvPr>
            <p:cNvSpPr/>
            <p:nvPr/>
          </p:nvSpPr>
          <p:spPr>
            <a:xfrm>
              <a:off x="3680858" y="2697749"/>
              <a:ext cx="55674" cy="50446"/>
            </a:xfrm>
            <a:custGeom>
              <a:avLst/>
              <a:gdLst/>
              <a:ahLst/>
              <a:cxnLst/>
              <a:rect l="l" t="t" r="r" b="b"/>
              <a:pathLst>
                <a:path w="72304" h="65514" extrusionOk="0">
                  <a:moveTo>
                    <a:pt x="70784" y="44415"/>
                  </a:moveTo>
                  <a:cubicBezTo>
                    <a:pt x="65061" y="61325"/>
                    <a:pt x="44992" y="69780"/>
                    <a:pt x="25861" y="63375"/>
                  </a:cubicBezTo>
                  <a:cubicBezTo>
                    <a:pt x="6730" y="56970"/>
                    <a:pt x="-4202" y="38010"/>
                    <a:pt x="1521" y="21100"/>
                  </a:cubicBezTo>
                  <a:cubicBezTo>
                    <a:pt x="7243" y="4189"/>
                    <a:pt x="27313" y="-4266"/>
                    <a:pt x="46443" y="2140"/>
                  </a:cubicBezTo>
                  <a:cubicBezTo>
                    <a:pt x="65574" y="8545"/>
                    <a:pt x="76506" y="27505"/>
                    <a:pt x="70784" y="4441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8" name="Google Shape;3178;p73">
              <a:extLst>
                <a:ext uri="{FF2B5EF4-FFF2-40B4-BE49-F238E27FC236}">
                  <a16:creationId xmlns:a16="http://schemas.microsoft.com/office/drawing/2014/main" id="{4110AB9E-C434-964C-C6AD-0EE6EA6097FA}"/>
                </a:ext>
              </a:extLst>
            </p:cNvPr>
            <p:cNvSpPr/>
            <p:nvPr/>
          </p:nvSpPr>
          <p:spPr>
            <a:xfrm>
              <a:off x="3330009" y="2717240"/>
              <a:ext cx="472825" cy="212410"/>
            </a:xfrm>
            <a:custGeom>
              <a:avLst/>
              <a:gdLst/>
              <a:ahLst/>
              <a:cxnLst/>
              <a:rect l="l" t="t" r="r" b="b"/>
              <a:pathLst>
                <a:path w="614059" h="275857" extrusionOk="0">
                  <a:moveTo>
                    <a:pt x="614060" y="275857"/>
                  </a:moveTo>
                  <a:lnTo>
                    <a:pt x="0" y="275857"/>
                  </a:lnTo>
                  <a:cubicBezTo>
                    <a:pt x="23315" y="183876"/>
                    <a:pt x="46631" y="91981"/>
                    <a:pt x="69946" y="0"/>
                  </a:cubicBezTo>
                  <a:lnTo>
                    <a:pt x="538989" y="0"/>
                  </a:lnTo>
                  <a:cubicBezTo>
                    <a:pt x="564013" y="91981"/>
                    <a:pt x="589036" y="183876"/>
                    <a:pt x="614060" y="27585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9" name="Google Shape;3179;p73">
              <a:extLst>
                <a:ext uri="{FF2B5EF4-FFF2-40B4-BE49-F238E27FC236}">
                  <a16:creationId xmlns:a16="http://schemas.microsoft.com/office/drawing/2014/main" id="{F75C500A-2A99-12A1-FE1E-4FE36E88C901}"/>
                </a:ext>
              </a:extLst>
            </p:cNvPr>
            <p:cNvSpPr/>
            <p:nvPr/>
          </p:nvSpPr>
          <p:spPr>
            <a:xfrm>
              <a:off x="3319212" y="2923766"/>
              <a:ext cx="494395" cy="24331"/>
            </a:xfrm>
            <a:custGeom>
              <a:avLst/>
              <a:gdLst/>
              <a:ahLst/>
              <a:cxnLst/>
              <a:rect l="l" t="t" r="r" b="b"/>
              <a:pathLst>
                <a:path w="642072" h="31599" extrusionOk="0">
                  <a:moveTo>
                    <a:pt x="626273" y="31600"/>
                  </a:moveTo>
                  <a:lnTo>
                    <a:pt x="15800" y="31600"/>
                  </a:lnTo>
                  <a:cubicBezTo>
                    <a:pt x="7089" y="31600"/>
                    <a:pt x="0" y="24511"/>
                    <a:pt x="0" y="15800"/>
                  </a:cubicBezTo>
                  <a:cubicBezTo>
                    <a:pt x="0" y="7089"/>
                    <a:pt x="7089" y="0"/>
                    <a:pt x="15800" y="0"/>
                  </a:cubicBezTo>
                  <a:lnTo>
                    <a:pt x="626273" y="0"/>
                  </a:lnTo>
                  <a:cubicBezTo>
                    <a:pt x="634984" y="0"/>
                    <a:pt x="642073" y="7089"/>
                    <a:pt x="642073" y="15800"/>
                  </a:cubicBezTo>
                  <a:cubicBezTo>
                    <a:pt x="642073" y="24511"/>
                    <a:pt x="634984" y="31600"/>
                    <a:pt x="626273" y="3160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0" name="Google Shape;3180;p73">
              <a:extLst>
                <a:ext uri="{FF2B5EF4-FFF2-40B4-BE49-F238E27FC236}">
                  <a16:creationId xmlns:a16="http://schemas.microsoft.com/office/drawing/2014/main" id="{FF844DEC-3CB0-39FC-2B55-DBE88A6C15AE}"/>
                </a:ext>
              </a:extLst>
            </p:cNvPr>
            <p:cNvSpPr/>
            <p:nvPr/>
          </p:nvSpPr>
          <p:spPr>
            <a:xfrm>
              <a:off x="3339818" y="2920672"/>
              <a:ext cx="445798" cy="6182"/>
            </a:xfrm>
            <a:custGeom>
              <a:avLst/>
              <a:gdLst/>
              <a:ahLst/>
              <a:cxnLst/>
              <a:rect l="l" t="t" r="r" b="b"/>
              <a:pathLst>
                <a:path w="578958" h="8028" extrusionOk="0">
                  <a:moveTo>
                    <a:pt x="574945" y="8028"/>
                  </a:moveTo>
                  <a:lnTo>
                    <a:pt x="4014" y="8028"/>
                  </a:lnTo>
                  <a:cubicBezTo>
                    <a:pt x="1793" y="8028"/>
                    <a:pt x="0" y="6235"/>
                    <a:pt x="0" y="4014"/>
                  </a:cubicBezTo>
                  <a:cubicBezTo>
                    <a:pt x="0" y="1793"/>
                    <a:pt x="1793" y="0"/>
                    <a:pt x="4014" y="0"/>
                  </a:cubicBezTo>
                  <a:lnTo>
                    <a:pt x="574945" y="0"/>
                  </a:lnTo>
                  <a:cubicBezTo>
                    <a:pt x="577165" y="0"/>
                    <a:pt x="578959" y="1793"/>
                    <a:pt x="578959" y="4014"/>
                  </a:cubicBezTo>
                  <a:cubicBezTo>
                    <a:pt x="578959" y="6235"/>
                    <a:pt x="577165" y="8028"/>
                    <a:pt x="574945" y="802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271" name="Google Shape;3181;p73">
              <a:extLst>
                <a:ext uri="{FF2B5EF4-FFF2-40B4-BE49-F238E27FC236}">
                  <a16:creationId xmlns:a16="http://schemas.microsoft.com/office/drawing/2014/main" id="{648B63F6-8E1B-75D4-5B43-3F8A79137156}"/>
                </a:ext>
              </a:extLst>
            </p:cNvPr>
            <p:cNvGrpSpPr/>
            <p:nvPr/>
          </p:nvGrpSpPr>
          <p:grpSpPr>
            <a:xfrm>
              <a:off x="3461703" y="2777023"/>
              <a:ext cx="209990" cy="92952"/>
              <a:chOff x="3461703" y="2777023"/>
              <a:chExt cx="209990" cy="92952"/>
            </a:xfrm>
          </p:grpSpPr>
          <p:sp>
            <p:nvSpPr>
              <p:cNvPr id="1272" name="Google Shape;3182;p73">
                <a:extLst>
                  <a:ext uri="{FF2B5EF4-FFF2-40B4-BE49-F238E27FC236}">
                    <a16:creationId xmlns:a16="http://schemas.microsoft.com/office/drawing/2014/main" id="{B44C961D-78C8-FD73-6042-C709EFC80E42}"/>
                  </a:ext>
                </a:extLst>
              </p:cNvPr>
              <p:cNvSpPr/>
              <p:nvPr/>
            </p:nvSpPr>
            <p:spPr>
              <a:xfrm>
                <a:off x="3484459" y="2799929"/>
                <a:ext cx="167823" cy="57081"/>
              </a:xfrm>
              <a:custGeom>
                <a:avLst/>
                <a:gdLst/>
                <a:ahLst/>
                <a:cxnLst/>
                <a:rect l="l" t="t" r="r" b="b"/>
                <a:pathLst>
                  <a:path w="217952" h="74131" extrusionOk="0">
                    <a:moveTo>
                      <a:pt x="217868" y="74131"/>
                    </a:moveTo>
                    <a:cubicBezTo>
                      <a:pt x="183449" y="70459"/>
                      <a:pt x="147323" y="68409"/>
                      <a:pt x="109660" y="68324"/>
                    </a:cubicBezTo>
                    <a:cubicBezTo>
                      <a:pt x="71484" y="68324"/>
                      <a:pt x="34845" y="70373"/>
                      <a:pt x="0" y="74131"/>
                    </a:cubicBezTo>
                    <a:lnTo>
                      <a:pt x="0" y="0"/>
                    </a:lnTo>
                    <a:cubicBezTo>
                      <a:pt x="30660" y="4014"/>
                      <a:pt x="62943" y="6576"/>
                      <a:pt x="96678" y="7088"/>
                    </a:cubicBezTo>
                    <a:cubicBezTo>
                      <a:pt x="139466" y="7686"/>
                      <a:pt x="179948" y="5039"/>
                      <a:pt x="217953" y="0"/>
                    </a:cubicBezTo>
                    <a:lnTo>
                      <a:pt x="217953" y="741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3" name="Google Shape;3183;p73">
                <a:extLst>
                  <a:ext uri="{FF2B5EF4-FFF2-40B4-BE49-F238E27FC236}">
                    <a16:creationId xmlns:a16="http://schemas.microsoft.com/office/drawing/2014/main" id="{9FDCEC1A-C1AF-2EC1-DA64-0532EE711C4C}"/>
                  </a:ext>
                </a:extLst>
              </p:cNvPr>
              <p:cNvSpPr/>
              <p:nvPr/>
            </p:nvSpPr>
            <p:spPr>
              <a:xfrm>
                <a:off x="3461703" y="2777023"/>
                <a:ext cx="37633" cy="49181"/>
              </a:xfrm>
              <a:custGeom>
                <a:avLst/>
                <a:gdLst/>
                <a:ahLst/>
                <a:cxnLst/>
                <a:rect l="l" t="t" r="r" b="b"/>
                <a:pathLst>
                  <a:path w="48874" h="63872" extrusionOk="0">
                    <a:moveTo>
                      <a:pt x="48393" y="50725"/>
                    </a:moveTo>
                    <a:cubicBezTo>
                      <a:pt x="45746" y="64988"/>
                      <a:pt x="32849" y="68148"/>
                      <a:pt x="19612" y="57728"/>
                    </a:cubicBezTo>
                    <a:cubicBezTo>
                      <a:pt x="6374" y="47309"/>
                      <a:pt x="-2166" y="27410"/>
                      <a:pt x="481" y="13147"/>
                    </a:cubicBezTo>
                    <a:cubicBezTo>
                      <a:pt x="3129" y="-1116"/>
                      <a:pt x="16025" y="-4276"/>
                      <a:pt x="29263" y="6144"/>
                    </a:cubicBezTo>
                    <a:cubicBezTo>
                      <a:pt x="42500" y="16563"/>
                      <a:pt x="51041" y="36462"/>
                      <a:pt x="48393" y="5072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4" name="Google Shape;3184;p73">
                <a:extLst>
                  <a:ext uri="{FF2B5EF4-FFF2-40B4-BE49-F238E27FC236}">
                    <a16:creationId xmlns:a16="http://schemas.microsoft.com/office/drawing/2014/main" id="{042B943A-3BA1-81E6-3777-6AF343C824B0}"/>
                  </a:ext>
                </a:extLst>
              </p:cNvPr>
              <p:cNvSpPr/>
              <p:nvPr/>
            </p:nvSpPr>
            <p:spPr>
              <a:xfrm>
                <a:off x="3464908" y="2820616"/>
                <a:ext cx="37545" cy="49359"/>
              </a:xfrm>
              <a:custGeom>
                <a:avLst/>
                <a:gdLst/>
                <a:ahLst/>
                <a:cxnLst/>
                <a:rect l="l" t="t" r="r" b="b"/>
                <a:pathLst>
                  <a:path w="48760" h="64102" extrusionOk="0">
                    <a:moveTo>
                      <a:pt x="48251" y="12963"/>
                    </a:moveTo>
                    <a:cubicBezTo>
                      <a:pt x="50984" y="27140"/>
                      <a:pt x="42443" y="47296"/>
                      <a:pt x="29291" y="57801"/>
                    </a:cubicBezTo>
                    <a:cubicBezTo>
                      <a:pt x="16053" y="68305"/>
                      <a:pt x="3157" y="65402"/>
                      <a:pt x="509" y="51139"/>
                    </a:cubicBezTo>
                    <a:cubicBezTo>
                      <a:pt x="-2224" y="36962"/>
                      <a:pt x="6317" y="16806"/>
                      <a:pt x="19469" y="6301"/>
                    </a:cubicBezTo>
                    <a:cubicBezTo>
                      <a:pt x="32622" y="-4203"/>
                      <a:pt x="45603" y="-1300"/>
                      <a:pt x="48251" y="1296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5" name="Google Shape;3185;p73">
                <a:extLst>
                  <a:ext uri="{FF2B5EF4-FFF2-40B4-BE49-F238E27FC236}">
                    <a16:creationId xmlns:a16="http://schemas.microsoft.com/office/drawing/2014/main" id="{0837CA5D-CB70-29DC-FBCE-78D56D71815E}"/>
                  </a:ext>
                </a:extLst>
              </p:cNvPr>
              <p:cNvSpPr/>
              <p:nvPr/>
            </p:nvSpPr>
            <p:spPr>
              <a:xfrm>
                <a:off x="3634061" y="2777023"/>
                <a:ext cx="37633" cy="49181"/>
              </a:xfrm>
              <a:custGeom>
                <a:avLst/>
                <a:gdLst/>
                <a:ahLst/>
                <a:cxnLst/>
                <a:rect l="l" t="t" r="r" b="b"/>
                <a:pathLst>
                  <a:path w="48874" h="63872" extrusionOk="0">
                    <a:moveTo>
                      <a:pt x="481" y="50725"/>
                    </a:moveTo>
                    <a:cubicBezTo>
                      <a:pt x="3129" y="64988"/>
                      <a:pt x="16025" y="68148"/>
                      <a:pt x="29263" y="57728"/>
                    </a:cubicBezTo>
                    <a:cubicBezTo>
                      <a:pt x="42500" y="47394"/>
                      <a:pt x="51041" y="27410"/>
                      <a:pt x="48393" y="13147"/>
                    </a:cubicBezTo>
                    <a:cubicBezTo>
                      <a:pt x="45746" y="-1116"/>
                      <a:pt x="32850" y="-4276"/>
                      <a:pt x="19612" y="6144"/>
                    </a:cubicBezTo>
                    <a:cubicBezTo>
                      <a:pt x="6374" y="16478"/>
                      <a:pt x="-2166" y="36462"/>
                      <a:pt x="481" y="5072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6" name="Google Shape;3186;p73">
                <a:extLst>
                  <a:ext uri="{FF2B5EF4-FFF2-40B4-BE49-F238E27FC236}">
                    <a16:creationId xmlns:a16="http://schemas.microsoft.com/office/drawing/2014/main" id="{DEDCDFD9-7265-E669-C800-740FB14A3DCB}"/>
                  </a:ext>
                </a:extLst>
              </p:cNvPr>
              <p:cNvSpPr/>
              <p:nvPr/>
            </p:nvSpPr>
            <p:spPr>
              <a:xfrm>
                <a:off x="3630879" y="2820616"/>
                <a:ext cx="37545" cy="49359"/>
              </a:xfrm>
              <a:custGeom>
                <a:avLst/>
                <a:gdLst/>
                <a:ahLst/>
                <a:cxnLst/>
                <a:rect l="l" t="t" r="r" b="b"/>
                <a:pathLst>
                  <a:path w="48760" h="64102" extrusionOk="0">
                    <a:moveTo>
                      <a:pt x="509" y="12963"/>
                    </a:moveTo>
                    <a:cubicBezTo>
                      <a:pt x="-2223" y="27140"/>
                      <a:pt x="6317" y="47296"/>
                      <a:pt x="19469" y="57801"/>
                    </a:cubicBezTo>
                    <a:cubicBezTo>
                      <a:pt x="32622" y="68305"/>
                      <a:pt x="45603" y="65402"/>
                      <a:pt x="48251" y="51139"/>
                    </a:cubicBezTo>
                    <a:cubicBezTo>
                      <a:pt x="50984" y="36962"/>
                      <a:pt x="42443" y="16806"/>
                      <a:pt x="29291" y="6301"/>
                    </a:cubicBezTo>
                    <a:cubicBezTo>
                      <a:pt x="16053" y="-4203"/>
                      <a:pt x="3157" y="-1300"/>
                      <a:pt x="509" y="1296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244" name="TextBox 1243">
            <a:extLst>
              <a:ext uri="{FF2B5EF4-FFF2-40B4-BE49-F238E27FC236}">
                <a16:creationId xmlns:a16="http://schemas.microsoft.com/office/drawing/2014/main" id="{690C5CFB-0E34-426D-15DA-471531574982}"/>
              </a:ext>
            </a:extLst>
          </p:cNvPr>
          <p:cNvSpPr txBox="1"/>
          <p:nvPr/>
        </p:nvSpPr>
        <p:spPr>
          <a:xfrm>
            <a:off x="8745238" y="4461997"/>
            <a:ext cx="474389" cy="307777"/>
          </a:xfrm>
          <a:prstGeom prst="rect">
            <a:avLst/>
          </a:prstGeom>
          <a:noFill/>
        </p:spPr>
        <p:txBody>
          <a:bodyPr wrap="square" rtlCol="0">
            <a:spAutoFit/>
          </a:bodyPr>
          <a:lstStyle/>
          <a:p>
            <a:r>
              <a:rPr lang="en-US" dirty="0"/>
              <a:t>19</a:t>
            </a:r>
          </a:p>
        </p:txBody>
      </p:sp>
    </p:spTree>
    <p:extLst>
      <p:ext uri="{BB962C8B-B14F-4D97-AF65-F5344CB8AC3E}">
        <p14:creationId xmlns:p14="http://schemas.microsoft.com/office/powerpoint/2010/main" val="937247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94"/>
        <p:cNvGrpSpPr/>
        <p:nvPr/>
      </p:nvGrpSpPr>
      <p:grpSpPr>
        <a:xfrm>
          <a:off x="0" y="0"/>
          <a:ext cx="0" cy="0"/>
          <a:chOff x="0" y="0"/>
          <a:chExt cx="0" cy="0"/>
        </a:xfrm>
      </p:grpSpPr>
      <p:sp>
        <p:nvSpPr>
          <p:cNvPr id="1795" name="Google Shape;1795;p53"/>
          <p:cNvSpPr txBox="1">
            <a:spLocks noGrp="1"/>
          </p:cNvSpPr>
          <p:nvPr>
            <p:ph type="title"/>
          </p:nvPr>
        </p:nvSpPr>
        <p:spPr>
          <a:xfrm>
            <a:off x="2638187" y="99237"/>
            <a:ext cx="3573001" cy="780097"/>
          </a:xfrm>
          <a:prstGeom prst="rect">
            <a:avLst/>
          </a:prstGeom>
        </p:spPr>
        <p:txBody>
          <a:bodyPr spcFirstLastPara="1" wrap="square" lIns="91425" tIns="91425" rIns="91425" bIns="91425" anchor="b" anchorCtr="0">
            <a:noAutofit/>
          </a:bodyPr>
          <a:lstStyle/>
          <a:p>
            <a:pPr lvl="0" algn="ctr"/>
            <a:r>
              <a:rPr lang="en-US" b="1" dirty="0"/>
              <a:t>BY THE NUMBERS</a:t>
            </a:r>
            <a:br>
              <a:rPr lang="en-US" dirty="0"/>
            </a:br>
            <a:r>
              <a:rPr lang="en-US" sz="2400" dirty="0"/>
              <a:t>The Impact</a:t>
            </a:r>
            <a:endParaRPr sz="2400" dirty="0"/>
          </a:p>
        </p:txBody>
      </p:sp>
      <p:grpSp>
        <p:nvGrpSpPr>
          <p:cNvPr id="8" name="Google Shape;3104;p73">
            <a:extLst>
              <a:ext uri="{FF2B5EF4-FFF2-40B4-BE49-F238E27FC236}">
                <a16:creationId xmlns:a16="http://schemas.microsoft.com/office/drawing/2014/main" id="{4C917311-F599-A52E-61ED-9E56216885C7}"/>
              </a:ext>
            </a:extLst>
          </p:cNvPr>
          <p:cNvGrpSpPr/>
          <p:nvPr/>
        </p:nvGrpSpPr>
        <p:grpSpPr>
          <a:xfrm>
            <a:off x="7570943" y="4470767"/>
            <a:ext cx="603264" cy="466106"/>
            <a:chOff x="5630007" y="3949113"/>
            <a:chExt cx="603264" cy="466106"/>
          </a:xfrm>
        </p:grpSpPr>
        <p:grpSp>
          <p:nvGrpSpPr>
            <p:cNvPr id="9" name="Google Shape;3105;p73">
              <a:extLst>
                <a:ext uri="{FF2B5EF4-FFF2-40B4-BE49-F238E27FC236}">
                  <a16:creationId xmlns:a16="http://schemas.microsoft.com/office/drawing/2014/main" id="{A05B9BD2-336B-52E9-C07F-2748129757CF}"/>
                </a:ext>
              </a:extLst>
            </p:cNvPr>
            <p:cNvGrpSpPr/>
            <p:nvPr/>
          </p:nvGrpSpPr>
          <p:grpSpPr>
            <a:xfrm>
              <a:off x="5630007" y="3949113"/>
              <a:ext cx="603264" cy="466106"/>
              <a:chOff x="5630007" y="3949113"/>
              <a:chExt cx="603264" cy="466106"/>
            </a:xfrm>
          </p:grpSpPr>
          <p:sp>
            <p:nvSpPr>
              <p:cNvPr id="20" name="Google Shape;3106;p73">
                <a:extLst>
                  <a:ext uri="{FF2B5EF4-FFF2-40B4-BE49-F238E27FC236}">
                    <a16:creationId xmlns:a16="http://schemas.microsoft.com/office/drawing/2014/main" id="{AC5C0BDF-318E-8B63-A56A-3A42FAE174EB}"/>
                  </a:ext>
                </a:extLst>
              </p:cNvPr>
              <p:cNvSpPr/>
              <p:nvPr/>
            </p:nvSpPr>
            <p:spPr>
              <a:xfrm>
                <a:off x="6084595" y="4023724"/>
                <a:ext cx="148676" cy="194780"/>
              </a:xfrm>
              <a:custGeom>
                <a:avLst/>
                <a:gdLst/>
                <a:ahLst/>
                <a:cxnLst/>
                <a:rect l="l" t="t" r="r" b="b"/>
                <a:pathLst>
                  <a:path w="148676" h="194780" extrusionOk="0">
                    <a:moveTo>
                      <a:pt x="35614" y="0"/>
                    </a:moveTo>
                    <a:cubicBezTo>
                      <a:pt x="60808" y="11359"/>
                      <a:pt x="116492" y="41080"/>
                      <a:pt x="138270" y="100948"/>
                    </a:cubicBezTo>
                    <a:cubicBezTo>
                      <a:pt x="150142" y="133573"/>
                      <a:pt x="154839" y="183108"/>
                      <a:pt x="136050" y="193014"/>
                    </a:cubicBezTo>
                    <a:cubicBezTo>
                      <a:pt x="119737" y="201555"/>
                      <a:pt x="91298" y="177215"/>
                      <a:pt x="71911" y="160646"/>
                    </a:cubicBezTo>
                    <a:cubicBezTo>
                      <a:pt x="34931" y="128961"/>
                      <a:pt x="12982" y="93091"/>
                      <a:pt x="0" y="65847"/>
                    </a:cubicBezTo>
                    <a:lnTo>
                      <a:pt x="35699" y="0"/>
                    </a:ln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3107;p73">
                <a:extLst>
                  <a:ext uri="{FF2B5EF4-FFF2-40B4-BE49-F238E27FC236}">
                    <a16:creationId xmlns:a16="http://schemas.microsoft.com/office/drawing/2014/main" id="{7BD98295-EE88-209E-1DF7-E69CEE32C0A9}"/>
                  </a:ext>
                </a:extLst>
              </p:cNvPr>
              <p:cNvSpPr/>
              <p:nvPr/>
            </p:nvSpPr>
            <p:spPr>
              <a:xfrm>
                <a:off x="5944152" y="3949113"/>
                <a:ext cx="222512" cy="235303"/>
              </a:xfrm>
              <a:custGeom>
                <a:avLst/>
                <a:gdLst/>
                <a:ahLst/>
                <a:cxnLst/>
                <a:rect l="l" t="t" r="r" b="b"/>
                <a:pathLst>
                  <a:path w="222512" h="235303" extrusionOk="0">
                    <a:moveTo>
                      <a:pt x="3197" y="88532"/>
                    </a:moveTo>
                    <a:cubicBezTo>
                      <a:pt x="-6198" y="130808"/>
                      <a:pt x="4136" y="188370"/>
                      <a:pt x="47266" y="216810"/>
                    </a:cubicBezTo>
                    <a:cubicBezTo>
                      <a:pt x="70410" y="232098"/>
                      <a:pt x="113540" y="246019"/>
                      <a:pt x="145994" y="223472"/>
                    </a:cubicBezTo>
                    <a:cubicBezTo>
                      <a:pt x="166235" y="209465"/>
                      <a:pt x="173238" y="187602"/>
                      <a:pt x="175544" y="178293"/>
                    </a:cubicBezTo>
                    <a:cubicBezTo>
                      <a:pt x="185109" y="183588"/>
                      <a:pt x="198859" y="189395"/>
                      <a:pt x="208424" y="183844"/>
                    </a:cubicBezTo>
                    <a:cubicBezTo>
                      <a:pt x="232082" y="170094"/>
                      <a:pt x="227726" y="88020"/>
                      <a:pt x="181693" y="40535"/>
                    </a:cubicBezTo>
                    <a:cubicBezTo>
                      <a:pt x="177850" y="36606"/>
                      <a:pt x="125326" y="-15918"/>
                      <a:pt x="67336" y="4836"/>
                    </a:cubicBezTo>
                    <a:cubicBezTo>
                      <a:pt x="17801" y="22514"/>
                      <a:pt x="5247" y="79053"/>
                      <a:pt x="3197" y="88532"/>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3108;p73">
                <a:extLst>
                  <a:ext uri="{FF2B5EF4-FFF2-40B4-BE49-F238E27FC236}">
                    <a16:creationId xmlns:a16="http://schemas.microsoft.com/office/drawing/2014/main" id="{E2C79329-0017-71D4-6C52-CFC718ED0C6D}"/>
                  </a:ext>
                </a:extLst>
              </p:cNvPr>
              <p:cNvSpPr/>
              <p:nvPr/>
            </p:nvSpPr>
            <p:spPr>
              <a:xfrm>
                <a:off x="5871525" y="3981904"/>
                <a:ext cx="142355" cy="310153"/>
              </a:xfrm>
              <a:custGeom>
                <a:avLst/>
                <a:gdLst/>
                <a:ahLst/>
                <a:cxnLst/>
                <a:rect l="l" t="t" r="r" b="b"/>
                <a:pathLst>
                  <a:path w="142355" h="310153" extrusionOk="0">
                    <a:moveTo>
                      <a:pt x="116562" y="484"/>
                    </a:moveTo>
                    <a:cubicBezTo>
                      <a:pt x="80265" y="-9679"/>
                      <a:pt x="-37081" y="142342"/>
                      <a:pt x="11685" y="251489"/>
                    </a:cubicBezTo>
                    <a:cubicBezTo>
                      <a:pt x="12966" y="254307"/>
                      <a:pt x="39698" y="312553"/>
                      <a:pt x="71895" y="310076"/>
                    </a:cubicBezTo>
                    <a:cubicBezTo>
                      <a:pt x="121943" y="306233"/>
                      <a:pt x="158752" y="158568"/>
                      <a:pt x="134924" y="42333"/>
                    </a:cubicBezTo>
                    <a:cubicBezTo>
                      <a:pt x="127238" y="4754"/>
                      <a:pt x="119466" y="1339"/>
                      <a:pt x="116477" y="484"/>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3109;p73">
                <a:extLst>
                  <a:ext uri="{FF2B5EF4-FFF2-40B4-BE49-F238E27FC236}">
                    <a16:creationId xmlns:a16="http://schemas.microsoft.com/office/drawing/2014/main" id="{6D4E82EF-9AC0-16CB-875D-EE9D89518EE8}"/>
                  </a:ext>
                </a:extLst>
              </p:cNvPr>
              <p:cNvSpPr/>
              <p:nvPr/>
            </p:nvSpPr>
            <p:spPr>
              <a:xfrm>
                <a:off x="5665392" y="4030562"/>
                <a:ext cx="494956" cy="384657"/>
              </a:xfrm>
              <a:custGeom>
                <a:avLst/>
                <a:gdLst/>
                <a:ahLst/>
                <a:cxnLst/>
                <a:rect l="l" t="t" r="r" b="b"/>
                <a:pathLst>
                  <a:path w="494956" h="384657" extrusionOk="0">
                    <a:moveTo>
                      <a:pt x="277516" y="34242"/>
                    </a:moveTo>
                    <a:cubicBezTo>
                      <a:pt x="267780" y="27495"/>
                      <a:pt x="199627" y="-17940"/>
                      <a:pt x="122421" y="7852"/>
                    </a:cubicBezTo>
                    <a:cubicBezTo>
                      <a:pt x="27536" y="39452"/>
                      <a:pt x="6271" y="149538"/>
                      <a:pt x="3025" y="168669"/>
                    </a:cubicBezTo>
                    <a:cubicBezTo>
                      <a:pt x="-17472" y="289944"/>
                      <a:pt x="72630" y="377655"/>
                      <a:pt x="79975" y="384657"/>
                    </a:cubicBezTo>
                    <a:lnTo>
                      <a:pt x="388030" y="384657"/>
                    </a:lnTo>
                    <a:cubicBezTo>
                      <a:pt x="423644" y="298484"/>
                      <a:pt x="459343" y="212311"/>
                      <a:pt x="494957" y="126138"/>
                    </a:cubicBezTo>
                    <a:lnTo>
                      <a:pt x="277431" y="34242"/>
                    </a:ln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3110;p73">
                <a:extLst>
                  <a:ext uri="{FF2B5EF4-FFF2-40B4-BE49-F238E27FC236}">
                    <a16:creationId xmlns:a16="http://schemas.microsoft.com/office/drawing/2014/main" id="{B54506FB-39D1-3D70-EB1F-E19667474020}"/>
                  </a:ext>
                </a:extLst>
              </p:cNvPr>
              <p:cNvSpPr/>
              <p:nvPr/>
            </p:nvSpPr>
            <p:spPr>
              <a:xfrm>
                <a:off x="5914468" y="4310257"/>
                <a:ext cx="141088" cy="104877"/>
              </a:xfrm>
              <a:custGeom>
                <a:avLst/>
                <a:gdLst/>
                <a:ahLst/>
                <a:cxnLst/>
                <a:rect l="l" t="t" r="r" b="b"/>
                <a:pathLst>
                  <a:path w="141088" h="104877" extrusionOk="0">
                    <a:moveTo>
                      <a:pt x="79170" y="64225"/>
                    </a:moveTo>
                    <a:cubicBezTo>
                      <a:pt x="80622" y="63883"/>
                      <a:pt x="110685" y="57563"/>
                      <a:pt x="129388" y="78146"/>
                    </a:cubicBezTo>
                    <a:cubicBezTo>
                      <a:pt x="138441" y="88138"/>
                      <a:pt x="140491" y="99667"/>
                      <a:pt x="141089" y="104877"/>
                    </a:cubicBezTo>
                    <a:lnTo>
                      <a:pt x="59612" y="104877"/>
                    </a:lnTo>
                    <a:cubicBezTo>
                      <a:pt x="39713" y="69947"/>
                      <a:pt x="19814" y="34931"/>
                      <a:pt x="0" y="0"/>
                    </a:cubicBezTo>
                    <a:lnTo>
                      <a:pt x="79170" y="64139"/>
                    </a:ln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3111;p73">
                <a:extLst>
                  <a:ext uri="{FF2B5EF4-FFF2-40B4-BE49-F238E27FC236}">
                    <a16:creationId xmlns:a16="http://schemas.microsoft.com/office/drawing/2014/main" id="{4C075EBE-0BB3-C2F3-98B7-C7C1DD8F3DEB}"/>
                  </a:ext>
                </a:extLst>
              </p:cNvPr>
              <p:cNvSpPr/>
              <p:nvPr/>
            </p:nvSpPr>
            <p:spPr>
              <a:xfrm>
                <a:off x="5981426" y="4310257"/>
                <a:ext cx="141088" cy="104877"/>
              </a:xfrm>
              <a:custGeom>
                <a:avLst/>
                <a:gdLst/>
                <a:ahLst/>
                <a:cxnLst/>
                <a:rect l="l" t="t" r="r" b="b"/>
                <a:pathLst>
                  <a:path w="141088" h="104877" extrusionOk="0">
                    <a:moveTo>
                      <a:pt x="79170" y="64225"/>
                    </a:moveTo>
                    <a:cubicBezTo>
                      <a:pt x="80622" y="63883"/>
                      <a:pt x="110685" y="57563"/>
                      <a:pt x="129388" y="78146"/>
                    </a:cubicBezTo>
                    <a:cubicBezTo>
                      <a:pt x="138441" y="88138"/>
                      <a:pt x="140491" y="99667"/>
                      <a:pt x="141089" y="104877"/>
                    </a:cubicBezTo>
                    <a:lnTo>
                      <a:pt x="59612" y="104877"/>
                    </a:lnTo>
                    <a:cubicBezTo>
                      <a:pt x="39713" y="69947"/>
                      <a:pt x="19814" y="34931"/>
                      <a:pt x="0" y="0"/>
                    </a:cubicBezTo>
                    <a:lnTo>
                      <a:pt x="79170" y="64139"/>
                    </a:ln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3112;p73">
                <a:extLst>
                  <a:ext uri="{FF2B5EF4-FFF2-40B4-BE49-F238E27FC236}">
                    <a16:creationId xmlns:a16="http://schemas.microsoft.com/office/drawing/2014/main" id="{8F0EC589-E70E-DAE9-B71C-F33E61F41B16}"/>
                  </a:ext>
                </a:extLst>
              </p:cNvPr>
              <p:cNvSpPr/>
              <p:nvPr/>
            </p:nvSpPr>
            <p:spPr>
              <a:xfrm>
                <a:off x="5630007" y="4314673"/>
                <a:ext cx="100157" cy="66155"/>
              </a:xfrm>
              <a:custGeom>
                <a:avLst/>
                <a:gdLst/>
                <a:ahLst/>
                <a:cxnLst/>
                <a:rect l="l" t="t" r="r" b="b"/>
                <a:pathLst>
                  <a:path w="100157" h="66155" extrusionOk="0">
                    <a:moveTo>
                      <a:pt x="100158" y="65958"/>
                    </a:moveTo>
                    <a:cubicBezTo>
                      <a:pt x="93155" y="66214"/>
                      <a:pt x="7750" y="69032"/>
                      <a:pt x="491" y="41446"/>
                    </a:cubicBezTo>
                    <a:cubicBezTo>
                      <a:pt x="-3011" y="27867"/>
                      <a:pt x="12789" y="9249"/>
                      <a:pt x="30211" y="2758"/>
                    </a:cubicBezTo>
                    <a:cubicBezTo>
                      <a:pt x="52417" y="-5441"/>
                      <a:pt x="80002" y="4978"/>
                      <a:pt x="94180" y="29490"/>
                    </a:cubicBezTo>
                    <a:lnTo>
                      <a:pt x="100158" y="65958"/>
                    </a:ln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0" name="Google Shape;3113;p73">
              <a:extLst>
                <a:ext uri="{FF2B5EF4-FFF2-40B4-BE49-F238E27FC236}">
                  <a16:creationId xmlns:a16="http://schemas.microsoft.com/office/drawing/2014/main" id="{25D9E71A-1830-CA00-5ECF-E53B69039C3E}"/>
                </a:ext>
              </a:extLst>
            </p:cNvPr>
            <p:cNvSpPr/>
            <p:nvPr/>
          </p:nvSpPr>
          <p:spPr>
            <a:xfrm>
              <a:off x="5737460" y="4171145"/>
              <a:ext cx="196044" cy="229897"/>
            </a:xfrm>
            <a:custGeom>
              <a:avLst/>
              <a:gdLst/>
              <a:ahLst/>
              <a:cxnLst/>
              <a:rect l="l" t="t" r="r" b="b"/>
              <a:pathLst>
                <a:path w="196044" h="229897" extrusionOk="0">
                  <a:moveTo>
                    <a:pt x="192040" y="229897"/>
                  </a:moveTo>
                  <a:cubicBezTo>
                    <a:pt x="191015" y="229897"/>
                    <a:pt x="190075" y="229556"/>
                    <a:pt x="189307" y="228787"/>
                  </a:cubicBezTo>
                  <a:cubicBezTo>
                    <a:pt x="182304" y="222211"/>
                    <a:pt x="174361" y="216660"/>
                    <a:pt x="165735" y="212304"/>
                  </a:cubicBezTo>
                  <a:cubicBezTo>
                    <a:pt x="154974" y="206923"/>
                    <a:pt x="143444" y="203592"/>
                    <a:pt x="131402" y="202312"/>
                  </a:cubicBezTo>
                  <a:cubicBezTo>
                    <a:pt x="130036" y="202141"/>
                    <a:pt x="128840" y="201287"/>
                    <a:pt x="128242" y="200091"/>
                  </a:cubicBezTo>
                  <a:cubicBezTo>
                    <a:pt x="127644" y="198895"/>
                    <a:pt x="127730" y="197358"/>
                    <a:pt x="128499" y="196248"/>
                  </a:cubicBezTo>
                  <a:cubicBezTo>
                    <a:pt x="155486" y="153631"/>
                    <a:pt x="154035" y="98032"/>
                    <a:pt x="124912" y="57977"/>
                  </a:cubicBezTo>
                  <a:cubicBezTo>
                    <a:pt x="97924" y="20827"/>
                    <a:pt x="50780" y="1866"/>
                    <a:pt x="4662" y="9724"/>
                  </a:cubicBezTo>
                  <a:cubicBezTo>
                    <a:pt x="2527" y="10151"/>
                    <a:pt x="391" y="8614"/>
                    <a:pt x="50" y="6479"/>
                  </a:cubicBezTo>
                  <a:cubicBezTo>
                    <a:pt x="-292" y="4258"/>
                    <a:pt x="1160" y="2208"/>
                    <a:pt x="3295" y="1866"/>
                  </a:cubicBezTo>
                  <a:cubicBezTo>
                    <a:pt x="52318" y="-6503"/>
                    <a:pt x="102621" y="13738"/>
                    <a:pt x="131402" y="53280"/>
                  </a:cubicBezTo>
                  <a:cubicBezTo>
                    <a:pt x="161294" y="94360"/>
                    <a:pt x="163856" y="150641"/>
                    <a:pt x="138405" y="195223"/>
                  </a:cubicBezTo>
                  <a:cubicBezTo>
                    <a:pt x="149166" y="197017"/>
                    <a:pt x="159586" y="200347"/>
                    <a:pt x="169322" y="205215"/>
                  </a:cubicBezTo>
                  <a:cubicBezTo>
                    <a:pt x="178631" y="209912"/>
                    <a:pt x="187172" y="215891"/>
                    <a:pt x="194773" y="222979"/>
                  </a:cubicBezTo>
                  <a:cubicBezTo>
                    <a:pt x="196395" y="224517"/>
                    <a:pt x="196481" y="226993"/>
                    <a:pt x="194943" y="228616"/>
                  </a:cubicBezTo>
                  <a:cubicBezTo>
                    <a:pt x="194175" y="229470"/>
                    <a:pt x="193065" y="229897"/>
                    <a:pt x="192040" y="22989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3114;p73">
              <a:extLst>
                <a:ext uri="{FF2B5EF4-FFF2-40B4-BE49-F238E27FC236}">
                  <a16:creationId xmlns:a16="http://schemas.microsoft.com/office/drawing/2014/main" id="{A23ACA3E-ECA0-6732-F17D-582EABF92574}"/>
                </a:ext>
              </a:extLst>
            </p:cNvPr>
            <p:cNvSpPr/>
            <p:nvPr/>
          </p:nvSpPr>
          <p:spPr>
            <a:xfrm>
              <a:off x="6016961" y="4204277"/>
              <a:ext cx="42431" cy="165848"/>
            </a:xfrm>
            <a:custGeom>
              <a:avLst/>
              <a:gdLst/>
              <a:ahLst/>
              <a:cxnLst/>
              <a:rect l="l" t="t" r="r" b="b"/>
              <a:pathLst>
                <a:path w="42431" h="165848" extrusionOk="0">
                  <a:moveTo>
                    <a:pt x="4007" y="165849"/>
                  </a:moveTo>
                  <a:cubicBezTo>
                    <a:pt x="4007" y="165849"/>
                    <a:pt x="3409" y="165849"/>
                    <a:pt x="3153" y="165763"/>
                  </a:cubicBezTo>
                  <a:cubicBezTo>
                    <a:pt x="1018" y="165337"/>
                    <a:pt x="-349" y="163201"/>
                    <a:pt x="78" y="160981"/>
                  </a:cubicBezTo>
                  <a:lnTo>
                    <a:pt x="34496" y="3153"/>
                  </a:lnTo>
                  <a:cubicBezTo>
                    <a:pt x="34923" y="1018"/>
                    <a:pt x="37058" y="-349"/>
                    <a:pt x="39279" y="78"/>
                  </a:cubicBezTo>
                  <a:cubicBezTo>
                    <a:pt x="41414" y="505"/>
                    <a:pt x="42780" y="2641"/>
                    <a:pt x="42353" y="4861"/>
                  </a:cubicBezTo>
                  <a:lnTo>
                    <a:pt x="7935" y="162689"/>
                  </a:lnTo>
                  <a:cubicBezTo>
                    <a:pt x="7508" y="164568"/>
                    <a:pt x="5886" y="165849"/>
                    <a:pt x="4007" y="16584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3115;p73">
              <a:extLst>
                <a:ext uri="{FF2B5EF4-FFF2-40B4-BE49-F238E27FC236}">
                  <a16:creationId xmlns:a16="http://schemas.microsoft.com/office/drawing/2014/main" id="{9AB78FD1-F7B0-2F32-B45E-100384A0CDC6}"/>
                </a:ext>
              </a:extLst>
            </p:cNvPr>
            <p:cNvSpPr/>
            <p:nvPr/>
          </p:nvSpPr>
          <p:spPr>
            <a:xfrm>
              <a:off x="5975889" y="4366168"/>
              <a:ext cx="85848" cy="42048"/>
            </a:xfrm>
            <a:custGeom>
              <a:avLst/>
              <a:gdLst/>
              <a:ahLst/>
              <a:cxnLst/>
              <a:rect l="l" t="t" r="r" b="b"/>
              <a:pathLst>
                <a:path w="85848" h="42048" extrusionOk="0">
                  <a:moveTo>
                    <a:pt x="81803" y="41963"/>
                  </a:moveTo>
                  <a:cubicBezTo>
                    <a:pt x="80181" y="41963"/>
                    <a:pt x="78558" y="40939"/>
                    <a:pt x="78046" y="39316"/>
                  </a:cubicBezTo>
                  <a:cubicBezTo>
                    <a:pt x="76765" y="35644"/>
                    <a:pt x="75056" y="32227"/>
                    <a:pt x="72921" y="29067"/>
                  </a:cubicBezTo>
                  <a:cubicBezTo>
                    <a:pt x="62075" y="13182"/>
                    <a:pt x="43286" y="9339"/>
                    <a:pt x="35685" y="8399"/>
                  </a:cubicBezTo>
                  <a:cubicBezTo>
                    <a:pt x="25692" y="7204"/>
                    <a:pt x="15273" y="8741"/>
                    <a:pt x="5537" y="12840"/>
                  </a:cubicBezTo>
                  <a:cubicBezTo>
                    <a:pt x="3487" y="13609"/>
                    <a:pt x="1181" y="12840"/>
                    <a:pt x="327" y="10705"/>
                  </a:cubicBezTo>
                  <a:cubicBezTo>
                    <a:pt x="-527" y="8655"/>
                    <a:pt x="327" y="6349"/>
                    <a:pt x="2462" y="5495"/>
                  </a:cubicBezTo>
                  <a:cubicBezTo>
                    <a:pt x="13480" y="798"/>
                    <a:pt x="25351" y="-910"/>
                    <a:pt x="36710" y="456"/>
                  </a:cubicBezTo>
                  <a:cubicBezTo>
                    <a:pt x="45336" y="1482"/>
                    <a:pt x="66858" y="5922"/>
                    <a:pt x="79583" y="24540"/>
                  </a:cubicBezTo>
                  <a:cubicBezTo>
                    <a:pt x="82145" y="28298"/>
                    <a:pt x="84195" y="32313"/>
                    <a:pt x="85647" y="36668"/>
                  </a:cubicBezTo>
                  <a:cubicBezTo>
                    <a:pt x="86330" y="38718"/>
                    <a:pt x="85220" y="41024"/>
                    <a:pt x="83170" y="41792"/>
                  </a:cubicBezTo>
                  <a:cubicBezTo>
                    <a:pt x="82743" y="41963"/>
                    <a:pt x="82316" y="42049"/>
                    <a:pt x="81889" y="4204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3116;p73">
              <a:extLst>
                <a:ext uri="{FF2B5EF4-FFF2-40B4-BE49-F238E27FC236}">
                  <a16:creationId xmlns:a16="http://schemas.microsoft.com/office/drawing/2014/main" id="{8E1638D3-8F1E-12EB-3E71-D5B662CDE10F}"/>
                </a:ext>
              </a:extLst>
            </p:cNvPr>
            <p:cNvSpPr/>
            <p:nvPr/>
          </p:nvSpPr>
          <p:spPr>
            <a:xfrm>
              <a:off x="6028722" y="4107257"/>
              <a:ext cx="80136" cy="79589"/>
            </a:xfrm>
            <a:custGeom>
              <a:avLst/>
              <a:gdLst/>
              <a:ahLst/>
              <a:cxnLst/>
              <a:rect l="l" t="t" r="r" b="b"/>
              <a:pathLst>
                <a:path w="80136" h="79589" extrusionOk="0">
                  <a:moveTo>
                    <a:pt x="17013" y="79590"/>
                  </a:moveTo>
                  <a:cubicBezTo>
                    <a:pt x="12487" y="79590"/>
                    <a:pt x="7790" y="79163"/>
                    <a:pt x="3178" y="78138"/>
                  </a:cubicBezTo>
                  <a:cubicBezTo>
                    <a:pt x="1043" y="77711"/>
                    <a:pt x="-409" y="75576"/>
                    <a:pt x="103" y="73441"/>
                  </a:cubicBezTo>
                  <a:cubicBezTo>
                    <a:pt x="530" y="71306"/>
                    <a:pt x="2665" y="69854"/>
                    <a:pt x="4801" y="70367"/>
                  </a:cubicBezTo>
                  <a:cubicBezTo>
                    <a:pt x="25896" y="74722"/>
                    <a:pt x="46990" y="67548"/>
                    <a:pt x="60057" y="51663"/>
                  </a:cubicBezTo>
                  <a:cubicBezTo>
                    <a:pt x="75857" y="32361"/>
                    <a:pt x="71929" y="9302"/>
                    <a:pt x="70989" y="4861"/>
                  </a:cubicBezTo>
                  <a:cubicBezTo>
                    <a:pt x="70562" y="2726"/>
                    <a:pt x="71929" y="590"/>
                    <a:pt x="74064" y="78"/>
                  </a:cubicBezTo>
                  <a:cubicBezTo>
                    <a:pt x="76199" y="-349"/>
                    <a:pt x="78334" y="1017"/>
                    <a:pt x="78846" y="3152"/>
                  </a:cubicBezTo>
                  <a:cubicBezTo>
                    <a:pt x="79957" y="8192"/>
                    <a:pt x="84398" y="34582"/>
                    <a:pt x="66292" y="56701"/>
                  </a:cubicBezTo>
                  <a:cubicBezTo>
                    <a:pt x="54250" y="71391"/>
                    <a:pt x="36230" y="79590"/>
                    <a:pt x="17099" y="7959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3117;p73">
              <a:extLst>
                <a:ext uri="{FF2B5EF4-FFF2-40B4-BE49-F238E27FC236}">
                  <a16:creationId xmlns:a16="http://schemas.microsoft.com/office/drawing/2014/main" id="{A70A2C9E-C29A-DF1D-5C90-72A6B752046F}"/>
                </a:ext>
              </a:extLst>
            </p:cNvPr>
            <p:cNvSpPr/>
            <p:nvPr/>
          </p:nvSpPr>
          <p:spPr>
            <a:xfrm>
              <a:off x="6109078" y="4133414"/>
              <a:ext cx="51344" cy="47455"/>
            </a:xfrm>
            <a:custGeom>
              <a:avLst/>
              <a:gdLst/>
              <a:ahLst/>
              <a:cxnLst/>
              <a:rect l="l" t="t" r="r" b="b"/>
              <a:pathLst>
                <a:path w="51344" h="47455" extrusionOk="0">
                  <a:moveTo>
                    <a:pt x="47427" y="47455"/>
                  </a:moveTo>
                  <a:cubicBezTo>
                    <a:pt x="38630" y="46003"/>
                    <a:pt x="23343" y="41562"/>
                    <a:pt x="11557" y="27556"/>
                  </a:cubicBezTo>
                  <a:cubicBezTo>
                    <a:pt x="6176" y="21151"/>
                    <a:pt x="2248" y="13293"/>
                    <a:pt x="113" y="5009"/>
                  </a:cubicBezTo>
                  <a:cubicBezTo>
                    <a:pt x="-400" y="2874"/>
                    <a:pt x="881" y="739"/>
                    <a:pt x="3016" y="141"/>
                  </a:cubicBezTo>
                  <a:cubicBezTo>
                    <a:pt x="5152" y="-457"/>
                    <a:pt x="7287" y="910"/>
                    <a:pt x="7885" y="3045"/>
                  </a:cubicBezTo>
                  <a:cubicBezTo>
                    <a:pt x="9678" y="10219"/>
                    <a:pt x="13094" y="16966"/>
                    <a:pt x="17706" y="22432"/>
                  </a:cubicBezTo>
                  <a:cubicBezTo>
                    <a:pt x="27784" y="34559"/>
                    <a:pt x="41022" y="38317"/>
                    <a:pt x="48025" y="39512"/>
                  </a:cubicBezTo>
                  <a:cubicBezTo>
                    <a:pt x="50245" y="39854"/>
                    <a:pt x="51697" y="41990"/>
                    <a:pt x="51270" y="44125"/>
                  </a:cubicBezTo>
                  <a:cubicBezTo>
                    <a:pt x="50929" y="46089"/>
                    <a:pt x="49220" y="47455"/>
                    <a:pt x="47342" y="4745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3118;p73">
              <a:extLst>
                <a:ext uri="{FF2B5EF4-FFF2-40B4-BE49-F238E27FC236}">
                  <a16:creationId xmlns:a16="http://schemas.microsoft.com/office/drawing/2014/main" id="{0D19C5FA-AC2A-65F1-6F3C-5E640893E129}"/>
                </a:ext>
              </a:extLst>
            </p:cNvPr>
            <p:cNvSpPr/>
            <p:nvPr/>
          </p:nvSpPr>
          <p:spPr>
            <a:xfrm>
              <a:off x="6152034" y="4054611"/>
              <a:ext cx="18390" cy="112166"/>
            </a:xfrm>
            <a:custGeom>
              <a:avLst/>
              <a:gdLst/>
              <a:ahLst/>
              <a:cxnLst/>
              <a:rect l="l" t="t" r="r" b="b"/>
              <a:pathLst>
                <a:path w="18390" h="112166" extrusionOk="0">
                  <a:moveTo>
                    <a:pt x="9510" y="112081"/>
                  </a:moveTo>
                  <a:cubicBezTo>
                    <a:pt x="9510" y="112081"/>
                    <a:pt x="8912" y="112081"/>
                    <a:pt x="8571" y="111995"/>
                  </a:cubicBezTo>
                  <a:cubicBezTo>
                    <a:pt x="6435" y="111483"/>
                    <a:pt x="5069" y="109348"/>
                    <a:pt x="5581" y="107213"/>
                  </a:cubicBezTo>
                  <a:cubicBezTo>
                    <a:pt x="6948" y="101320"/>
                    <a:pt x="8058" y="95427"/>
                    <a:pt x="8827" y="89534"/>
                  </a:cubicBezTo>
                  <a:cubicBezTo>
                    <a:pt x="12499" y="61863"/>
                    <a:pt x="9595" y="33508"/>
                    <a:pt x="201" y="5240"/>
                  </a:cubicBezTo>
                  <a:cubicBezTo>
                    <a:pt x="-482" y="3104"/>
                    <a:pt x="628" y="884"/>
                    <a:pt x="2763" y="201"/>
                  </a:cubicBezTo>
                  <a:cubicBezTo>
                    <a:pt x="4898" y="-482"/>
                    <a:pt x="7119" y="628"/>
                    <a:pt x="7802" y="2763"/>
                  </a:cubicBezTo>
                  <a:cubicBezTo>
                    <a:pt x="17623" y="32228"/>
                    <a:pt x="20613" y="61777"/>
                    <a:pt x="16769" y="90644"/>
                  </a:cubicBezTo>
                  <a:cubicBezTo>
                    <a:pt x="15915" y="96794"/>
                    <a:pt x="14805" y="102943"/>
                    <a:pt x="13353" y="109092"/>
                  </a:cubicBezTo>
                  <a:cubicBezTo>
                    <a:pt x="12926" y="110885"/>
                    <a:pt x="11303" y="112166"/>
                    <a:pt x="9425" y="112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3119;p73">
              <a:extLst>
                <a:ext uri="{FF2B5EF4-FFF2-40B4-BE49-F238E27FC236}">
                  <a16:creationId xmlns:a16="http://schemas.microsoft.com/office/drawing/2014/main" id="{AA3078F4-0792-BB5D-03D1-448C5D6C02FB}"/>
                </a:ext>
              </a:extLst>
            </p:cNvPr>
            <p:cNvSpPr/>
            <p:nvPr/>
          </p:nvSpPr>
          <p:spPr>
            <a:xfrm>
              <a:off x="5875946" y="4000560"/>
              <a:ext cx="142475" cy="235138"/>
            </a:xfrm>
            <a:custGeom>
              <a:avLst/>
              <a:gdLst/>
              <a:ahLst/>
              <a:cxnLst/>
              <a:rect l="l" t="t" r="r" b="b"/>
              <a:pathLst>
                <a:path w="142475" h="235138" extrusionOk="0">
                  <a:moveTo>
                    <a:pt x="72342" y="235139"/>
                  </a:moveTo>
                  <a:cubicBezTo>
                    <a:pt x="39120" y="235139"/>
                    <a:pt x="15634" y="196450"/>
                    <a:pt x="6922" y="173391"/>
                  </a:cubicBezTo>
                  <a:cubicBezTo>
                    <a:pt x="-9134" y="131116"/>
                    <a:pt x="6752" y="91574"/>
                    <a:pt x="14353" y="76457"/>
                  </a:cubicBezTo>
                  <a:cubicBezTo>
                    <a:pt x="15377" y="74493"/>
                    <a:pt x="17769" y="73724"/>
                    <a:pt x="19733" y="74663"/>
                  </a:cubicBezTo>
                  <a:cubicBezTo>
                    <a:pt x="21697" y="75688"/>
                    <a:pt x="22466" y="78079"/>
                    <a:pt x="21527" y="80044"/>
                  </a:cubicBezTo>
                  <a:cubicBezTo>
                    <a:pt x="14438" y="94136"/>
                    <a:pt x="-422" y="131286"/>
                    <a:pt x="14438" y="170573"/>
                  </a:cubicBezTo>
                  <a:cubicBezTo>
                    <a:pt x="22466" y="191839"/>
                    <a:pt x="43903" y="227794"/>
                    <a:pt x="73111" y="227111"/>
                  </a:cubicBezTo>
                  <a:cubicBezTo>
                    <a:pt x="84214" y="226940"/>
                    <a:pt x="101209" y="221047"/>
                    <a:pt x="118973" y="194315"/>
                  </a:cubicBezTo>
                  <a:cubicBezTo>
                    <a:pt x="143485" y="157335"/>
                    <a:pt x="133492" y="112156"/>
                    <a:pt x="126233" y="79104"/>
                  </a:cubicBezTo>
                  <a:cubicBezTo>
                    <a:pt x="120681" y="53739"/>
                    <a:pt x="111202" y="29143"/>
                    <a:pt x="98220" y="5998"/>
                  </a:cubicBezTo>
                  <a:cubicBezTo>
                    <a:pt x="97110" y="4034"/>
                    <a:pt x="97793" y="1642"/>
                    <a:pt x="99757" y="532"/>
                  </a:cubicBezTo>
                  <a:cubicBezTo>
                    <a:pt x="101722" y="-579"/>
                    <a:pt x="104113" y="105"/>
                    <a:pt x="105223" y="2069"/>
                  </a:cubicBezTo>
                  <a:cubicBezTo>
                    <a:pt x="118632" y="25897"/>
                    <a:pt x="128368" y="51262"/>
                    <a:pt x="134090" y="77311"/>
                  </a:cubicBezTo>
                  <a:cubicBezTo>
                    <a:pt x="141264" y="109765"/>
                    <a:pt x="152025" y="158872"/>
                    <a:pt x="125720" y="198671"/>
                  </a:cubicBezTo>
                  <a:cubicBezTo>
                    <a:pt x="106077" y="228307"/>
                    <a:pt x="86434" y="234797"/>
                    <a:pt x="73367" y="235053"/>
                  </a:cubicBezTo>
                  <a:cubicBezTo>
                    <a:pt x="73111" y="235053"/>
                    <a:pt x="72855" y="235053"/>
                    <a:pt x="72513" y="23505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3120;p73">
              <a:extLst>
                <a:ext uri="{FF2B5EF4-FFF2-40B4-BE49-F238E27FC236}">
                  <a16:creationId xmlns:a16="http://schemas.microsoft.com/office/drawing/2014/main" id="{052DF9C7-B4CC-440B-BDE8-65268A09EA7B}"/>
                </a:ext>
              </a:extLst>
            </p:cNvPr>
            <p:cNvSpPr/>
            <p:nvPr/>
          </p:nvSpPr>
          <p:spPr>
            <a:xfrm>
              <a:off x="6079538" y="4075394"/>
              <a:ext cx="46204" cy="38941"/>
            </a:xfrm>
            <a:custGeom>
              <a:avLst/>
              <a:gdLst/>
              <a:ahLst/>
              <a:cxnLst/>
              <a:rect l="l" t="t" r="r" b="b"/>
              <a:pathLst>
                <a:path w="46204" h="38941" extrusionOk="0">
                  <a:moveTo>
                    <a:pt x="45881" y="14262"/>
                  </a:moveTo>
                  <a:cubicBezTo>
                    <a:pt x="48955" y="27928"/>
                    <a:pt x="29227" y="41251"/>
                    <a:pt x="24444" y="38603"/>
                  </a:cubicBezTo>
                  <a:cubicBezTo>
                    <a:pt x="20430" y="36383"/>
                    <a:pt x="27604" y="23145"/>
                    <a:pt x="21113" y="16825"/>
                  </a:cubicBezTo>
                  <a:cubicBezTo>
                    <a:pt x="14708" y="10590"/>
                    <a:pt x="1385" y="17337"/>
                    <a:pt x="104" y="14262"/>
                  </a:cubicBezTo>
                  <a:cubicBezTo>
                    <a:pt x="-1177" y="11273"/>
                    <a:pt x="9584" y="0"/>
                    <a:pt x="22992" y="0"/>
                  </a:cubicBezTo>
                  <a:cubicBezTo>
                    <a:pt x="31874" y="0"/>
                    <a:pt x="43745" y="4783"/>
                    <a:pt x="45881" y="1426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3121;p73">
              <a:extLst>
                <a:ext uri="{FF2B5EF4-FFF2-40B4-BE49-F238E27FC236}">
                  <a16:creationId xmlns:a16="http://schemas.microsoft.com/office/drawing/2014/main" id="{D55ED188-DAB0-6016-DD6B-30C3A1521E9B}"/>
                </a:ext>
              </a:extLst>
            </p:cNvPr>
            <p:cNvSpPr/>
            <p:nvPr/>
          </p:nvSpPr>
          <p:spPr>
            <a:xfrm>
              <a:off x="6032669" y="4025433"/>
              <a:ext cx="22888" cy="41335"/>
            </a:xfrm>
            <a:custGeom>
              <a:avLst/>
              <a:gdLst/>
              <a:ahLst/>
              <a:cxnLst/>
              <a:rect l="l" t="t" r="r" b="b"/>
              <a:pathLst>
                <a:path w="22888" h="41335" extrusionOk="0">
                  <a:moveTo>
                    <a:pt x="22888" y="20668"/>
                  </a:moveTo>
                  <a:cubicBezTo>
                    <a:pt x="22888" y="32112"/>
                    <a:pt x="17764" y="41336"/>
                    <a:pt x="11444" y="41336"/>
                  </a:cubicBezTo>
                  <a:cubicBezTo>
                    <a:pt x="5124" y="41336"/>
                    <a:pt x="0" y="32027"/>
                    <a:pt x="0" y="20668"/>
                  </a:cubicBezTo>
                  <a:cubicBezTo>
                    <a:pt x="0" y="9309"/>
                    <a:pt x="5124" y="0"/>
                    <a:pt x="11444" y="0"/>
                  </a:cubicBezTo>
                  <a:cubicBezTo>
                    <a:pt x="17764" y="0"/>
                    <a:pt x="22888" y="9309"/>
                    <a:pt x="22888" y="206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3122;p73">
              <a:extLst>
                <a:ext uri="{FF2B5EF4-FFF2-40B4-BE49-F238E27FC236}">
                  <a16:creationId xmlns:a16="http://schemas.microsoft.com/office/drawing/2014/main" id="{A64A6A8A-0F95-479D-3108-93F085C51C38}"/>
                </a:ext>
              </a:extLst>
            </p:cNvPr>
            <p:cNvSpPr/>
            <p:nvPr/>
          </p:nvSpPr>
          <p:spPr>
            <a:xfrm>
              <a:off x="6111070" y="4019967"/>
              <a:ext cx="22888" cy="41335"/>
            </a:xfrm>
            <a:custGeom>
              <a:avLst/>
              <a:gdLst/>
              <a:ahLst/>
              <a:cxnLst/>
              <a:rect l="l" t="t" r="r" b="b"/>
              <a:pathLst>
                <a:path w="22888" h="41335" extrusionOk="0">
                  <a:moveTo>
                    <a:pt x="22888" y="20668"/>
                  </a:moveTo>
                  <a:cubicBezTo>
                    <a:pt x="22888" y="32083"/>
                    <a:pt x="17765" y="41336"/>
                    <a:pt x="11444" y="41336"/>
                  </a:cubicBezTo>
                  <a:cubicBezTo>
                    <a:pt x="5124" y="41336"/>
                    <a:pt x="0" y="32082"/>
                    <a:pt x="0" y="20668"/>
                  </a:cubicBezTo>
                  <a:cubicBezTo>
                    <a:pt x="0" y="9253"/>
                    <a:pt x="5124" y="0"/>
                    <a:pt x="11444" y="0"/>
                  </a:cubicBezTo>
                  <a:cubicBezTo>
                    <a:pt x="17765" y="0"/>
                    <a:pt x="22888" y="9254"/>
                    <a:pt x="22888" y="206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7" name="Google Shape;3123;p73">
            <a:extLst>
              <a:ext uri="{FF2B5EF4-FFF2-40B4-BE49-F238E27FC236}">
                <a16:creationId xmlns:a16="http://schemas.microsoft.com/office/drawing/2014/main" id="{08E0FEBA-6EF7-AD5F-389F-99973DB13655}"/>
              </a:ext>
            </a:extLst>
          </p:cNvPr>
          <p:cNvGrpSpPr/>
          <p:nvPr/>
        </p:nvGrpSpPr>
        <p:grpSpPr>
          <a:xfrm>
            <a:off x="715658" y="4355042"/>
            <a:ext cx="774738" cy="632763"/>
            <a:chOff x="3166390" y="3724261"/>
            <a:chExt cx="774738" cy="632763"/>
          </a:xfrm>
        </p:grpSpPr>
        <p:grpSp>
          <p:nvGrpSpPr>
            <p:cNvPr id="28" name="Google Shape;3124;p73">
              <a:extLst>
                <a:ext uri="{FF2B5EF4-FFF2-40B4-BE49-F238E27FC236}">
                  <a16:creationId xmlns:a16="http://schemas.microsoft.com/office/drawing/2014/main" id="{BBBD6C60-5519-CAD0-23BD-6953114795F5}"/>
                </a:ext>
              </a:extLst>
            </p:cNvPr>
            <p:cNvGrpSpPr/>
            <p:nvPr/>
          </p:nvGrpSpPr>
          <p:grpSpPr>
            <a:xfrm>
              <a:off x="3166390" y="3724261"/>
              <a:ext cx="747804" cy="632763"/>
              <a:chOff x="3166390" y="3724261"/>
              <a:chExt cx="747804" cy="632763"/>
            </a:xfrm>
          </p:grpSpPr>
          <p:sp>
            <p:nvSpPr>
              <p:cNvPr id="49" name="Google Shape;3125;p73">
                <a:extLst>
                  <a:ext uri="{FF2B5EF4-FFF2-40B4-BE49-F238E27FC236}">
                    <a16:creationId xmlns:a16="http://schemas.microsoft.com/office/drawing/2014/main" id="{72D3E5BB-B378-A2F7-D480-AA926DC64979}"/>
                  </a:ext>
                </a:extLst>
              </p:cNvPr>
              <p:cNvSpPr/>
              <p:nvPr/>
            </p:nvSpPr>
            <p:spPr>
              <a:xfrm>
                <a:off x="3347126" y="3724261"/>
                <a:ext cx="567068" cy="418531"/>
              </a:xfrm>
              <a:custGeom>
                <a:avLst/>
                <a:gdLst/>
                <a:ahLst/>
                <a:cxnLst/>
                <a:rect l="l" t="t" r="r" b="b"/>
                <a:pathLst>
                  <a:path w="567068" h="418531" extrusionOk="0">
                    <a:moveTo>
                      <a:pt x="553660" y="95140"/>
                    </a:moveTo>
                    <a:cubicBezTo>
                      <a:pt x="562371" y="115894"/>
                      <a:pt x="565788" y="135195"/>
                      <a:pt x="567069" y="150654"/>
                    </a:cubicBezTo>
                    <a:cubicBezTo>
                      <a:pt x="557247" y="202494"/>
                      <a:pt x="539141" y="237937"/>
                      <a:pt x="524452" y="260655"/>
                    </a:cubicBezTo>
                    <a:cubicBezTo>
                      <a:pt x="508225" y="285935"/>
                      <a:pt x="498232" y="292255"/>
                      <a:pt x="449808" y="355369"/>
                    </a:cubicBezTo>
                    <a:cubicBezTo>
                      <a:pt x="419404" y="395082"/>
                      <a:pt x="421112" y="395424"/>
                      <a:pt x="414365" y="400377"/>
                    </a:cubicBezTo>
                    <a:cubicBezTo>
                      <a:pt x="373114" y="430611"/>
                      <a:pt x="327850" y="401658"/>
                      <a:pt x="247398" y="396107"/>
                    </a:cubicBezTo>
                    <a:cubicBezTo>
                      <a:pt x="127576" y="387737"/>
                      <a:pt x="83763" y="441970"/>
                      <a:pt x="37389" y="406185"/>
                    </a:cubicBezTo>
                    <a:cubicBezTo>
                      <a:pt x="-702" y="376806"/>
                      <a:pt x="-275" y="317791"/>
                      <a:pt x="67" y="306688"/>
                    </a:cubicBezTo>
                    <a:cubicBezTo>
                      <a:pt x="323" y="298062"/>
                      <a:pt x="2800" y="241183"/>
                      <a:pt x="42684" y="209071"/>
                    </a:cubicBezTo>
                    <a:cubicBezTo>
                      <a:pt x="116473" y="149629"/>
                      <a:pt x="238346" y="240073"/>
                      <a:pt x="311111" y="178410"/>
                    </a:cubicBezTo>
                    <a:cubicBezTo>
                      <a:pt x="319139" y="171578"/>
                      <a:pt x="337586" y="153643"/>
                      <a:pt x="354154" y="127253"/>
                    </a:cubicBezTo>
                    <a:cubicBezTo>
                      <a:pt x="366111" y="108208"/>
                      <a:pt x="379093" y="87625"/>
                      <a:pt x="383363" y="58843"/>
                    </a:cubicBezTo>
                    <a:cubicBezTo>
                      <a:pt x="388316" y="25365"/>
                      <a:pt x="377641" y="7772"/>
                      <a:pt x="387206" y="1879"/>
                    </a:cubicBezTo>
                    <a:cubicBezTo>
                      <a:pt x="401554" y="-6918"/>
                      <a:pt x="438278" y="24938"/>
                      <a:pt x="439816" y="26304"/>
                    </a:cubicBezTo>
                    <a:cubicBezTo>
                      <a:pt x="444684" y="30575"/>
                      <a:pt x="448527" y="34674"/>
                      <a:pt x="451260" y="37749"/>
                    </a:cubicBezTo>
                    <a:cubicBezTo>
                      <a:pt x="471159" y="36297"/>
                      <a:pt x="491144" y="34845"/>
                      <a:pt x="511043" y="33479"/>
                    </a:cubicBezTo>
                    <a:cubicBezTo>
                      <a:pt x="517448" y="22291"/>
                      <a:pt x="523768" y="11188"/>
                      <a:pt x="530173" y="0"/>
                    </a:cubicBezTo>
                    <a:cubicBezTo>
                      <a:pt x="540508" y="2306"/>
                      <a:pt x="546059" y="7088"/>
                      <a:pt x="548792" y="10078"/>
                    </a:cubicBezTo>
                    <a:cubicBezTo>
                      <a:pt x="562115" y="24426"/>
                      <a:pt x="561346" y="52011"/>
                      <a:pt x="544948" y="77547"/>
                    </a:cubicBezTo>
                    <a:cubicBezTo>
                      <a:pt x="547938" y="82928"/>
                      <a:pt x="550842" y="88821"/>
                      <a:pt x="553574" y="95226"/>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3126;p73">
                <a:extLst>
                  <a:ext uri="{FF2B5EF4-FFF2-40B4-BE49-F238E27FC236}">
                    <a16:creationId xmlns:a16="http://schemas.microsoft.com/office/drawing/2014/main" id="{BDFF82BE-41E0-563D-104D-3C266C9653A6}"/>
                  </a:ext>
                </a:extLst>
              </p:cNvPr>
              <p:cNvSpPr/>
              <p:nvPr/>
            </p:nvSpPr>
            <p:spPr>
              <a:xfrm>
                <a:off x="3635177" y="4081168"/>
                <a:ext cx="139722" cy="257409"/>
              </a:xfrm>
              <a:custGeom>
                <a:avLst/>
                <a:gdLst/>
                <a:ahLst/>
                <a:cxnLst/>
                <a:rect l="l" t="t" r="r" b="b"/>
                <a:pathLst>
                  <a:path w="139722" h="257409" extrusionOk="0">
                    <a:moveTo>
                      <a:pt x="139722" y="4783"/>
                    </a:moveTo>
                    <a:lnTo>
                      <a:pt x="139722" y="257410"/>
                    </a:lnTo>
                    <a:lnTo>
                      <a:pt x="81305" y="257410"/>
                    </a:lnTo>
                    <a:cubicBezTo>
                      <a:pt x="67640" y="221625"/>
                      <a:pt x="55257" y="178581"/>
                      <a:pt x="48852" y="129217"/>
                    </a:cubicBezTo>
                    <a:cubicBezTo>
                      <a:pt x="46973" y="114955"/>
                      <a:pt x="45777" y="101204"/>
                      <a:pt x="45008" y="88052"/>
                    </a:cubicBezTo>
                    <a:cubicBezTo>
                      <a:pt x="29977" y="58673"/>
                      <a:pt x="15031" y="29379"/>
                      <a:pt x="0" y="0"/>
                    </a:cubicBezTo>
                    <a:lnTo>
                      <a:pt x="139722" y="4783"/>
                    </a:ln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 name="Google Shape;3127;p73">
                <a:extLst>
                  <a:ext uri="{FF2B5EF4-FFF2-40B4-BE49-F238E27FC236}">
                    <a16:creationId xmlns:a16="http://schemas.microsoft.com/office/drawing/2014/main" id="{A86DF92A-77B6-6E49-27D6-2A3CBC956A29}"/>
                  </a:ext>
                </a:extLst>
              </p:cNvPr>
              <p:cNvSpPr/>
              <p:nvPr/>
            </p:nvSpPr>
            <p:spPr>
              <a:xfrm>
                <a:off x="3711700" y="4294167"/>
                <a:ext cx="84635" cy="62857"/>
              </a:xfrm>
              <a:custGeom>
                <a:avLst/>
                <a:gdLst/>
                <a:ahLst/>
                <a:cxnLst/>
                <a:rect l="l" t="t" r="r" b="b"/>
                <a:pathLst>
                  <a:path w="84635" h="62857" extrusionOk="0">
                    <a:moveTo>
                      <a:pt x="55769" y="29892"/>
                    </a:moveTo>
                    <a:cubicBezTo>
                      <a:pt x="58929" y="30660"/>
                      <a:pt x="69007" y="33393"/>
                      <a:pt x="76693" y="43044"/>
                    </a:cubicBezTo>
                    <a:cubicBezTo>
                      <a:pt x="83013" y="51072"/>
                      <a:pt x="84294" y="59442"/>
                      <a:pt x="84636" y="62858"/>
                    </a:cubicBezTo>
                    <a:lnTo>
                      <a:pt x="0" y="62858"/>
                    </a:lnTo>
                    <a:cubicBezTo>
                      <a:pt x="512" y="41933"/>
                      <a:pt x="1110" y="20924"/>
                      <a:pt x="1623" y="0"/>
                    </a:cubicBezTo>
                    <a:lnTo>
                      <a:pt x="55855" y="29892"/>
                    </a:ln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 name="Google Shape;3128;p73">
                <a:extLst>
                  <a:ext uri="{FF2B5EF4-FFF2-40B4-BE49-F238E27FC236}">
                    <a16:creationId xmlns:a16="http://schemas.microsoft.com/office/drawing/2014/main" id="{F31FA84A-6764-BA1D-2178-200AEB8D2FA3}"/>
                  </a:ext>
                </a:extLst>
              </p:cNvPr>
              <p:cNvSpPr/>
              <p:nvPr/>
            </p:nvSpPr>
            <p:spPr>
              <a:xfrm>
                <a:off x="3347192" y="4034280"/>
                <a:ext cx="98642" cy="300282"/>
              </a:xfrm>
              <a:custGeom>
                <a:avLst/>
                <a:gdLst/>
                <a:ahLst/>
                <a:cxnLst/>
                <a:rect l="l" t="t" r="r" b="b"/>
                <a:pathLst>
                  <a:path w="98642" h="300282" extrusionOk="0">
                    <a:moveTo>
                      <a:pt x="98557" y="47656"/>
                    </a:moveTo>
                    <a:lnTo>
                      <a:pt x="98557" y="300283"/>
                    </a:lnTo>
                    <a:lnTo>
                      <a:pt x="40140" y="300283"/>
                    </a:lnTo>
                    <a:cubicBezTo>
                      <a:pt x="26475" y="264498"/>
                      <a:pt x="14091" y="221454"/>
                      <a:pt x="7686" y="172090"/>
                    </a:cubicBezTo>
                    <a:cubicBezTo>
                      <a:pt x="5807" y="157828"/>
                      <a:pt x="4612" y="144078"/>
                      <a:pt x="3843" y="130926"/>
                    </a:cubicBezTo>
                    <a:lnTo>
                      <a:pt x="0" y="0"/>
                    </a:lnTo>
                    <a:lnTo>
                      <a:pt x="98642" y="47656"/>
                    </a:ln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3129;p73">
                <a:extLst>
                  <a:ext uri="{FF2B5EF4-FFF2-40B4-BE49-F238E27FC236}">
                    <a16:creationId xmlns:a16="http://schemas.microsoft.com/office/drawing/2014/main" id="{1A87F812-80EF-246E-BAC7-8868D8E99EC4}"/>
                  </a:ext>
                </a:extLst>
              </p:cNvPr>
              <p:cNvSpPr/>
              <p:nvPr/>
            </p:nvSpPr>
            <p:spPr>
              <a:xfrm>
                <a:off x="3382465" y="4290153"/>
                <a:ext cx="84635" cy="62858"/>
              </a:xfrm>
              <a:custGeom>
                <a:avLst/>
                <a:gdLst/>
                <a:ahLst/>
                <a:cxnLst/>
                <a:rect l="l" t="t" r="r" b="b"/>
                <a:pathLst>
                  <a:path w="84635" h="62858" extrusionOk="0">
                    <a:moveTo>
                      <a:pt x="55769" y="29892"/>
                    </a:moveTo>
                    <a:cubicBezTo>
                      <a:pt x="58929" y="30661"/>
                      <a:pt x="69007" y="33394"/>
                      <a:pt x="76693" y="43044"/>
                    </a:cubicBezTo>
                    <a:cubicBezTo>
                      <a:pt x="83013" y="51072"/>
                      <a:pt x="84294" y="59442"/>
                      <a:pt x="84636" y="62858"/>
                    </a:cubicBezTo>
                    <a:lnTo>
                      <a:pt x="0" y="62858"/>
                    </a:lnTo>
                    <a:cubicBezTo>
                      <a:pt x="512" y="41934"/>
                      <a:pt x="1110" y="20924"/>
                      <a:pt x="1623" y="0"/>
                    </a:cubicBezTo>
                    <a:lnTo>
                      <a:pt x="55855" y="29892"/>
                    </a:ln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 name="Google Shape;3130;p73">
                <a:extLst>
                  <a:ext uri="{FF2B5EF4-FFF2-40B4-BE49-F238E27FC236}">
                    <a16:creationId xmlns:a16="http://schemas.microsoft.com/office/drawing/2014/main" id="{D0D8AF92-852C-D04B-ACBC-4657922117B5}"/>
                  </a:ext>
                </a:extLst>
              </p:cNvPr>
              <p:cNvSpPr/>
              <p:nvPr/>
            </p:nvSpPr>
            <p:spPr>
              <a:xfrm>
                <a:off x="3459158" y="4034280"/>
                <a:ext cx="98642" cy="300282"/>
              </a:xfrm>
              <a:custGeom>
                <a:avLst/>
                <a:gdLst/>
                <a:ahLst/>
                <a:cxnLst/>
                <a:rect l="l" t="t" r="r" b="b"/>
                <a:pathLst>
                  <a:path w="98642" h="300282" extrusionOk="0">
                    <a:moveTo>
                      <a:pt x="98557" y="47656"/>
                    </a:moveTo>
                    <a:lnTo>
                      <a:pt x="98557" y="300283"/>
                    </a:lnTo>
                    <a:lnTo>
                      <a:pt x="40140" y="300283"/>
                    </a:lnTo>
                    <a:cubicBezTo>
                      <a:pt x="26475" y="264498"/>
                      <a:pt x="14092" y="221454"/>
                      <a:pt x="7687" y="172090"/>
                    </a:cubicBezTo>
                    <a:cubicBezTo>
                      <a:pt x="5807" y="157828"/>
                      <a:pt x="4612" y="144078"/>
                      <a:pt x="3843" y="130926"/>
                    </a:cubicBezTo>
                    <a:cubicBezTo>
                      <a:pt x="2562" y="87283"/>
                      <a:pt x="1281" y="43642"/>
                      <a:pt x="0" y="0"/>
                    </a:cubicBezTo>
                    <a:lnTo>
                      <a:pt x="98642" y="47656"/>
                    </a:ln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 name="Google Shape;3131;p73">
                <a:extLst>
                  <a:ext uri="{FF2B5EF4-FFF2-40B4-BE49-F238E27FC236}">
                    <a16:creationId xmlns:a16="http://schemas.microsoft.com/office/drawing/2014/main" id="{D4B26CC6-E5C4-D66F-6324-B73C21C378FA}"/>
                  </a:ext>
                </a:extLst>
              </p:cNvPr>
              <p:cNvSpPr/>
              <p:nvPr/>
            </p:nvSpPr>
            <p:spPr>
              <a:xfrm>
                <a:off x="3494430" y="4290153"/>
                <a:ext cx="84635" cy="62858"/>
              </a:xfrm>
              <a:custGeom>
                <a:avLst/>
                <a:gdLst/>
                <a:ahLst/>
                <a:cxnLst/>
                <a:rect l="l" t="t" r="r" b="b"/>
                <a:pathLst>
                  <a:path w="84635" h="62858" extrusionOk="0">
                    <a:moveTo>
                      <a:pt x="55769" y="29892"/>
                    </a:moveTo>
                    <a:cubicBezTo>
                      <a:pt x="58929" y="30661"/>
                      <a:pt x="69007" y="33394"/>
                      <a:pt x="76693" y="43044"/>
                    </a:cubicBezTo>
                    <a:cubicBezTo>
                      <a:pt x="83013" y="51072"/>
                      <a:pt x="84294" y="59442"/>
                      <a:pt x="84636" y="62858"/>
                    </a:cubicBezTo>
                    <a:lnTo>
                      <a:pt x="0" y="62858"/>
                    </a:lnTo>
                    <a:cubicBezTo>
                      <a:pt x="512" y="41934"/>
                      <a:pt x="1110" y="20924"/>
                      <a:pt x="1623" y="0"/>
                    </a:cubicBezTo>
                    <a:lnTo>
                      <a:pt x="55855" y="29892"/>
                    </a:ln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3132;p73">
                <a:extLst>
                  <a:ext uri="{FF2B5EF4-FFF2-40B4-BE49-F238E27FC236}">
                    <a16:creationId xmlns:a16="http://schemas.microsoft.com/office/drawing/2014/main" id="{25D78B3D-6BC1-B3C0-3826-D68C62000546}"/>
                  </a:ext>
                </a:extLst>
              </p:cNvPr>
              <p:cNvSpPr/>
              <p:nvPr/>
            </p:nvSpPr>
            <p:spPr>
              <a:xfrm>
                <a:off x="3731428" y="3983977"/>
                <a:ext cx="147323" cy="354515"/>
              </a:xfrm>
              <a:custGeom>
                <a:avLst/>
                <a:gdLst/>
                <a:ahLst/>
                <a:cxnLst/>
                <a:rect l="l" t="t" r="r" b="b"/>
                <a:pathLst>
                  <a:path w="147323" h="354515" extrusionOk="0">
                    <a:moveTo>
                      <a:pt x="132035" y="0"/>
                    </a:moveTo>
                    <a:cubicBezTo>
                      <a:pt x="137159" y="118200"/>
                      <a:pt x="142285" y="236315"/>
                      <a:pt x="147323" y="354515"/>
                    </a:cubicBezTo>
                    <a:lnTo>
                      <a:pt x="88906" y="354515"/>
                    </a:lnTo>
                    <a:cubicBezTo>
                      <a:pt x="75242" y="318731"/>
                      <a:pt x="62858" y="275687"/>
                      <a:pt x="56452" y="226323"/>
                    </a:cubicBezTo>
                    <a:cubicBezTo>
                      <a:pt x="54574" y="212060"/>
                      <a:pt x="53378" y="198310"/>
                      <a:pt x="52609" y="185157"/>
                    </a:cubicBezTo>
                    <a:cubicBezTo>
                      <a:pt x="35101" y="151166"/>
                      <a:pt x="17508" y="117261"/>
                      <a:pt x="0" y="83270"/>
                    </a:cubicBezTo>
                    <a:cubicBezTo>
                      <a:pt x="43983" y="55513"/>
                      <a:pt x="88052" y="27757"/>
                      <a:pt x="132035" y="0"/>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 name="Google Shape;3133;p73">
                <a:extLst>
                  <a:ext uri="{FF2B5EF4-FFF2-40B4-BE49-F238E27FC236}">
                    <a16:creationId xmlns:a16="http://schemas.microsoft.com/office/drawing/2014/main" id="{A16D4C1B-8FB5-D821-5882-594A90273E24}"/>
                  </a:ext>
                </a:extLst>
              </p:cNvPr>
              <p:cNvSpPr/>
              <p:nvPr/>
            </p:nvSpPr>
            <p:spPr>
              <a:xfrm>
                <a:off x="3815466" y="4294167"/>
                <a:ext cx="84636" cy="62857"/>
              </a:xfrm>
              <a:custGeom>
                <a:avLst/>
                <a:gdLst/>
                <a:ahLst/>
                <a:cxnLst/>
                <a:rect l="l" t="t" r="r" b="b"/>
                <a:pathLst>
                  <a:path w="84636" h="62857" extrusionOk="0">
                    <a:moveTo>
                      <a:pt x="55770" y="29892"/>
                    </a:moveTo>
                    <a:cubicBezTo>
                      <a:pt x="58929" y="30660"/>
                      <a:pt x="69008" y="33393"/>
                      <a:pt x="76693" y="43044"/>
                    </a:cubicBezTo>
                    <a:cubicBezTo>
                      <a:pt x="83013" y="51072"/>
                      <a:pt x="84294" y="59442"/>
                      <a:pt x="84636" y="62858"/>
                    </a:cubicBezTo>
                    <a:lnTo>
                      <a:pt x="0" y="62858"/>
                    </a:lnTo>
                    <a:lnTo>
                      <a:pt x="1623" y="0"/>
                    </a:lnTo>
                    <a:lnTo>
                      <a:pt x="55855" y="29892"/>
                    </a:ln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3134;p73">
                <a:extLst>
                  <a:ext uri="{FF2B5EF4-FFF2-40B4-BE49-F238E27FC236}">
                    <a16:creationId xmlns:a16="http://schemas.microsoft.com/office/drawing/2014/main" id="{61D051C5-E23A-C9DF-EBD4-2449681783CB}"/>
                  </a:ext>
                </a:extLst>
              </p:cNvPr>
              <p:cNvSpPr/>
              <p:nvPr/>
            </p:nvSpPr>
            <p:spPr>
              <a:xfrm>
                <a:off x="3352768" y="3993115"/>
                <a:ext cx="195467" cy="221966"/>
              </a:xfrm>
              <a:custGeom>
                <a:avLst/>
                <a:gdLst/>
                <a:ahLst/>
                <a:cxnLst/>
                <a:rect l="l" t="t" r="r" b="b"/>
                <a:pathLst>
                  <a:path w="195467" h="221966" extrusionOk="0">
                    <a:moveTo>
                      <a:pt x="195382" y="6661"/>
                    </a:moveTo>
                    <a:cubicBezTo>
                      <a:pt x="195040" y="30575"/>
                      <a:pt x="190855" y="113588"/>
                      <a:pt x="127485" y="176958"/>
                    </a:cubicBezTo>
                    <a:cubicBezTo>
                      <a:pt x="105109" y="199334"/>
                      <a:pt x="81452" y="213255"/>
                      <a:pt x="62406" y="221967"/>
                    </a:cubicBezTo>
                    <a:cubicBezTo>
                      <a:pt x="44899" y="221369"/>
                      <a:pt x="27305" y="220686"/>
                      <a:pt x="9797" y="220088"/>
                    </a:cubicBezTo>
                    <a:cubicBezTo>
                      <a:pt x="5015" y="194979"/>
                      <a:pt x="1171" y="165685"/>
                      <a:pt x="232" y="132975"/>
                    </a:cubicBezTo>
                    <a:cubicBezTo>
                      <a:pt x="-1305" y="80451"/>
                      <a:pt x="5015" y="35187"/>
                      <a:pt x="12701" y="0"/>
                    </a:cubicBezTo>
                    <a:lnTo>
                      <a:pt x="195467" y="6661"/>
                    </a:ln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3135;p73">
                <a:extLst>
                  <a:ext uri="{FF2B5EF4-FFF2-40B4-BE49-F238E27FC236}">
                    <a16:creationId xmlns:a16="http://schemas.microsoft.com/office/drawing/2014/main" id="{3706CEB2-2091-332E-AF9E-B303B92D7466}"/>
                  </a:ext>
                </a:extLst>
              </p:cNvPr>
              <p:cNvSpPr/>
              <p:nvPr/>
            </p:nvSpPr>
            <p:spPr>
              <a:xfrm>
                <a:off x="3460036" y="3984062"/>
                <a:ext cx="195467" cy="221966"/>
              </a:xfrm>
              <a:custGeom>
                <a:avLst/>
                <a:gdLst/>
                <a:ahLst/>
                <a:cxnLst/>
                <a:rect l="l" t="t" r="r" b="b"/>
                <a:pathLst>
                  <a:path w="195467" h="221966" extrusionOk="0">
                    <a:moveTo>
                      <a:pt x="195382" y="6661"/>
                    </a:moveTo>
                    <a:cubicBezTo>
                      <a:pt x="195040" y="30575"/>
                      <a:pt x="190855" y="113588"/>
                      <a:pt x="127485" y="176958"/>
                    </a:cubicBezTo>
                    <a:cubicBezTo>
                      <a:pt x="105109" y="199334"/>
                      <a:pt x="81452" y="213255"/>
                      <a:pt x="62406" y="221967"/>
                    </a:cubicBezTo>
                    <a:cubicBezTo>
                      <a:pt x="44899" y="221369"/>
                      <a:pt x="27305" y="220686"/>
                      <a:pt x="9797" y="220088"/>
                    </a:cubicBezTo>
                    <a:cubicBezTo>
                      <a:pt x="5015" y="194979"/>
                      <a:pt x="1171" y="165685"/>
                      <a:pt x="232" y="132975"/>
                    </a:cubicBezTo>
                    <a:cubicBezTo>
                      <a:pt x="-1305" y="80451"/>
                      <a:pt x="5015" y="35187"/>
                      <a:pt x="12701" y="0"/>
                    </a:cubicBezTo>
                    <a:lnTo>
                      <a:pt x="195467" y="6661"/>
                    </a:ln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3136;p73">
                <a:extLst>
                  <a:ext uri="{FF2B5EF4-FFF2-40B4-BE49-F238E27FC236}">
                    <a16:creationId xmlns:a16="http://schemas.microsoft.com/office/drawing/2014/main" id="{7DFAA8BD-BAEC-DA43-A8D3-5BCBA2E04908}"/>
                  </a:ext>
                </a:extLst>
              </p:cNvPr>
              <p:cNvSpPr/>
              <p:nvPr/>
            </p:nvSpPr>
            <p:spPr>
              <a:xfrm>
                <a:off x="3166390" y="3949046"/>
                <a:ext cx="248784" cy="393481"/>
              </a:xfrm>
              <a:custGeom>
                <a:avLst/>
                <a:gdLst/>
                <a:ahLst/>
                <a:cxnLst/>
                <a:rect l="l" t="t" r="r" b="b"/>
                <a:pathLst>
                  <a:path w="248784" h="393481" extrusionOk="0">
                    <a:moveTo>
                      <a:pt x="248784" y="0"/>
                    </a:moveTo>
                    <a:cubicBezTo>
                      <a:pt x="196858" y="7772"/>
                      <a:pt x="169016" y="28013"/>
                      <a:pt x="153131" y="45008"/>
                    </a:cubicBezTo>
                    <a:cubicBezTo>
                      <a:pt x="76608" y="126912"/>
                      <a:pt x="145700" y="277138"/>
                      <a:pt x="70801" y="327271"/>
                    </a:cubicBezTo>
                    <a:cubicBezTo>
                      <a:pt x="44155" y="345121"/>
                      <a:pt x="85" y="349818"/>
                      <a:pt x="0" y="368436"/>
                    </a:cubicBezTo>
                    <a:cubicBezTo>
                      <a:pt x="0" y="377575"/>
                      <a:pt x="10505" y="385261"/>
                      <a:pt x="12469" y="386627"/>
                    </a:cubicBezTo>
                    <a:cubicBezTo>
                      <a:pt x="26988" y="397132"/>
                      <a:pt x="45350" y="393118"/>
                      <a:pt x="56453" y="390471"/>
                    </a:cubicBezTo>
                    <a:cubicBezTo>
                      <a:pt x="97960" y="380734"/>
                      <a:pt x="123837" y="348366"/>
                      <a:pt x="125375" y="346487"/>
                    </a:cubicBezTo>
                    <a:cubicBezTo>
                      <a:pt x="134940" y="334189"/>
                      <a:pt x="147665" y="313265"/>
                      <a:pt x="163636" y="171407"/>
                    </a:cubicBezTo>
                    <a:cubicBezTo>
                      <a:pt x="167906" y="133317"/>
                      <a:pt x="169956" y="109062"/>
                      <a:pt x="189513" y="89078"/>
                    </a:cubicBezTo>
                    <a:cubicBezTo>
                      <a:pt x="207192" y="70972"/>
                      <a:pt x="230678" y="65249"/>
                      <a:pt x="246905" y="63200"/>
                    </a:cubicBezTo>
                    <a:lnTo>
                      <a:pt x="248784" y="85"/>
                    </a:ln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9" name="Google Shape;3137;p73">
              <a:extLst>
                <a:ext uri="{FF2B5EF4-FFF2-40B4-BE49-F238E27FC236}">
                  <a16:creationId xmlns:a16="http://schemas.microsoft.com/office/drawing/2014/main" id="{5F7B38A4-05E4-1C43-4F31-980932C4C240}"/>
                </a:ext>
              </a:extLst>
            </p:cNvPr>
            <p:cNvSpPr/>
            <p:nvPr/>
          </p:nvSpPr>
          <p:spPr>
            <a:xfrm>
              <a:off x="3765173" y="4008369"/>
              <a:ext cx="87443" cy="131898"/>
            </a:xfrm>
            <a:custGeom>
              <a:avLst/>
              <a:gdLst/>
              <a:ahLst/>
              <a:cxnLst/>
              <a:rect l="l" t="t" r="r" b="b"/>
              <a:pathLst>
                <a:path w="87443" h="131898" extrusionOk="0">
                  <a:moveTo>
                    <a:pt x="4004" y="131813"/>
                  </a:moveTo>
                  <a:cubicBezTo>
                    <a:pt x="2979" y="131813"/>
                    <a:pt x="1954" y="131472"/>
                    <a:pt x="1185" y="130703"/>
                  </a:cubicBezTo>
                  <a:cubicBezTo>
                    <a:pt x="-352" y="129166"/>
                    <a:pt x="-438" y="126604"/>
                    <a:pt x="1185" y="125066"/>
                  </a:cubicBezTo>
                  <a:cubicBezTo>
                    <a:pt x="14765" y="111231"/>
                    <a:pt x="27405" y="96114"/>
                    <a:pt x="38593" y="80143"/>
                  </a:cubicBezTo>
                  <a:cubicBezTo>
                    <a:pt x="55418" y="56145"/>
                    <a:pt x="69253" y="30096"/>
                    <a:pt x="79758" y="2596"/>
                  </a:cubicBezTo>
                  <a:cubicBezTo>
                    <a:pt x="80527" y="546"/>
                    <a:pt x="82833" y="-564"/>
                    <a:pt x="84882" y="290"/>
                  </a:cubicBezTo>
                  <a:cubicBezTo>
                    <a:pt x="86932" y="1059"/>
                    <a:pt x="87957" y="3365"/>
                    <a:pt x="87188" y="5414"/>
                  </a:cubicBezTo>
                  <a:cubicBezTo>
                    <a:pt x="76427" y="33513"/>
                    <a:pt x="62335" y="60244"/>
                    <a:pt x="45083" y="84756"/>
                  </a:cubicBezTo>
                  <a:cubicBezTo>
                    <a:pt x="33639" y="101068"/>
                    <a:pt x="20743" y="116526"/>
                    <a:pt x="6908" y="130703"/>
                  </a:cubicBezTo>
                  <a:cubicBezTo>
                    <a:pt x="6139" y="131472"/>
                    <a:pt x="5114" y="131899"/>
                    <a:pt x="4089" y="13189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3138;p73">
              <a:extLst>
                <a:ext uri="{FF2B5EF4-FFF2-40B4-BE49-F238E27FC236}">
                  <a16:creationId xmlns:a16="http://schemas.microsoft.com/office/drawing/2014/main" id="{C75B8486-E36B-9172-C1F3-90BB315EDA5F}"/>
                </a:ext>
              </a:extLst>
            </p:cNvPr>
            <p:cNvSpPr/>
            <p:nvPr/>
          </p:nvSpPr>
          <p:spPr>
            <a:xfrm>
              <a:off x="3542296" y="4107256"/>
              <a:ext cx="102237" cy="20543"/>
            </a:xfrm>
            <a:custGeom>
              <a:avLst/>
              <a:gdLst/>
              <a:ahLst/>
              <a:cxnLst/>
              <a:rect l="l" t="t" r="r" b="b"/>
              <a:pathLst>
                <a:path w="102237" h="20543" extrusionOk="0">
                  <a:moveTo>
                    <a:pt x="70505" y="20543"/>
                  </a:moveTo>
                  <a:cubicBezTo>
                    <a:pt x="55217" y="20543"/>
                    <a:pt x="40186" y="18749"/>
                    <a:pt x="25496" y="15077"/>
                  </a:cubicBezTo>
                  <a:cubicBezTo>
                    <a:pt x="17639" y="13113"/>
                    <a:pt x="9953" y="10636"/>
                    <a:pt x="2522" y="7732"/>
                  </a:cubicBezTo>
                  <a:cubicBezTo>
                    <a:pt x="473" y="6964"/>
                    <a:pt x="-552" y="4572"/>
                    <a:pt x="302" y="2522"/>
                  </a:cubicBezTo>
                  <a:cubicBezTo>
                    <a:pt x="1071" y="473"/>
                    <a:pt x="3377" y="-552"/>
                    <a:pt x="5512" y="302"/>
                  </a:cubicBezTo>
                  <a:cubicBezTo>
                    <a:pt x="12601" y="3120"/>
                    <a:pt x="20031" y="5426"/>
                    <a:pt x="27461" y="7305"/>
                  </a:cubicBezTo>
                  <a:cubicBezTo>
                    <a:pt x="50178" y="12942"/>
                    <a:pt x="73836" y="14052"/>
                    <a:pt x="97663" y="10550"/>
                  </a:cubicBezTo>
                  <a:cubicBezTo>
                    <a:pt x="99969" y="10209"/>
                    <a:pt x="101848" y="11746"/>
                    <a:pt x="102190" y="13967"/>
                  </a:cubicBezTo>
                  <a:cubicBezTo>
                    <a:pt x="102531" y="16187"/>
                    <a:pt x="100994" y="18152"/>
                    <a:pt x="98859" y="18493"/>
                  </a:cubicBezTo>
                  <a:cubicBezTo>
                    <a:pt x="89379" y="19860"/>
                    <a:pt x="79984" y="20543"/>
                    <a:pt x="70590" y="2054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3139;p73">
              <a:extLst>
                <a:ext uri="{FF2B5EF4-FFF2-40B4-BE49-F238E27FC236}">
                  <a16:creationId xmlns:a16="http://schemas.microsoft.com/office/drawing/2014/main" id="{639B0D13-7DB7-4F4A-BD3B-0B650C7CE991}"/>
                </a:ext>
              </a:extLst>
            </p:cNvPr>
            <p:cNvSpPr/>
            <p:nvPr/>
          </p:nvSpPr>
          <p:spPr>
            <a:xfrm>
              <a:off x="3456122" y="3957044"/>
              <a:ext cx="110891" cy="231990"/>
            </a:xfrm>
            <a:custGeom>
              <a:avLst/>
              <a:gdLst/>
              <a:ahLst/>
              <a:cxnLst/>
              <a:rect l="l" t="t" r="r" b="b"/>
              <a:pathLst>
                <a:path w="110891" h="231990" extrusionOk="0">
                  <a:moveTo>
                    <a:pt x="3975" y="231905"/>
                  </a:moveTo>
                  <a:cubicBezTo>
                    <a:pt x="2523" y="231905"/>
                    <a:pt x="1156" y="231136"/>
                    <a:pt x="473" y="229770"/>
                  </a:cubicBezTo>
                  <a:cubicBezTo>
                    <a:pt x="-551" y="227805"/>
                    <a:pt x="132" y="225414"/>
                    <a:pt x="2096" y="224389"/>
                  </a:cubicBezTo>
                  <a:cubicBezTo>
                    <a:pt x="15932" y="216959"/>
                    <a:pt x="28657" y="207821"/>
                    <a:pt x="40016" y="197230"/>
                  </a:cubicBezTo>
                  <a:cubicBezTo>
                    <a:pt x="71274" y="168108"/>
                    <a:pt x="83487" y="135568"/>
                    <a:pt x="88782" y="121732"/>
                  </a:cubicBezTo>
                  <a:cubicBezTo>
                    <a:pt x="106205" y="75700"/>
                    <a:pt x="104240" y="32655"/>
                    <a:pt x="99628" y="4643"/>
                  </a:cubicBezTo>
                  <a:cubicBezTo>
                    <a:pt x="99287" y="2508"/>
                    <a:pt x="100739" y="373"/>
                    <a:pt x="102959" y="31"/>
                  </a:cubicBezTo>
                  <a:cubicBezTo>
                    <a:pt x="105094" y="-225"/>
                    <a:pt x="107229" y="1141"/>
                    <a:pt x="107571" y="3362"/>
                  </a:cubicBezTo>
                  <a:cubicBezTo>
                    <a:pt x="112353" y="32314"/>
                    <a:pt x="114403" y="76895"/>
                    <a:pt x="96383" y="124551"/>
                  </a:cubicBezTo>
                  <a:cubicBezTo>
                    <a:pt x="91002" y="138984"/>
                    <a:pt x="78277" y="172634"/>
                    <a:pt x="45652" y="203123"/>
                  </a:cubicBezTo>
                  <a:cubicBezTo>
                    <a:pt x="33781" y="214140"/>
                    <a:pt x="20458" y="223706"/>
                    <a:pt x="6024" y="231478"/>
                  </a:cubicBezTo>
                  <a:cubicBezTo>
                    <a:pt x="5427" y="231819"/>
                    <a:pt x="4744" y="231990"/>
                    <a:pt x="4146" y="23199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3140;p73">
              <a:extLst>
                <a:ext uri="{FF2B5EF4-FFF2-40B4-BE49-F238E27FC236}">
                  <a16:creationId xmlns:a16="http://schemas.microsoft.com/office/drawing/2014/main" id="{0C46E60C-C74D-0CCE-4FC3-997988547CC1}"/>
                </a:ext>
              </a:extLst>
            </p:cNvPr>
            <p:cNvSpPr/>
            <p:nvPr/>
          </p:nvSpPr>
          <p:spPr>
            <a:xfrm>
              <a:off x="3831505" y="3825807"/>
              <a:ext cx="19157" cy="16228"/>
            </a:xfrm>
            <a:custGeom>
              <a:avLst/>
              <a:gdLst/>
              <a:ahLst/>
              <a:cxnLst/>
              <a:rect l="l" t="t" r="r" b="b"/>
              <a:pathLst>
                <a:path w="19157" h="16228" extrusionOk="0">
                  <a:moveTo>
                    <a:pt x="17" y="5125"/>
                  </a:moveTo>
                  <a:cubicBezTo>
                    <a:pt x="274" y="6320"/>
                    <a:pt x="2921" y="5637"/>
                    <a:pt x="5654" y="7687"/>
                  </a:cubicBezTo>
                  <a:cubicBezTo>
                    <a:pt x="9668" y="10676"/>
                    <a:pt x="9754" y="16313"/>
                    <a:pt x="10864" y="16227"/>
                  </a:cubicBezTo>
                  <a:cubicBezTo>
                    <a:pt x="11718" y="16142"/>
                    <a:pt x="10778" y="12128"/>
                    <a:pt x="13170" y="9053"/>
                  </a:cubicBezTo>
                  <a:cubicBezTo>
                    <a:pt x="15476" y="6149"/>
                    <a:pt x="18977" y="6662"/>
                    <a:pt x="19148" y="5125"/>
                  </a:cubicBezTo>
                  <a:cubicBezTo>
                    <a:pt x="19404" y="3245"/>
                    <a:pt x="14537" y="0"/>
                    <a:pt x="9583" y="0"/>
                  </a:cubicBezTo>
                  <a:cubicBezTo>
                    <a:pt x="4459" y="0"/>
                    <a:pt x="-325" y="3416"/>
                    <a:pt x="17" y="512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3141;p73">
              <a:extLst>
                <a:ext uri="{FF2B5EF4-FFF2-40B4-BE49-F238E27FC236}">
                  <a16:creationId xmlns:a16="http://schemas.microsoft.com/office/drawing/2014/main" id="{FC987CE8-739F-8D35-2882-F0EF48AD2C0F}"/>
                </a:ext>
              </a:extLst>
            </p:cNvPr>
            <p:cNvSpPr/>
            <p:nvPr/>
          </p:nvSpPr>
          <p:spPr>
            <a:xfrm>
              <a:off x="3852447" y="3798905"/>
              <a:ext cx="11101" cy="18789"/>
            </a:xfrm>
            <a:custGeom>
              <a:avLst/>
              <a:gdLst/>
              <a:ahLst/>
              <a:cxnLst/>
              <a:rect l="l" t="t" r="r" b="b"/>
              <a:pathLst>
                <a:path w="11101" h="18789" extrusionOk="0">
                  <a:moveTo>
                    <a:pt x="0" y="9394"/>
                  </a:moveTo>
                  <a:cubicBezTo>
                    <a:pt x="0" y="14604"/>
                    <a:pt x="2476" y="18789"/>
                    <a:pt x="5550" y="18789"/>
                  </a:cubicBezTo>
                  <a:cubicBezTo>
                    <a:pt x="8625" y="18789"/>
                    <a:pt x="11102" y="14604"/>
                    <a:pt x="11102" y="9394"/>
                  </a:cubicBezTo>
                  <a:cubicBezTo>
                    <a:pt x="11102" y="4185"/>
                    <a:pt x="8625" y="0"/>
                    <a:pt x="5550" y="0"/>
                  </a:cubicBezTo>
                  <a:cubicBezTo>
                    <a:pt x="2476" y="0"/>
                    <a:pt x="0" y="4185"/>
                    <a:pt x="0" y="93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3142;p73">
              <a:extLst>
                <a:ext uri="{FF2B5EF4-FFF2-40B4-BE49-F238E27FC236}">
                  <a16:creationId xmlns:a16="http://schemas.microsoft.com/office/drawing/2014/main" id="{B4FA76C2-CC72-0B4C-8924-2FEB7386ED24}"/>
                </a:ext>
              </a:extLst>
            </p:cNvPr>
            <p:cNvSpPr/>
            <p:nvPr/>
          </p:nvSpPr>
          <p:spPr>
            <a:xfrm>
              <a:off x="3790272" y="3798905"/>
              <a:ext cx="11102" cy="18789"/>
            </a:xfrm>
            <a:custGeom>
              <a:avLst/>
              <a:gdLst/>
              <a:ahLst/>
              <a:cxnLst/>
              <a:rect l="l" t="t" r="r" b="b"/>
              <a:pathLst>
                <a:path w="11102" h="18789" extrusionOk="0">
                  <a:moveTo>
                    <a:pt x="0" y="9394"/>
                  </a:moveTo>
                  <a:cubicBezTo>
                    <a:pt x="0" y="14604"/>
                    <a:pt x="2477" y="18789"/>
                    <a:pt x="5551" y="18789"/>
                  </a:cubicBezTo>
                  <a:cubicBezTo>
                    <a:pt x="8625" y="18789"/>
                    <a:pt x="11103" y="14604"/>
                    <a:pt x="11103" y="9394"/>
                  </a:cubicBezTo>
                  <a:cubicBezTo>
                    <a:pt x="11103" y="4185"/>
                    <a:pt x="8625" y="0"/>
                    <a:pt x="5551" y="0"/>
                  </a:cubicBezTo>
                  <a:cubicBezTo>
                    <a:pt x="2477" y="0"/>
                    <a:pt x="0" y="4185"/>
                    <a:pt x="0" y="93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3143;p73">
              <a:extLst>
                <a:ext uri="{FF2B5EF4-FFF2-40B4-BE49-F238E27FC236}">
                  <a16:creationId xmlns:a16="http://schemas.microsoft.com/office/drawing/2014/main" id="{E11F0098-B64E-DE09-D6E8-2655100A5CC3}"/>
                </a:ext>
              </a:extLst>
            </p:cNvPr>
            <p:cNvSpPr/>
            <p:nvPr/>
          </p:nvSpPr>
          <p:spPr>
            <a:xfrm>
              <a:off x="3803926" y="3827682"/>
              <a:ext cx="42244" cy="39716"/>
            </a:xfrm>
            <a:custGeom>
              <a:avLst/>
              <a:gdLst/>
              <a:ahLst/>
              <a:cxnLst/>
              <a:rect l="l" t="t" r="r" b="b"/>
              <a:pathLst>
                <a:path w="42244" h="39716" extrusionOk="0">
                  <a:moveTo>
                    <a:pt x="15213" y="39717"/>
                  </a:moveTo>
                  <a:cubicBezTo>
                    <a:pt x="11027" y="39717"/>
                    <a:pt x="6672" y="38863"/>
                    <a:pt x="2487" y="37240"/>
                  </a:cubicBezTo>
                  <a:cubicBezTo>
                    <a:pt x="437" y="36386"/>
                    <a:pt x="-502" y="34080"/>
                    <a:pt x="267" y="32031"/>
                  </a:cubicBezTo>
                  <a:cubicBezTo>
                    <a:pt x="1121" y="29981"/>
                    <a:pt x="3427" y="28956"/>
                    <a:pt x="5476" y="29810"/>
                  </a:cubicBezTo>
                  <a:cubicBezTo>
                    <a:pt x="17348" y="34593"/>
                    <a:pt x="28535" y="29981"/>
                    <a:pt x="32550" y="22721"/>
                  </a:cubicBezTo>
                  <a:cubicBezTo>
                    <a:pt x="36564" y="15377"/>
                    <a:pt x="32720" y="6580"/>
                    <a:pt x="32208" y="5640"/>
                  </a:cubicBezTo>
                  <a:cubicBezTo>
                    <a:pt x="31269" y="3676"/>
                    <a:pt x="32208" y="1285"/>
                    <a:pt x="34087" y="345"/>
                  </a:cubicBezTo>
                  <a:cubicBezTo>
                    <a:pt x="36051" y="-509"/>
                    <a:pt x="38442" y="260"/>
                    <a:pt x="39382" y="2224"/>
                  </a:cubicBezTo>
                  <a:cubicBezTo>
                    <a:pt x="40407" y="4445"/>
                    <a:pt x="45275" y="15974"/>
                    <a:pt x="39382" y="26565"/>
                  </a:cubicBezTo>
                  <a:cubicBezTo>
                    <a:pt x="34770" y="34849"/>
                    <a:pt x="25290" y="39632"/>
                    <a:pt x="15042" y="3963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3144;p73">
              <a:extLst>
                <a:ext uri="{FF2B5EF4-FFF2-40B4-BE49-F238E27FC236}">
                  <a16:creationId xmlns:a16="http://schemas.microsoft.com/office/drawing/2014/main" id="{B1BAA9B0-B0A6-CED4-3565-9473F0B7AA89}"/>
                </a:ext>
              </a:extLst>
            </p:cNvPr>
            <p:cNvSpPr/>
            <p:nvPr/>
          </p:nvSpPr>
          <p:spPr>
            <a:xfrm>
              <a:off x="3837133" y="3824482"/>
              <a:ext cx="34768" cy="40099"/>
            </a:xfrm>
            <a:custGeom>
              <a:avLst/>
              <a:gdLst/>
              <a:ahLst/>
              <a:cxnLst/>
              <a:rect l="l" t="t" r="r" b="b"/>
              <a:pathLst>
                <a:path w="34768" h="40099" extrusionOk="0">
                  <a:moveTo>
                    <a:pt x="24280" y="40099"/>
                  </a:moveTo>
                  <a:cubicBezTo>
                    <a:pt x="17961" y="40099"/>
                    <a:pt x="11812" y="37793"/>
                    <a:pt x="7370" y="33523"/>
                  </a:cubicBezTo>
                  <a:cubicBezTo>
                    <a:pt x="-914" y="25580"/>
                    <a:pt x="-2366" y="12343"/>
                    <a:pt x="3783" y="1923"/>
                  </a:cubicBezTo>
                  <a:cubicBezTo>
                    <a:pt x="4893" y="45"/>
                    <a:pt x="7370" y="-553"/>
                    <a:pt x="9249" y="557"/>
                  </a:cubicBezTo>
                  <a:cubicBezTo>
                    <a:pt x="11128" y="1667"/>
                    <a:pt x="11726" y="4144"/>
                    <a:pt x="10616" y="6023"/>
                  </a:cubicBezTo>
                  <a:cubicBezTo>
                    <a:pt x="6346" y="13282"/>
                    <a:pt x="7200" y="22420"/>
                    <a:pt x="12837" y="27716"/>
                  </a:cubicBezTo>
                  <a:cubicBezTo>
                    <a:pt x="17021" y="31729"/>
                    <a:pt x="23427" y="33096"/>
                    <a:pt x="29661" y="31302"/>
                  </a:cubicBezTo>
                  <a:cubicBezTo>
                    <a:pt x="31796" y="30619"/>
                    <a:pt x="34017" y="31900"/>
                    <a:pt x="34614" y="33950"/>
                  </a:cubicBezTo>
                  <a:cubicBezTo>
                    <a:pt x="35213" y="36085"/>
                    <a:pt x="34017" y="38306"/>
                    <a:pt x="31967" y="38904"/>
                  </a:cubicBezTo>
                  <a:cubicBezTo>
                    <a:pt x="29405" y="39672"/>
                    <a:pt x="26843" y="40014"/>
                    <a:pt x="24280" y="4001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3145;p73">
              <a:extLst>
                <a:ext uri="{FF2B5EF4-FFF2-40B4-BE49-F238E27FC236}">
                  <a16:creationId xmlns:a16="http://schemas.microsoft.com/office/drawing/2014/main" id="{EC0C569F-0EFC-C954-E4EF-3D14EBA48E9B}"/>
                </a:ext>
              </a:extLst>
            </p:cNvPr>
            <p:cNvSpPr/>
            <p:nvPr/>
          </p:nvSpPr>
          <p:spPr>
            <a:xfrm>
              <a:off x="3736755" y="3738097"/>
              <a:ext cx="44293" cy="58860"/>
            </a:xfrm>
            <a:custGeom>
              <a:avLst/>
              <a:gdLst/>
              <a:ahLst/>
              <a:cxnLst/>
              <a:rect l="l" t="t" r="r" b="b"/>
              <a:pathLst>
                <a:path w="44293" h="58860" extrusionOk="0">
                  <a:moveTo>
                    <a:pt x="44293" y="38347"/>
                  </a:moveTo>
                  <a:cubicBezTo>
                    <a:pt x="42585" y="33137"/>
                    <a:pt x="38229" y="22632"/>
                    <a:pt x="28066" y="13238"/>
                  </a:cubicBezTo>
                  <a:cubicBezTo>
                    <a:pt x="19355" y="5124"/>
                    <a:pt x="10217" y="1623"/>
                    <a:pt x="5092" y="0"/>
                  </a:cubicBezTo>
                  <a:cubicBezTo>
                    <a:pt x="6886" y="9309"/>
                    <a:pt x="8167" y="22376"/>
                    <a:pt x="4836" y="37322"/>
                  </a:cubicBezTo>
                  <a:cubicBezTo>
                    <a:pt x="2274" y="48937"/>
                    <a:pt x="-1740" y="55171"/>
                    <a:pt x="822" y="57819"/>
                  </a:cubicBezTo>
                  <a:cubicBezTo>
                    <a:pt x="3555" y="60637"/>
                    <a:pt x="13291" y="58843"/>
                    <a:pt x="44293" y="3834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3146;p73">
              <a:extLst>
                <a:ext uri="{FF2B5EF4-FFF2-40B4-BE49-F238E27FC236}">
                  <a16:creationId xmlns:a16="http://schemas.microsoft.com/office/drawing/2014/main" id="{096A0BEB-B9C4-66D8-3F30-D393E8DE59FF}"/>
                </a:ext>
              </a:extLst>
            </p:cNvPr>
            <p:cNvSpPr/>
            <p:nvPr/>
          </p:nvSpPr>
          <p:spPr>
            <a:xfrm>
              <a:off x="3867222" y="3735022"/>
              <a:ext cx="30440" cy="56965"/>
            </a:xfrm>
            <a:custGeom>
              <a:avLst/>
              <a:gdLst/>
              <a:ahLst/>
              <a:cxnLst/>
              <a:rect l="l" t="t" r="r" b="b"/>
              <a:pathLst>
                <a:path w="30440" h="56965" extrusionOk="0">
                  <a:moveTo>
                    <a:pt x="0" y="42190"/>
                  </a:moveTo>
                  <a:cubicBezTo>
                    <a:pt x="5210" y="35102"/>
                    <a:pt x="11187" y="25195"/>
                    <a:pt x="15117" y="12469"/>
                  </a:cubicBezTo>
                  <a:cubicBezTo>
                    <a:pt x="16483" y="8114"/>
                    <a:pt x="17422" y="3929"/>
                    <a:pt x="18106" y="0"/>
                  </a:cubicBezTo>
                  <a:cubicBezTo>
                    <a:pt x="21180" y="3160"/>
                    <a:pt x="27073" y="9907"/>
                    <a:pt x="29464" y="20241"/>
                  </a:cubicBezTo>
                  <a:cubicBezTo>
                    <a:pt x="33820" y="39542"/>
                    <a:pt x="22291" y="54745"/>
                    <a:pt x="20582" y="56965"/>
                  </a:cubicBezTo>
                  <a:cubicBezTo>
                    <a:pt x="13750" y="52012"/>
                    <a:pt x="6917" y="47058"/>
                    <a:pt x="85" y="4210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3147;p73">
              <a:extLst>
                <a:ext uri="{FF2B5EF4-FFF2-40B4-BE49-F238E27FC236}">
                  <a16:creationId xmlns:a16="http://schemas.microsoft.com/office/drawing/2014/main" id="{757BB1DD-0427-A76F-0F11-A1EB79F0A656}"/>
                </a:ext>
              </a:extLst>
            </p:cNvPr>
            <p:cNvSpPr/>
            <p:nvPr/>
          </p:nvSpPr>
          <p:spPr>
            <a:xfrm>
              <a:off x="3747524" y="4317643"/>
              <a:ext cx="18112" cy="11967"/>
            </a:xfrm>
            <a:custGeom>
              <a:avLst/>
              <a:gdLst/>
              <a:ahLst/>
              <a:cxnLst/>
              <a:rect l="l" t="t" r="r" b="b"/>
              <a:pathLst>
                <a:path w="18112" h="11967" extrusionOk="0">
                  <a:moveTo>
                    <a:pt x="14052" y="11967"/>
                  </a:moveTo>
                  <a:cubicBezTo>
                    <a:pt x="13540" y="11967"/>
                    <a:pt x="13027" y="11882"/>
                    <a:pt x="12600" y="11711"/>
                  </a:cubicBezTo>
                  <a:lnTo>
                    <a:pt x="2523" y="7697"/>
                  </a:lnTo>
                  <a:cubicBezTo>
                    <a:pt x="473" y="6843"/>
                    <a:pt x="-552" y="4537"/>
                    <a:pt x="302" y="2487"/>
                  </a:cubicBezTo>
                  <a:cubicBezTo>
                    <a:pt x="1156" y="437"/>
                    <a:pt x="3462" y="-502"/>
                    <a:pt x="5512" y="267"/>
                  </a:cubicBezTo>
                  <a:lnTo>
                    <a:pt x="15589" y="4281"/>
                  </a:lnTo>
                  <a:cubicBezTo>
                    <a:pt x="17639" y="5135"/>
                    <a:pt x="18664" y="7441"/>
                    <a:pt x="17810" y="9490"/>
                  </a:cubicBezTo>
                  <a:cubicBezTo>
                    <a:pt x="17212" y="11028"/>
                    <a:pt x="15675" y="11967"/>
                    <a:pt x="14052" y="1196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3148;p73">
              <a:extLst>
                <a:ext uri="{FF2B5EF4-FFF2-40B4-BE49-F238E27FC236}">
                  <a16:creationId xmlns:a16="http://schemas.microsoft.com/office/drawing/2014/main" id="{2E765774-62DB-9C28-D0B2-074D44E98896}"/>
                </a:ext>
              </a:extLst>
            </p:cNvPr>
            <p:cNvSpPr/>
            <p:nvPr/>
          </p:nvSpPr>
          <p:spPr>
            <a:xfrm>
              <a:off x="3839357" y="4325488"/>
              <a:ext cx="30961" cy="13174"/>
            </a:xfrm>
            <a:custGeom>
              <a:avLst/>
              <a:gdLst/>
              <a:ahLst/>
              <a:cxnLst/>
              <a:rect l="l" t="t" r="r" b="b"/>
              <a:pathLst>
                <a:path w="30961" h="13174" extrusionOk="0">
                  <a:moveTo>
                    <a:pt x="26925" y="13090"/>
                  </a:moveTo>
                  <a:cubicBezTo>
                    <a:pt x="26925" y="13090"/>
                    <a:pt x="26327" y="13090"/>
                    <a:pt x="26070" y="13004"/>
                  </a:cubicBezTo>
                  <a:lnTo>
                    <a:pt x="3097" y="7879"/>
                  </a:lnTo>
                  <a:cubicBezTo>
                    <a:pt x="962" y="7367"/>
                    <a:pt x="-405" y="5232"/>
                    <a:pt x="108" y="3097"/>
                  </a:cubicBezTo>
                  <a:cubicBezTo>
                    <a:pt x="620" y="962"/>
                    <a:pt x="2670" y="-405"/>
                    <a:pt x="4890" y="108"/>
                  </a:cubicBezTo>
                  <a:lnTo>
                    <a:pt x="27865" y="5232"/>
                  </a:lnTo>
                  <a:cubicBezTo>
                    <a:pt x="30000" y="5744"/>
                    <a:pt x="31365" y="7879"/>
                    <a:pt x="30853" y="10015"/>
                  </a:cubicBezTo>
                  <a:cubicBezTo>
                    <a:pt x="30426" y="11894"/>
                    <a:pt x="28804" y="13175"/>
                    <a:pt x="26925" y="1317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3149;p73">
              <a:extLst>
                <a:ext uri="{FF2B5EF4-FFF2-40B4-BE49-F238E27FC236}">
                  <a16:creationId xmlns:a16="http://schemas.microsoft.com/office/drawing/2014/main" id="{96143A98-8719-63F5-6224-99FC9057E6B5}"/>
                </a:ext>
              </a:extLst>
            </p:cNvPr>
            <p:cNvSpPr/>
            <p:nvPr/>
          </p:nvSpPr>
          <p:spPr>
            <a:xfrm>
              <a:off x="3532669" y="4317631"/>
              <a:ext cx="24812" cy="12064"/>
            </a:xfrm>
            <a:custGeom>
              <a:avLst/>
              <a:gdLst/>
              <a:ahLst/>
              <a:cxnLst/>
              <a:rect l="l" t="t" r="r" b="b"/>
              <a:pathLst>
                <a:path w="24812" h="12064" extrusionOk="0">
                  <a:moveTo>
                    <a:pt x="20776" y="11979"/>
                  </a:moveTo>
                  <a:cubicBezTo>
                    <a:pt x="20776" y="11979"/>
                    <a:pt x="20178" y="11979"/>
                    <a:pt x="19836" y="11894"/>
                  </a:cubicBezTo>
                  <a:lnTo>
                    <a:pt x="3097" y="7879"/>
                  </a:lnTo>
                  <a:cubicBezTo>
                    <a:pt x="962" y="7367"/>
                    <a:pt x="-405" y="5232"/>
                    <a:pt x="108" y="3097"/>
                  </a:cubicBezTo>
                  <a:cubicBezTo>
                    <a:pt x="620" y="962"/>
                    <a:pt x="2841" y="-405"/>
                    <a:pt x="4976" y="108"/>
                  </a:cubicBezTo>
                  <a:lnTo>
                    <a:pt x="21715" y="4122"/>
                  </a:lnTo>
                  <a:cubicBezTo>
                    <a:pt x="23851" y="4634"/>
                    <a:pt x="25217" y="6769"/>
                    <a:pt x="24704" y="8990"/>
                  </a:cubicBezTo>
                  <a:cubicBezTo>
                    <a:pt x="24278" y="10783"/>
                    <a:pt x="22655" y="12064"/>
                    <a:pt x="20776" y="1206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3150;p73">
              <a:extLst>
                <a:ext uri="{FF2B5EF4-FFF2-40B4-BE49-F238E27FC236}">
                  <a16:creationId xmlns:a16="http://schemas.microsoft.com/office/drawing/2014/main" id="{8D8BA165-3572-0EF3-526E-F090C2F2DD3F}"/>
                </a:ext>
              </a:extLst>
            </p:cNvPr>
            <p:cNvSpPr/>
            <p:nvPr/>
          </p:nvSpPr>
          <p:spPr>
            <a:xfrm>
              <a:off x="3438468" y="4310084"/>
              <a:ext cx="16013" cy="10388"/>
            </a:xfrm>
            <a:custGeom>
              <a:avLst/>
              <a:gdLst/>
              <a:ahLst/>
              <a:cxnLst/>
              <a:rect l="l" t="t" r="r" b="b"/>
              <a:pathLst>
                <a:path w="16013" h="10388" extrusionOk="0">
                  <a:moveTo>
                    <a:pt x="11978" y="10388"/>
                  </a:moveTo>
                  <a:cubicBezTo>
                    <a:pt x="11978" y="10388"/>
                    <a:pt x="11210" y="10388"/>
                    <a:pt x="10868" y="10217"/>
                  </a:cubicBezTo>
                  <a:lnTo>
                    <a:pt x="2840" y="7826"/>
                  </a:lnTo>
                  <a:cubicBezTo>
                    <a:pt x="705" y="7228"/>
                    <a:pt x="-491" y="5008"/>
                    <a:pt x="192" y="2872"/>
                  </a:cubicBezTo>
                  <a:cubicBezTo>
                    <a:pt x="790" y="737"/>
                    <a:pt x="3096" y="-544"/>
                    <a:pt x="5146" y="225"/>
                  </a:cubicBezTo>
                  <a:lnTo>
                    <a:pt x="13174" y="2616"/>
                  </a:lnTo>
                  <a:cubicBezTo>
                    <a:pt x="15309" y="3214"/>
                    <a:pt x="16505" y="5434"/>
                    <a:pt x="15821" y="7570"/>
                  </a:cubicBezTo>
                  <a:cubicBezTo>
                    <a:pt x="15309" y="9278"/>
                    <a:pt x="13686" y="10388"/>
                    <a:pt x="11978" y="1038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 name="Google Shape;3151;p73">
              <a:extLst>
                <a:ext uri="{FF2B5EF4-FFF2-40B4-BE49-F238E27FC236}">
                  <a16:creationId xmlns:a16="http://schemas.microsoft.com/office/drawing/2014/main" id="{7698FC65-20D3-6C88-E1FF-248D92601125}"/>
                </a:ext>
              </a:extLst>
            </p:cNvPr>
            <p:cNvSpPr/>
            <p:nvPr/>
          </p:nvSpPr>
          <p:spPr>
            <a:xfrm>
              <a:off x="3893714" y="3845066"/>
              <a:ext cx="47414" cy="38133"/>
            </a:xfrm>
            <a:custGeom>
              <a:avLst/>
              <a:gdLst/>
              <a:ahLst/>
              <a:cxnLst/>
              <a:rect l="l" t="t" r="r" b="b"/>
              <a:pathLst>
                <a:path w="47414" h="38133" extrusionOk="0">
                  <a:moveTo>
                    <a:pt x="43454" y="38134"/>
                  </a:moveTo>
                  <a:cubicBezTo>
                    <a:pt x="42600" y="38134"/>
                    <a:pt x="41746" y="37877"/>
                    <a:pt x="41062" y="37279"/>
                  </a:cubicBezTo>
                  <a:lnTo>
                    <a:pt x="1606" y="7132"/>
                  </a:lnTo>
                  <a:cubicBezTo>
                    <a:pt x="-188" y="5765"/>
                    <a:pt x="-530" y="3288"/>
                    <a:pt x="837" y="1580"/>
                  </a:cubicBezTo>
                  <a:cubicBezTo>
                    <a:pt x="2204" y="-127"/>
                    <a:pt x="4681" y="-555"/>
                    <a:pt x="6389" y="812"/>
                  </a:cubicBezTo>
                  <a:lnTo>
                    <a:pt x="45846" y="30959"/>
                  </a:lnTo>
                  <a:cubicBezTo>
                    <a:pt x="47639" y="32326"/>
                    <a:pt x="47895" y="34803"/>
                    <a:pt x="46614" y="36511"/>
                  </a:cubicBezTo>
                  <a:cubicBezTo>
                    <a:pt x="45846" y="37536"/>
                    <a:pt x="44650" y="38048"/>
                    <a:pt x="43454" y="3804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3152;p73">
              <a:extLst>
                <a:ext uri="{FF2B5EF4-FFF2-40B4-BE49-F238E27FC236}">
                  <a16:creationId xmlns:a16="http://schemas.microsoft.com/office/drawing/2014/main" id="{BA8EB37A-6CA1-22F7-A9F6-AECF4384E685}"/>
                </a:ext>
              </a:extLst>
            </p:cNvPr>
            <p:cNvSpPr/>
            <p:nvPr/>
          </p:nvSpPr>
          <p:spPr>
            <a:xfrm>
              <a:off x="3878415" y="3870479"/>
              <a:ext cx="47388" cy="52006"/>
            </a:xfrm>
            <a:custGeom>
              <a:avLst/>
              <a:gdLst/>
              <a:ahLst/>
              <a:cxnLst/>
              <a:rect l="l" t="t" r="r" b="b"/>
              <a:pathLst>
                <a:path w="47388" h="52006" extrusionOk="0">
                  <a:moveTo>
                    <a:pt x="43380" y="52006"/>
                  </a:moveTo>
                  <a:cubicBezTo>
                    <a:pt x="42270" y="52006"/>
                    <a:pt x="41160" y="51579"/>
                    <a:pt x="40390" y="50640"/>
                  </a:cubicBezTo>
                  <a:lnTo>
                    <a:pt x="1019" y="6656"/>
                  </a:lnTo>
                  <a:cubicBezTo>
                    <a:pt x="-432" y="5034"/>
                    <a:pt x="-347" y="2472"/>
                    <a:pt x="1361" y="1020"/>
                  </a:cubicBezTo>
                  <a:cubicBezTo>
                    <a:pt x="2983" y="-432"/>
                    <a:pt x="5546" y="-347"/>
                    <a:pt x="6998" y="1361"/>
                  </a:cubicBezTo>
                  <a:lnTo>
                    <a:pt x="46369" y="45345"/>
                  </a:lnTo>
                  <a:cubicBezTo>
                    <a:pt x="47821" y="46968"/>
                    <a:pt x="47736" y="49530"/>
                    <a:pt x="46027" y="50981"/>
                  </a:cubicBezTo>
                  <a:cubicBezTo>
                    <a:pt x="45259" y="51665"/>
                    <a:pt x="44320" y="52006"/>
                    <a:pt x="43380" y="5200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 name="Google Shape;3153;p73">
              <a:extLst>
                <a:ext uri="{FF2B5EF4-FFF2-40B4-BE49-F238E27FC236}">
                  <a16:creationId xmlns:a16="http://schemas.microsoft.com/office/drawing/2014/main" id="{7AD2257B-C3DC-5C41-1371-79877FF9140D}"/>
                </a:ext>
              </a:extLst>
            </p:cNvPr>
            <p:cNvSpPr/>
            <p:nvPr/>
          </p:nvSpPr>
          <p:spPr>
            <a:xfrm>
              <a:off x="3878473" y="3896329"/>
              <a:ext cx="34889" cy="54852"/>
            </a:xfrm>
            <a:custGeom>
              <a:avLst/>
              <a:gdLst/>
              <a:ahLst/>
              <a:cxnLst/>
              <a:rect l="l" t="t" r="r" b="b"/>
              <a:pathLst>
                <a:path w="34889" h="54852" extrusionOk="0">
                  <a:moveTo>
                    <a:pt x="30938" y="54852"/>
                  </a:moveTo>
                  <a:cubicBezTo>
                    <a:pt x="29572" y="54852"/>
                    <a:pt x="28206" y="54169"/>
                    <a:pt x="27437" y="52888"/>
                  </a:cubicBezTo>
                  <a:lnTo>
                    <a:pt x="535" y="6001"/>
                  </a:lnTo>
                  <a:cubicBezTo>
                    <a:pt x="-575" y="4122"/>
                    <a:pt x="107" y="1645"/>
                    <a:pt x="1986" y="535"/>
                  </a:cubicBezTo>
                  <a:cubicBezTo>
                    <a:pt x="3950" y="-576"/>
                    <a:pt x="6342" y="108"/>
                    <a:pt x="7452" y="1987"/>
                  </a:cubicBezTo>
                  <a:lnTo>
                    <a:pt x="34355" y="48874"/>
                  </a:lnTo>
                  <a:cubicBezTo>
                    <a:pt x="35465" y="50753"/>
                    <a:pt x="34782" y="53230"/>
                    <a:pt x="32903" y="54340"/>
                  </a:cubicBezTo>
                  <a:cubicBezTo>
                    <a:pt x="32220" y="54682"/>
                    <a:pt x="31537" y="54852"/>
                    <a:pt x="30938" y="5485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 name="Google Shape;3154;p73">
              <a:extLst>
                <a:ext uri="{FF2B5EF4-FFF2-40B4-BE49-F238E27FC236}">
                  <a16:creationId xmlns:a16="http://schemas.microsoft.com/office/drawing/2014/main" id="{871DA8E1-8186-6B0B-D531-628C5927D52C}"/>
                </a:ext>
              </a:extLst>
            </p:cNvPr>
            <p:cNvSpPr/>
            <p:nvPr/>
          </p:nvSpPr>
          <p:spPr>
            <a:xfrm>
              <a:off x="3722157" y="3843609"/>
              <a:ext cx="75507" cy="18580"/>
            </a:xfrm>
            <a:custGeom>
              <a:avLst/>
              <a:gdLst/>
              <a:ahLst/>
              <a:cxnLst/>
              <a:rect l="l" t="t" r="r" b="b"/>
              <a:pathLst>
                <a:path w="75507" h="18580" extrusionOk="0">
                  <a:moveTo>
                    <a:pt x="3976" y="18580"/>
                  </a:moveTo>
                  <a:cubicBezTo>
                    <a:pt x="2012" y="18580"/>
                    <a:pt x="304" y="17214"/>
                    <a:pt x="48" y="15249"/>
                  </a:cubicBezTo>
                  <a:cubicBezTo>
                    <a:pt x="-294" y="13029"/>
                    <a:pt x="1243" y="10979"/>
                    <a:pt x="3378" y="10638"/>
                  </a:cubicBezTo>
                  <a:lnTo>
                    <a:pt x="70848" y="48"/>
                  </a:lnTo>
                  <a:cubicBezTo>
                    <a:pt x="73154" y="-294"/>
                    <a:pt x="75118" y="1243"/>
                    <a:pt x="75460" y="3378"/>
                  </a:cubicBezTo>
                  <a:cubicBezTo>
                    <a:pt x="75802" y="5599"/>
                    <a:pt x="74264" y="7649"/>
                    <a:pt x="72129" y="7990"/>
                  </a:cubicBezTo>
                  <a:lnTo>
                    <a:pt x="4659" y="18580"/>
                  </a:lnTo>
                  <a:cubicBezTo>
                    <a:pt x="4659" y="18580"/>
                    <a:pt x="4232" y="18580"/>
                    <a:pt x="4062" y="1858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3155;p73">
              <a:extLst>
                <a:ext uri="{FF2B5EF4-FFF2-40B4-BE49-F238E27FC236}">
                  <a16:creationId xmlns:a16="http://schemas.microsoft.com/office/drawing/2014/main" id="{8DE651E7-A5D2-6EDA-648C-E9756C662CC3}"/>
                </a:ext>
              </a:extLst>
            </p:cNvPr>
            <p:cNvSpPr/>
            <p:nvPr/>
          </p:nvSpPr>
          <p:spPr>
            <a:xfrm>
              <a:off x="3730735" y="3859485"/>
              <a:ext cx="48272" cy="28070"/>
            </a:xfrm>
            <a:custGeom>
              <a:avLst/>
              <a:gdLst/>
              <a:ahLst/>
              <a:cxnLst/>
              <a:rect l="l" t="t" r="r" b="b"/>
              <a:pathLst>
                <a:path w="48272" h="28070" extrusionOk="0">
                  <a:moveTo>
                    <a:pt x="4024" y="28070"/>
                  </a:moveTo>
                  <a:cubicBezTo>
                    <a:pt x="2571" y="28070"/>
                    <a:pt x="1120" y="27216"/>
                    <a:pt x="436" y="25850"/>
                  </a:cubicBezTo>
                  <a:cubicBezTo>
                    <a:pt x="-589" y="23885"/>
                    <a:pt x="266" y="21494"/>
                    <a:pt x="2230" y="20469"/>
                  </a:cubicBezTo>
                  <a:lnTo>
                    <a:pt x="42456" y="399"/>
                  </a:lnTo>
                  <a:cubicBezTo>
                    <a:pt x="44420" y="-541"/>
                    <a:pt x="46811" y="228"/>
                    <a:pt x="47836" y="2192"/>
                  </a:cubicBezTo>
                  <a:cubicBezTo>
                    <a:pt x="48861" y="4156"/>
                    <a:pt x="48007" y="6548"/>
                    <a:pt x="46043" y="7573"/>
                  </a:cubicBezTo>
                  <a:lnTo>
                    <a:pt x="5817" y="27643"/>
                  </a:lnTo>
                  <a:cubicBezTo>
                    <a:pt x="5219" y="27899"/>
                    <a:pt x="4621" y="28070"/>
                    <a:pt x="4024" y="2807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 name="Google Shape;3156;p73">
              <a:extLst>
                <a:ext uri="{FF2B5EF4-FFF2-40B4-BE49-F238E27FC236}">
                  <a16:creationId xmlns:a16="http://schemas.microsoft.com/office/drawing/2014/main" id="{318539C2-EC5D-536F-6473-BB23B81040CB}"/>
                </a:ext>
              </a:extLst>
            </p:cNvPr>
            <p:cNvSpPr/>
            <p:nvPr/>
          </p:nvSpPr>
          <p:spPr>
            <a:xfrm>
              <a:off x="3727431" y="3876213"/>
              <a:ext cx="57699" cy="46357"/>
            </a:xfrm>
            <a:custGeom>
              <a:avLst/>
              <a:gdLst/>
              <a:ahLst/>
              <a:cxnLst/>
              <a:rect l="l" t="t" r="r" b="b"/>
              <a:pathLst>
                <a:path w="57699" h="46357" extrusionOk="0">
                  <a:moveTo>
                    <a:pt x="3997" y="46272"/>
                  </a:moveTo>
                  <a:cubicBezTo>
                    <a:pt x="2801" y="46272"/>
                    <a:pt x="1606" y="45760"/>
                    <a:pt x="837" y="44735"/>
                  </a:cubicBezTo>
                  <a:cubicBezTo>
                    <a:pt x="-530" y="43027"/>
                    <a:pt x="-188" y="40465"/>
                    <a:pt x="1606" y="39099"/>
                  </a:cubicBezTo>
                  <a:lnTo>
                    <a:pt x="51226" y="837"/>
                  </a:lnTo>
                  <a:cubicBezTo>
                    <a:pt x="52934" y="-529"/>
                    <a:pt x="55411" y="-188"/>
                    <a:pt x="56863" y="1606"/>
                  </a:cubicBezTo>
                  <a:cubicBezTo>
                    <a:pt x="58229" y="3314"/>
                    <a:pt x="57888" y="5876"/>
                    <a:pt x="56094" y="7242"/>
                  </a:cubicBezTo>
                  <a:lnTo>
                    <a:pt x="6474" y="45504"/>
                  </a:lnTo>
                  <a:cubicBezTo>
                    <a:pt x="5790" y="46102"/>
                    <a:pt x="4936" y="46358"/>
                    <a:pt x="3997" y="4635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1" name="Google Shape;3157;p73">
            <a:extLst>
              <a:ext uri="{FF2B5EF4-FFF2-40B4-BE49-F238E27FC236}">
                <a16:creationId xmlns:a16="http://schemas.microsoft.com/office/drawing/2014/main" id="{68F55ED1-8644-94DC-E11B-23A244557A0D}"/>
              </a:ext>
            </a:extLst>
          </p:cNvPr>
          <p:cNvGrpSpPr/>
          <p:nvPr/>
        </p:nvGrpSpPr>
        <p:grpSpPr>
          <a:xfrm>
            <a:off x="16472" y="4203667"/>
            <a:ext cx="1229811" cy="366938"/>
            <a:chOff x="5096642" y="2426259"/>
            <a:chExt cx="1229811" cy="366938"/>
          </a:xfrm>
        </p:grpSpPr>
        <p:sp>
          <p:nvSpPr>
            <p:cNvPr id="62" name="Google Shape;3158;p73">
              <a:extLst>
                <a:ext uri="{FF2B5EF4-FFF2-40B4-BE49-F238E27FC236}">
                  <a16:creationId xmlns:a16="http://schemas.microsoft.com/office/drawing/2014/main" id="{47B6EDD8-B9E3-5C77-5F45-63FA14C99156}"/>
                </a:ext>
              </a:extLst>
            </p:cNvPr>
            <p:cNvSpPr/>
            <p:nvPr/>
          </p:nvSpPr>
          <p:spPr>
            <a:xfrm>
              <a:off x="5096642" y="2426259"/>
              <a:ext cx="1199528" cy="352050"/>
            </a:xfrm>
            <a:custGeom>
              <a:avLst/>
              <a:gdLst/>
              <a:ahLst/>
              <a:cxnLst/>
              <a:rect l="l" t="t" r="r" b="b"/>
              <a:pathLst>
                <a:path w="1199528" h="352050" extrusionOk="0">
                  <a:moveTo>
                    <a:pt x="1132571" y="124533"/>
                  </a:moveTo>
                  <a:cubicBezTo>
                    <a:pt x="1097641" y="112576"/>
                    <a:pt x="1066895" y="136660"/>
                    <a:pt x="1024193" y="170054"/>
                  </a:cubicBezTo>
                  <a:cubicBezTo>
                    <a:pt x="1001475" y="187732"/>
                    <a:pt x="973206" y="209852"/>
                    <a:pt x="937934" y="231972"/>
                  </a:cubicBezTo>
                  <a:cubicBezTo>
                    <a:pt x="826224" y="301748"/>
                    <a:pt x="706060" y="340009"/>
                    <a:pt x="680609" y="313704"/>
                  </a:cubicBezTo>
                  <a:cubicBezTo>
                    <a:pt x="670958" y="303712"/>
                    <a:pt x="679243" y="280396"/>
                    <a:pt x="688894" y="253323"/>
                  </a:cubicBezTo>
                  <a:cubicBezTo>
                    <a:pt x="702644" y="214464"/>
                    <a:pt x="720066" y="165954"/>
                    <a:pt x="698715" y="116505"/>
                  </a:cubicBezTo>
                  <a:cubicBezTo>
                    <a:pt x="653195" y="10261"/>
                    <a:pt x="471368" y="867"/>
                    <a:pt x="435498" y="98"/>
                  </a:cubicBezTo>
                  <a:cubicBezTo>
                    <a:pt x="208492" y="-4855"/>
                    <a:pt x="47589" y="179277"/>
                    <a:pt x="9584" y="225140"/>
                  </a:cubicBezTo>
                  <a:cubicBezTo>
                    <a:pt x="1129" y="235730"/>
                    <a:pt x="-2543" y="249395"/>
                    <a:pt x="1898" y="259985"/>
                  </a:cubicBezTo>
                  <a:cubicBezTo>
                    <a:pt x="8560" y="276041"/>
                    <a:pt x="34096" y="285606"/>
                    <a:pt x="58692" y="273137"/>
                  </a:cubicBezTo>
                  <a:cubicBezTo>
                    <a:pt x="83545" y="236071"/>
                    <a:pt x="223779" y="33577"/>
                    <a:pt x="434814" y="30331"/>
                  </a:cubicBezTo>
                  <a:cubicBezTo>
                    <a:pt x="523977" y="28965"/>
                    <a:pt x="644312" y="66031"/>
                    <a:pt x="670958" y="128376"/>
                  </a:cubicBezTo>
                  <a:cubicBezTo>
                    <a:pt x="687612" y="166979"/>
                    <a:pt x="673094" y="207375"/>
                    <a:pt x="660368" y="243075"/>
                  </a:cubicBezTo>
                  <a:cubicBezTo>
                    <a:pt x="647985" y="278005"/>
                    <a:pt x="636114" y="311142"/>
                    <a:pt x="658831" y="334628"/>
                  </a:cubicBezTo>
                  <a:cubicBezTo>
                    <a:pt x="670788" y="346927"/>
                    <a:pt x="688637" y="352051"/>
                    <a:pt x="710159" y="352051"/>
                  </a:cubicBezTo>
                  <a:cubicBezTo>
                    <a:pt x="781558" y="352051"/>
                    <a:pt x="892840" y="295769"/>
                    <a:pt x="953990" y="257423"/>
                  </a:cubicBezTo>
                  <a:cubicBezTo>
                    <a:pt x="990628" y="234534"/>
                    <a:pt x="1019495" y="211987"/>
                    <a:pt x="1042811" y="193881"/>
                  </a:cubicBezTo>
                  <a:cubicBezTo>
                    <a:pt x="1083720" y="161769"/>
                    <a:pt x="1104132" y="146653"/>
                    <a:pt x="1122750" y="153058"/>
                  </a:cubicBezTo>
                  <a:cubicBezTo>
                    <a:pt x="1139062" y="158695"/>
                    <a:pt x="1160413" y="182864"/>
                    <a:pt x="1169381" y="266561"/>
                  </a:cubicBezTo>
                  <a:lnTo>
                    <a:pt x="1199528" y="263230"/>
                  </a:lnTo>
                  <a:cubicBezTo>
                    <a:pt x="1190903" y="182437"/>
                    <a:pt x="1168953" y="137002"/>
                    <a:pt x="1132656" y="124447"/>
                  </a:cubicBezTo>
                  <a:close/>
                  <a:moveTo>
                    <a:pt x="66037" y="238206"/>
                  </a:moveTo>
                  <a:cubicBezTo>
                    <a:pt x="56386" y="245807"/>
                    <a:pt x="30338" y="265878"/>
                    <a:pt x="21883" y="259216"/>
                  </a:cubicBezTo>
                  <a:cubicBezTo>
                    <a:pt x="15050" y="253921"/>
                    <a:pt x="22651" y="233595"/>
                    <a:pt x="24786" y="228043"/>
                  </a:cubicBezTo>
                  <a:cubicBezTo>
                    <a:pt x="28288" y="218820"/>
                    <a:pt x="41270" y="187647"/>
                    <a:pt x="120611" y="135721"/>
                  </a:cubicBezTo>
                  <a:cubicBezTo>
                    <a:pt x="141620" y="121971"/>
                    <a:pt x="152210" y="115138"/>
                    <a:pt x="154943" y="117444"/>
                  </a:cubicBezTo>
                  <a:cubicBezTo>
                    <a:pt x="164167" y="125301"/>
                    <a:pt x="123771" y="193284"/>
                    <a:pt x="66122" y="23820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3159;p73">
              <a:extLst>
                <a:ext uri="{FF2B5EF4-FFF2-40B4-BE49-F238E27FC236}">
                  <a16:creationId xmlns:a16="http://schemas.microsoft.com/office/drawing/2014/main" id="{154DF161-7FB0-2492-A7CF-5F02E9AE20D7}"/>
                </a:ext>
              </a:extLst>
            </p:cNvPr>
            <p:cNvSpPr/>
            <p:nvPr/>
          </p:nvSpPr>
          <p:spPr>
            <a:xfrm rot="-137437">
              <a:off x="6264018" y="2685531"/>
              <a:ext cx="39060" cy="22906"/>
            </a:xfrm>
            <a:custGeom>
              <a:avLst/>
              <a:gdLst/>
              <a:ahLst/>
              <a:cxnLst/>
              <a:rect l="l" t="t" r="r" b="b"/>
              <a:pathLst>
                <a:path w="39029" h="22888" extrusionOk="0">
                  <a:moveTo>
                    <a:pt x="0" y="0"/>
                  </a:moveTo>
                  <a:lnTo>
                    <a:pt x="39030" y="0"/>
                  </a:lnTo>
                  <a:lnTo>
                    <a:pt x="39030" y="22888"/>
                  </a:lnTo>
                  <a:lnTo>
                    <a:pt x="0" y="2288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2" name="Google Shape;3160;p73">
              <a:extLst>
                <a:ext uri="{FF2B5EF4-FFF2-40B4-BE49-F238E27FC236}">
                  <a16:creationId xmlns:a16="http://schemas.microsoft.com/office/drawing/2014/main" id="{5E3E1C2F-F089-AD6A-CF65-7C5CC5B8C42E}"/>
                </a:ext>
              </a:extLst>
            </p:cNvPr>
            <p:cNvSpPr/>
            <p:nvPr/>
          </p:nvSpPr>
          <p:spPr>
            <a:xfrm>
              <a:off x="6269705" y="2699737"/>
              <a:ext cx="56748" cy="93460"/>
            </a:xfrm>
            <a:custGeom>
              <a:avLst/>
              <a:gdLst/>
              <a:ahLst/>
              <a:cxnLst/>
              <a:rect l="l" t="t" r="r" b="b"/>
              <a:pathLst>
                <a:path w="56748" h="93460" extrusionOk="0">
                  <a:moveTo>
                    <a:pt x="2551" y="5380"/>
                  </a:moveTo>
                  <a:cubicBezTo>
                    <a:pt x="2380" y="21180"/>
                    <a:pt x="2210" y="36980"/>
                    <a:pt x="2039" y="52780"/>
                  </a:cubicBezTo>
                  <a:cubicBezTo>
                    <a:pt x="-2402" y="64908"/>
                    <a:pt x="587" y="78145"/>
                    <a:pt x="9298" y="86088"/>
                  </a:cubicBezTo>
                  <a:cubicBezTo>
                    <a:pt x="20913" y="96593"/>
                    <a:pt x="39959" y="95482"/>
                    <a:pt x="49524" y="85234"/>
                  </a:cubicBezTo>
                  <a:cubicBezTo>
                    <a:pt x="58491" y="75583"/>
                    <a:pt x="59004" y="57734"/>
                    <a:pt x="51659" y="52609"/>
                  </a:cubicBezTo>
                  <a:cubicBezTo>
                    <a:pt x="46022" y="48595"/>
                    <a:pt x="35432" y="52182"/>
                    <a:pt x="35091" y="54915"/>
                  </a:cubicBezTo>
                  <a:cubicBezTo>
                    <a:pt x="34749" y="57819"/>
                    <a:pt x="45510" y="59271"/>
                    <a:pt x="45425" y="62943"/>
                  </a:cubicBezTo>
                  <a:cubicBezTo>
                    <a:pt x="45425" y="66530"/>
                    <a:pt x="35091" y="71911"/>
                    <a:pt x="27404" y="68068"/>
                  </a:cubicBezTo>
                  <a:cubicBezTo>
                    <a:pt x="20913" y="64822"/>
                    <a:pt x="20145" y="56965"/>
                    <a:pt x="20145" y="56282"/>
                  </a:cubicBezTo>
                  <a:cubicBezTo>
                    <a:pt x="19632" y="49962"/>
                    <a:pt x="23219" y="43471"/>
                    <a:pt x="25696" y="43642"/>
                  </a:cubicBezTo>
                  <a:cubicBezTo>
                    <a:pt x="27660" y="43727"/>
                    <a:pt x="28002" y="48083"/>
                    <a:pt x="30479" y="48254"/>
                  </a:cubicBezTo>
                  <a:cubicBezTo>
                    <a:pt x="32187" y="48339"/>
                    <a:pt x="33895" y="46289"/>
                    <a:pt x="34578" y="44667"/>
                  </a:cubicBezTo>
                  <a:cubicBezTo>
                    <a:pt x="35005" y="43727"/>
                    <a:pt x="35774" y="41336"/>
                    <a:pt x="33297" y="35955"/>
                  </a:cubicBezTo>
                  <a:cubicBezTo>
                    <a:pt x="31162" y="31173"/>
                    <a:pt x="28258" y="28098"/>
                    <a:pt x="27575" y="27415"/>
                  </a:cubicBezTo>
                  <a:cubicBezTo>
                    <a:pt x="24329" y="23828"/>
                    <a:pt x="21938" y="16568"/>
                    <a:pt x="25952" y="0"/>
                  </a:cubicBezTo>
                  <a:lnTo>
                    <a:pt x="2466" y="538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93" name="Google Shape;3207;p73">
            <a:extLst>
              <a:ext uri="{FF2B5EF4-FFF2-40B4-BE49-F238E27FC236}">
                <a16:creationId xmlns:a16="http://schemas.microsoft.com/office/drawing/2014/main" id="{8E094015-A81A-9E61-A61A-5483D8DC99B5}"/>
              </a:ext>
            </a:extLst>
          </p:cNvPr>
          <p:cNvGrpSpPr/>
          <p:nvPr/>
        </p:nvGrpSpPr>
        <p:grpSpPr>
          <a:xfrm>
            <a:off x="1685955" y="4287680"/>
            <a:ext cx="329640" cy="151400"/>
            <a:chOff x="8063123" y="1879129"/>
            <a:chExt cx="416265" cy="191186"/>
          </a:xfrm>
        </p:grpSpPr>
        <p:sp>
          <p:nvSpPr>
            <p:cNvPr id="1794" name="Google Shape;3208;p73">
              <a:extLst>
                <a:ext uri="{FF2B5EF4-FFF2-40B4-BE49-F238E27FC236}">
                  <a16:creationId xmlns:a16="http://schemas.microsoft.com/office/drawing/2014/main" id="{886BE7BF-9DE0-E47F-ABD2-943ECE3D943E}"/>
                </a:ext>
              </a:extLst>
            </p:cNvPr>
            <p:cNvSpPr/>
            <p:nvPr/>
          </p:nvSpPr>
          <p:spPr>
            <a:xfrm>
              <a:off x="8063123" y="1879129"/>
              <a:ext cx="316778" cy="191186"/>
            </a:xfrm>
            <a:custGeom>
              <a:avLst/>
              <a:gdLst/>
              <a:ahLst/>
              <a:cxnLst/>
              <a:rect l="l" t="t" r="r" b="b"/>
              <a:pathLst>
                <a:path w="174054" h="105047" extrusionOk="0">
                  <a:moveTo>
                    <a:pt x="174055" y="52524"/>
                  </a:moveTo>
                  <a:cubicBezTo>
                    <a:pt x="174055" y="81476"/>
                    <a:pt x="135110" y="105048"/>
                    <a:pt x="87027" y="105048"/>
                  </a:cubicBezTo>
                  <a:cubicBezTo>
                    <a:pt x="38945" y="105048"/>
                    <a:pt x="0" y="81562"/>
                    <a:pt x="0" y="52524"/>
                  </a:cubicBezTo>
                  <a:cubicBezTo>
                    <a:pt x="0" y="23486"/>
                    <a:pt x="38945" y="0"/>
                    <a:pt x="87027" y="0"/>
                  </a:cubicBezTo>
                  <a:cubicBezTo>
                    <a:pt x="135110" y="0"/>
                    <a:pt x="174055" y="23486"/>
                    <a:pt x="174055" y="5252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8" name="Google Shape;3209;p73">
              <a:extLst>
                <a:ext uri="{FF2B5EF4-FFF2-40B4-BE49-F238E27FC236}">
                  <a16:creationId xmlns:a16="http://schemas.microsoft.com/office/drawing/2014/main" id="{A20EE752-CCDD-59B0-09A3-82A865B2BC06}"/>
                </a:ext>
              </a:extLst>
            </p:cNvPr>
            <p:cNvSpPr/>
            <p:nvPr/>
          </p:nvSpPr>
          <p:spPr>
            <a:xfrm>
              <a:off x="8362356" y="1896316"/>
              <a:ext cx="117031" cy="81900"/>
            </a:xfrm>
            <a:custGeom>
              <a:avLst/>
              <a:gdLst/>
              <a:ahLst/>
              <a:cxnLst/>
              <a:rect l="l" t="t" r="r" b="b"/>
              <a:pathLst>
                <a:path w="64303" h="45000" extrusionOk="0">
                  <a:moveTo>
                    <a:pt x="63239" y="6956"/>
                  </a:moveTo>
                  <a:cubicBezTo>
                    <a:pt x="67765" y="15924"/>
                    <a:pt x="57432" y="30186"/>
                    <a:pt x="40265" y="38812"/>
                  </a:cubicBezTo>
                  <a:cubicBezTo>
                    <a:pt x="23099" y="47353"/>
                    <a:pt x="5505" y="47011"/>
                    <a:pt x="1064" y="38044"/>
                  </a:cubicBezTo>
                  <a:cubicBezTo>
                    <a:pt x="-3462" y="29076"/>
                    <a:pt x="6872" y="14814"/>
                    <a:pt x="24038" y="6188"/>
                  </a:cubicBezTo>
                  <a:cubicBezTo>
                    <a:pt x="41205" y="-2353"/>
                    <a:pt x="58798" y="-2011"/>
                    <a:pt x="63239" y="695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9" name="Google Shape;3210;p73">
              <a:extLst>
                <a:ext uri="{FF2B5EF4-FFF2-40B4-BE49-F238E27FC236}">
                  <a16:creationId xmlns:a16="http://schemas.microsoft.com/office/drawing/2014/main" id="{CEAA4903-F557-46F5-3503-6212507367A8}"/>
                </a:ext>
              </a:extLst>
            </p:cNvPr>
            <p:cNvSpPr/>
            <p:nvPr/>
          </p:nvSpPr>
          <p:spPr>
            <a:xfrm>
              <a:off x="8343938" y="1968819"/>
              <a:ext cx="112976" cy="87402"/>
            </a:xfrm>
            <a:custGeom>
              <a:avLst/>
              <a:gdLst/>
              <a:ahLst/>
              <a:cxnLst/>
              <a:rect l="l" t="t" r="r" b="b"/>
              <a:pathLst>
                <a:path w="62075" h="48023" extrusionOk="0">
                  <a:moveTo>
                    <a:pt x="60545" y="42374"/>
                  </a:moveTo>
                  <a:cubicBezTo>
                    <a:pt x="55250" y="50914"/>
                    <a:pt x="37742" y="49633"/>
                    <a:pt x="21430" y="39470"/>
                  </a:cubicBezTo>
                  <a:cubicBezTo>
                    <a:pt x="5118" y="29307"/>
                    <a:pt x="-3765" y="14190"/>
                    <a:pt x="1530" y="5650"/>
                  </a:cubicBezTo>
                  <a:cubicBezTo>
                    <a:pt x="6825" y="-2891"/>
                    <a:pt x="24334" y="-1610"/>
                    <a:pt x="40646" y="8553"/>
                  </a:cubicBezTo>
                  <a:cubicBezTo>
                    <a:pt x="56958" y="18717"/>
                    <a:pt x="65840" y="33833"/>
                    <a:pt x="60545" y="4237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0618E303-86B2-2DBB-83C4-DAB2DE40FCF4}"/>
              </a:ext>
            </a:extLst>
          </p:cNvPr>
          <p:cNvSpPr txBox="1"/>
          <p:nvPr/>
        </p:nvSpPr>
        <p:spPr>
          <a:xfrm>
            <a:off x="8781574" y="4470007"/>
            <a:ext cx="474389" cy="307777"/>
          </a:xfrm>
          <a:prstGeom prst="rect">
            <a:avLst/>
          </a:prstGeom>
          <a:noFill/>
        </p:spPr>
        <p:txBody>
          <a:bodyPr wrap="square" rtlCol="0">
            <a:spAutoFit/>
          </a:bodyPr>
          <a:lstStyle/>
          <a:p>
            <a:r>
              <a:rPr lang="en-US" dirty="0"/>
              <a:t>20</a:t>
            </a:r>
          </a:p>
        </p:txBody>
      </p:sp>
      <p:pic>
        <p:nvPicPr>
          <p:cNvPr id="6" name="Picture 5" descr="A screenshot of a chart&#10;&#10;AI-generated content may be incorrect.">
            <a:extLst>
              <a:ext uri="{FF2B5EF4-FFF2-40B4-BE49-F238E27FC236}">
                <a16:creationId xmlns:a16="http://schemas.microsoft.com/office/drawing/2014/main" id="{BCAB8BBE-B185-EE9C-9451-D7BABFFEE737}"/>
              </a:ext>
            </a:extLst>
          </p:cNvPr>
          <p:cNvPicPr>
            <a:picLocks noChangeAspect="1"/>
          </p:cNvPicPr>
          <p:nvPr/>
        </p:nvPicPr>
        <p:blipFill>
          <a:blip r:embed="rId3"/>
          <a:stretch>
            <a:fillRect/>
          </a:stretch>
        </p:blipFill>
        <p:spPr>
          <a:xfrm>
            <a:off x="2267118" y="958734"/>
            <a:ext cx="4968550" cy="365602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79">
          <a:extLst>
            <a:ext uri="{FF2B5EF4-FFF2-40B4-BE49-F238E27FC236}">
              <a16:creationId xmlns:a16="http://schemas.microsoft.com/office/drawing/2014/main" id="{A64E120A-1F3B-2574-F6A6-4A0194E92E5B}"/>
            </a:ext>
          </a:extLst>
        </p:cNvPr>
        <p:cNvGrpSpPr/>
        <p:nvPr/>
      </p:nvGrpSpPr>
      <p:grpSpPr>
        <a:xfrm>
          <a:off x="0" y="0"/>
          <a:ext cx="0" cy="0"/>
          <a:chOff x="0" y="0"/>
          <a:chExt cx="0" cy="0"/>
        </a:xfrm>
      </p:grpSpPr>
      <p:sp>
        <p:nvSpPr>
          <p:cNvPr id="2880" name="Google Shape;2880;p73">
            <a:extLst>
              <a:ext uri="{FF2B5EF4-FFF2-40B4-BE49-F238E27FC236}">
                <a16:creationId xmlns:a16="http://schemas.microsoft.com/office/drawing/2014/main" id="{E54ACBC3-7026-FD98-3DB2-9F00A33478EA}"/>
              </a:ext>
            </a:extLst>
          </p:cNvPr>
          <p:cNvSpPr txBox="1">
            <a:spLocks noGrp="1"/>
          </p:cNvSpPr>
          <p:nvPr>
            <p:ph type="title"/>
          </p:nvPr>
        </p:nvSpPr>
        <p:spPr>
          <a:xfrm>
            <a:off x="1046065" y="319754"/>
            <a:ext cx="7704000" cy="196978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400" b="1" dirty="0"/>
              <a:t>CONCLUSION </a:t>
            </a:r>
            <a:br>
              <a:rPr lang="en" sz="4400" b="1" dirty="0"/>
            </a:br>
            <a:r>
              <a:rPr lang="en" sz="4400" b="1" dirty="0"/>
              <a:t>&amp; </a:t>
            </a:r>
            <a:br>
              <a:rPr lang="en" sz="4400" b="1" dirty="0"/>
            </a:br>
            <a:r>
              <a:rPr lang="en" sz="4400" b="1" dirty="0"/>
              <a:t>FUTURE ENHANCEMENTS</a:t>
            </a:r>
            <a:endParaRPr sz="4400" b="1" dirty="0"/>
          </a:p>
        </p:txBody>
      </p:sp>
      <p:grpSp>
        <p:nvGrpSpPr>
          <p:cNvPr id="2888" name="Google Shape;2888;p73">
            <a:extLst>
              <a:ext uri="{FF2B5EF4-FFF2-40B4-BE49-F238E27FC236}">
                <a16:creationId xmlns:a16="http://schemas.microsoft.com/office/drawing/2014/main" id="{9D0990E6-40D0-5139-2B52-57531B2ED0EA}"/>
              </a:ext>
            </a:extLst>
          </p:cNvPr>
          <p:cNvGrpSpPr/>
          <p:nvPr/>
        </p:nvGrpSpPr>
        <p:grpSpPr>
          <a:xfrm>
            <a:off x="1907499" y="2653678"/>
            <a:ext cx="774687" cy="2261368"/>
            <a:chOff x="2134425" y="2209949"/>
            <a:chExt cx="820122" cy="2393995"/>
          </a:xfrm>
        </p:grpSpPr>
        <p:sp>
          <p:nvSpPr>
            <p:cNvPr id="2889" name="Google Shape;2889;p73">
              <a:extLst>
                <a:ext uri="{FF2B5EF4-FFF2-40B4-BE49-F238E27FC236}">
                  <a16:creationId xmlns:a16="http://schemas.microsoft.com/office/drawing/2014/main" id="{9FCD4E6D-F44E-FAF8-82A2-C1BCFFCC96DE}"/>
                </a:ext>
              </a:extLst>
            </p:cNvPr>
            <p:cNvSpPr/>
            <p:nvPr/>
          </p:nvSpPr>
          <p:spPr>
            <a:xfrm>
              <a:off x="2142433" y="2647395"/>
              <a:ext cx="176633" cy="474098"/>
            </a:xfrm>
            <a:custGeom>
              <a:avLst/>
              <a:gdLst/>
              <a:ahLst/>
              <a:cxnLst/>
              <a:rect l="l" t="t" r="r" b="b"/>
              <a:pathLst>
                <a:path w="196259" h="526776" extrusionOk="0">
                  <a:moveTo>
                    <a:pt x="196260" y="248699"/>
                  </a:moveTo>
                  <a:cubicBezTo>
                    <a:pt x="168247" y="341448"/>
                    <a:pt x="140064" y="434198"/>
                    <a:pt x="112051" y="526776"/>
                  </a:cubicBezTo>
                  <a:lnTo>
                    <a:pt x="0" y="509268"/>
                  </a:lnTo>
                  <a:cubicBezTo>
                    <a:pt x="5978" y="446325"/>
                    <a:pt x="12896" y="391495"/>
                    <a:pt x="19472" y="345975"/>
                  </a:cubicBezTo>
                  <a:cubicBezTo>
                    <a:pt x="21607" y="330602"/>
                    <a:pt x="23828" y="316510"/>
                    <a:pt x="25878" y="303358"/>
                  </a:cubicBezTo>
                  <a:cubicBezTo>
                    <a:pt x="27073" y="295842"/>
                    <a:pt x="28440" y="288326"/>
                    <a:pt x="29550" y="281238"/>
                  </a:cubicBezTo>
                  <a:cubicBezTo>
                    <a:pt x="64566" y="73875"/>
                    <a:pt x="98642" y="22718"/>
                    <a:pt x="140320" y="5637"/>
                  </a:cubicBezTo>
                  <a:cubicBezTo>
                    <a:pt x="148860" y="2135"/>
                    <a:pt x="156291" y="683"/>
                    <a:pt x="161244" y="0"/>
                  </a:cubicBezTo>
                  <a:cubicBezTo>
                    <a:pt x="172859" y="82843"/>
                    <a:pt x="184474" y="165856"/>
                    <a:pt x="196174" y="248699"/>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0" name="Google Shape;2890;p73">
              <a:extLst>
                <a:ext uri="{FF2B5EF4-FFF2-40B4-BE49-F238E27FC236}">
                  <a16:creationId xmlns:a16="http://schemas.microsoft.com/office/drawing/2014/main" id="{B9377565-4A79-5CE7-E274-98F8E06D3829}"/>
                </a:ext>
              </a:extLst>
            </p:cNvPr>
            <p:cNvSpPr/>
            <p:nvPr/>
          </p:nvSpPr>
          <p:spPr>
            <a:xfrm>
              <a:off x="2160042" y="2893704"/>
              <a:ext cx="124519" cy="78944"/>
            </a:xfrm>
            <a:custGeom>
              <a:avLst/>
              <a:gdLst/>
              <a:ahLst/>
              <a:cxnLst/>
              <a:rect l="l" t="t" r="r" b="b"/>
              <a:pathLst>
                <a:path w="138355" h="87716" extrusionOk="0">
                  <a:moveTo>
                    <a:pt x="138356" y="81732"/>
                  </a:moveTo>
                  <a:cubicBezTo>
                    <a:pt x="121360" y="85576"/>
                    <a:pt x="99155" y="88650"/>
                    <a:pt x="73106" y="87454"/>
                  </a:cubicBezTo>
                  <a:cubicBezTo>
                    <a:pt x="44154" y="86088"/>
                    <a:pt x="19131" y="79512"/>
                    <a:pt x="0" y="72423"/>
                  </a:cubicBezTo>
                  <a:cubicBezTo>
                    <a:pt x="2135" y="57050"/>
                    <a:pt x="4356" y="42959"/>
                    <a:pt x="6405" y="29806"/>
                  </a:cubicBezTo>
                  <a:cubicBezTo>
                    <a:pt x="7601" y="22291"/>
                    <a:pt x="8968" y="14775"/>
                    <a:pt x="10078" y="7686"/>
                  </a:cubicBezTo>
                  <a:cubicBezTo>
                    <a:pt x="11700" y="5039"/>
                    <a:pt x="13494" y="2648"/>
                    <a:pt x="15117" y="0"/>
                  </a:cubicBezTo>
                  <a:lnTo>
                    <a:pt x="138356" y="8164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1" name="Google Shape;2891;p73">
              <a:extLst>
                <a:ext uri="{FF2B5EF4-FFF2-40B4-BE49-F238E27FC236}">
                  <a16:creationId xmlns:a16="http://schemas.microsoft.com/office/drawing/2014/main" id="{BF02A3D7-AA3B-6F86-AF9A-5D9FDF8C618D}"/>
                </a:ext>
              </a:extLst>
            </p:cNvPr>
            <p:cNvSpPr/>
            <p:nvPr/>
          </p:nvSpPr>
          <p:spPr>
            <a:xfrm>
              <a:off x="2145509" y="2595156"/>
              <a:ext cx="276942" cy="381809"/>
            </a:xfrm>
            <a:custGeom>
              <a:avLst/>
              <a:gdLst/>
              <a:ahLst/>
              <a:cxnLst/>
              <a:rect l="l" t="t" r="r" b="b"/>
              <a:pathLst>
                <a:path w="307713" h="424232" extrusionOk="0">
                  <a:moveTo>
                    <a:pt x="90614" y="92179"/>
                  </a:moveTo>
                  <a:cubicBezTo>
                    <a:pt x="60381" y="176217"/>
                    <a:pt x="30233" y="260170"/>
                    <a:pt x="0" y="344208"/>
                  </a:cubicBezTo>
                  <a:cubicBezTo>
                    <a:pt x="15287" y="358727"/>
                    <a:pt x="36980" y="376406"/>
                    <a:pt x="65932" y="391693"/>
                  </a:cubicBezTo>
                  <a:cubicBezTo>
                    <a:pt x="107525" y="413642"/>
                    <a:pt x="146042" y="421329"/>
                    <a:pt x="171322" y="424232"/>
                  </a:cubicBezTo>
                  <a:cubicBezTo>
                    <a:pt x="183705" y="381274"/>
                    <a:pt x="196089" y="338401"/>
                    <a:pt x="208558" y="295442"/>
                  </a:cubicBezTo>
                  <a:cubicBezTo>
                    <a:pt x="241610" y="201326"/>
                    <a:pt x="274662" y="107210"/>
                    <a:pt x="307713" y="13094"/>
                  </a:cubicBezTo>
                  <a:cubicBezTo>
                    <a:pt x="297977" y="9251"/>
                    <a:pt x="222479" y="-19445"/>
                    <a:pt x="152874" y="22745"/>
                  </a:cubicBezTo>
                  <a:cubicBezTo>
                    <a:pt x="116407" y="44865"/>
                    <a:pt x="98301" y="76379"/>
                    <a:pt x="90614" y="92179"/>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2" name="Google Shape;2892;p73">
              <a:extLst>
                <a:ext uri="{FF2B5EF4-FFF2-40B4-BE49-F238E27FC236}">
                  <a16:creationId xmlns:a16="http://schemas.microsoft.com/office/drawing/2014/main" id="{87F9E023-2764-FBDC-B337-45F935267E70}"/>
                </a:ext>
              </a:extLst>
            </p:cNvPr>
            <p:cNvSpPr/>
            <p:nvPr/>
          </p:nvSpPr>
          <p:spPr>
            <a:xfrm>
              <a:off x="2764854" y="2612021"/>
              <a:ext cx="176634" cy="474098"/>
            </a:xfrm>
            <a:custGeom>
              <a:avLst/>
              <a:gdLst/>
              <a:ahLst/>
              <a:cxnLst/>
              <a:rect l="l" t="t" r="r" b="b"/>
              <a:pathLst>
                <a:path w="196260" h="526776" extrusionOk="0">
                  <a:moveTo>
                    <a:pt x="0" y="248698"/>
                  </a:moveTo>
                  <a:cubicBezTo>
                    <a:pt x="28013" y="341448"/>
                    <a:pt x="56196" y="434198"/>
                    <a:pt x="84209" y="526776"/>
                  </a:cubicBezTo>
                  <a:lnTo>
                    <a:pt x="196260" y="509268"/>
                  </a:lnTo>
                  <a:cubicBezTo>
                    <a:pt x="190282" y="446325"/>
                    <a:pt x="183364" y="391495"/>
                    <a:pt x="176788" y="345975"/>
                  </a:cubicBezTo>
                  <a:cubicBezTo>
                    <a:pt x="174653" y="330602"/>
                    <a:pt x="172432" y="316510"/>
                    <a:pt x="170383" y="303358"/>
                  </a:cubicBezTo>
                  <a:cubicBezTo>
                    <a:pt x="169187" y="295842"/>
                    <a:pt x="167821" y="288326"/>
                    <a:pt x="166710" y="281238"/>
                  </a:cubicBezTo>
                  <a:cubicBezTo>
                    <a:pt x="131694" y="73875"/>
                    <a:pt x="97618" y="22718"/>
                    <a:pt x="55940" y="5637"/>
                  </a:cubicBezTo>
                  <a:cubicBezTo>
                    <a:pt x="47400" y="2135"/>
                    <a:pt x="39970" y="683"/>
                    <a:pt x="35016" y="0"/>
                  </a:cubicBezTo>
                  <a:cubicBezTo>
                    <a:pt x="23401" y="82843"/>
                    <a:pt x="11786" y="165856"/>
                    <a:pt x="85" y="248698"/>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3" name="Google Shape;2893;p73">
              <a:extLst>
                <a:ext uri="{FF2B5EF4-FFF2-40B4-BE49-F238E27FC236}">
                  <a16:creationId xmlns:a16="http://schemas.microsoft.com/office/drawing/2014/main" id="{C673056D-ECDE-C2E9-CB86-E9BBD26931D4}"/>
                </a:ext>
              </a:extLst>
            </p:cNvPr>
            <p:cNvSpPr/>
            <p:nvPr/>
          </p:nvSpPr>
          <p:spPr>
            <a:xfrm>
              <a:off x="2799382" y="2858330"/>
              <a:ext cx="124519" cy="78944"/>
            </a:xfrm>
            <a:custGeom>
              <a:avLst/>
              <a:gdLst/>
              <a:ahLst/>
              <a:cxnLst/>
              <a:rect l="l" t="t" r="r" b="b"/>
              <a:pathLst>
                <a:path w="138355" h="87716" extrusionOk="0">
                  <a:moveTo>
                    <a:pt x="0" y="81732"/>
                  </a:moveTo>
                  <a:cubicBezTo>
                    <a:pt x="16995" y="85576"/>
                    <a:pt x="39201" y="88650"/>
                    <a:pt x="65249" y="87455"/>
                  </a:cubicBezTo>
                  <a:cubicBezTo>
                    <a:pt x="94201" y="86088"/>
                    <a:pt x="119225" y="79512"/>
                    <a:pt x="138356" y="72423"/>
                  </a:cubicBezTo>
                  <a:cubicBezTo>
                    <a:pt x="136220" y="57051"/>
                    <a:pt x="134000" y="42959"/>
                    <a:pt x="131950" y="29806"/>
                  </a:cubicBezTo>
                  <a:cubicBezTo>
                    <a:pt x="130755" y="22291"/>
                    <a:pt x="129388" y="14775"/>
                    <a:pt x="128278" y="7687"/>
                  </a:cubicBezTo>
                  <a:cubicBezTo>
                    <a:pt x="126655" y="5039"/>
                    <a:pt x="124862" y="2648"/>
                    <a:pt x="123239" y="0"/>
                  </a:cubicBezTo>
                  <a:lnTo>
                    <a:pt x="0" y="8164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4" name="Google Shape;2894;p73">
              <a:extLst>
                <a:ext uri="{FF2B5EF4-FFF2-40B4-BE49-F238E27FC236}">
                  <a16:creationId xmlns:a16="http://schemas.microsoft.com/office/drawing/2014/main" id="{D2360957-F1FF-C248-DFC8-A49164EB435E}"/>
                </a:ext>
              </a:extLst>
            </p:cNvPr>
            <p:cNvSpPr/>
            <p:nvPr/>
          </p:nvSpPr>
          <p:spPr>
            <a:xfrm>
              <a:off x="2669268" y="2572985"/>
              <a:ext cx="269102" cy="368611"/>
            </a:xfrm>
            <a:custGeom>
              <a:avLst/>
              <a:gdLst/>
              <a:ahLst/>
              <a:cxnLst/>
              <a:rect l="l" t="t" r="r" b="b"/>
              <a:pathLst>
                <a:path w="299002" h="409568" extrusionOk="0">
                  <a:moveTo>
                    <a:pt x="208387" y="77515"/>
                  </a:moveTo>
                  <a:cubicBezTo>
                    <a:pt x="235205" y="151988"/>
                    <a:pt x="268513" y="244652"/>
                    <a:pt x="299002" y="329545"/>
                  </a:cubicBezTo>
                  <a:cubicBezTo>
                    <a:pt x="283715" y="344064"/>
                    <a:pt x="262022" y="361742"/>
                    <a:pt x="233070" y="377030"/>
                  </a:cubicBezTo>
                  <a:cubicBezTo>
                    <a:pt x="191478" y="398979"/>
                    <a:pt x="152960" y="406665"/>
                    <a:pt x="127680" y="409569"/>
                  </a:cubicBezTo>
                  <a:cubicBezTo>
                    <a:pt x="115296" y="366610"/>
                    <a:pt x="102913" y="323737"/>
                    <a:pt x="90444" y="280779"/>
                  </a:cubicBezTo>
                  <a:cubicBezTo>
                    <a:pt x="60296" y="191445"/>
                    <a:pt x="30148" y="102112"/>
                    <a:pt x="0" y="12693"/>
                  </a:cubicBezTo>
                  <a:cubicBezTo>
                    <a:pt x="11273" y="8337"/>
                    <a:pt x="80280" y="-17113"/>
                    <a:pt x="147409" y="19355"/>
                  </a:cubicBezTo>
                  <a:cubicBezTo>
                    <a:pt x="180204" y="37204"/>
                    <a:pt x="199078" y="62484"/>
                    <a:pt x="208387" y="7743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5" name="Google Shape;2895;p73">
              <a:extLst>
                <a:ext uri="{FF2B5EF4-FFF2-40B4-BE49-F238E27FC236}">
                  <a16:creationId xmlns:a16="http://schemas.microsoft.com/office/drawing/2014/main" id="{946A2674-0D79-BE55-CADC-CB9283315E4A}"/>
                </a:ext>
              </a:extLst>
            </p:cNvPr>
            <p:cNvSpPr/>
            <p:nvPr/>
          </p:nvSpPr>
          <p:spPr>
            <a:xfrm>
              <a:off x="2287157" y="2560037"/>
              <a:ext cx="558803" cy="862292"/>
            </a:xfrm>
            <a:custGeom>
              <a:avLst/>
              <a:gdLst/>
              <a:ahLst/>
              <a:cxnLst/>
              <a:rect l="l" t="t" r="r" b="b"/>
              <a:pathLst>
                <a:path w="620892" h="958102" extrusionOk="0">
                  <a:moveTo>
                    <a:pt x="504230" y="683494"/>
                  </a:moveTo>
                  <a:cubicBezTo>
                    <a:pt x="517382" y="829280"/>
                    <a:pt x="431123" y="944747"/>
                    <a:pt x="345804" y="956960"/>
                  </a:cubicBezTo>
                  <a:cubicBezTo>
                    <a:pt x="249126" y="970796"/>
                    <a:pt x="117346" y="857720"/>
                    <a:pt x="121617" y="683494"/>
                  </a:cubicBezTo>
                  <a:cubicBezTo>
                    <a:pt x="124179" y="618501"/>
                    <a:pt x="126741" y="553423"/>
                    <a:pt x="129388" y="488430"/>
                  </a:cubicBezTo>
                  <a:cubicBezTo>
                    <a:pt x="124179" y="478608"/>
                    <a:pt x="119140" y="468530"/>
                    <a:pt x="114186" y="458111"/>
                  </a:cubicBezTo>
                  <a:cubicBezTo>
                    <a:pt x="114186" y="458111"/>
                    <a:pt x="107525" y="444361"/>
                    <a:pt x="101119" y="429586"/>
                  </a:cubicBezTo>
                  <a:cubicBezTo>
                    <a:pt x="91554" y="407808"/>
                    <a:pt x="50645" y="286704"/>
                    <a:pt x="0" y="119054"/>
                  </a:cubicBezTo>
                  <a:cubicBezTo>
                    <a:pt x="32112" y="104962"/>
                    <a:pt x="65762" y="88992"/>
                    <a:pt x="100522" y="70715"/>
                  </a:cubicBezTo>
                  <a:cubicBezTo>
                    <a:pt x="144847" y="47400"/>
                    <a:pt x="185243" y="23486"/>
                    <a:pt x="221711" y="0"/>
                  </a:cubicBezTo>
                  <a:cubicBezTo>
                    <a:pt x="247161" y="342"/>
                    <a:pt x="273124" y="1025"/>
                    <a:pt x="299514" y="2050"/>
                  </a:cubicBezTo>
                  <a:cubicBezTo>
                    <a:pt x="331114" y="3245"/>
                    <a:pt x="361945" y="4868"/>
                    <a:pt x="392008" y="6918"/>
                  </a:cubicBezTo>
                  <a:cubicBezTo>
                    <a:pt x="429586" y="28440"/>
                    <a:pt x="473740" y="50389"/>
                    <a:pt x="524300" y="70288"/>
                  </a:cubicBezTo>
                  <a:cubicBezTo>
                    <a:pt x="558376" y="83611"/>
                    <a:pt x="590830" y="94201"/>
                    <a:pt x="620893" y="102657"/>
                  </a:cubicBezTo>
                  <a:cubicBezTo>
                    <a:pt x="559572" y="279701"/>
                    <a:pt x="534890" y="352209"/>
                    <a:pt x="526264" y="378941"/>
                  </a:cubicBezTo>
                  <a:cubicBezTo>
                    <a:pt x="524983" y="382784"/>
                    <a:pt x="520798" y="395851"/>
                    <a:pt x="514478" y="413274"/>
                  </a:cubicBezTo>
                  <a:cubicBezTo>
                    <a:pt x="506706" y="434881"/>
                    <a:pt x="498507" y="455549"/>
                    <a:pt x="490138" y="475192"/>
                  </a:cubicBezTo>
                  <a:cubicBezTo>
                    <a:pt x="494835" y="544712"/>
                    <a:pt x="499618" y="614146"/>
                    <a:pt x="504315" y="68366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6" name="Google Shape;2896;p73">
              <a:extLst>
                <a:ext uri="{FF2B5EF4-FFF2-40B4-BE49-F238E27FC236}">
                  <a16:creationId xmlns:a16="http://schemas.microsoft.com/office/drawing/2014/main" id="{82872D7D-DBFF-DD3D-600F-E9F149EA16F5}"/>
                </a:ext>
              </a:extLst>
            </p:cNvPr>
            <p:cNvSpPr/>
            <p:nvPr/>
          </p:nvSpPr>
          <p:spPr>
            <a:xfrm>
              <a:off x="2477867" y="2447148"/>
              <a:ext cx="168486" cy="203613"/>
            </a:xfrm>
            <a:custGeom>
              <a:avLst/>
              <a:gdLst/>
              <a:ahLst/>
              <a:cxnLst/>
              <a:rect l="l" t="t" r="r" b="b"/>
              <a:pathLst>
                <a:path w="187207" h="226237" extrusionOk="0">
                  <a:moveTo>
                    <a:pt x="187207" y="226237"/>
                  </a:moveTo>
                  <a:lnTo>
                    <a:pt x="0" y="226237"/>
                  </a:lnTo>
                  <a:cubicBezTo>
                    <a:pt x="7259" y="150825"/>
                    <a:pt x="14604" y="75412"/>
                    <a:pt x="21864" y="0"/>
                  </a:cubicBezTo>
                  <a:lnTo>
                    <a:pt x="170041" y="0"/>
                  </a:lnTo>
                  <a:cubicBezTo>
                    <a:pt x="175763" y="75412"/>
                    <a:pt x="181485" y="150825"/>
                    <a:pt x="187207" y="226237"/>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7" name="Google Shape;2897;p73">
              <a:extLst>
                <a:ext uri="{FF2B5EF4-FFF2-40B4-BE49-F238E27FC236}">
                  <a16:creationId xmlns:a16="http://schemas.microsoft.com/office/drawing/2014/main" id="{912C5458-EC78-DF61-1B28-A4600AC4B8D0}"/>
                </a:ext>
              </a:extLst>
            </p:cNvPr>
            <p:cNvSpPr/>
            <p:nvPr/>
          </p:nvSpPr>
          <p:spPr>
            <a:xfrm>
              <a:off x="2513240" y="2388858"/>
              <a:ext cx="103766" cy="155419"/>
            </a:xfrm>
            <a:custGeom>
              <a:avLst/>
              <a:gdLst/>
              <a:ahLst/>
              <a:cxnLst/>
              <a:rect l="l" t="t" r="r" b="b"/>
              <a:pathLst>
                <a:path w="115296" h="172688" extrusionOk="0">
                  <a:moveTo>
                    <a:pt x="115296" y="86344"/>
                  </a:moveTo>
                  <a:cubicBezTo>
                    <a:pt x="115296" y="134000"/>
                    <a:pt x="89504" y="172688"/>
                    <a:pt x="57648" y="172688"/>
                  </a:cubicBezTo>
                  <a:cubicBezTo>
                    <a:pt x="25792" y="172688"/>
                    <a:pt x="0" y="134085"/>
                    <a:pt x="0" y="86344"/>
                  </a:cubicBezTo>
                  <a:cubicBezTo>
                    <a:pt x="0" y="38603"/>
                    <a:pt x="25792" y="0"/>
                    <a:pt x="57648" y="0"/>
                  </a:cubicBezTo>
                  <a:cubicBezTo>
                    <a:pt x="89504" y="0"/>
                    <a:pt x="115296" y="38603"/>
                    <a:pt x="115296" y="863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8" name="Google Shape;2898;p73">
              <a:extLst>
                <a:ext uri="{FF2B5EF4-FFF2-40B4-BE49-F238E27FC236}">
                  <a16:creationId xmlns:a16="http://schemas.microsoft.com/office/drawing/2014/main" id="{CC19AF48-99EF-9717-2304-C79600295BE5}"/>
                </a:ext>
              </a:extLst>
            </p:cNvPr>
            <p:cNvSpPr/>
            <p:nvPr/>
          </p:nvSpPr>
          <p:spPr>
            <a:xfrm>
              <a:off x="2461026" y="2242169"/>
              <a:ext cx="198694" cy="274678"/>
            </a:xfrm>
            <a:custGeom>
              <a:avLst/>
              <a:gdLst/>
              <a:ahLst/>
              <a:cxnLst/>
              <a:rect l="l" t="t" r="r" b="b"/>
              <a:pathLst>
                <a:path w="220771" h="305198" extrusionOk="0">
                  <a:moveTo>
                    <a:pt x="110343" y="305199"/>
                  </a:moveTo>
                  <a:cubicBezTo>
                    <a:pt x="49364" y="305199"/>
                    <a:pt x="0" y="255749"/>
                    <a:pt x="0" y="194856"/>
                  </a:cubicBezTo>
                  <a:lnTo>
                    <a:pt x="0" y="33526"/>
                  </a:lnTo>
                  <a:cubicBezTo>
                    <a:pt x="14690" y="23705"/>
                    <a:pt x="56282" y="-1233"/>
                    <a:pt x="114698" y="48"/>
                  </a:cubicBezTo>
                  <a:cubicBezTo>
                    <a:pt x="167991" y="1158"/>
                    <a:pt x="205825" y="23534"/>
                    <a:pt x="220771" y="33526"/>
                  </a:cubicBezTo>
                  <a:lnTo>
                    <a:pt x="220771" y="194856"/>
                  </a:lnTo>
                  <a:cubicBezTo>
                    <a:pt x="220771" y="255835"/>
                    <a:pt x="171322" y="305199"/>
                    <a:pt x="110428" y="305199"/>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9" name="Google Shape;2899;p73">
              <a:extLst>
                <a:ext uri="{FF2B5EF4-FFF2-40B4-BE49-F238E27FC236}">
                  <a16:creationId xmlns:a16="http://schemas.microsoft.com/office/drawing/2014/main" id="{4354C2D3-786C-C7E0-7143-EDC1C4AFDDD2}"/>
                </a:ext>
              </a:extLst>
            </p:cNvPr>
            <p:cNvSpPr/>
            <p:nvPr/>
          </p:nvSpPr>
          <p:spPr>
            <a:xfrm>
              <a:off x="2426498" y="2362097"/>
              <a:ext cx="54419" cy="65335"/>
            </a:xfrm>
            <a:custGeom>
              <a:avLst/>
              <a:gdLst/>
              <a:ahLst/>
              <a:cxnLst/>
              <a:rect l="l" t="t" r="r" b="b"/>
              <a:pathLst>
                <a:path w="60466" h="72594" extrusionOk="0">
                  <a:moveTo>
                    <a:pt x="60467" y="36297"/>
                  </a:moveTo>
                  <a:cubicBezTo>
                    <a:pt x="60467" y="56367"/>
                    <a:pt x="46887" y="72594"/>
                    <a:pt x="30233" y="72594"/>
                  </a:cubicBezTo>
                  <a:cubicBezTo>
                    <a:pt x="13580" y="72594"/>
                    <a:pt x="0" y="56367"/>
                    <a:pt x="0" y="36297"/>
                  </a:cubicBezTo>
                  <a:cubicBezTo>
                    <a:pt x="0" y="16227"/>
                    <a:pt x="13580" y="0"/>
                    <a:pt x="30233" y="0"/>
                  </a:cubicBezTo>
                  <a:cubicBezTo>
                    <a:pt x="46887" y="0"/>
                    <a:pt x="60467" y="16227"/>
                    <a:pt x="60467" y="36297"/>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0" name="Google Shape;2900;p73">
              <a:extLst>
                <a:ext uri="{FF2B5EF4-FFF2-40B4-BE49-F238E27FC236}">
                  <a16:creationId xmlns:a16="http://schemas.microsoft.com/office/drawing/2014/main" id="{E3A9987A-B78F-2FB5-010B-8FBEA81F96AE}"/>
                </a:ext>
              </a:extLst>
            </p:cNvPr>
            <p:cNvSpPr/>
            <p:nvPr/>
          </p:nvSpPr>
          <p:spPr>
            <a:xfrm>
              <a:off x="2638894" y="2362097"/>
              <a:ext cx="54419" cy="65335"/>
            </a:xfrm>
            <a:custGeom>
              <a:avLst/>
              <a:gdLst/>
              <a:ahLst/>
              <a:cxnLst/>
              <a:rect l="l" t="t" r="r" b="b"/>
              <a:pathLst>
                <a:path w="60466" h="72594" extrusionOk="0">
                  <a:moveTo>
                    <a:pt x="60466" y="36297"/>
                  </a:moveTo>
                  <a:cubicBezTo>
                    <a:pt x="60466" y="56367"/>
                    <a:pt x="46887" y="72594"/>
                    <a:pt x="30233" y="72594"/>
                  </a:cubicBezTo>
                  <a:cubicBezTo>
                    <a:pt x="13579" y="72594"/>
                    <a:pt x="0" y="56367"/>
                    <a:pt x="0" y="36297"/>
                  </a:cubicBezTo>
                  <a:cubicBezTo>
                    <a:pt x="0" y="16227"/>
                    <a:pt x="13579" y="0"/>
                    <a:pt x="30233" y="0"/>
                  </a:cubicBezTo>
                  <a:cubicBezTo>
                    <a:pt x="46887" y="0"/>
                    <a:pt x="60466" y="16227"/>
                    <a:pt x="60466" y="36297"/>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1" name="Google Shape;2901;p73">
              <a:extLst>
                <a:ext uri="{FF2B5EF4-FFF2-40B4-BE49-F238E27FC236}">
                  <a16:creationId xmlns:a16="http://schemas.microsoft.com/office/drawing/2014/main" id="{72CA9C1F-6371-7D32-AE64-F68C5E6E9C83}"/>
                </a:ext>
              </a:extLst>
            </p:cNvPr>
            <p:cNvSpPr/>
            <p:nvPr/>
          </p:nvSpPr>
          <p:spPr>
            <a:xfrm>
              <a:off x="2539847" y="2655315"/>
              <a:ext cx="35972" cy="15059"/>
            </a:xfrm>
            <a:custGeom>
              <a:avLst/>
              <a:gdLst/>
              <a:ahLst/>
              <a:cxnLst/>
              <a:rect l="l" t="t" r="r" b="b"/>
              <a:pathLst>
                <a:path w="39969" h="16732" extrusionOk="0">
                  <a:moveTo>
                    <a:pt x="0" y="0"/>
                  </a:moveTo>
                  <a:cubicBezTo>
                    <a:pt x="6747" y="13921"/>
                    <a:pt x="20583" y="19472"/>
                    <a:pt x="29635" y="15458"/>
                  </a:cubicBezTo>
                  <a:cubicBezTo>
                    <a:pt x="37151" y="12128"/>
                    <a:pt x="39542" y="2989"/>
                    <a:pt x="39969" y="1281"/>
                  </a:cubicBezTo>
                  <a:lnTo>
                    <a:pt x="0" y="0"/>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2" name="Google Shape;2902;p73">
              <a:extLst>
                <a:ext uri="{FF2B5EF4-FFF2-40B4-BE49-F238E27FC236}">
                  <a16:creationId xmlns:a16="http://schemas.microsoft.com/office/drawing/2014/main" id="{14CA9991-1D6D-59DF-817C-D7892E20D05B}"/>
                </a:ext>
              </a:extLst>
            </p:cNvPr>
            <p:cNvSpPr/>
            <p:nvPr/>
          </p:nvSpPr>
          <p:spPr>
            <a:xfrm>
              <a:off x="2388895" y="2654239"/>
              <a:ext cx="108224" cy="19840"/>
            </a:xfrm>
            <a:custGeom>
              <a:avLst/>
              <a:gdLst/>
              <a:ahLst/>
              <a:cxnLst/>
              <a:rect l="l" t="t" r="r" b="b"/>
              <a:pathLst>
                <a:path w="120249" h="22044" extrusionOk="0">
                  <a:moveTo>
                    <a:pt x="0" y="85"/>
                  </a:moveTo>
                  <a:cubicBezTo>
                    <a:pt x="9224" y="6491"/>
                    <a:pt x="25024" y="15629"/>
                    <a:pt x="46375" y="19814"/>
                  </a:cubicBezTo>
                  <a:cubicBezTo>
                    <a:pt x="81134" y="26646"/>
                    <a:pt x="109233" y="16056"/>
                    <a:pt x="120250" y="11188"/>
                  </a:cubicBezTo>
                  <a:lnTo>
                    <a:pt x="0" y="0"/>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3" name="Google Shape;2903;p73">
              <a:extLst>
                <a:ext uri="{FF2B5EF4-FFF2-40B4-BE49-F238E27FC236}">
                  <a16:creationId xmlns:a16="http://schemas.microsoft.com/office/drawing/2014/main" id="{2D5F4D97-A869-748E-E94C-FF5E536E2BE9}"/>
                </a:ext>
              </a:extLst>
            </p:cNvPr>
            <p:cNvSpPr/>
            <p:nvPr/>
          </p:nvSpPr>
          <p:spPr>
            <a:xfrm>
              <a:off x="2620053" y="2652932"/>
              <a:ext cx="107917" cy="21619"/>
            </a:xfrm>
            <a:custGeom>
              <a:avLst/>
              <a:gdLst/>
              <a:ahLst/>
              <a:cxnLst/>
              <a:rect l="l" t="t" r="r" b="b"/>
              <a:pathLst>
                <a:path w="119908" h="24021" extrusionOk="0">
                  <a:moveTo>
                    <a:pt x="0" y="14433"/>
                  </a:moveTo>
                  <a:cubicBezTo>
                    <a:pt x="10419" y="18789"/>
                    <a:pt x="27671" y="24426"/>
                    <a:pt x="49535" y="23999"/>
                  </a:cubicBezTo>
                  <a:cubicBezTo>
                    <a:pt x="84978" y="23316"/>
                    <a:pt x="110172" y="7089"/>
                    <a:pt x="119908" y="0"/>
                  </a:cubicBezTo>
                  <a:lnTo>
                    <a:pt x="0" y="14433"/>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4" name="Google Shape;2904;p73">
              <a:extLst>
                <a:ext uri="{FF2B5EF4-FFF2-40B4-BE49-F238E27FC236}">
                  <a16:creationId xmlns:a16="http://schemas.microsoft.com/office/drawing/2014/main" id="{168D2892-5913-234C-5D75-2A1F1BF831BF}"/>
                </a:ext>
              </a:extLst>
            </p:cNvPr>
            <p:cNvSpPr/>
            <p:nvPr/>
          </p:nvSpPr>
          <p:spPr>
            <a:xfrm>
              <a:off x="2486977" y="2361252"/>
              <a:ext cx="49606" cy="22136"/>
            </a:xfrm>
            <a:custGeom>
              <a:avLst/>
              <a:gdLst/>
              <a:ahLst/>
              <a:cxnLst/>
              <a:rect l="l" t="t" r="r" b="b"/>
              <a:pathLst>
                <a:path w="55118" h="24596" extrusionOk="0">
                  <a:moveTo>
                    <a:pt x="51117" y="24596"/>
                  </a:moveTo>
                  <a:cubicBezTo>
                    <a:pt x="49580" y="24596"/>
                    <a:pt x="48128" y="23657"/>
                    <a:pt x="47445" y="22205"/>
                  </a:cubicBezTo>
                  <a:cubicBezTo>
                    <a:pt x="43687" y="13665"/>
                    <a:pt x="35574" y="8113"/>
                    <a:pt x="26606" y="8028"/>
                  </a:cubicBezTo>
                  <a:cubicBezTo>
                    <a:pt x="14393" y="8028"/>
                    <a:pt x="7646" y="18106"/>
                    <a:pt x="7390" y="18533"/>
                  </a:cubicBezTo>
                  <a:cubicBezTo>
                    <a:pt x="6195" y="20412"/>
                    <a:pt x="3718" y="20924"/>
                    <a:pt x="1839" y="19728"/>
                  </a:cubicBezTo>
                  <a:cubicBezTo>
                    <a:pt x="-40" y="18533"/>
                    <a:pt x="-552" y="16056"/>
                    <a:pt x="643" y="14177"/>
                  </a:cubicBezTo>
                  <a:cubicBezTo>
                    <a:pt x="985" y="13579"/>
                    <a:pt x="10038" y="0"/>
                    <a:pt x="26436" y="0"/>
                  </a:cubicBezTo>
                  <a:cubicBezTo>
                    <a:pt x="38734" y="0"/>
                    <a:pt x="49836" y="7516"/>
                    <a:pt x="54790" y="18960"/>
                  </a:cubicBezTo>
                  <a:cubicBezTo>
                    <a:pt x="55644" y="21009"/>
                    <a:pt x="54790" y="23315"/>
                    <a:pt x="52740" y="24255"/>
                  </a:cubicBezTo>
                  <a:cubicBezTo>
                    <a:pt x="52228" y="24511"/>
                    <a:pt x="51715" y="24596"/>
                    <a:pt x="51117" y="2459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5" name="Google Shape;2905;p73">
              <a:extLst>
                <a:ext uri="{FF2B5EF4-FFF2-40B4-BE49-F238E27FC236}">
                  <a16:creationId xmlns:a16="http://schemas.microsoft.com/office/drawing/2014/main" id="{B3EC50C5-A572-DFFB-0C47-AE53DCDB2C71}"/>
                </a:ext>
              </a:extLst>
            </p:cNvPr>
            <p:cNvSpPr/>
            <p:nvPr/>
          </p:nvSpPr>
          <p:spPr>
            <a:xfrm>
              <a:off x="2502629" y="2362097"/>
              <a:ext cx="20599" cy="22597"/>
            </a:xfrm>
            <a:custGeom>
              <a:avLst/>
              <a:gdLst/>
              <a:ahLst/>
              <a:cxnLst/>
              <a:rect l="l" t="t" r="r" b="b"/>
              <a:pathLst>
                <a:path w="22888" h="25108" extrusionOk="0">
                  <a:moveTo>
                    <a:pt x="0" y="12555"/>
                  </a:moveTo>
                  <a:cubicBezTo>
                    <a:pt x="0" y="19472"/>
                    <a:pt x="5124" y="25109"/>
                    <a:pt x="11444" y="25109"/>
                  </a:cubicBezTo>
                  <a:cubicBezTo>
                    <a:pt x="17764" y="25109"/>
                    <a:pt x="22888" y="19472"/>
                    <a:pt x="22888" y="12555"/>
                  </a:cubicBezTo>
                  <a:cubicBezTo>
                    <a:pt x="22888" y="5637"/>
                    <a:pt x="17764" y="0"/>
                    <a:pt x="11444" y="0"/>
                  </a:cubicBezTo>
                  <a:cubicBezTo>
                    <a:pt x="5124" y="0"/>
                    <a:pt x="0" y="5637"/>
                    <a:pt x="0" y="1255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6" name="Google Shape;2906;p73">
              <a:extLst>
                <a:ext uri="{FF2B5EF4-FFF2-40B4-BE49-F238E27FC236}">
                  <a16:creationId xmlns:a16="http://schemas.microsoft.com/office/drawing/2014/main" id="{4F873022-58BC-FDE1-EE87-879B0913A6E4}"/>
                </a:ext>
              </a:extLst>
            </p:cNvPr>
            <p:cNvSpPr/>
            <p:nvPr/>
          </p:nvSpPr>
          <p:spPr>
            <a:xfrm>
              <a:off x="2474149" y="2311806"/>
              <a:ext cx="67025" cy="33302"/>
            </a:xfrm>
            <a:custGeom>
              <a:avLst/>
              <a:gdLst/>
              <a:ahLst/>
              <a:cxnLst/>
              <a:rect l="l" t="t" r="r" b="b"/>
              <a:pathLst>
                <a:path w="74472" h="37002" extrusionOk="0">
                  <a:moveTo>
                    <a:pt x="10278" y="34589"/>
                  </a:moveTo>
                  <a:cubicBezTo>
                    <a:pt x="10278" y="34589"/>
                    <a:pt x="14548" y="31344"/>
                    <a:pt x="20356" y="29038"/>
                  </a:cubicBezTo>
                  <a:cubicBezTo>
                    <a:pt x="28811" y="25707"/>
                    <a:pt x="48027" y="22205"/>
                    <a:pt x="73306" y="20326"/>
                  </a:cubicBezTo>
                  <a:cubicBezTo>
                    <a:pt x="74075" y="17935"/>
                    <a:pt x="75356" y="12640"/>
                    <a:pt x="73563" y="6491"/>
                  </a:cubicBezTo>
                  <a:cubicBezTo>
                    <a:pt x="72794" y="3758"/>
                    <a:pt x="71598" y="1537"/>
                    <a:pt x="70488" y="0"/>
                  </a:cubicBezTo>
                  <a:cubicBezTo>
                    <a:pt x="58617" y="1537"/>
                    <a:pt x="45550" y="3672"/>
                    <a:pt x="31458" y="6491"/>
                  </a:cubicBezTo>
                  <a:cubicBezTo>
                    <a:pt x="27530" y="7259"/>
                    <a:pt x="18477" y="9224"/>
                    <a:pt x="9082" y="15202"/>
                  </a:cubicBezTo>
                  <a:cubicBezTo>
                    <a:pt x="4299" y="18277"/>
                    <a:pt x="2677" y="20326"/>
                    <a:pt x="1823" y="21607"/>
                  </a:cubicBezTo>
                  <a:cubicBezTo>
                    <a:pt x="200" y="24084"/>
                    <a:pt x="200" y="26646"/>
                    <a:pt x="115" y="27927"/>
                  </a:cubicBezTo>
                  <a:cubicBezTo>
                    <a:pt x="-56" y="30660"/>
                    <a:pt x="-398" y="34845"/>
                    <a:pt x="2250" y="36383"/>
                  </a:cubicBezTo>
                  <a:cubicBezTo>
                    <a:pt x="4299" y="37664"/>
                    <a:pt x="7545" y="36895"/>
                    <a:pt x="10192" y="346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7" name="Google Shape;2907;p73">
              <a:extLst>
                <a:ext uri="{FF2B5EF4-FFF2-40B4-BE49-F238E27FC236}">
                  <a16:creationId xmlns:a16="http://schemas.microsoft.com/office/drawing/2014/main" id="{30F8F6BE-E274-D750-7517-6E8ED5ECA2F4}"/>
                </a:ext>
              </a:extLst>
            </p:cNvPr>
            <p:cNvSpPr/>
            <p:nvPr/>
          </p:nvSpPr>
          <p:spPr>
            <a:xfrm>
              <a:off x="2586581" y="2361252"/>
              <a:ext cx="49566" cy="22136"/>
            </a:xfrm>
            <a:custGeom>
              <a:avLst/>
              <a:gdLst/>
              <a:ahLst/>
              <a:cxnLst/>
              <a:rect l="l" t="t" r="r" b="b"/>
              <a:pathLst>
                <a:path w="55073" h="24596" extrusionOk="0">
                  <a:moveTo>
                    <a:pt x="4038" y="24596"/>
                  </a:moveTo>
                  <a:cubicBezTo>
                    <a:pt x="3525" y="24596"/>
                    <a:pt x="2927" y="24511"/>
                    <a:pt x="2415" y="24255"/>
                  </a:cubicBezTo>
                  <a:cubicBezTo>
                    <a:pt x="365" y="23401"/>
                    <a:pt x="-574" y="21009"/>
                    <a:pt x="365" y="18960"/>
                  </a:cubicBezTo>
                  <a:cubicBezTo>
                    <a:pt x="5319" y="7516"/>
                    <a:pt x="16422" y="85"/>
                    <a:pt x="28464" y="0"/>
                  </a:cubicBezTo>
                  <a:cubicBezTo>
                    <a:pt x="44605" y="0"/>
                    <a:pt x="53487" y="12640"/>
                    <a:pt x="54426" y="14092"/>
                  </a:cubicBezTo>
                  <a:cubicBezTo>
                    <a:pt x="55622" y="15971"/>
                    <a:pt x="55110" y="18447"/>
                    <a:pt x="53316" y="19643"/>
                  </a:cubicBezTo>
                  <a:cubicBezTo>
                    <a:pt x="51438" y="20839"/>
                    <a:pt x="48961" y="20326"/>
                    <a:pt x="47765" y="18533"/>
                  </a:cubicBezTo>
                  <a:cubicBezTo>
                    <a:pt x="47509" y="18106"/>
                    <a:pt x="40676" y="8028"/>
                    <a:pt x="28720" y="8028"/>
                  </a:cubicBezTo>
                  <a:cubicBezTo>
                    <a:pt x="19581" y="8028"/>
                    <a:pt x="11383" y="13665"/>
                    <a:pt x="7710" y="22205"/>
                  </a:cubicBezTo>
                  <a:cubicBezTo>
                    <a:pt x="7027" y="23743"/>
                    <a:pt x="5575" y="24596"/>
                    <a:pt x="4038" y="2459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8" name="Google Shape;2908;p73">
              <a:extLst>
                <a:ext uri="{FF2B5EF4-FFF2-40B4-BE49-F238E27FC236}">
                  <a16:creationId xmlns:a16="http://schemas.microsoft.com/office/drawing/2014/main" id="{13DB9BEE-F038-7CFE-F8DC-F801A6BD5230}"/>
                </a:ext>
              </a:extLst>
            </p:cNvPr>
            <p:cNvSpPr/>
            <p:nvPr/>
          </p:nvSpPr>
          <p:spPr>
            <a:xfrm>
              <a:off x="2599983" y="2362097"/>
              <a:ext cx="20599" cy="22597"/>
            </a:xfrm>
            <a:custGeom>
              <a:avLst/>
              <a:gdLst/>
              <a:ahLst/>
              <a:cxnLst/>
              <a:rect l="l" t="t" r="r" b="b"/>
              <a:pathLst>
                <a:path w="22888" h="25108" extrusionOk="0">
                  <a:moveTo>
                    <a:pt x="22888" y="12555"/>
                  </a:moveTo>
                  <a:cubicBezTo>
                    <a:pt x="22888" y="19472"/>
                    <a:pt x="17764" y="25109"/>
                    <a:pt x="11444" y="25109"/>
                  </a:cubicBezTo>
                  <a:cubicBezTo>
                    <a:pt x="5124" y="25109"/>
                    <a:pt x="0" y="19472"/>
                    <a:pt x="0" y="12555"/>
                  </a:cubicBezTo>
                  <a:cubicBezTo>
                    <a:pt x="0" y="5637"/>
                    <a:pt x="5124" y="0"/>
                    <a:pt x="11444" y="0"/>
                  </a:cubicBezTo>
                  <a:cubicBezTo>
                    <a:pt x="17764" y="0"/>
                    <a:pt x="22888" y="5637"/>
                    <a:pt x="22888" y="1255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9" name="Google Shape;2909;p73">
              <a:extLst>
                <a:ext uri="{FF2B5EF4-FFF2-40B4-BE49-F238E27FC236}">
                  <a16:creationId xmlns:a16="http://schemas.microsoft.com/office/drawing/2014/main" id="{26323240-912E-1C76-F974-D715A44BB40C}"/>
                </a:ext>
              </a:extLst>
            </p:cNvPr>
            <p:cNvSpPr/>
            <p:nvPr/>
          </p:nvSpPr>
          <p:spPr>
            <a:xfrm>
              <a:off x="2583764" y="2310421"/>
              <a:ext cx="66892" cy="33148"/>
            </a:xfrm>
            <a:custGeom>
              <a:avLst/>
              <a:gdLst/>
              <a:ahLst/>
              <a:cxnLst/>
              <a:rect l="l" t="t" r="r" b="b"/>
              <a:pathLst>
                <a:path w="74325" h="36831" extrusionOk="0">
                  <a:moveTo>
                    <a:pt x="64302" y="34418"/>
                  </a:moveTo>
                  <a:cubicBezTo>
                    <a:pt x="64302" y="34418"/>
                    <a:pt x="60031" y="31173"/>
                    <a:pt x="54224" y="28867"/>
                  </a:cubicBezTo>
                  <a:cubicBezTo>
                    <a:pt x="45684" y="25536"/>
                    <a:pt x="26553" y="22034"/>
                    <a:pt x="1188" y="20326"/>
                  </a:cubicBezTo>
                  <a:cubicBezTo>
                    <a:pt x="419" y="17935"/>
                    <a:pt x="-862" y="12640"/>
                    <a:pt x="846" y="6491"/>
                  </a:cubicBezTo>
                  <a:cubicBezTo>
                    <a:pt x="1615" y="3758"/>
                    <a:pt x="2810" y="1537"/>
                    <a:pt x="3835" y="0"/>
                  </a:cubicBezTo>
                  <a:cubicBezTo>
                    <a:pt x="15706" y="1537"/>
                    <a:pt x="28773" y="3587"/>
                    <a:pt x="42865" y="6405"/>
                  </a:cubicBezTo>
                  <a:cubicBezTo>
                    <a:pt x="46794" y="7174"/>
                    <a:pt x="55847" y="9053"/>
                    <a:pt x="65241" y="15117"/>
                  </a:cubicBezTo>
                  <a:cubicBezTo>
                    <a:pt x="70024" y="18191"/>
                    <a:pt x="71647" y="20241"/>
                    <a:pt x="72500" y="21437"/>
                  </a:cubicBezTo>
                  <a:cubicBezTo>
                    <a:pt x="74209" y="23913"/>
                    <a:pt x="74123" y="26475"/>
                    <a:pt x="74209" y="27757"/>
                  </a:cubicBezTo>
                  <a:cubicBezTo>
                    <a:pt x="74379" y="30489"/>
                    <a:pt x="74721" y="34674"/>
                    <a:pt x="72159" y="36212"/>
                  </a:cubicBezTo>
                  <a:cubicBezTo>
                    <a:pt x="70109" y="37493"/>
                    <a:pt x="66864" y="36724"/>
                    <a:pt x="64216" y="3450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0" name="Google Shape;2910;p73">
              <a:extLst>
                <a:ext uri="{FF2B5EF4-FFF2-40B4-BE49-F238E27FC236}">
                  <a16:creationId xmlns:a16="http://schemas.microsoft.com/office/drawing/2014/main" id="{927DFD7F-742F-CFB5-9907-4693B524539D}"/>
                </a:ext>
              </a:extLst>
            </p:cNvPr>
            <p:cNvSpPr/>
            <p:nvPr/>
          </p:nvSpPr>
          <p:spPr>
            <a:xfrm>
              <a:off x="2547845" y="2426386"/>
              <a:ext cx="28593" cy="6536"/>
            </a:xfrm>
            <a:custGeom>
              <a:avLst/>
              <a:gdLst/>
              <a:ahLst/>
              <a:cxnLst/>
              <a:rect l="l" t="t" r="r" b="b"/>
              <a:pathLst>
                <a:path w="31770" h="7262" extrusionOk="0">
                  <a:moveTo>
                    <a:pt x="0" y="1708"/>
                  </a:moveTo>
                  <a:cubicBezTo>
                    <a:pt x="1537" y="2989"/>
                    <a:pt x="6747" y="7174"/>
                    <a:pt x="14604" y="7259"/>
                  </a:cubicBezTo>
                  <a:cubicBezTo>
                    <a:pt x="24426" y="7430"/>
                    <a:pt x="30746" y="1025"/>
                    <a:pt x="31771" y="0"/>
                  </a:cubicBezTo>
                  <a:lnTo>
                    <a:pt x="0" y="170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1" name="Google Shape;2911;p73">
              <a:extLst>
                <a:ext uri="{FF2B5EF4-FFF2-40B4-BE49-F238E27FC236}">
                  <a16:creationId xmlns:a16="http://schemas.microsoft.com/office/drawing/2014/main" id="{45F88C07-2C5A-8217-4AC7-8FC26A038C8A}"/>
                </a:ext>
              </a:extLst>
            </p:cNvPr>
            <p:cNvSpPr/>
            <p:nvPr/>
          </p:nvSpPr>
          <p:spPr>
            <a:xfrm>
              <a:off x="2523203" y="2442070"/>
              <a:ext cx="75537" cy="23677"/>
            </a:xfrm>
            <a:custGeom>
              <a:avLst/>
              <a:gdLst/>
              <a:ahLst/>
              <a:cxnLst/>
              <a:rect l="l" t="t" r="r" b="b"/>
              <a:pathLst>
                <a:path w="83930" h="26308" extrusionOk="0">
                  <a:moveTo>
                    <a:pt x="50853" y="26223"/>
                  </a:moveTo>
                  <a:cubicBezTo>
                    <a:pt x="48803" y="26223"/>
                    <a:pt x="46754" y="26137"/>
                    <a:pt x="44619" y="25967"/>
                  </a:cubicBezTo>
                  <a:cubicBezTo>
                    <a:pt x="23182" y="24088"/>
                    <a:pt x="8236" y="13241"/>
                    <a:pt x="1318" y="6921"/>
                  </a:cubicBezTo>
                  <a:cubicBezTo>
                    <a:pt x="-304" y="5469"/>
                    <a:pt x="-475" y="2907"/>
                    <a:pt x="1062" y="1285"/>
                  </a:cubicBezTo>
                  <a:cubicBezTo>
                    <a:pt x="2514" y="-338"/>
                    <a:pt x="5076" y="-423"/>
                    <a:pt x="6699" y="1028"/>
                  </a:cubicBezTo>
                  <a:cubicBezTo>
                    <a:pt x="12934" y="6665"/>
                    <a:pt x="26257" y="16401"/>
                    <a:pt x="45387" y="18024"/>
                  </a:cubicBezTo>
                  <a:cubicBezTo>
                    <a:pt x="59394" y="19220"/>
                    <a:pt x="71094" y="15547"/>
                    <a:pt x="78268" y="12302"/>
                  </a:cubicBezTo>
                  <a:cubicBezTo>
                    <a:pt x="80232" y="11362"/>
                    <a:pt x="82624" y="12302"/>
                    <a:pt x="83563" y="14266"/>
                  </a:cubicBezTo>
                  <a:cubicBezTo>
                    <a:pt x="84503" y="16316"/>
                    <a:pt x="83563" y="18622"/>
                    <a:pt x="81599" y="19561"/>
                  </a:cubicBezTo>
                  <a:cubicBezTo>
                    <a:pt x="74596" y="22721"/>
                    <a:pt x="63920" y="26308"/>
                    <a:pt x="50939" y="263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2" name="Google Shape;2912;p73">
              <a:extLst>
                <a:ext uri="{FF2B5EF4-FFF2-40B4-BE49-F238E27FC236}">
                  <a16:creationId xmlns:a16="http://schemas.microsoft.com/office/drawing/2014/main" id="{DBE8651D-DB53-9132-290F-C6D161C634F5}"/>
                </a:ext>
              </a:extLst>
            </p:cNvPr>
            <p:cNvSpPr/>
            <p:nvPr/>
          </p:nvSpPr>
          <p:spPr>
            <a:xfrm>
              <a:off x="2552295" y="2468579"/>
              <a:ext cx="23784" cy="9325"/>
            </a:xfrm>
            <a:custGeom>
              <a:avLst/>
              <a:gdLst/>
              <a:ahLst/>
              <a:cxnLst/>
              <a:rect l="l" t="t" r="r" b="b"/>
              <a:pathLst>
                <a:path w="26427" h="10361" extrusionOk="0">
                  <a:moveTo>
                    <a:pt x="12821" y="10361"/>
                  </a:moveTo>
                  <a:cubicBezTo>
                    <a:pt x="8636" y="10361"/>
                    <a:pt x="5049" y="9336"/>
                    <a:pt x="2487" y="8311"/>
                  </a:cubicBezTo>
                  <a:cubicBezTo>
                    <a:pt x="437" y="7458"/>
                    <a:pt x="-502" y="5152"/>
                    <a:pt x="267" y="3102"/>
                  </a:cubicBezTo>
                  <a:cubicBezTo>
                    <a:pt x="1121" y="1052"/>
                    <a:pt x="3427" y="27"/>
                    <a:pt x="5476" y="881"/>
                  </a:cubicBezTo>
                  <a:cubicBezTo>
                    <a:pt x="8039" y="1906"/>
                    <a:pt x="11967" y="2931"/>
                    <a:pt x="16408" y="1992"/>
                  </a:cubicBezTo>
                  <a:cubicBezTo>
                    <a:pt x="17860" y="1650"/>
                    <a:pt x="19312" y="1138"/>
                    <a:pt x="20593" y="454"/>
                  </a:cubicBezTo>
                  <a:cubicBezTo>
                    <a:pt x="22557" y="-571"/>
                    <a:pt x="24948" y="198"/>
                    <a:pt x="25974" y="2162"/>
                  </a:cubicBezTo>
                  <a:cubicBezTo>
                    <a:pt x="26998" y="4127"/>
                    <a:pt x="26230" y="6518"/>
                    <a:pt x="24265" y="7543"/>
                  </a:cubicBezTo>
                  <a:cubicBezTo>
                    <a:pt x="22301" y="8568"/>
                    <a:pt x="20251" y="9251"/>
                    <a:pt x="18116" y="9763"/>
                  </a:cubicBezTo>
                  <a:cubicBezTo>
                    <a:pt x="16237" y="10190"/>
                    <a:pt x="14444" y="10361"/>
                    <a:pt x="12821" y="1036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3" name="Google Shape;2913;p73">
              <a:extLst>
                <a:ext uri="{FF2B5EF4-FFF2-40B4-BE49-F238E27FC236}">
                  <a16:creationId xmlns:a16="http://schemas.microsoft.com/office/drawing/2014/main" id="{E3335C2C-D2E8-6F96-4CE0-EB0DB60F2039}"/>
                </a:ext>
              </a:extLst>
            </p:cNvPr>
            <p:cNvSpPr/>
            <p:nvPr/>
          </p:nvSpPr>
          <p:spPr>
            <a:xfrm>
              <a:off x="2330759" y="3182692"/>
              <a:ext cx="232206" cy="808345"/>
            </a:xfrm>
            <a:custGeom>
              <a:avLst/>
              <a:gdLst/>
              <a:ahLst/>
              <a:cxnLst/>
              <a:rect l="l" t="t" r="r" b="b"/>
              <a:pathLst>
                <a:path w="258007" h="898161" extrusionOk="0">
                  <a:moveTo>
                    <a:pt x="173969" y="778464"/>
                  </a:moveTo>
                  <a:cubicBezTo>
                    <a:pt x="165002" y="843457"/>
                    <a:pt x="117773" y="901276"/>
                    <a:pt x="88308" y="898031"/>
                  </a:cubicBezTo>
                  <a:cubicBezTo>
                    <a:pt x="26561" y="891369"/>
                    <a:pt x="6491" y="599199"/>
                    <a:pt x="0" y="323428"/>
                  </a:cubicBezTo>
                  <a:cubicBezTo>
                    <a:pt x="769" y="289437"/>
                    <a:pt x="4612" y="249296"/>
                    <a:pt x="14860" y="205142"/>
                  </a:cubicBezTo>
                  <a:cubicBezTo>
                    <a:pt x="36297" y="113076"/>
                    <a:pt x="76523" y="43983"/>
                    <a:pt x="107610" y="0"/>
                  </a:cubicBezTo>
                  <a:cubicBezTo>
                    <a:pt x="157743" y="67555"/>
                    <a:pt x="207875" y="135110"/>
                    <a:pt x="258008" y="202665"/>
                  </a:cubicBezTo>
                  <a:cubicBezTo>
                    <a:pt x="234436" y="384492"/>
                    <a:pt x="174653" y="773596"/>
                    <a:pt x="173969" y="778379"/>
                  </a:cubicBezTo>
                  <a:close/>
                </a:path>
              </a:pathLst>
            </a:custGeom>
            <a:solidFill>
              <a:srgbClr val="F98F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4" name="Google Shape;2914;p73">
              <a:extLst>
                <a:ext uri="{FF2B5EF4-FFF2-40B4-BE49-F238E27FC236}">
                  <a16:creationId xmlns:a16="http://schemas.microsoft.com/office/drawing/2014/main" id="{8E46EC4E-3D65-BE8A-2841-9EC51418C8E8}"/>
                </a:ext>
              </a:extLst>
            </p:cNvPr>
            <p:cNvSpPr/>
            <p:nvPr/>
          </p:nvSpPr>
          <p:spPr>
            <a:xfrm>
              <a:off x="2293647" y="3877018"/>
              <a:ext cx="194436" cy="610302"/>
            </a:xfrm>
            <a:custGeom>
              <a:avLst/>
              <a:gdLst/>
              <a:ahLst/>
              <a:cxnLst/>
              <a:rect l="l" t="t" r="r" b="b"/>
              <a:pathLst>
                <a:path w="216040" h="678113" extrusionOk="0">
                  <a:moveTo>
                    <a:pt x="134820" y="678114"/>
                  </a:moveTo>
                  <a:cubicBezTo>
                    <a:pt x="112444" y="675637"/>
                    <a:pt x="89983" y="673246"/>
                    <a:pt x="67521" y="670769"/>
                  </a:cubicBezTo>
                  <a:cubicBezTo>
                    <a:pt x="65215" y="653773"/>
                    <a:pt x="61457" y="626785"/>
                    <a:pt x="56333" y="593905"/>
                  </a:cubicBezTo>
                  <a:cubicBezTo>
                    <a:pt x="21232" y="368692"/>
                    <a:pt x="-7123" y="314033"/>
                    <a:pt x="1589" y="224273"/>
                  </a:cubicBezTo>
                  <a:cubicBezTo>
                    <a:pt x="6201" y="176959"/>
                    <a:pt x="22257" y="107696"/>
                    <a:pt x="78368" y="25963"/>
                  </a:cubicBezTo>
                  <a:cubicBezTo>
                    <a:pt x="124230" y="17337"/>
                    <a:pt x="170178" y="8626"/>
                    <a:pt x="216040" y="0"/>
                  </a:cubicBezTo>
                  <a:cubicBezTo>
                    <a:pt x="206987" y="83526"/>
                    <a:pt x="197507" y="167479"/>
                    <a:pt x="187600" y="251859"/>
                  </a:cubicBezTo>
                  <a:cubicBezTo>
                    <a:pt x="170775" y="395509"/>
                    <a:pt x="153182" y="537537"/>
                    <a:pt x="134820" y="678028"/>
                  </a:cubicBezTo>
                  <a:close/>
                </a:path>
              </a:pathLst>
            </a:custGeom>
            <a:solidFill>
              <a:srgbClr val="F98F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5" name="Google Shape;2915;p73">
              <a:extLst>
                <a:ext uri="{FF2B5EF4-FFF2-40B4-BE49-F238E27FC236}">
                  <a16:creationId xmlns:a16="http://schemas.microsoft.com/office/drawing/2014/main" id="{A84D96B2-20B4-6CFC-6761-FC50E35FED19}"/>
                </a:ext>
              </a:extLst>
            </p:cNvPr>
            <p:cNvSpPr/>
            <p:nvPr/>
          </p:nvSpPr>
          <p:spPr>
            <a:xfrm>
              <a:off x="2259756" y="4450458"/>
              <a:ext cx="190201" cy="141033"/>
            </a:xfrm>
            <a:custGeom>
              <a:avLst/>
              <a:gdLst/>
              <a:ahLst/>
              <a:cxnLst/>
              <a:rect l="l" t="t" r="r" b="b"/>
              <a:pathLst>
                <a:path w="211334" h="156703" extrusionOk="0">
                  <a:moveTo>
                    <a:pt x="200984" y="105219"/>
                  </a:moveTo>
                  <a:cubicBezTo>
                    <a:pt x="210721" y="115553"/>
                    <a:pt x="213966" y="129730"/>
                    <a:pt x="209098" y="141260"/>
                  </a:cubicBezTo>
                  <a:cubicBezTo>
                    <a:pt x="205255" y="150483"/>
                    <a:pt x="197568" y="155010"/>
                    <a:pt x="194579" y="156547"/>
                  </a:cubicBezTo>
                  <a:lnTo>
                    <a:pt x="30004" y="156547"/>
                  </a:lnTo>
                  <a:cubicBezTo>
                    <a:pt x="16254" y="157657"/>
                    <a:pt x="4810" y="152789"/>
                    <a:pt x="1308" y="144590"/>
                  </a:cubicBezTo>
                  <a:cubicBezTo>
                    <a:pt x="-1937" y="136989"/>
                    <a:pt x="1308" y="127936"/>
                    <a:pt x="6091" y="122641"/>
                  </a:cubicBezTo>
                  <a:cubicBezTo>
                    <a:pt x="13692" y="114186"/>
                    <a:pt x="24282" y="115809"/>
                    <a:pt x="40680" y="112649"/>
                  </a:cubicBezTo>
                  <a:cubicBezTo>
                    <a:pt x="50672" y="110684"/>
                    <a:pt x="64422" y="106585"/>
                    <a:pt x="80393" y="97105"/>
                  </a:cubicBezTo>
                  <a:cubicBezTo>
                    <a:pt x="91239" y="68153"/>
                    <a:pt x="102086" y="39286"/>
                    <a:pt x="112932" y="10334"/>
                  </a:cubicBezTo>
                  <a:cubicBezTo>
                    <a:pt x="134198" y="6918"/>
                    <a:pt x="155549" y="3502"/>
                    <a:pt x="176815" y="0"/>
                  </a:cubicBezTo>
                  <a:cubicBezTo>
                    <a:pt x="184928" y="35101"/>
                    <a:pt x="193042" y="70117"/>
                    <a:pt x="201070" y="105219"/>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6" name="Google Shape;2916;p73">
              <a:extLst>
                <a:ext uri="{FF2B5EF4-FFF2-40B4-BE49-F238E27FC236}">
                  <a16:creationId xmlns:a16="http://schemas.microsoft.com/office/drawing/2014/main" id="{84B9ABC7-4C7C-18B9-DC1A-AA84C11D1234}"/>
                </a:ext>
              </a:extLst>
            </p:cNvPr>
            <p:cNvSpPr/>
            <p:nvPr/>
          </p:nvSpPr>
          <p:spPr>
            <a:xfrm>
              <a:off x="2280731" y="3219758"/>
              <a:ext cx="289436" cy="1284921"/>
            </a:xfrm>
            <a:custGeom>
              <a:avLst/>
              <a:gdLst/>
              <a:ahLst/>
              <a:cxnLst/>
              <a:rect l="l" t="t" r="r" b="b"/>
              <a:pathLst>
                <a:path w="321596" h="1427690" extrusionOk="0">
                  <a:moveTo>
                    <a:pt x="119102" y="0"/>
                  </a:moveTo>
                  <a:cubicBezTo>
                    <a:pt x="102362" y="30746"/>
                    <a:pt x="84769" y="67897"/>
                    <a:pt x="69482" y="111112"/>
                  </a:cubicBezTo>
                  <a:cubicBezTo>
                    <a:pt x="55390" y="150996"/>
                    <a:pt x="45995" y="187976"/>
                    <a:pt x="39675" y="220259"/>
                  </a:cubicBezTo>
                  <a:cubicBezTo>
                    <a:pt x="43604" y="399523"/>
                    <a:pt x="47618" y="578873"/>
                    <a:pt x="51546" y="758138"/>
                  </a:cubicBezTo>
                  <a:cubicBezTo>
                    <a:pt x="30537" y="802036"/>
                    <a:pt x="4745" y="869847"/>
                    <a:pt x="560" y="954483"/>
                  </a:cubicBezTo>
                  <a:cubicBezTo>
                    <a:pt x="-2686" y="1019989"/>
                    <a:pt x="8588" y="1061752"/>
                    <a:pt x="23790" y="1155185"/>
                  </a:cubicBezTo>
                  <a:cubicBezTo>
                    <a:pt x="33270" y="1213516"/>
                    <a:pt x="45227" y="1298237"/>
                    <a:pt x="53596" y="1403285"/>
                  </a:cubicBezTo>
                  <a:cubicBezTo>
                    <a:pt x="59489" y="1408239"/>
                    <a:pt x="88698" y="1431640"/>
                    <a:pt x="129009" y="1427113"/>
                  </a:cubicBezTo>
                  <a:cubicBezTo>
                    <a:pt x="150872" y="1424636"/>
                    <a:pt x="166587" y="1415071"/>
                    <a:pt x="174700" y="1409264"/>
                  </a:cubicBezTo>
                  <a:cubicBezTo>
                    <a:pt x="223637" y="1017598"/>
                    <a:pt x="272659" y="625931"/>
                    <a:pt x="321596" y="234265"/>
                  </a:cubicBezTo>
                  <a:cubicBezTo>
                    <a:pt x="254127" y="156205"/>
                    <a:pt x="186657" y="78146"/>
                    <a:pt x="119102" y="8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7" name="Google Shape;2917;p73">
              <a:extLst>
                <a:ext uri="{FF2B5EF4-FFF2-40B4-BE49-F238E27FC236}">
                  <a16:creationId xmlns:a16="http://schemas.microsoft.com/office/drawing/2014/main" id="{B3D4A45B-075A-C6C5-31C4-B8CBB2F6EC76}"/>
                </a:ext>
              </a:extLst>
            </p:cNvPr>
            <p:cNvSpPr/>
            <p:nvPr/>
          </p:nvSpPr>
          <p:spPr>
            <a:xfrm>
              <a:off x="2252611" y="4481449"/>
              <a:ext cx="200480" cy="115296"/>
            </a:xfrm>
            <a:custGeom>
              <a:avLst/>
              <a:gdLst/>
              <a:ahLst/>
              <a:cxnLst/>
              <a:rect l="l" t="t" r="r" b="b"/>
              <a:pathLst>
                <a:path w="222756" h="128107" extrusionOk="0">
                  <a:moveTo>
                    <a:pt x="110107" y="85"/>
                  </a:moveTo>
                  <a:cubicBezTo>
                    <a:pt x="108058" y="8284"/>
                    <a:pt x="104385" y="19472"/>
                    <a:pt x="97211" y="31429"/>
                  </a:cubicBezTo>
                  <a:cubicBezTo>
                    <a:pt x="88073" y="46631"/>
                    <a:pt x="77227" y="56623"/>
                    <a:pt x="69711" y="62516"/>
                  </a:cubicBezTo>
                  <a:cubicBezTo>
                    <a:pt x="58950" y="62089"/>
                    <a:pt x="43748" y="62858"/>
                    <a:pt x="26838" y="68409"/>
                  </a:cubicBezTo>
                  <a:cubicBezTo>
                    <a:pt x="16247" y="71911"/>
                    <a:pt x="9330" y="74217"/>
                    <a:pt x="4718" y="80451"/>
                  </a:cubicBezTo>
                  <a:cubicBezTo>
                    <a:pt x="-7751" y="97276"/>
                    <a:pt x="8305" y="126057"/>
                    <a:pt x="9500" y="128107"/>
                  </a:cubicBezTo>
                  <a:lnTo>
                    <a:pt x="219938" y="128107"/>
                  </a:lnTo>
                  <a:cubicBezTo>
                    <a:pt x="220877" y="116834"/>
                    <a:pt x="221817" y="105646"/>
                    <a:pt x="222756" y="94372"/>
                  </a:cubicBezTo>
                  <a:cubicBezTo>
                    <a:pt x="220194" y="86088"/>
                    <a:pt x="216949" y="75669"/>
                    <a:pt x="212849" y="63712"/>
                  </a:cubicBezTo>
                  <a:cubicBezTo>
                    <a:pt x="204992" y="40311"/>
                    <a:pt x="202344" y="34760"/>
                    <a:pt x="197135" y="33137"/>
                  </a:cubicBezTo>
                  <a:cubicBezTo>
                    <a:pt x="195256" y="32539"/>
                    <a:pt x="187740" y="30831"/>
                    <a:pt x="175015" y="43471"/>
                  </a:cubicBezTo>
                  <a:cubicBezTo>
                    <a:pt x="172197" y="37407"/>
                    <a:pt x="164766" y="23401"/>
                    <a:pt x="148710" y="12640"/>
                  </a:cubicBezTo>
                  <a:cubicBezTo>
                    <a:pt x="132569" y="1879"/>
                    <a:pt x="116683" y="342"/>
                    <a:pt x="110022"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8" name="Google Shape;2918;p73">
              <a:extLst>
                <a:ext uri="{FF2B5EF4-FFF2-40B4-BE49-F238E27FC236}">
                  <a16:creationId xmlns:a16="http://schemas.microsoft.com/office/drawing/2014/main" id="{D8ED9A37-8AFE-4F9E-C9DD-B82A8626CCCE}"/>
                </a:ext>
              </a:extLst>
            </p:cNvPr>
            <p:cNvSpPr/>
            <p:nvPr/>
          </p:nvSpPr>
          <p:spPr>
            <a:xfrm>
              <a:off x="2250784" y="4593645"/>
              <a:ext cx="206380" cy="10300"/>
            </a:xfrm>
            <a:custGeom>
              <a:avLst/>
              <a:gdLst/>
              <a:ahLst/>
              <a:cxnLst/>
              <a:rect l="l" t="t" r="r" b="b"/>
              <a:pathLst>
                <a:path w="229311" h="11444" extrusionOk="0">
                  <a:moveTo>
                    <a:pt x="223590" y="11444"/>
                  </a:moveTo>
                  <a:lnTo>
                    <a:pt x="5722" y="11444"/>
                  </a:lnTo>
                  <a:cubicBezTo>
                    <a:pt x="2562" y="11444"/>
                    <a:pt x="0" y="8882"/>
                    <a:pt x="0" y="5722"/>
                  </a:cubicBezTo>
                  <a:cubicBezTo>
                    <a:pt x="0" y="2562"/>
                    <a:pt x="2562" y="0"/>
                    <a:pt x="5722" y="0"/>
                  </a:cubicBezTo>
                  <a:lnTo>
                    <a:pt x="223590" y="0"/>
                  </a:lnTo>
                  <a:cubicBezTo>
                    <a:pt x="226749" y="0"/>
                    <a:pt x="229312" y="2562"/>
                    <a:pt x="229312" y="5722"/>
                  </a:cubicBezTo>
                  <a:cubicBezTo>
                    <a:pt x="229312" y="8882"/>
                    <a:pt x="226749" y="11444"/>
                    <a:pt x="223590" y="114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9" name="Google Shape;2919;p73">
              <a:extLst>
                <a:ext uri="{FF2B5EF4-FFF2-40B4-BE49-F238E27FC236}">
                  <a16:creationId xmlns:a16="http://schemas.microsoft.com/office/drawing/2014/main" id="{A6B710B2-B7C1-CDC8-3876-ED009D85CAAD}"/>
                </a:ext>
              </a:extLst>
            </p:cNvPr>
            <p:cNvSpPr/>
            <p:nvPr/>
          </p:nvSpPr>
          <p:spPr>
            <a:xfrm>
              <a:off x="2327145" y="3909624"/>
              <a:ext cx="7225" cy="36663"/>
            </a:xfrm>
            <a:custGeom>
              <a:avLst/>
              <a:gdLst/>
              <a:ahLst/>
              <a:cxnLst/>
              <a:rect l="l" t="t" r="r" b="b"/>
              <a:pathLst>
                <a:path w="8028" h="40737" extrusionOk="0">
                  <a:moveTo>
                    <a:pt x="4014" y="40738"/>
                  </a:moveTo>
                  <a:cubicBezTo>
                    <a:pt x="1793" y="40738"/>
                    <a:pt x="0" y="38945"/>
                    <a:pt x="0" y="36724"/>
                  </a:cubicBezTo>
                  <a:lnTo>
                    <a:pt x="0" y="4014"/>
                  </a:lnTo>
                  <a:cubicBezTo>
                    <a:pt x="0" y="1793"/>
                    <a:pt x="1793" y="0"/>
                    <a:pt x="4014" y="0"/>
                  </a:cubicBezTo>
                  <a:cubicBezTo>
                    <a:pt x="6235" y="0"/>
                    <a:pt x="8028" y="1793"/>
                    <a:pt x="8028" y="4014"/>
                  </a:cubicBezTo>
                  <a:lnTo>
                    <a:pt x="8028" y="36724"/>
                  </a:lnTo>
                  <a:cubicBezTo>
                    <a:pt x="8028" y="38945"/>
                    <a:pt x="6235" y="40738"/>
                    <a:pt x="4014" y="4073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0" name="Google Shape;2920;p73">
              <a:extLst>
                <a:ext uri="{FF2B5EF4-FFF2-40B4-BE49-F238E27FC236}">
                  <a16:creationId xmlns:a16="http://schemas.microsoft.com/office/drawing/2014/main" id="{2FFED7FC-C01A-52DC-CEAD-EF93E8D113F2}"/>
                </a:ext>
              </a:extLst>
            </p:cNvPr>
            <p:cNvSpPr/>
            <p:nvPr/>
          </p:nvSpPr>
          <p:spPr>
            <a:xfrm>
              <a:off x="2343653" y="4491741"/>
              <a:ext cx="32717" cy="10389"/>
            </a:xfrm>
            <a:custGeom>
              <a:avLst/>
              <a:gdLst/>
              <a:ahLst/>
              <a:cxnLst/>
              <a:rect l="l" t="t" r="r" b="b"/>
              <a:pathLst>
                <a:path w="36352" h="11543" extrusionOk="0">
                  <a:moveTo>
                    <a:pt x="32396" y="11543"/>
                  </a:moveTo>
                  <a:cubicBezTo>
                    <a:pt x="31884" y="11543"/>
                    <a:pt x="3529" y="7956"/>
                    <a:pt x="3529" y="7956"/>
                  </a:cubicBezTo>
                  <a:cubicBezTo>
                    <a:pt x="1309" y="7700"/>
                    <a:pt x="-228" y="5650"/>
                    <a:pt x="28" y="3515"/>
                  </a:cubicBezTo>
                  <a:cubicBezTo>
                    <a:pt x="284" y="1295"/>
                    <a:pt x="2419" y="-157"/>
                    <a:pt x="4469" y="14"/>
                  </a:cubicBezTo>
                  <a:lnTo>
                    <a:pt x="32823" y="3601"/>
                  </a:lnTo>
                  <a:cubicBezTo>
                    <a:pt x="35044" y="3857"/>
                    <a:pt x="36581" y="5907"/>
                    <a:pt x="36325" y="8042"/>
                  </a:cubicBezTo>
                  <a:cubicBezTo>
                    <a:pt x="36069" y="10091"/>
                    <a:pt x="34360" y="11543"/>
                    <a:pt x="32396" y="1154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1" name="Google Shape;2921;p73">
              <a:extLst>
                <a:ext uri="{FF2B5EF4-FFF2-40B4-BE49-F238E27FC236}">
                  <a16:creationId xmlns:a16="http://schemas.microsoft.com/office/drawing/2014/main" id="{68BCBAEC-489C-D277-0BD7-12443995446D}"/>
                </a:ext>
              </a:extLst>
            </p:cNvPr>
            <p:cNvSpPr/>
            <p:nvPr/>
          </p:nvSpPr>
          <p:spPr>
            <a:xfrm>
              <a:off x="2336498" y="4501606"/>
              <a:ext cx="29648" cy="15208"/>
            </a:xfrm>
            <a:custGeom>
              <a:avLst/>
              <a:gdLst/>
              <a:ahLst/>
              <a:cxnLst/>
              <a:rect l="l" t="t" r="r" b="b"/>
              <a:pathLst>
                <a:path w="32942" h="16898" extrusionOk="0">
                  <a:moveTo>
                    <a:pt x="28983" y="16899"/>
                  </a:moveTo>
                  <a:cubicBezTo>
                    <a:pt x="28556" y="16899"/>
                    <a:pt x="28044" y="16899"/>
                    <a:pt x="27616" y="16642"/>
                  </a:cubicBezTo>
                  <a:lnTo>
                    <a:pt x="2678" y="7760"/>
                  </a:lnTo>
                  <a:cubicBezTo>
                    <a:pt x="629" y="6992"/>
                    <a:pt x="-482" y="4771"/>
                    <a:pt x="201" y="2636"/>
                  </a:cubicBezTo>
                  <a:cubicBezTo>
                    <a:pt x="970" y="586"/>
                    <a:pt x="3276" y="-524"/>
                    <a:pt x="5326" y="245"/>
                  </a:cubicBezTo>
                  <a:lnTo>
                    <a:pt x="30264" y="9127"/>
                  </a:lnTo>
                  <a:cubicBezTo>
                    <a:pt x="32314" y="9895"/>
                    <a:pt x="33424" y="12116"/>
                    <a:pt x="32741" y="14251"/>
                  </a:cubicBezTo>
                  <a:cubicBezTo>
                    <a:pt x="32143" y="15874"/>
                    <a:pt x="30606" y="16899"/>
                    <a:pt x="28983" y="168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2" name="Google Shape;2922;p73">
              <a:extLst>
                <a:ext uri="{FF2B5EF4-FFF2-40B4-BE49-F238E27FC236}">
                  <a16:creationId xmlns:a16="http://schemas.microsoft.com/office/drawing/2014/main" id="{3A46F45D-DC32-10E6-03F2-A0E18AE079B5}"/>
                </a:ext>
              </a:extLst>
            </p:cNvPr>
            <p:cNvSpPr/>
            <p:nvPr/>
          </p:nvSpPr>
          <p:spPr>
            <a:xfrm>
              <a:off x="2329580" y="4514029"/>
              <a:ext cx="28873" cy="12630"/>
            </a:xfrm>
            <a:custGeom>
              <a:avLst/>
              <a:gdLst/>
              <a:ahLst/>
              <a:cxnLst/>
              <a:rect l="l" t="t" r="r" b="b"/>
              <a:pathLst>
                <a:path w="32081" h="14033" extrusionOk="0">
                  <a:moveTo>
                    <a:pt x="28040" y="13948"/>
                  </a:moveTo>
                  <a:cubicBezTo>
                    <a:pt x="28040" y="13948"/>
                    <a:pt x="27442" y="13948"/>
                    <a:pt x="27101" y="13863"/>
                  </a:cubicBezTo>
                  <a:lnTo>
                    <a:pt x="3016" y="7885"/>
                  </a:lnTo>
                  <a:cubicBezTo>
                    <a:pt x="881" y="7372"/>
                    <a:pt x="-400" y="5152"/>
                    <a:pt x="113" y="3016"/>
                  </a:cubicBezTo>
                  <a:cubicBezTo>
                    <a:pt x="625" y="881"/>
                    <a:pt x="2760" y="-400"/>
                    <a:pt x="4981" y="113"/>
                  </a:cubicBezTo>
                  <a:lnTo>
                    <a:pt x="29065" y="6091"/>
                  </a:lnTo>
                  <a:cubicBezTo>
                    <a:pt x="31200" y="6604"/>
                    <a:pt x="32481" y="8824"/>
                    <a:pt x="31969" y="10959"/>
                  </a:cubicBezTo>
                  <a:cubicBezTo>
                    <a:pt x="31542" y="12753"/>
                    <a:pt x="29919" y="14034"/>
                    <a:pt x="28125" y="1403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3" name="Google Shape;2923;p73">
              <a:extLst>
                <a:ext uri="{FF2B5EF4-FFF2-40B4-BE49-F238E27FC236}">
                  <a16:creationId xmlns:a16="http://schemas.microsoft.com/office/drawing/2014/main" id="{868CD1B7-A862-8AC9-690E-CDFA5B57C428}"/>
                </a:ext>
              </a:extLst>
            </p:cNvPr>
            <p:cNvSpPr/>
            <p:nvPr/>
          </p:nvSpPr>
          <p:spPr>
            <a:xfrm>
              <a:off x="2320475" y="4523022"/>
              <a:ext cx="27090" cy="12558"/>
            </a:xfrm>
            <a:custGeom>
              <a:avLst/>
              <a:gdLst/>
              <a:ahLst/>
              <a:cxnLst/>
              <a:rect l="l" t="t" r="r" b="b"/>
              <a:pathLst>
                <a:path w="30100" h="13953" extrusionOk="0">
                  <a:moveTo>
                    <a:pt x="26110" y="13954"/>
                  </a:moveTo>
                  <a:cubicBezTo>
                    <a:pt x="26110" y="13954"/>
                    <a:pt x="25427" y="13954"/>
                    <a:pt x="25085" y="13783"/>
                  </a:cubicBezTo>
                  <a:lnTo>
                    <a:pt x="2966" y="7804"/>
                  </a:lnTo>
                  <a:cubicBezTo>
                    <a:pt x="830" y="7207"/>
                    <a:pt x="-451" y="5071"/>
                    <a:pt x="147" y="2936"/>
                  </a:cubicBezTo>
                  <a:cubicBezTo>
                    <a:pt x="745" y="801"/>
                    <a:pt x="2966" y="-394"/>
                    <a:pt x="5015" y="118"/>
                  </a:cubicBezTo>
                  <a:lnTo>
                    <a:pt x="27135" y="6096"/>
                  </a:lnTo>
                  <a:cubicBezTo>
                    <a:pt x="29270" y="6694"/>
                    <a:pt x="30551" y="8829"/>
                    <a:pt x="29953" y="10964"/>
                  </a:cubicBezTo>
                  <a:cubicBezTo>
                    <a:pt x="29441" y="12758"/>
                    <a:pt x="27818" y="13954"/>
                    <a:pt x="26110" y="1395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4" name="Google Shape;2924;p73">
              <a:extLst>
                <a:ext uri="{FF2B5EF4-FFF2-40B4-BE49-F238E27FC236}">
                  <a16:creationId xmlns:a16="http://schemas.microsoft.com/office/drawing/2014/main" id="{876A5414-F09B-3AFA-0C31-0D7248375427}"/>
                </a:ext>
              </a:extLst>
            </p:cNvPr>
            <p:cNvSpPr/>
            <p:nvPr/>
          </p:nvSpPr>
          <p:spPr>
            <a:xfrm>
              <a:off x="2551228" y="3182692"/>
              <a:ext cx="232206" cy="808345"/>
            </a:xfrm>
            <a:custGeom>
              <a:avLst/>
              <a:gdLst/>
              <a:ahLst/>
              <a:cxnLst/>
              <a:rect l="l" t="t" r="r" b="b"/>
              <a:pathLst>
                <a:path w="258007" h="898161" extrusionOk="0">
                  <a:moveTo>
                    <a:pt x="84038" y="778464"/>
                  </a:moveTo>
                  <a:cubicBezTo>
                    <a:pt x="93006" y="843457"/>
                    <a:pt x="140235" y="901276"/>
                    <a:pt x="169699" y="898031"/>
                  </a:cubicBezTo>
                  <a:cubicBezTo>
                    <a:pt x="231447" y="891369"/>
                    <a:pt x="251517" y="599199"/>
                    <a:pt x="258008" y="323428"/>
                  </a:cubicBezTo>
                  <a:cubicBezTo>
                    <a:pt x="257239" y="289437"/>
                    <a:pt x="253396" y="249296"/>
                    <a:pt x="243147" y="205142"/>
                  </a:cubicBezTo>
                  <a:cubicBezTo>
                    <a:pt x="221711" y="113076"/>
                    <a:pt x="181485" y="43983"/>
                    <a:pt x="150398" y="0"/>
                  </a:cubicBezTo>
                  <a:cubicBezTo>
                    <a:pt x="100265" y="67555"/>
                    <a:pt x="50133" y="135110"/>
                    <a:pt x="0" y="202665"/>
                  </a:cubicBezTo>
                  <a:cubicBezTo>
                    <a:pt x="23572" y="384492"/>
                    <a:pt x="83355" y="773596"/>
                    <a:pt x="84038" y="778379"/>
                  </a:cubicBezTo>
                  <a:close/>
                </a:path>
              </a:pathLst>
            </a:custGeom>
            <a:solidFill>
              <a:srgbClr val="F98F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5" name="Google Shape;2925;p73">
              <a:extLst>
                <a:ext uri="{FF2B5EF4-FFF2-40B4-BE49-F238E27FC236}">
                  <a16:creationId xmlns:a16="http://schemas.microsoft.com/office/drawing/2014/main" id="{271846EE-6360-527F-CA87-8BAA25E4D48C}"/>
                </a:ext>
              </a:extLst>
            </p:cNvPr>
            <p:cNvSpPr/>
            <p:nvPr/>
          </p:nvSpPr>
          <p:spPr>
            <a:xfrm>
              <a:off x="2626128" y="3877018"/>
              <a:ext cx="194435" cy="610302"/>
            </a:xfrm>
            <a:custGeom>
              <a:avLst/>
              <a:gdLst/>
              <a:ahLst/>
              <a:cxnLst/>
              <a:rect l="l" t="t" r="r" b="b"/>
              <a:pathLst>
                <a:path w="216039" h="678113" extrusionOk="0">
                  <a:moveTo>
                    <a:pt x="81220" y="678114"/>
                  </a:moveTo>
                  <a:cubicBezTo>
                    <a:pt x="103681" y="675637"/>
                    <a:pt x="126057" y="673246"/>
                    <a:pt x="148519" y="670769"/>
                  </a:cubicBezTo>
                  <a:cubicBezTo>
                    <a:pt x="150825" y="653773"/>
                    <a:pt x="154583" y="626785"/>
                    <a:pt x="159707" y="593905"/>
                  </a:cubicBezTo>
                  <a:cubicBezTo>
                    <a:pt x="194808" y="368692"/>
                    <a:pt x="223163" y="314033"/>
                    <a:pt x="214451" y="224273"/>
                  </a:cubicBezTo>
                  <a:cubicBezTo>
                    <a:pt x="209839" y="176959"/>
                    <a:pt x="193783" y="107696"/>
                    <a:pt x="137672" y="25963"/>
                  </a:cubicBezTo>
                  <a:cubicBezTo>
                    <a:pt x="91810" y="17337"/>
                    <a:pt x="45862" y="8626"/>
                    <a:pt x="0" y="0"/>
                  </a:cubicBezTo>
                  <a:cubicBezTo>
                    <a:pt x="9053" y="83526"/>
                    <a:pt x="18533" y="167479"/>
                    <a:pt x="28440" y="251859"/>
                  </a:cubicBezTo>
                  <a:cubicBezTo>
                    <a:pt x="45264" y="395509"/>
                    <a:pt x="62858" y="537537"/>
                    <a:pt x="81220" y="67802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6" name="Google Shape;2926;p73">
              <a:extLst>
                <a:ext uri="{FF2B5EF4-FFF2-40B4-BE49-F238E27FC236}">
                  <a16:creationId xmlns:a16="http://schemas.microsoft.com/office/drawing/2014/main" id="{4CE8708C-6AEA-26E7-3347-9F168780C368}"/>
                </a:ext>
              </a:extLst>
            </p:cNvPr>
            <p:cNvSpPr/>
            <p:nvPr/>
          </p:nvSpPr>
          <p:spPr>
            <a:xfrm>
              <a:off x="2664333" y="4450458"/>
              <a:ext cx="190201" cy="141033"/>
            </a:xfrm>
            <a:custGeom>
              <a:avLst/>
              <a:gdLst/>
              <a:ahLst/>
              <a:cxnLst/>
              <a:rect l="l" t="t" r="r" b="b"/>
              <a:pathLst>
                <a:path w="211334" h="156703" extrusionOk="0">
                  <a:moveTo>
                    <a:pt x="10350" y="105219"/>
                  </a:moveTo>
                  <a:cubicBezTo>
                    <a:pt x="614" y="115553"/>
                    <a:pt x="-2631" y="129730"/>
                    <a:pt x="2236" y="141260"/>
                  </a:cubicBezTo>
                  <a:cubicBezTo>
                    <a:pt x="6080" y="150483"/>
                    <a:pt x="13766" y="155010"/>
                    <a:pt x="16755" y="156547"/>
                  </a:cubicBezTo>
                  <a:lnTo>
                    <a:pt x="181330" y="156547"/>
                  </a:lnTo>
                  <a:cubicBezTo>
                    <a:pt x="195080" y="157657"/>
                    <a:pt x="206525" y="152789"/>
                    <a:pt x="210026" y="144590"/>
                  </a:cubicBezTo>
                  <a:cubicBezTo>
                    <a:pt x="213272" y="136989"/>
                    <a:pt x="210026" y="127936"/>
                    <a:pt x="205244" y="122641"/>
                  </a:cubicBezTo>
                  <a:cubicBezTo>
                    <a:pt x="197643" y="114186"/>
                    <a:pt x="187052" y="115809"/>
                    <a:pt x="170655" y="112649"/>
                  </a:cubicBezTo>
                  <a:cubicBezTo>
                    <a:pt x="160662" y="110684"/>
                    <a:pt x="146912" y="106585"/>
                    <a:pt x="130941" y="97105"/>
                  </a:cubicBezTo>
                  <a:cubicBezTo>
                    <a:pt x="120095" y="68153"/>
                    <a:pt x="109249" y="39286"/>
                    <a:pt x="98402" y="10334"/>
                  </a:cubicBezTo>
                  <a:cubicBezTo>
                    <a:pt x="77137" y="6918"/>
                    <a:pt x="55785" y="3502"/>
                    <a:pt x="34519" y="0"/>
                  </a:cubicBezTo>
                  <a:cubicBezTo>
                    <a:pt x="26406" y="35101"/>
                    <a:pt x="18293" y="70117"/>
                    <a:pt x="10265" y="105219"/>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7" name="Google Shape;2927;p73">
              <a:extLst>
                <a:ext uri="{FF2B5EF4-FFF2-40B4-BE49-F238E27FC236}">
                  <a16:creationId xmlns:a16="http://schemas.microsoft.com/office/drawing/2014/main" id="{0226E24A-783B-5408-96BE-018BBCF629F3}"/>
                </a:ext>
              </a:extLst>
            </p:cNvPr>
            <p:cNvSpPr/>
            <p:nvPr/>
          </p:nvSpPr>
          <p:spPr>
            <a:xfrm>
              <a:off x="2544077" y="3219758"/>
              <a:ext cx="289436" cy="1284921"/>
            </a:xfrm>
            <a:custGeom>
              <a:avLst/>
              <a:gdLst/>
              <a:ahLst/>
              <a:cxnLst/>
              <a:rect l="l" t="t" r="r" b="b"/>
              <a:pathLst>
                <a:path w="321596" h="1427690" extrusionOk="0">
                  <a:moveTo>
                    <a:pt x="202495" y="0"/>
                  </a:moveTo>
                  <a:cubicBezTo>
                    <a:pt x="219234" y="30746"/>
                    <a:pt x="236827" y="67897"/>
                    <a:pt x="252115" y="111112"/>
                  </a:cubicBezTo>
                  <a:cubicBezTo>
                    <a:pt x="266207" y="150996"/>
                    <a:pt x="275601" y="187976"/>
                    <a:pt x="281921" y="220259"/>
                  </a:cubicBezTo>
                  <a:cubicBezTo>
                    <a:pt x="277993" y="399523"/>
                    <a:pt x="273979" y="578873"/>
                    <a:pt x="270050" y="758138"/>
                  </a:cubicBezTo>
                  <a:cubicBezTo>
                    <a:pt x="291059" y="802036"/>
                    <a:pt x="316852" y="869847"/>
                    <a:pt x="321036" y="954483"/>
                  </a:cubicBezTo>
                  <a:cubicBezTo>
                    <a:pt x="324282" y="1019989"/>
                    <a:pt x="313008" y="1061752"/>
                    <a:pt x="297806" y="1155185"/>
                  </a:cubicBezTo>
                  <a:cubicBezTo>
                    <a:pt x="288326" y="1213516"/>
                    <a:pt x="276370" y="1298237"/>
                    <a:pt x="268000" y="1403285"/>
                  </a:cubicBezTo>
                  <a:cubicBezTo>
                    <a:pt x="262107" y="1408239"/>
                    <a:pt x="232899" y="1431640"/>
                    <a:pt x="192588" y="1427113"/>
                  </a:cubicBezTo>
                  <a:cubicBezTo>
                    <a:pt x="170724" y="1424636"/>
                    <a:pt x="155010" y="1415071"/>
                    <a:pt x="146896" y="1409264"/>
                  </a:cubicBezTo>
                  <a:cubicBezTo>
                    <a:pt x="97959" y="1017598"/>
                    <a:pt x="48937" y="625931"/>
                    <a:pt x="0" y="234265"/>
                  </a:cubicBezTo>
                  <a:cubicBezTo>
                    <a:pt x="67470" y="156205"/>
                    <a:pt x="134940" y="78146"/>
                    <a:pt x="202495" y="8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8" name="Google Shape;2928;p73">
              <a:extLst>
                <a:ext uri="{FF2B5EF4-FFF2-40B4-BE49-F238E27FC236}">
                  <a16:creationId xmlns:a16="http://schemas.microsoft.com/office/drawing/2014/main" id="{C9F65329-417E-9728-1890-49212033B326}"/>
                </a:ext>
              </a:extLst>
            </p:cNvPr>
            <p:cNvSpPr/>
            <p:nvPr/>
          </p:nvSpPr>
          <p:spPr>
            <a:xfrm>
              <a:off x="2661194" y="4481449"/>
              <a:ext cx="200480" cy="115296"/>
            </a:xfrm>
            <a:custGeom>
              <a:avLst/>
              <a:gdLst/>
              <a:ahLst/>
              <a:cxnLst/>
              <a:rect l="l" t="t" r="r" b="b"/>
              <a:pathLst>
                <a:path w="222756" h="128107" extrusionOk="0">
                  <a:moveTo>
                    <a:pt x="112649" y="85"/>
                  </a:moveTo>
                  <a:cubicBezTo>
                    <a:pt x="114698" y="8284"/>
                    <a:pt x="118371" y="19472"/>
                    <a:pt x="125545" y="31429"/>
                  </a:cubicBezTo>
                  <a:cubicBezTo>
                    <a:pt x="134683" y="46631"/>
                    <a:pt x="145530" y="56623"/>
                    <a:pt x="153045" y="62516"/>
                  </a:cubicBezTo>
                  <a:cubicBezTo>
                    <a:pt x="163806" y="62089"/>
                    <a:pt x="179008" y="62858"/>
                    <a:pt x="195918" y="68409"/>
                  </a:cubicBezTo>
                  <a:cubicBezTo>
                    <a:pt x="206509" y="71911"/>
                    <a:pt x="213426" y="74217"/>
                    <a:pt x="218038" y="80451"/>
                  </a:cubicBezTo>
                  <a:cubicBezTo>
                    <a:pt x="230507" y="97276"/>
                    <a:pt x="214451" y="126057"/>
                    <a:pt x="213256" y="128107"/>
                  </a:cubicBezTo>
                  <a:lnTo>
                    <a:pt x="2818" y="128107"/>
                  </a:lnTo>
                  <a:cubicBezTo>
                    <a:pt x="1879" y="116834"/>
                    <a:pt x="939" y="105646"/>
                    <a:pt x="0" y="94372"/>
                  </a:cubicBezTo>
                  <a:cubicBezTo>
                    <a:pt x="2562" y="86088"/>
                    <a:pt x="5807" y="75669"/>
                    <a:pt x="9907" y="63712"/>
                  </a:cubicBezTo>
                  <a:cubicBezTo>
                    <a:pt x="17764" y="40311"/>
                    <a:pt x="20412" y="34760"/>
                    <a:pt x="25621" y="33137"/>
                  </a:cubicBezTo>
                  <a:cubicBezTo>
                    <a:pt x="27500" y="32539"/>
                    <a:pt x="35016" y="30831"/>
                    <a:pt x="47741" y="43471"/>
                  </a:cubicBezTo>
                  <a:cubicBezTo>
                    <a:pt x="50559" y="37407"/>
                    <a:pt x="57990" y="23401"/>
                    <a:pt x="74046" y="12640"/>
                  </a:cubicBezTo>
                  <a:cubicBezTo>
                    <a:pt x="90187" y="1879"/>
                    <a:pt x="106073" y="342"/>
                    <a:pt x="112734"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9" name="Google Shape;2929;p73">
              <a:extLst>
                <a:ext uri="{FF2B5EF4-FFF2-40B4-BE49-F238E27FC236}">
                  <a16:creationId xmlns:a16="http://schemas.microsoft.com/office/drawing/2014/main" id="{BFF9945D-136B-63AC-4789-4B9B1A52DA11}"/>
                </a:ext>
              </a:extLst>
            </p:cNvPr>
            <p:cNvSpPr/>
            <p:nvPr/>
          </p:nvSpPr>
          <p:spPr>
            <a:xfrm>
              <a:off x="2657119" y="4593645"/>
              <a:ext cx="206380" cy="10300"/>
            </a:xfrm>
            <a:custGeom>
              <a:avLst/>
              <a:gdLst/>
              <a:ahLst/>
              <a:cxnLst/>
              <a:rect l="l" t="t" r="r" b="b"/>
              <a:pathLst>
                <a:path w="229311" h="11444" extrusionOk="0">
                  <a:moveTo>
                    <a:pt x="5722" y="11444"/>
                  </a:moveTo>
                  <a:lnTo>
                    <a:pt x="223590" y="11444"/>
                  </a:lnTo>
                  <a:cubicBezTo>
                    <a:pt x="226749" y="11444"/>
                    <a:pt x="229312" y="8882"/>
                    <a:pt x="229312" y="5722"/>
                  </a:cubicBezTo>
                  <a:cubicBezTo>
                    <a:pt x="229312" y="2562"/>
                    <a:pt x="226749" y="0"/>
                    <a:pt x="223590" y="0"/>
                  </a:cubicBezTo>
                  <a:lnTo>
                    <a:pt x="5722" y="0"/>
                  </a:lnTo>
                  <a:cubicBezTo>
                    <a:pt x="2562" y="0"/>
                    <a:pt x="0" y="2562"/>
                    <a:pt x="0" y="5722"/>
                  </a:cubicBezTo>
                  <a:cubicBezTo>
                    <a:pt x="0" y="8882"/>
                    <a:pt x="2562" y="11444"/>
                    <a:pt x="5722" y="114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0" name="Google Shape;2930;p73">
              <a:extLst>
                <a:ext uri="{FF2B5EF4-FFF2-40B4-BE49-F238E27FC236}">
                  <a16:creationId xmlns:a16="http://schemas.microsoft.com/office/drawing/2014/main" id="{82942EA9-59F6-F206-08D9-4A7248A241DD}"/>
                </a:ext>
              </a:extLst>
            </p:cNvPr>
            <p:cNvSpPr/>
            <p:nvPr/>
          </p:nvSpPr>
          <p:spPr>
            <a:xfrm>
              <a:off x="2780003" y="3909624"/>
              <a:ext cx="7225" cy="36663"/>
            </a:xfrm>
            <a:custGeom>
              <a:avLst/>
              <a:gdLst/>
              <a:ahLst/>
              <a:cxnLst/>
              <a:rect l="l" t="t" r="r" b="b"/>
              <a:pathLst>
                <a:path w="8028" h="40737" extrusionOk="0">
                  <a:moveTo>
                    <a:pt x="4014" y="40738"/>
                  </a:moveTo>
                  <a:cubicBezTo>
                    <a:pt x="1794" y="40738"/>
                    <a:pt x="0" y="38945"/>
                    <a:pt x="0" y="36724"/>
                  </a:cubicBezTo>
                  <a:lnTo>
                    <a:pt x="0" y="4014"/>
                  </a:lnTo>
                  <a:cubicBezTo>
                    <a:pt x="0" y="1793"/>
                    <a:pt x="1794" y="0"/>
                    <a:pt x="4014" y="0"/>
                  </a:cubicBezTo>
                  <a:cubicBezTo>
                    <a:pt x="6235" y="0"/>
                    <a:pt x="8028" y="1793"/>
                    <a:pt x="8028" y="4014"/>
                  </a:cubicBezTo>
                  <a:lnTo>
                    <a:pt x="8028" y="36724"/>
                  </a:lnTo>
                  <a:cubicBezTo>
                    <a:pt x="8028" y="38945"/>
                    <a:pt x="6235" y="40738"/>
                    <a:pt x="4014" y="4073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1" name="Google Shape;2931;p73">
              <a:extLst>
                <a:ext uri="{FF2B5EF4-FFF2-40B4-BE49-F238E27FC236}">
                  <a16:creationId xmlns:a16="http://schemas.microsoft.com/office/drawing/2014/main" id="{0413CEA8-7045-8B69-B3D4-28C506EAEC17}"/>
                </a:ext>
              </a:extLst>
            </p:cNvPr>
            <p:cNvSpPr/>
            <p:nvPr/>
          </p:nvSpPr>
          <p:spPr>
            <a:xfrm>
              <a:off x="2737991" y="4491741"/>
              <a:ext cx="32717" cy="10389"/>
            </a:xfrm>
            <a:custGeom>
              <a:avLst/>
              <a:gdLst/>
              <a:ahLst/>
              <a:cxnLst/>
              <a:rect l="l" t="t" r="r" b="b"/>
              <a:pathLst>
                <a:path w="36352" h="11543" extrusionOk="0">
                  <a:moveTo>
                    <a:pt x="3956" y="11543"/>
                  </a:moveTo>
                  <a:cubicBezTo>
                    <a:pt x="1992" y="11543"/>
                    <a:pt x="284" y="10091"/>
                    <a:pt x="28" y="8042"/>
                  </a:cubicBezTo>
                  <a:cubicBezTo>
                    <a:pt x="-228" y="5821"/>
                    <a:pt x="1309" y="3857"/>
                    <a:pt x="3529" y="3601"/>
                  </a:cubicBezTo>
                  <a:lnTo>
                    <a:pt x="31884" y="14"/>
                  </a:lnTo>
                  <a:cubicBezTo>
                    <a:pt x="34275" y="-157"/>
                    <a:pt x="36069" y="1295"/>
                    <a:pt x="36325" y="3515"/>
                  </a:cubicBezTo>
                  <a:cubicBezTo>
                    <a:pt x="36581" y="5736"/>
                    <a:pt x="35044" y="7700"/>
                    <a:pt x="32823" y="7956"/>
                  </a:cubicBezTo>
                  <a:lnTo>
                    <a:pt x="4469" y="11543"/>
                  </a:lnTo>
                  <a:cubicBezTo>
                    <a:pt x="4469" y="11543"/>
                    <a:pt x="4127" y="11543"/>
                    <a:pt x="3956" y="1154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2" name="Google Shape;2932;p73">
              <a:extLst>
                <a:ext uri="{FF2B5EF4-FFF2-40B4-BE49-F238E27FC236}">
                  <a16:creationId xmlns:a16="http://schemas.microsoft.com/office/drawing/2014/main" id="{5FBCA6E3-94A2-48D8-3E04-6A00F4B0D2BE}"/>
                </a:ext>
              </a:extLst>
            </p:cNvPr>
            <p:cNvSpPr/>
            <p:nvPr/>
          </p:nvSpPr>
          <p:spPr>
            <a:xfrm>
              <a:off x="2748102" y="4501606"/>
              <a:ext cx="29724" cy="15208"/>
            </a:xfrm>
            <a:custGeom>
              <a:avLst/>
              <a:gdLst/>
              <a:ahLst/>
              <a:cxnLst/>
              <a:rect l="l" t="t" r="r" b="b"/>
              <a:pathLst>
                <a:path w="33027" h="16898" extrusionOk="0">
                  <a:moveTo>
                    <a:pt x="4002" y="16899"/>
                  </a:moveTo>
                  <a:cubicBezTo>
                    <a:pt x="2379" y="16899"/>
                    <a:pt x="842" y="15874"/>
                    <a:pt x="244" y="14251"/>
                  </a:cubicBezTo>
                  <a:cubicBezTo>
                    <a:pt x="-525" y="12116"/>
                    <a:pt x="585" y="9895"/>
                    <a:pt x="2720" y="9127"/>
                  </a:cubicBezTo>
                  <a:lnTo>
                    <a:pt x="27659" y="245"/>
                  </a:lnTo>
                  <a:cubicBezTo>
                    <a:pt x="29794" y="-524"/>
                    <a:pt x="32014" y="586"/>
                    <a:pt x="32783" y="2636"/>
                  </a:cubicBezTo>
                  <a:cubicBezTo>
                    <a:pt x="33551" y="4686"/>
                    <a:pt x="32441" y="6992"/>
                    <a:pt x="30392" y="7760"/>
                  </a:cubicBezTo>
                  <a:lnTo>
                    <a:pt x="5454" y="16642"/>
                  </a:lnTo>
                  <a:cubicBezTo>
                    <a:pt x="5026" y="16813"/>
                    <a:pt x="4599" y="16899"/>
                    <a:pt x="4087" y="168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3" name="Google Shape;2933;p73">
              <a:extLst>
                <a:ext uri="{FF2B5EF4-FFF2-40B4-BE49-F238E27FC236}">
                  <a16:creationId xmlns:a16="http://schemas.microsoft.com/office/drawing/2014/main" id="{FEFA1F10-8F3A-99AD-B174-E2210893861B}"/>
                </a:ext>
              </a:extLst>
            </p:cNvPr>
            <p:cNvSpPr/>
            <p:nvPr/>
          </p:nvSpPr>
          <p:spPr>
            <a:xfrm>
              <a:off x="2755909" y="4513927"/>
              <a:ext cx="28873" cy="12655"/>
            </a:xfrm>
            <a:custGeom>
              <a:avLst/>
              <a:gdLst/>
              <a:ahLst/>
              <a:cxnLst/>
              <a:rect l="l" t="t" r="r" b="b"/>
              <a:pathLst>
                <a:path w="32081" h="14061" extrusionOk="0">
                  <a:moveTo>
                    <a:pt x="3956" y="14062"/>
                  </a:moveTo>
                  <a:cubicBezTo>
                    <a:pt x="2163" y="14062"/>
                    <a:pt x="540" y="12866"/>
                    <a:pt x="113" y="10987"/>
                  </a:cubicBezTo>
                  <a:cubicBezTo>
                    <a:pt x="-400" y="8852"/>
                    <a:pt x="881" y="6717"/>
                    <a:pt x="3016" y="6119"/>
                  </a:cubicBezTo>
                  <a:lnTo>
                    <a:pt x="27101" y="141"/>
                  </a:lnTo>
                  <a:cubicBezTo>
                    <a:pt x="29150" y="-457"/>
                    <a:pt x="31371" y="910"/>
                    <a:pt x="31969" y="3045"/>
                  </a:cubicBezTo>
                  <a:cubicBezTo>
                    <a:pt x="32481" y="5180"/>
                    <a:pt x="31200" y="7315"/>
                    <a:pt x="29065" y="7913"/>
                  </a:cubicBezTo>
                  <a:lnTo>
                    <a:pt x="4981" y="13891"/>
                  </a:lnTo>
                  <a:cubicBezTo>
                    <a:pt x="4981" y="13891"/>
                    <a:pt x="4298" y="13977"/>
                    <a:pt x="4042" y="139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4" name="Google Shape;2934;p73">
              <a:extLst>
                <a:ext uri="{FF2B5EF4-FFF2-40B4-BE49-F238E27FC236}">
                  <a16:creationId xmlns:a16="http://schemas.microsoft.com/office/drawing/2014/main" id="{E5DC628C-3725-14B7-E49D-B63CF6D52DA9}"/>
                </a:ext>
              </a:extLst>
            </p:cNvPr>
            <p:cNvSpPr/>
            <p:nvPr/>
          </p:nvSpPr>
          <p:spPr>
            <a:xfrm>
              <a:off x="2766798" y="4523022"/>
              <a:ext cx="27090" cy="12558"/>
            </a:xfrm>
            <a:custGeom>
              <a:avLst/>
              <a:gdLst/>
              <a:ahLst/>
              <a:cxnLst/>
              <a:rect l="l" t="t" r="r" b="b"/>
              <a:pathLst>
                <a:path w="30100" h="13953" extrusionOk="0">
                  <a:moveTo>
                    <a:pt x="3990" y="13954"/>
                  </a:moveTo>
                  <a:cubicBezTo>
                    <a:pt x="2197" y="13954"/>
                    <a:pt x="660" y="12758"/>
                    <a:pt x="147" y="10964"/>
                  </a:cubicBezTo>
                  <a:cubicBezTo>
                    <a:pt x="-451" y="8829"/>
                    <a:pt x="830" y="6609"/>
                    <a:pt x="2965" y="6096"/>
                  </a:cubicBezTo>
                  <a:lnTo>
                    <a:pt x="25085" y="118"/>
                  </a:lnTo>
                  <a:cubicBezTo>
                    <a:pt x="27306" y="-394"/>
                    <a:pt x="29441" y="801"/>
                    <a:pt x="29953" y="2936"/>
                  </a:cubicBezTo>
                  <a:cubicBezTo>
                    <a:pt x="30551" y="5071"/>
                    <a:pt x="29270" y="7292"/>
                    <a:pt x="27135" y="7804"/>
                  </a:cubicBezTo>
                  <a:lnTo>
                    <a:pt x="5015" y="13783"/>
                  </a:lnTo>
                  <a:cubicBezTo>
                    <a:pt x="5015" y="13783"/>
                    <a:pt x="4332" y="13954"/>
                    <a:pt x="3990" y="1395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5" name="Google Shape;2935;p73">
              <a:extLst>
                <a:ext uri="{FF2B5EF4-FFF2-40B4-BE49-F238E27FC236}">
                  <a16:creationId xmlns:a16="http://schemas.microsoft.com/office/drawing/2014/main" id="{E95E3AC4-B5AB-3DBC-6BFC-1C8BFE5FE078}"/>
                </a:ext>
              </a:extLst>
            </p:cNvPr>
            <p:cNvSpPr/>
            <p:nvPr/>
          </p:nvSpPr>
          <p:spPr>
            <a:xfrm>
              <a:off x="2282543" y="2554192"/>
              <a:ext cx="563338" cy="938143"/>
            </a:xfrm>
            <a:custGeom>
              <a:avLst/>
              <a:gdLst/>
              <a:ahLst/>
              <a:cxnLst/>
              <a:rect l="l" t="t" r="r" b="b"/>
              <a:pathLst>
                <a:path w="625931" h="1042381" extrusionOk="0">
                  <a:moveTo>
                    <a:pt x="0" y="126826"/>
                  </a:moveTo>
                  <a:cubicBezTo>
                    <a:pt x="3929" y="418739"/>
                    <a:pt x="7943" y="710738"/>
                    <a:pt x="11871" y="1002652"/>
                  </a:cubicBezTo>
                  <a:cubicBezTo>
                    <a:pt x="64566" y="1017341"/>
                    <a:pt x="125460" y="1029981"/>
                    <a:pt x="193527" y="1036899"/>
                  </a:cubicBezTo>
                  <a:cubicBezTo>
                    <a:pt x="358700" y="1053638"/>
                    <a:pt x="498251" y="1029127"/>
                    <a:pt x="595442" y="1002652"/>
                  </a:cubicBezTo>
                  <a:cubicBezTo>
                    <a:pt x="605605" y="704760"/>
                    <a:pt x="615768" y="406954"/>
                    <a:pt x="625931" y="109062"/>
                  </a:cubicBezTo>
                  <a:cubicBezTo>
                    <a:pt x="592794" y="87454"/>
                    <a:pt x="552483" y="64395"/>
                    <a:pt x="505169" y="43471"/>
                  </a:cubicBezTo>
                  <a:cubicBezTo>
                    <a:pt x="465968" y="26134"/>
                    <a:pt x="429159" y="13408"/>
                    <a:pt x="396278" y="3929"/>
                  </a:cubicBezTo>
                  <a:cubicBezTo>
                    <a:pt x="388763" y="10846"/>
                    <a:pt x="361518" y="34589"/>
                    <a:pt x="319585" y="36553"/>
                  </a:cubicBezTo>
                  <a:cubicBezTo>
                    <a:pt x="267061" y="39030"/>
                    <a:pt x="232813" y="5551"/>
                    <a:pt x="227348" y="0"/>
                  </a:cubicBezTo>
                  <a:cubicBezTo>
                    <a:pt x="181144" y="14263"/>
                    <a:pt x="123752" y="37578"/>
                    <a:pt x="64566" y="77206"/>
                  </a:cubicBezTo>
                  <a:cubicBezTo>
                    <a:pt x="40055" y="93604"/>
                    <a:pt x="18618" y="110428"/>
                    <a:pt x="85" y="12682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6" name="Google Shape;2936;p73">
              <a:extLst>
                <a:ext uri="{FF2B5EF4-FFF2-40B4-BE49-F238E27FC236}">
                  <a16:creationId xmlns:a16="http://schemas.microsoft.com/office/drawing/2014/main" id="{B9D65184-3D1E-DFBA-5907-072EEB77AC83}"/>
                </a:ext>
              </a:extLst>
            </p:cNvPr>
            <p:cNvSpPr/>
            <p:nvPr/>
          </p:nvSpPr>
          <p:spPr>
            <a:xfrm>
              <a:off x="2453554" y="2295699"/>
              <a:ext cx="31398" cy="71518"/>
            </a:xfrm>
            <a:custGeom>
              <a:avLst/>
              <a:gdLst/>
              <a:ahLst/>
              <a:cxnLst/>
              <a:rect l="l" t="t" r="r" b="b"/>
              <a:pathLst>
                <a:path w="34887" h="79464" extrusionOk="0">
                  <a:moveTo>
                    <a:pt x="8469" y="79464"/>
                  </a:moveTo>
                  <a:cubicBezTo>
                    <a:pt x="6932" y="74938"/>
                    <a:pt x="-10917" y="21304"/>
                    <a:pt x="10348" y="5418"/>
                  </a:cubicBezTo>
                  <a:cubicBezTo>
                    <a:pt x="18120" y="-389"/>
                    <a:pt x="31956" y="-1756"/>
                    <a:pt x="34518" y="2429"/>
                  </a:cubicBezTo>
                  <a:cubicBezTo>
                    <a:pt x="36653" y="6016"/>
                    <a:pt x="29052" y="10372"/>
                    <a:pt x="24098" y="22499"/>
                  </a:cubicBezTo>
                  <a:cubicBezTo>
                    <a:pt x="16497" y="41374"/>
                    <a:pt x="25892" y="53074"/>
                    <a:pt x="16668" y="69386"/>
                  </a:cubicBezTo>
                  <a:cubicBezTo>
                    <a:pt x="13935" y="74255"/>
                    <a:pt x="10604" y="77585"/>
                    <a:pt x="8469" y="7946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7" name="Google Shape;2937;p73">
              <a:extLst>
                <a:ext uri="{FF2B5EF4-FFF2-40B4-BE49-F238E27FC236}">
                  <a16:creationId xmlns:a16="http://schemas.microsoft.com/office/drawing/2014/main" id="{5F39CE45-F473-FF32-33CA-34CB2B2F164B}"/>
                </a:ext>
              </a:extLst>
            </p:cNvPr>
            <p:cNvSpPr/>
            <p:nvPr/>
          </p:nvSpPr>
          <p:spPr>
            <a:xfrm>
              <a:off x="2643508" y="2290043"/>
              <a:ext cx="28593" cy="78134"/>
            </a:xfrm>
            <a:custGeom>
              <a:avLst/>
              <a:gdLst/>
              <a:ahLst/>
              <a:cxnLst/>
              <a:rect l="l" t="t" r="r" b="b"/>
              <a:pathLst>
                <a:path w="31770" h="86816" extrusionOk="0">
                  <a:moveTo>
                    <a:pt x="85" y="6405"/>
                  </a:moveTo>
                  <a:cubicBezTo>
                    <a:pt x="3673" y="14177"/>
                    <a:pt x="8284" y="25878"/>
                    <a:pt x="10505" y="40653"/>
                  </a:cubicBezTo>
                  <a:cubicBezTo>
                    <a:pt x="14433" y="66360"/>
                    <a:pt x="9053" y="85746"/>
                    <a:pt x="12982" y="86771"/>
                  </a:cubicBezTo>
                  <a:cubicBezTo>
                    <a:pt x="16142" y="87625"/>
                    <a:pt x="22035" y="76181"/>
                    <a:pt x="24853" y="68922"/>
                  </a:cubicBezTo>
                  <a:cubicBezTo>
                    <a:pt x="29465" y="57136"/>
                    <a:pt x="28269" y="48510"/>
                    <a:pt x="28782" y="32710"/>
                  </a:cubicBezTo>
                  <a:cubicBezTo>
                    <a:pt x="29038" y="25024"/>
                    <a:pt x="29806" y="13836"/>
                    <a:pt x="31771" y="0"/>
                  </a:cubicBezTo>
                  <a:lnTo>
                    <a:pt x="0" y="649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8" name="Google Shape;2938;p73">
              <a:extLst>
                <a:ext uri="{FF2B5EF4-FFF2-40B4-BE49-F238E27FC236}">
                  <a16:creationId xmlns:a16="http://schemas.microsoft.com/office/drawing/2014/main" id="{6A7C2A8A-CE0C-3EEF-45CA-7F500C8A78FD}"/>
                </a:ext>
              </a:extLst>
            </p:cNvPr>
            <p:cNvSpPr/>
            <p:nvPr/>
          </p:nvSpPr>
          <p:spPr>
            <a:xfrm>
              <a:off x="2517162" y="2274124"/>
              <a:ext cx="300078" cy="26287"/>
            </a:xfrm>
            <a:custGeom>
              <a:avLst/>
              <a:gdLst/>
              <a:ahLst/>
              <a:cxnLst/>
              <a:rect l="l" t="t" r="r" b="b"/>
              <a:pathLst>
                <a:path w="333420" h="29208" extrusionOk="0">
                  <a:moveTo>
                    <a:pt x="333420" y="14604"/>
                  </a:moveTo>
                  <a:cubicBezTo>
                    <a:pt x="333420" y="22632"/>
                    <a:pt x="258776" y="29208"/>
                    <a:pt x="166710" y="29208"/>
                  </a:cubicBezTo>
                  <a:cubicBezTo>
                    <a:pt x="74644" y="29208"/>
                    <a:pt x="0" y="22632"/>
                    <a:pt x="0" y="14604"/>
                  </a:cubicBezTo>
                  <a:cubicBezTo>
                    <a:pt x="0" y="6576"/>
                    <a:pt x="74644" y="0"/>
                    <a:pt x="166710" y="0"/>
                  </a:cubicBezTo>
                  <a:cubicBezTo>
                    <a:pt x="258776" y="0"/>
                    <a:pt x="333420" y="6576"/>
                    <a:pt x="333420" y="1460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9" name="Google Shape;2939;p73">
              <a:extLst>
                <a:ext uri="{FF2B5EF4-FFF2-40B4-BE49-F238E27FC236}">
                  <a16:creationId xmlns:a16="http://schemas.microsoft.com/office/drawing/2014/main" id="{BACD3872-4966-823B-E1AC-029C5C436667}"/>
                </a:ext>
              </a:extLst>
            </p:cNvPr>
            <p:cNvSpPr/>
            <p:nvPr/>
          </p:nvSpPr>
          <p:spPr>
            <a:xfrm>
              <a:off x="2452659" y="2209949"/>
              <a:ext cx="212597" cy="109342"/>
            </a:xfrm>
            <a:custGeom>
              <a:avLst/>
              <a:gdLst/>
              <a:ahLst/>
              <a:cxnLst/>
              <a:rect l="l" t="t" r="r" b="b"/>
              <a:pathLst>
                <a:path w="236219" h="121491" extrusionOk="0">
                  <a:moveTo>
                    <a:pt x="1350" y="121491"/>
                  </a:moveTo>
                  <a:cubicBezTo>
                    <a:pt x="-359" y="110559"/>
                    <a:pt x="-1554" y="93137"/>
                    <a:pt x="4937" y="73921"/>
                  </a:cubicBezTo>
                  <a:cubicBezTo>
                    <a:pt x="22957" y="20799"/>
                    <a:pt x="82399" y="5085"/>
                    <a:pt x="88633" y="3547"/>
                  </a:cubicBezTo>
                  <a:cubicBezTo>
                    <a:pt x="153797" y="-12167"/>
                    <a:pt x="231942" y="27034"/>
                    <a:pt x="236042" y="67943"/>
                  </a:cubicBezTo>
                  <a:cubicBezTo>
                    <a:pt x="237067" y="77935"/>
                    <a:pt x="233480" y="86732"/>
                    <a:pt x="229978" y="92881"/>
                  </a:cubicBezTo>
                  <a:cubicBezTo>
                    <a:pt x="208456" y="89892"/>
                    <a:pt x="183860" y="88013"/>
                    <a:pt x="156786" y="88781"/>
                  </a:cubicBezTo>
                  <a:cubicBezTo>
                    <a:pt x="91793" y="90575"/>
                    <a:pt x="38501" y="106545"/>
                    <a:pt x="1350" y="12149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0" name="Google Shape;2940;p73">
              <a:extLst>
                <a:ext uri="{FF2B5EF4-FFF2-40B4-BE49-F238E27FC236}">
                  <a16:creationId xmlns:a16="http://schemas.microsoft.com/office/drawing/2014/main" id="{257FA7FD-02DE-B656-88DC-9A797CDA3019}"/>
                </a:ext>
              </a:extLst>
            </p:cNvPr>
            <p:cNvSpPr/>
            <p:nvPr/>
          </p:nvSpPr>
          <p:spPr>
            <a:xfrm>
              <a:off x="2290694" y="2516973"/>
              <a:ext cx="539433" cy="761495"/>
            </a:xfrm>
            <a:custGeom>
              <a:avLst/>
              <a:gdLst/>
              <a:ahLst/>
              <a:cxnLst/>
              <a:rect l="l" t="t" r="r" b="b"/>
              <a:pathLst>
                <a:path w="599370" h="846105" extrusionOk="0">
                  <a:moveTo>
                    <a:pt x="599370" y="781795"/>
                  </a:moveTo>
                  <a:cubicBezTo>
                    <a:pt x="542235" y="807416"/>
                    <a:pt x="445984" y="841920"/>
                    <a:pt x="322317" y="845763"/>
                  </a:cubicBezTo>
                  <a:cubicBezTo>
                    <a:pt x="174567" y="850290"/>
                    <a:pt x="60296" y="808868"/>
                    <a:pt x="0" y="781795"/>
                  </a:cubicBezTo>
                  <a:cubicBezTo>
                    <a:pt x="18618" y="540441"/>
                    <a:pt x="37322" y="299087"/>
                    <a:pt x="55940" y="57734"/>
                  </a:cubicBezTo>
                  <a:cubicBezTo>
                    <a:pt x="43983" y="38517"/>
                    <a:pt x="31941" y="19216"/>
                    <a:pt x="19985" y="0"/>
                  </a:cubicBezTo>
                  <a:cubicBezTo>
                    <a:pt x="210864" y="4014"/>
                    <a:pt x="401829" y="8028"/>
                    <a:pt x="592709" y="11957"/>
                  </a:cubicBezTo>
                  <a:cubicBezTo>
                    <a:pt x="587841" y="32368"/>
                    <a:pt x="582973" y="52780"/>
                    <a:pt x="578019" y="73192"/>
                  </a:cubicBezTo>
                  <a:cubicBezTo>
                    <a:pt x="585108" y="309421"/>
                    <a:pt x="592196" y="545566"/>
                    <a:pt x="599370" y="78179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1" name="Google Shape;2941;p73">
              <a:extLst>
                <a:ext uri="{FF2B5EF4-FFF2-40B4-BE49-F238E27FC236}">
                  <a16:creationId xmlns:a16="http://schemas.microsoft.com/office/drawing/2014/main" id="{91CECEA5-8D7F-4A8D-F31A-6674D90A81B5}"/>
                </a:ext>
              </a:extLst>
            </p:cNvPr>
            <p:cNvSpPr/>
            <p:nvPr/>
          </p:nvSpPr>
          <p:spPr>
            <a:xfrm>
              <a:off x="2414414" y="2723335"/>
              <a:ext cx="125491" cy="313566"/>
            </a:xfrm>
            <a:custGeom>
              <a:avLst/>
              <a:gdLst/>
              <a:ahLst/>
              <a:cxnLst/>
              <a:rect l="l" t="t" r="r" b="b"/>
              <a:pathLst>
                <a:path w="139434" h="348407" extrusionOk="0">
                  <a:moveTo>
                    <a:pt x="48010" y="348407"/>
                  </a:moveTo>
                  <a:cubicBezTo>
                    <a:pt x="45106" y="347895"/>
                    <a:pt x="43654" y="345845"/>
                    <a:pt x="44082" y="343625"/>
                  </a:cubicBezTo>
                  <a:lnTo>
                    <a:pt x="84990" y="132162"/>
                  </a:lnTo>
                  <a:cubicBezTo>
                    <a:pt x="67397" y="128319"/>
                    <a:pt x="25463" y="115423"/>
                    <a:pt x="7528" y="76649"/>
                  </a:cubicBezTo>
                  <a:cubicBezTo>
                    <a:pt x="3429" y="67682"/>
                    <a:pt x="867" y="58031"/>
                    <a:pt x="13" y="47782"/>
                  </a:cubicBezTo>
                  <a:cubicBezTo>
                    <a:pt x="-73" y="46672"/>
                    <a:pt x="269" y="45562"/>
                    <a:pt x="1123" y="44708"/>
                  </a:cubicBezTo>
                  <a:cubicBezTo>
                    <a:pt x="1892" y="43854"/>
                    <a:pt x="2746" y="43598"/>
                    <a:pt x="4112" y="43427"/>
                  </a:cubicBezTo>
                  <a:lnTo>
                    <a:pt x="83539" y="45391"/>
                  </a:lnTo>
                  <a:cubicBezTo>
                    <a:pt x="97032" y="27285"/>
                    <a:pt x="114284" y="11827"/>
                    <a:pt x="133415" y="554"/>
                  </a:cubicBezTo>
                  <a:cubicBezTo>
                    <a:pt x="135294" y="-557"/>
                    <a:pt x="137771" y="41"/>
                    <a:pt x="138881" y="2006"/>
                  </a:cubicBezTo>
                  <a:cubicBezTo>
                    <a:pt x="139991" y="3885"/>
                    <a:pt x="139393" y="6361"/>
                    <a:pt x="137429" y="7471"/>
                  </a:cubicBezTo>
                  <a:cubicBezTo>
                    <a:pt x="118640" y="18574"/>
                    <a:pt x="101730" y="33861"/>
                    <a:pt x="88748" y="51796"/>
                  </a:cubicBezTo>
                  <a:cubicBezTo>
                    <a:pt x="87980" y="52821"/>
                    <a:pt x="87040" y="53163"/>
                    <a:pt x="85417" y="53419"/>
                  </a:cubicBezTo>
                  <a:lnTo>
                    <a:pt x="8468" y="51455"/>
                  </a:lnTo>
                  <a:cubicBezTo>
                    <a:pt x="9493" y="59141"/>
                    <a:pt x="11628" y="66401"/>
                    <a:pt x="14788" y="73233"/>
                  </a:cubicBezTo>
                  <a:cubicBezTo>
                    <a:pt x="32552" y="111836"/>
                    <a:pt x="77133" y="122597"/>
                    <a:pt x="90371" y="124988"/>
                  </a:cubicBezTo>
                  <a:cubicBezTo>
                    <a:pt x="91396" y="125159"/>
                    <a:pt x="92335" y="125757"/>
                    <a:pt x="92933" y="126696"/>
                  </a:cubicBezTo>
                  <a:cubicBezTo>
                    <a:pt x="93531" y="127550"/>
                    <a:pt x="93787" y="128661"/>
                    <a:pt x="93531" y="129686"/>
                  </a:cubicBezTo>
                  <a:lnTo>
                    <a:pt x="51853" y="345076"/>
                  </a:lnTo>
                  <a:cubicBezTo>
                    <a:pt x="51512" y="346955"/>
                    <a:pt x="49804" y="348322"/>
                    <a:pt x="47925" y="34832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2" name="Google Shape;2942;p73">
              <a:extLst>
                <a:ext uri="{FF2B5EF4-FFF2-40B4-BE49-F238E27FC236}">
                  <a16:creationId xmlns:a16="http://schemas.microsoft.com/office/drawing/2014/main" id="{C92C8095-286E-D4A6-5B18-EC78DF9FAE2E}"/>
                </a:ext>
              </a:extLst>
            </p:cNvPr>
            <p:cNvSpPr/>
            <p:nvPr/>
          </p:nvSpPr>
          <p:spPr>
            <a:xfrm>
              <a:off x="2626257" y="2678438"/>
              <a:ext cx="80182" cy="360439"/>
            </a:xfrm>
            <a:custGeom>
              <a:avLst/>
              <a:gdLst/>
              <a:ahLst/>
              <a:cxnLst/>
              <a:rect l="l" t="t" r="r" b="b"/>
              <a:pathLst>
                <a:path w="89091" h="400488" extrusionOk="0">
                  <a:moveTo>
                    <a:pt x="49477" y="400489"/>
                  </a:moveTo>
                  <a:cubicBezTo>
                    <a:pt x="47171" y="400489"/>
                    <a:pt x="45463" y="398610"/>
                    <a:pt x="45463" y="396389"/>
                  </a:cubicBezTo>
                  <a:lnTo>
                    <a:pt x="51100" y="74841"/>
                  </a:lnTo>
                  <a:cubicBezTo>
                    <a:pt x="51100" y="73901"/>
                    <a:pt x="51441" y="73047"/>
                    <a:pt x="52039" y="72278"/>
                  </a:cubicBezTo>
                  <a:cubicBezTo>
                    <a:pt x="77319" y="42814"/>
                    <a:pt x="85176" y="16338"/>
                    <a:pt x="79625" y="10274"/>
                  </a:cubicBezTo>
                  <a:cubicBezTo>
                    <a:pt x="73561" y="3613"/>
                    <a:pt x="44780" y="10274"/>
                    <a:pt x="11643" y="36237"/>
                  </a:cubicBezTo>
                  <a:cubicBezTo>
                    <a:pt x="10789" y="36921"/>
                    <a:pt x="9679" y="37262"/>
                    <a:pt x="8568" y="37006"/>
                  </a:cubicBezTo>
                  <a:cubicBezTo>
                    <a:pt x="7117" y="36835"/>
                    <a:pt x="5494" y="36579"/>
                    <a:pt x="3529" y="36323"/>
                  </a:cubicBezTo>
                  <a:cubicBezTo>
                    <a:pt x="1309" y="36067"/>
                    <a:pt x="-228" y="34102"/>
                    <a:pt x="28" y="31882"/>
                  </a:cubicBezTo>
                  <a:cubicBezTo>
                    <a:pt x="284" y="29661"/>
                    <a:pt x="2248" y="28124"/>
                    <a:pt x="4469" y="28380"/>
                  </a:cubicBezTo>
                  <a:cubicBezTo>
                    <a:pt x="5750" y="28551"/>
                    <a:pt x="6946" y="28722"/>
                    <a:pt x="7970" y="28807"/>
                  </a:cubicBezTo>
                  <a:cubicBezTo>
                    <a:pt x="40766" y="3613"/>
                    <a:pt x="74586" y="-6977"/>
                    <a:pt x="85433" y="4809"/>
                  </a:cubicBezTo>
                  <a:cubicBezTo>
                    <a:pt x="95510" y="15826"/>
                    <a:pt x="84152" y="46401"/>
                    <a:pt x="58957" y="76292"/>
                  </a:cubicBezTo>
                  <a:lnTo>
                    <a:pt x="53320" y="396389"/>
                  </a:lnTo>
                  <a:cubicBezTo>
                    <a:pt x="53320" y="398610"/>
                    <a:pt x="51527" y="400318"/>
                    <a:pt x="49306" y="40031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3" name="Google Shape;2943;p73">
              <a:extLst>
                <a:ext uri="{FF2B5EF4-FFF2-40B4-BE49-F238E27FC236}">
                  <a16:creationId xmlns:a16="http://schemas.microsoft.com/office/drawing/2014/main" id="{986A1759-0518-7B59-DA20-72673F7E1AE7}"/>
                </a:ext>
              </a:extLst>
            </p:cNvPr>
            <p:cNvSpPr/>
            <p:nvPr/>
          </p:nvSpPr>
          <p:spPr>
            <a:xfrm>
              <a:off x="2547149" y="2653050"/>
              <a:ext cx="53447" cy="63321"/>
            </a:xfrm>
            <a:custGeom>
              <a:avLst/>
              <a:gdLst/>
              <a:ahLst/>
              <a:cxnLst/>
              <a:rect l="l" t="t" r="r" b="b"/>
              <a:pathLst>
                <a:path w="59385" h="70357" extrusionOk="0">
                  <a:moveTo>
                    <a:pt x="6410" y="70358"/>
                  </a:moveTo>
                  <a:cubicBezTo>
                    <a:pt x="4446" y="70358"/>
                    <a:pt x="2738" y="68906"/>
                    <a:pt x="2482" y="66942"/>
                  </a:cubicBezTo>
                  <a:cubicBezTo>
                    <a:pt x="432" y="52594"/>
                    <a:pt x="-4863" y="5450"/>
                    <a:pt x="11364" y="411"/>
                  </a:cubicBezTo>
                  <a:cubicBezTo>
                    <a:pt x="25541" y="-3945"/>
                    <a:pt x="45270" y="27057"/>
                    <a:pt x="59020" y="57632"/>
                  </a:cubicBezTo>
                  <a:cubicBezTo>
                    <a:pt x="59959" y="59682"/>
                    <a:pt x="59020" y="61988"/>
                    <a:pt x="56970" y="62928"/>
                  </a:cubicBezTo>
                  <a:cubicBezTo>
                    <a:pt x="54920" y="63867"/>
                    <a:pt x="52614" y="62928"/>
                    <a:pt x="51675" y="60878"/>
                  </a:cubicBezTo>
                  <a:cubicBezTo>
                    <a:pt x="33911" y="21250"/>
                    <a:pt x="17769" y="6560"/>
                    <a:pt x="13670" y="8012"/>
                  </a:cubicBezTo>
                  <a:cubicBezTo>
                    <a:pt x="9827" y="9208"/>
                    <a:pt x="4959" y="27399"/>
                    <a:pt x="10339" y="65831"/>
                  </a:cubicBezTo>
                  <a:cubicBezTo>
                    <a:pt x="10681" y="68052"/>
                    <a:pt x="9143" y="70016"/>
                    <a:pt x="6923" y="70358"/>
                  </a:cubicBezTo>
                  <a:cubicBezTo>
                    <a:pt x="6752" y="70358"/>
                    <a:pt x="6581" y="70358"/>
                    <a:pt x="6325" y="7035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4" name="Google Shape;2944;p73">
              <a:extLst>
                <a:ext uri="{FF2B5EF4-FFF2-40B4-BE49-F238E27FC236}">
                  <a16:creationId xmlns:a16="http://schemas.microsoft.com/office/drawing/2014/main" id="{C65CAC21-21CB-8FC0-8BFF-5F6F5FFF636C}"/>
                </a:ext>
              </a:extLst>
            </p:cNvPr>
            <p:cNvSpPr/>
            <p:nvPr/>
          </p:nvSpPr>
          <p:spPr>
            <a:xfrm>
              <a:off x="2413041" y="2762590"/>
              <a:ext cx="40584" cy="14757"/>
            </a:xfrm>
            <a:custGeom>
              <a:avLst/>
              <a:gdLst/>
              <a:ahLst/>
              <a:cxnLst/>
              <a:rect l="l" t="t" r="r" b="b"/>
              <a:pathLst>
                <a:path w="45093" h="16397" extrusionOk="0">
                  <a:moveTo>
                    <a:pt x="45094" y="8199"/>
                  </a:moveTo>
                  <a:cubicBezTo>
                    <a:pt x="45094" y="12727"/>
                    <a:pt x="34999" y="16398"/>
                    <a:pt x="22547" y="16398"/>
                  </a:cubicBezTo>
                  <a:cubicBezTo>
                    <a:pt x="10094" y="16398"/>
                    <a:pt x="0" y="12727"/>
                    <a:pt x="0" y="8199"/>
                  </a:cubicBezTo>
                  <a:cubicBezTo>
                    <a:pt x="0" y="3671"/>
                    <a:pt x="10094" y="0"/>
                    <a:pt x="22547" y="0"/>
                  </a:cubicBezTo>
                  <a:cubicBezTo>
                    <a:pt x="34999" y="0"/>
                    <a:pt x="45094" y="3671"/>
                    <a:pt x="45094" y="81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5" name="Google Shape;2945;p73">
              <a:extLst>
                <a:ext uri="{FF2B5EF4-FFF2-40B4-BE49-F238E27FC236}">
                  <a16:creationId xmlns:a16="http://schemas.microsoft.com/office/drawing/2014/main" id="{E8A09F5C-2218-776B-A4A3-5B90F42BA68E}"/>
                </a:ext>
              </a:extLst>
            </p:cNvPr>
            <p:cNvSpPr/>
            <p:nvPr/>
          </p:nvSpPr>
          <p:spPr>
            <a:xfrm>
              <a:off x="2536233" y="2750440"/>
              <a:ext cx="11683" cy="26902"/>
            </a:xfrm>
            <a:custGeom>
              <a:avLst/>
              <a:gdLst/>
              <a:ahLst/>
              <a:cxnLst/>
              <a:rect l="l" t="t" r="r" b="b"/>
              <a:pathLst>
                <a:path w="12981" h="29891" extrusionOk="0">
                  <a:moveTo>
                    <a:pt x="12981" y="14946"/>
                  </a:moveTo>
                  <a:cubicBezTo>
                    <a:pt x="12981" y="23230"/>
                    <a:pt x="10078" y="29892"/>
                    <a:pt x="6491" y="29892"/>
                  </a:cubicBezTo>
                  <a:cubicBezTo>
                    <a:pt x="2904" y="29892"/>
                    <a:pt x="0" y="23230"/>
                    <a:pt x="0" y="14946"/>
                  </a:cubicBezTo>
                  <a:cubicBezTo>
                    <a:pt x="0" y="6662"/>
                    <a:pt x="2904" y="0"/>
                    <a:pt x="6491" y="0"/>
                  </a:cubicBezTo>
                  <a:cubicBezTo>
                    <a:pt x="10078" y="0"/>
                    <a:pt x="12981" y="6662"/>
                    <a:pt x="12981" y="1494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6" name="Google Shape;2946;p73">
              <a:extLst>
                <a:ext uri="{FF2B5EF4-FFF2-40B4-BE49-F238E27FC236}">
                  <a16:creationId xmlns:a16="http://schemas.microsoft.com/office/drawing/2014/main" id="{6EAA9FFB-9E66-9232-DC76-BC95201EB5C7}"/>
                </a:ext>
              </a:extLst>
            </p:cNvPr>
            <p:cNvSpPr/>
            <p:nvPr/>
          </p:nvSpPr>
          <p:spPr>
            <a:xfrm>
              <a:off x="2543344" y="2702825"/>
              <a:ext cx="88350" cy="23132"/>
            </a:xfrm>
            <a:custGeom>
              <a:avLst/>
              <a:gdLst/>
              <a:ahLst/>
              <a:cxnLst/>
              <a:rect l="l" t="t" r="r" b="b"/>
              <a:pathLst>
                <a:path w="98167" h="25702" extrusionOk="0">
                  <a:moveTo>
                    <a:pt x="3973" y="25617"/>
                  </a:moveTo>
                  <a:cubicBezTo>
                    <a:pt x="2607" y="25617"/>
                    <a:pt x="1240" y="24934"/>
                    <a:pt x="557" y="23653"/>
                  </a:cubicBezTo>
                  <a:cubicBezTo>
                    <a:pt x="-553" y="21774"/>
                    <a:pt x="44" y="19297"/>
                    <a:pt x="1923" y="18187"/>
                  </a:cubicBezTo>
                  <a:cubicBezTo>
                    <a:pt x="16101" y="9817"/>
                    <a:pt x="31473" y="4181"/>
                    <a:pt x="47700" y="1618"/>
                  </a:cubicBezTo>
                  <a:cubicBezTo>
                    <a:pt x="63500" y="-859"/>
                    <a:pt x="79386" y="-517"/>
                    <a:pt x="95015" y="2814"/>
                  </a:cubicBezTo>
                  <a:cubicBezTo>
                    <a:pt x="97150" y="3241"/>
                    <a:pt x="98516" y="5376"/>
                    <a:pt x="98089" y="7597"/>
                  </a:cubicBezTo>
                  <a:cubicBezTo>
                    <a:pt x="97662" y="9732"/>
                    <a:pt x="95527" y="11098"/>
                    <a:pt x="93307" y="10671"/>
                  </a:cubicBezTo>
                  <a:cubicBezTo>
                    <a:pt x="78617" y="7597"/>
                    <a:pt x="63671" y="7169"/>
                    <a:pt x="48896" y="9561"/>
                  </a:cubicBezTo>
                  <a:cubicBezTo>
                    <a:pt x="33694" y="11952"/>
                    <a:pt x="19261" y="17247"/>
                    <a:pt x="5937" y="25105"/>
                  </a:cubicBezTo>
                  <a:cubicBezTo>
                    <a:pt x="5340" y="25446"/>
                    <a:pt x="4571" y="25702"/>
                    <a:pt x="3888" y="2570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7" name="Google Shape;2947;p73">
              <a:extLst>
                <a:ext uri="{FF2B5EF4-FFF2-40B4-BE49-F238E27FC236}">
                  <a16:creationId xmlns:a16="http://schemas.microsoft.com/office/drawing/2014/main" id="{8918125F-DF83-F93E-53E5-48C99AE03DED}"/>
                </a:ext>
              </a:extLst>
            </p:cNvPr>
            <p:cNvSpPr/>
            <p:nvPr/>
          </p:nvSpPr>
          <p:spPr>
            <a:xfrm>
              <a:off x="2497072" y="2812767"/>
              <a:ext cx="76001" cy="28708"/>
            </a:xfrm>
            <a:custGeom>
              <a:avLst/>
              <a:gdLst/>
              <a:ahLst/>
              <a:cxnLst/>
              <a:rect l="l" t="t" r="r" b="b"/>
              <a:pathLst>
                <a:path w="84445" h="31898" extrusionOk="0">
                  <a:moveTo>
                    <a:pt x="22825" y="31899"/>
                  </a:moveTo>
                  <a:cubicBezTo>
                    <a:pt x="15225" y="31899"/>
                    <a:pt x="8478" y="30874"/>
                    <a:pt x="3097" y="29678"/>
                  </a:cubicBezTo>
                  <a:cubicBezTo>
                    <a:pt x="962" y="29166"/>
                    <a:pt x="-405" y="27031"/>
                    <a:pt x="108" y="24896"/>
                  </a:cubicBezTo>
                  <a:cubicBezTo>
                    <a:pt x="620" y="22761"/>
                    <a:pt x="2755" y="21394"/>
                    <a:pt x="4890" y="21906"/>
                  </a:cubicBezTo>
                  <a:cubicBezTo>
                    <a:pt x="15481" y="24298"/>
                    <a:pt x="31964" y="25749"/>
                    <a:pt x="49984" y="19003"/>
                  </a:cubicBezTo>
                  <a:cubicBezTo>
                    <a:pt x="60318" y="15074"/>
                    <a:pt x="69627" y="9096"/>
                    <a:pt x="77655" y="1153"/>
                  </a:cubicBezTo>
                  <a:cubicBezTo>
                    <a:pt x="79193" y="-384"/>
                    <a:pt x="81755" y="-384"/>
                    <a:pt x="83292" y="1153"/>
                  </a:cubicBezTo>
                  <a:cubicBezTo>
                    <a:pt x="84829" y="2690"/>
                    <a:pt x="84829" y="5252"/>
                    <a:pt x="83292" y="6790"/>
                  </a:cubicBezTo>
                  <a:cubicBezTo>
                    <a:pt x="74496" y="15501"/>
                    <a:pt x="64247" y="22163"/>
                    <a:pt x="52803" y="26433"/>
                  </a:cubicBezTo>
                  <a:cubicBezTo>
                    <a:pt x="42042" y="30447"/>
                    <a:pt x="31793" y="31813"/>
                    <a:pt x="22825" y="3181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8" name="Google Shape;2948;p73">
              <a:extLst>
                <a:ext uri="{FF2B5EF4-FFF2-40B4-BE49-F238E27FC236}">
                  <a16:creationId xmlns:a16="http://schemas.microsoft.com/office/drawing/2014/main" id="{3BE052EF-5AAF-55C9-3D91-C726C7092F77}"/>
                </a:ext>
              </a:extLst>
            </p:cNvPr>
            <p:cNvSpPr/>
            <p:nvPr/>
          </p:nvSpPr>
          <p:spPr>
            <a:xfrm>
              <a:off x="2431471" y="3093386"/>
              <a:ext cx="52243" cy="13784"/>
            </a:xfrm>
            <a:custGeom>
              <a:avLst/>
              <a:gdLst/>
              <a:ahLst/>
              <a:cxnLst/>
              <a:rect l="l" t="t" r="r" b="b"/>
              <a:pathLst>
                <a:path w="58048" h="15316" extrusionOk="0">
                  <a:moveTo>
                    <a:pt x="54090" y="15317"/>
                  </a:moveTo>
                  <a:cubicBezTo>
                    <a:pt x="53492" y="15317"/>
                    <a:pt x="3445" y="7972"/>
                    <a:pt x="3445" y="7972"/>
                  </a:cubicBezTo>
                  <a:cubicBezTo>
                    <a:pt x="1225" y="7630"/>
                    <a:pt x="-227" y="5580"/>
                    <a:pt x="29" y="3445"/>
                  </a:cubicBezTo>
                  <a:cubicBezTo>
                    <a:pt x="371" y="1225"/>
                    <a:pt x="2421" y="-227"/>
                    <a:pt x="4556" y="29"/>
                  </a:cubicBezTo>
                  <a:lnTo>
                    <a:pt x="54603" y="7289"/>
                  </a:lnTo>
                  <a:cubicBezTo>
                    <a:pt x="56823" y="7630"/>
                    <a:pt x="58275" y="9680"/>
                    <a:pt x="58019" y="11815"/>
                  </a:cubicBezTo>
                  <a:cubicBezTo>
                    <a:pt x="57763" y="13780"/>
                    <a:pt x="56055" y="15231"/>
                    <a:pt x="54090" y="1523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9" name="Google Shape;2949;p73">
              <a:extLst>
                <a:ext uri="{FF2B5EF4-FFF2-40B4-BE49-F238E27FC236}">
                  <a16:creationId xmlns:a16="http://schemas.microsoft.com/office/drawing/2014/main" id="{1AB20FE3-22CF-7F48-FC8A-ECF12B220E21}"/>
                </a:ext>
              </a:extLst>
            </p:cNvPr>
            <p:cNvSpPr/>
            <p:nvPr/>
          </p:nvSpPr>
          <p:spPr>
            <a:xfrm>
              <a:off x="2442879" y="3049042"/>
              <a:ext cx="35356" cy="18215"/>
            </a:xfrm>
            <a:custGeom>
              <a:avLst/>
              <a:gdLst/>
              <a:ahLst/>
              <a:cxnLst/>
              <a:rect l="l" t="t" r="r" b="b"/>
              <a:pathLst>
                <a:path w="39284" h="20239" extrusionOk="0">
                  <a:moveTo>
                    <a:pt x="35271" y="20240"/>
                  </a:moveTo>
                  <a:cubicBezTo>
                    <a:pt x="34759" y="20240"/>
                    <a:pt x="34332" y="20154"/>
                    <a:pt x="33819" y="19984"/>
                  </a:cubicBezTo>
                  <a:lnTo>
                    <a:pt x="2561" y="7771"/>
                  </a:lnTo>
                  <a:cubicBezTo>
                    <a:pt x="511" y="7002"/>
                    <a:pt x="-513" y="4611"/>
                    <a:pt x="255" y="2561"/>
                  </a:cubicBezTo>
                  <a:cubicBezTo>
                    <a:pt x="1024" y="511"/>
                    <a:pt x="3415" y="-513"/>
                    <a:pt x="5465" y="255"/>
                  </a:cubicBezTo>
                  <a:lnTo>
                    <a:pt x="36723" y="12468"/>
                  </a:lnTo>
                  <a:cubicBezTo>
                    <a:pt x="38773" y="13237"/>
                    <a:pt x="39798" y="15628"/>
                    <a:pt x="39029" y="17678"/>
                  </a:cubicBezTo>
                  <a:cubicBezTo>
                    <a:pt x="38431" y="19300"/>
                    <a:pt x="36894" y="20240"/>
                    <a:pt x="35271" y="202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0" name="Google Shape;2950;p73">
              <a:extLst>
                <a:ext uri="{FF2B5EF4-FFF2-40B4-BE49-F238E27FC236}">
                  <a16:creationId xmlns:a16="http://schemas.microsoft.com/office/drawing/2014/main" id="{64A08C13-0E03-A6E1-D427-054F4F4AD38B}"/>
                </a:ext>
              </a:extLst>
            </p:cNvPr>
            <p:cNvSpPr/>
            <p:nvPr/>
          </p:nvSpPr>
          <p:spPr>
            <a:xfrm>
              <a:off x="2650690" y="2956870"/>
              <a:ext cx="34372" cy="30945"/>
            </a:xfrm>
            <a:custGeom>
              <a:avLst/>
              <a:gdLst/>
              <a:ahLst/>
              <a:cxnLst/>
              <a:rect l="l" t="t" r="r" b="b"/>
              <a:pathLst>
                <a:path w="38191" h="34383" extrusionOk="0">
                  <a:moveTo>
                    <a:pt x="3979" y="34383"/>
                  </a:moveTo>
                  <a:cubicBezTo>
                    <a:pt x="2869" y="34383"/>
                    <a:pt x="1759" y="33956"/>
                    <a:pt x="990" y="33017"/>
                  </a:cubicBezTo>
                  <a:cubicBezTo>
                    <a:pt x="-462" y="31394"/>
                    <a:pt x="-291" y="28832"/>
                    <a:pt x="1332" y="27380"/>
                  </a:cubicBezTo>
                  <a:lnTo>
                    <a:pt x="31565" y="990"/>
                  </a:lnTo>
                  <a:cubicBezTo>
                    <a:pt x="33188" y="-462"/>
                    <a:pt x="35750" y="-291"/>
                    <a:pt x="37202" y="1332"/>
                  </a:cubicBezTo>
                  <a:cubicBezTo>
                    <a:pt x="38654" y="2954"/>
                    <a:pt x="38483" y="5517"/>
                    <a:pt x="36860" y="6968"/>
                  </a:cubicBezTo>
                  <a:lnTo>
                    <a:pt x="6627" y="33358"/>
                  </a:lnTo>
                  <a:cubicBezTo>
                    <a:pt x="5858" y="34042"/>
                    <a:pt x="4919" y="34383"/>
                    <a:pt x="3979" y="3438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1" name="Google Shape;2951;p73">
              <a:extLst>
                <a:ext uri="{FF2B5EF4-FFF2-40B4-BE49-F238E27FC236}">
                  <a16:creationId xmlns:a16="http://schemas.microsoft.com/office/drawing/2014/main" id="{3D9D1E75-10A6-D223-4AA4-F6B95CFED001}"/>
                </a:ext>
              </a:extLst>
            </p:cNvPr>
            <p:cNvSpPr/>
            <p:nvPr/>
          </p:nvSpPr>
          <p:spPr>
            <a:xfrm>
              <a:off x="2635200" y="2996516"/>
              <a:ext cx="34365" cy="31901"/>
            </a:xfrm>
            <a:custGeom>
              <a:avLst/>
              <a:gdLst/>
              <a:ahLst/>
              <a:cxnLst/>
              <a:rect l="l" t="t" r="r" b="b"/>
              <a:pathLst>
                <a:path w="38183" h="35446" extrusionOk="0">
                  <a:moveTo>
                    <a:pt x="4018" y="35447"/>
                  </a:moveTo>
                  <a:cubicBezTo>
                    <a:pt x="2907" y="35447"/>
                    <a:pt x="1882" y="35019"/>
                    <a:pt x="1028" y="34165"/>
                  </a:cubicBezTo>
                  <a:cubicBezTo>
                    <a:pt x="-423" y="32543"/>
                    <a:pt x="-338" y="29981"/>
                    <a:pt x="1285" y="28529"/>
                  </a:cubicBezTo>
                  <a:lnTo>
                    <a:pt x="31518" y="1028"/>
                  </a:lnTo>
                  <a:cubicBezTo>
                    <a:pt x="33141" y="-423"/>
                    <a:pt x="35703" y="-338"/>
                    <a:pt x="37155" y="1285"/>
                  </a:cubicBezTo>
                  <a:cubicBezTo>
                    <a:pt x="38606" y="2907"/>
                    <a:pt x="38521" y="5469"/>
                    <a:pt x="36898" y="6921"/>
                  </a:cubicBezTo>
                  <a:lnTo>
                    <a:pt x="6665" y="34422"/>
                  </a:lnTo>
                  <a:cubicBezTo>
                    <a:pt x="5897" y="35105"/>
                    <a:pt x="4957" y="35447"/>
                    <a:pt x="3932" y="3544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2" name="Google Shape;2952;p73">
              <a:extLst>
                <a:ext uri="{FF2B5EF4-FFF2-40B4-BE49-F238E27FC236}">
                  <a16:creationId xmlns:a16="http://schemas.microsoft.com/office/drawing/2014/main" id="{A5FBD0CB-8B23-4C9D-5867-4977E7F00AE5}"/>
                </a:ext>
              </a:extLst>
            </p:cNvPr>
            <p:cNvSpPr/>
            <p:nvPr/>
          </p:nvSpPr>
          <p:spPr>
            <a:xfrm>
              <a:off x="2356911" y="2569733"/>
              <a:ext cx="446847" cy="34966"/>
            </a:xfrm>
            <a:custGeom>
              <a:avLst/>
              <a:gdLst/>
              <a:ahLst/>
              <a:cxnLst/>
              <a:rect l="l" t="t" r="r" b="b"/>
              <a:pathLst>
                <a:path w="496497" h="38851" extrusionOk="0">
                  <a:moveTo>
                    <a:pt x="292248" y="38852"/>
                  </a:moveTo>
                  <a:cubicBezTo>
                    <a:pt x="231098" y="38852"/>
                    <a:pt x="170204" y="34838"/>
                    <a:pt x="110079" y="26724"/>
                  </a:cubicBezTo>
                  <a:cubicBezTo>
                    <a:pt x="74466" y="21942"/>
                    <a:pt x="38425" y="15622"/>
                    <a:pt x="3153" y="7935"/>
                  </a:cubicBezTo>
                  <a:cubicBezTo>
                    <a:pt x="1017" y="7508"/>
                    <a:pt x="-349" y="5373"/>
                    <a:pt x="78" y="3153"/>
                  </a:cubicBezTo>
                  <a:cubicBezTo>
                    <a:pt x="505" y="1018"/>
                    <a:pt x="2640" y="-349"/>
                    <a:pt x="4861" y="78"/>
                  </a:cubicBezTo>
                  <a:cubicBezTo>
                    <a:pt x="39962" y="7679"/>
                    <a:pt x="75747" y="13999"/>
                    <a:pt x="111190" y="18782"/>
                  </a:cubicBezTo>
                  <a:cubicBezTo>
                    <a:pt x="236308" y="35606"/>
                    <a:pt x="364329" y="34838"/>
                    <a:pt x="491924" y="16476"/>
                  </a:cubicBezTo>
                  <a:cubicBezTo>
                    <a:pt x="494059" y="16220"/>
                    <a:pt x="496109" y="17671"/>
                    <a:pt x="496450" y="19892"/>
                  </a:cubicBezTo>
                  <a:cubicBezTo>
                    <a:pt x="496792" y="22113"/>
                    <a:pt x="495255" y="24077"/>
                    <a:pt x="493034" y="24418"/>
                  </a:cubicBezTo>
                  <a:cubicBezTo>
                    <a:pt x="426162" y="34069"/>
                    <a:pt x="359034" y="38852"/>
                    <a:pt x="292333" y="3885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3" name="Google Shape;2953;p73">
              <a:extLst>
                <a:ext uri="{FF2B5EF4-FFF2-40B4-BE49-F238E27FC236}">
                  <a16:creationId xmlns:a16="http://schemas.microsoft.com/office/drawing/2014/main" id="{13D48887-362C-4CB8-A249-5D81CF453E88}"/>
                </a:ext>
              </a:extLst>
            </p:cNvPr>
            <p:cNvSpPr/>
            <p:nvPr/>
          </p:nvSpPr>
          <p:spPr>
            <a:xfrm>
              <a:off x="2343368" y="2594825"/>
              <a:ext cx="54654" cy="625721"/>
            </a:xfrm>
            <a:custGeom>
              <a:avLst/>
              <a:gdLst/>
              <a:ahLst/>
              <a:cxnLst/>
              <a:rect l="l" t="t" r="r" b="b"/>
              <a:pathLst>
                <a:path w="60727" h="695246" extrusionOk="0">
                  <a:moveTo>
                    <a:pt x="7945" y="695161"/>
                  </a:moveTo>
                  <a:cubicBezTo>
                    <a:pt x="5895" y="695161"/>
                    <a:pt x="4187" y="693624"/>
                    <a:pt x="3931" y="691574"/>
                  </a:cubicBezTo>
                  <a:cubicBezTo>
                    <a:pt x="87" y="650665"/>
                    <a:pt x="-937" y="609073"/>
                    <a:pt x="856" y="567994"/>
                  </a:cubicBezTo>
                  <a:cubicBezTo>
                    <a:pt x="4870" y="475671"/>
                    <a:pt x="22036" y="407689"/>
                    <a:pt x="31260" y="371136"/>
                  </a:cubicBezTo>
                  <a:lnTo>
                    <a:pt x="33822" y="360802"/>
                  </a:lnTo>
                  <a:cubicBezTo>
                    <a:pt x="58760" y="258999"/>
                    <a:pt x="59017" y="139176"/>
                    <a:pt x="34505" y="4749"/>
                  </a:cubicBezTo>
                  <a:cubicBezTo>
                    <a:pt x="34079" y="2529"/>
                    <a:pt x="35530" y="479"/>
                    <a:pt x="37751" y="52"/>
                  </a:cubicBezTo>
                  <a:cubicBezTo>
                    <a:pt x="39886" y="-289"/>
                    <a:pt x="42021" y="1077"/>
                    <a:pt x="42448" y="3298"/>
                  </a:cubicBezTo>
                  <a:cubicBezTo>
                    <a:pt x="67130" y="138920"/>
                    <a:pt x="66788" y="259768"/>
                    <a:pt x="41594" y="362681"/>
                  </a:cubicBezTo>
                  <a:lnTo>
                    <a:pt x="39032" y="373100"/>
                  </a:lnTo>
                  <a:cubicBezTo>
                    <a:pt x="29894" y="409312"/>
                    <a:pt x="12898" y="476781"/>
                    <a:pt x="8884" y="568335"/>
                  </a:cubicBezTo>
                  <a:cubicBezTo>
                    <a:pt x="7091" y="609073"/>
                    <a:pt x="8115" y="650239"/>
                    <a:pt x="11959" y="690891"/>
                  </a:cubicBezTo>
                  <a:cubicBezTo>
                    <a:pt x="12129" y="693112"/>
                    <a:pt x="10507" y="695076"/>
                    <a:pt x="8372" y="695247"/>
                  </a:cubicBezTo>
                  <a:cubicBezTo>
                    <a:pt x="8201" y="695247"/>
                    <a:pt x="8115" y="695247"/>
                    <a:pt x="8030" y="69524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4" name="Google Shape;2954;p73">
              <a:extLst>
                <a:ext uri="{FF2B5EF4-FFF2-40B4-BE49-F238E27FC236}">
                  <a16:creationId xmlns:a16="http://schemas.microsoft.com/office/drawing/2014/main" id="{1900E6C9-F011-A306-DFD1-E95DF23F5150}"/>
                </a:ext>
              </a:extLst>
            </p:cNvPr>
            <p:cNvSpPr/>
            <p:nvPr/>
          </p:nvSpPr>
          <p:spPr>
            <a:xfrm>
              <a:off x="2373474" y="2535337"/>
              <a:ext cx="28135" cy="41598"/>
            </a:xfrm>
            <a:custGeom>
              <a:avLst/>
              <a:gdLst/>
              <a:ahLst/>
              <a:cxnLst/>
              <a:rect l="l" t="t" r="r" b="b"/>
              <a:pathLst>
                <a:path w="31261" h="46220" extrusionOk="0">
                  <a:moveTo>
                    <a:pt x="27289" y="46135"/>
                  </a:moveTo>
                  <a:cubicBezTo>
                    <a:pt x="25922" y="46135"/>
                    <a:pt x="24641" y="45452"/>
                    <a:pt x="23872" y="44256"/>
                  </a:cubicBezTo>
                  <a:lnTo>
                    <a:pt x="557" y="6081"/>
                  </a:lnTo>
                  <a:cubicBezTo>
                    <a:pt x="-553" y="4202"/>
                    <a:pt x="44" y="1725"/>
                    <a:pt x="1923" y="615"/>
                  </a:cubicBezTo>
                  <a:cubicBezTo>
                    <a:pt x="3802" y="-581"/>
                    <a:pt x="6279" y="17"/>
                    <a:pt x="7389" y="1981"/>
                  </a:cubicBezTo>
                  <a:lnTo>
                    <a:pt x="30705" y="40157"/>
                  </a:lnTo>
                  <a:cubicBezTo>
                    <a:pt x="31815" y="42036"/>
                    <a:pt x="31217" y="44513"/>
                    <a:pt x="29338" y="45623"/>
                  </a:cubicBezTo>
                  <a:cubicBezTo>
                    <a:pt x="28655" y="46050"/>
                    <a:pt x="27972" y="46221"/>
                    <a:pt x="27289" y="4622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5" name="Google Shape;2955;p73">
              <a:extLst>
                <a:ext uri="{FF2B5EF4-FFF2-40B4-BE49-F238E27FC236}">
                  <a16:creationId xmlns:a16="http://schemas.microsoft.com/office/drawing/2014/main" id="{BE06B4C5-7A9F-720A-F20C-1C10FD653CE8}"/>
                </a:ext>
              </a:extLst>
            </p:cNvPr>
            <p:cNvSpPr/>
            <p:nvPr/>
          </p:nvSpPr>
          <p:spPr>
            <a:xfrm>
              <a:off x="2414434" y="2549412"/>
              <a:ext cx="13279" cy="27453"/>
            </a:xfrm>
            <a:custGeom>
              <a:avLst/>
              <a:gdLst/>
              <a:ahLst/>
              <a:cxnLst/>
              <a:rect l="l" t="t" r="r" b="b"/>
              <a:pathLst>
                <a:path w="14755" h="30503" extrusionOk="0">
                  <a:moveTo>
                    <a:pt x="10836" y="30504"/>
                  </a:moveTo>
                  <a:cubicBezTo>
                    <a:pt x="9128" y="30504"/>
                    <a:pt x="7506" y="29393"/>
                    <a:pt x="6993" y="27685"/>
                  </a:cubicBezTo>
                  <a:lnTo>
                    <a:pt x="161" y="5139"/>
                  </a:lnTo>
                  <a:cubicBezTo>
                    <a:pt x="-437" y="3003"/>
                    <a:pt x="673" y="783"/>
                    <a:pt x="2808" y="185"/>
                  </a:cubicBezTo>
                  <a:cubicBezTo>
                    <a:pt x="4858" y="-498"/>
                    <a:pt x="7164" y="783"/>
                    <a:pt x="7762" y="2833"/>
                  </a:cubicBezTo>
                  <a:lnTo>
                    <a:pt x="14594" y="25380"/>
                  </a:lnTo>
                  <a:cubicBezTo>
                    <a:pt x="15192" y="27515"/>
                    <a:pt x="14082" y="29735"/>
                    <a:pt x="11947" y="30333"/>
                  </a:cubicBezTo>
                  <a:cubicBezTo>
                    <a:pt x="11605" y="30418"/>
                    <a:pt x="11178" y="30504"/>
                    <a:pt x="10751" y="3050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6" name="Google Shape;2956;p73">
              <a:extLst>
                <a:ext uri="{FF2B5EF4-FFF2-40B4-BE49-F238E27FC236}">
                  <a16:creationId xmlns:a16="http://schemas.microsoft.com/office/drawing/2014/main" id="{2DBF202B-D132-BFAE-EF3A-D6CA2730DC53}"/>
                </a:ext>
              </a:extLst>
            </p:cNvPr>
            <p:cNvSpPr/>
            <p:nvPr/>
          </p:nvSpPr>
          <p:spPr>
            <a:xfrm>
              <a:off x="2532619" y="2540043"/>
              <a:ext cx="7532" cy="59185"/>
            </a:xfrm>
            <a:custGeom>
              <a:avLst/>
              <a:gdLst/>
              <a:ahLst/>
              <a:cxnLst/>
              <a:rect l="l" t="t" r="r" b="b"/>
              <a:pathLst>
                <a:path w="8369" h="65761" extrusionOk="0">
                  <a:moveTo>
                    <a:pt x="4356" y="65762"/>
                  </a:moveTo>
                  <a:cubicBezTo>
                    <a:pt x="2135" y="65762"/>
                    <a:pt x="342" y="63968"/>
                    <a:pt x="342" y="61748"/>
                  </a:cubicBezTo>
                  <a:lnTo>
                    <a:pt x="0" y="4014"/>
                  </a:lnTo>
                  <a:cubicBezTo>
                    <a:pt x="0" y="1793"/>
                    <a:pt x="1793" y="0"/>
                    <a:pt x="4014" y="0"/>
                  </a:cubicBezTo>
                  <a:cubicBezTo>
                    <a:pt x="6234" y="0"/>
                    <a:pt x="8028" y="1793"/>
                    <a:pt x="8028" y="4014"/>
                  </a:cubicBezTo>
                  <a:lnTo>
                    <a:pt x="8369" y="61748"/>
                  </a:lnTo>
                  <a:cubicBezTo>
                    <a:pt x="8369" y="63968"/>
                    <a:pt x="6576" y="65762"/>
                    <a:pt x="4356" y="65762"/>
                  </a:cubicBezTo>
                  <a:lnTo>
                    <a:pt x="4356" y="65762"/>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7" name="Google Shape;2957;p73">
              <a:extLst>
                <a:ext uri="{FF2B5EF4-FFF2-40B4-BE49-F238E27FC236}">
                  <a16:creationId xmlns:a16="http://schemas.microsoft.com/office/drawing/2014/main" id="{F2DCE78B-98E0-DE74-FB60-CED216910C8D}"/>
                </a:ext>
              </a:extLst>
            </p:cNvPr>
            <p:cNvSpPr/>
            <p:nvPr/>
          </p:nvSpPr>
          <p:spPr>
            <a:xfrm>
              <a:off x="2576760" y="2569650"/>
              <a:ext cx="7225" cy="30284"/>
            </a:xfrm>
            <a:custGeom>
              <a:avLst/>
              <a:gdLst/>
              <a:ahLst/>
              <a:cxnLst/>
              <a:rect l="l" t="t" r="r" b="b"/>
              <a:pathLst>
                <a:path w="8028" h="33649" extrusionOk="0">
                  <a:moveTo>
                    <a:pt x="4014" y="33649"/>
                  </a:moveTo>
                  <a:cubicBezTo>
                    <a:pt x="1793" y="33649"/>
                    <a:pt x="0" y="31856"/>
                    <a:pt x="0" y="29635"/>
                  </a:cubicBezTo>
                  <a:lnTo>
                    <a:pt x="0" y="4014"/>
                  </a:lnTo>
                  <a:cubicBezTo>
                    <a:pt x="0" y="1794"/>
                    <a:pt x="1793" y="0"/>
                    <a:pt x="4014" y="0"/>
                  </a:cubicBezTo>
                  <a:cubicBezTo>
                    <a:pt x="6235" y="0"/>
                    <a:pt x="8028" y="1794"/>
                    <a:pt x="8028" y="4014"/>
                  </a:cubicBezTo>
                  <a:lnTo>
                    <a:pt x="8028" y="29635"/>
                  </a:lnTo>
                  <a:cubicBezTo>
                    <a:pt x="8028" y="31856"/>
                    <a:pt x="6235" y="33649"/>
                    <a:pt x="4014" y="3364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8" name="Google Shape;2958;p73">
              <a:extLst>
                <a:ext uri="{FF2B5EF4-FFF2-40B4-BE49-F238E27FC236}">
                  <a16:creationId xmlns:a16="http://schemas.microsoft.com/office/drawing/2014/main" id="{7644F2A6-D46F-9F7F-FB5E-23A67FE1235A}"/>
                </a:ext>
              </a:extLst>
            </p:cNvPr>
            <p:cNvSpPr/>
            <p:nvPr/>
          </p:nvSpPr>
          <p:spPr>
            <a:xfrm>
              <a:off x="2662820" y="2569681"/>
              <a:ext cx="11640" cy="32327"/>
            </a:xfrm>
            <a:custGeom>
              <a:avLst/>
              <a:gdLst/>
              <a:ahLst/>
              <a:cxnLst/>
              <a:rect l="l" t="t" r="r" b="b"/>
              <a:pathLst>
                <a:path w="12933" h="35919" extrusionOk="0">
                  <a:moveTo>
                    <a:pt x="4002" y="35920"/>
                  </a:moveTo>
                  <a:cubicBezTo>
                    <a:pt x="1098" y="35493"/>
                    <a:pt x="-354" y="33358"/>
                    <a:pt x="73" y="31223"/>
                  </a:cubicBezTo>
                  <a:lnTo>
                    <a:pt x="5027" y="3295"/>
                  </a:lnTo>
                  <a:cubicBezTo>
                    <a:pt x="5454" y="1160"/>
                    <a:pt x="7504" y="-292"/>
                    <a:pt x="9639" y="50"/>
                  </a:cubicBezTo>
                  <a:cubicBezTo>
                    <a:pt x="11774" y="391"/>
                    <a:pt x="13226" y="2527"/>
                    <a:pt x="12884" y="4662"/>
                  </a:cubicBezTo>
                  <a:lnTo>
                    <a:pt x="7931" y="32589"/>
                  </a:lnTo>
                  <a:cubicBezTo>
                    <a:pt x="7589" y="34553"/>
                    <a:pt x="5881" y="35920"/>
                    <a:pt x="4002" y="3592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9" name="Google Shape;2959;p73">
              <a:extLst>
                <a:ext uri="{FF2B5EF4-FFF2-40B4-BE49-F238E27FC236}">
                  <a16:creationId xmlns:a16="http://schemas.microsoft.com/office/drawing/2014/main" id="{7F876564-3CF3-EB55-FDFC-D62D9F285F95}"/>
                </a:ext>
              </a:extLst>
            </p:cNvPr>
            <p:cNvSpPr/>
            <p:nvPr/>
          </p:nvSpPr>
          <p:spPr>
            <a:xfrm>
              <a:off x="2744706" y="2566109"/>
              <a:ext cx="7535" cy="28365"/>
            </a:xfrm>
            <a:custGeom>
              <a:avLst/>
              <a:gdLst/>
              <a:ahLst/>
              <a:cxnLst/>
              <a:rect l="l" t="t" r="r" b="b"/>
              <a:pathLst>
                <a:path w="8372" h="31517" extrusionOk="0">
                  <a:moveTo>
                    <a:pt x="4014" y="31517"/>
                  </a:moveTo>
                  <a:cubicBezTo>
                    <a:pt x="1708" y="31517"/>
                    <a:pt x="0" y="29638"/>
                    <a:pt x="0" y="27418"/>
                  </a:cubicBezTo>
                  <a:lnTo>
                    <a:pt x="342" y="3931"/>
                  </a:lnTo>
                  <a:cubicBezTo>
                    <a:pt x="342" y="1711"/>
                    <a:pt x="2221" y="-83"/>
                    <a:pt x="4441" y="3"/>
                  </a:cubicBezTo>
                  <a:cubicBezTo>
                    <a:pt x="6662" y="3"/>
                    <a:pt x="8455" y="1882"/>
                    <a:pt x="8370" y="4102"/>
                  </a:cubicBezTo>
                  <a:lnTo>
                    <a:pt x="8028" y="27589"/>
                  </a:lnTo>
                  <a:cubicBezTo>
                    <a:pt x="8028" y="29809"/>
                    <a:pt x="6235" y="31517"/>
                    <a:pt x="4014" y="3151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0" name="Google Shape;2960;p73">
              <a:extLst>
                <a:ext uri="{FF2B5EF4-FFF2-40B4-BE49-F238E27FC236}">
                  <a16:creationId xmlns:a16="http://schemas.microsoft.com/office/drawing/2014/main" id="{5DA31A0E-50AE-F1A7-1F1B-E7926E4E7E60}"/>
                </a:ext>
              </a:extLst>
            </p:cNvPr>
            <p:cNvSpPr/>
            <p:nvPr/>
          </p:nvSpPr>
          <p:spPr>
            <a:xfrm>
              <a:off x="2390971" y="3049118"/>
              <a:ext cx="342661" cy="75941"/>
            </a:xfrm>
            <a:custGeom>
              <a:avLst/>
              <a:gdLst/>
              <a:ahLst/>
              <a:cxnLst/>
              <a:rect l="l" t="t" r="r" b="b"/>
              <a:pathLst>
                <a:path w="380734" h="84379" extrusionOk="0">
                  <a:moveTo>
                    <a:pt x="190367" y="84380"/>
                  </a:moveTo>
                  <a:cubicBezTo>
                    <a:pt x="98045" y="84380"/>
                    <a:pt x="0" y="69605"/>
                    <a:pt x="0" y="42190"/>
                  </a:cubicBezTo>
                  <a:cubicBezTo>
                    <a:pt x="0" y="14775"/>
                    <a:pt x="98130" y="0"/>
                    <a:pt x="190367" y="0"/>
                  </a:cubicBezTo>
                  <a:cubicBezTo>
                    <a:pt x="282604" y="0"/>
                    <a:pt x="380734" y="14775"/>
                    <a:pt x="380734" y="42190"/>
                  </a:cubicBezTo>
                  <a:cubicBezTo>
                    <a:pt x="380734" y="69605"/>
                    <a:pt x="282604" y="84380"/>
                    <a:pt x="190367" y="84380"/>
                  </a:cubicBezTo>
                  <a:close/>
                  <a:moveTo>
                    <a:pt x="190367" y="7943"/>
                  </a:moveTo>
                  <a:cubicBezTo>
                    <a:pt x="77377" y="7943"/>
                    <a:pt x="7943" y="27842"/>
                    <a:pt x="7943" y="42190"/>
                  </a:cubicBezTo>
                  <a:cubicBezTo>
                    <a:pt x="7943" y="56538"/>
                    <a:pt x="77291" y="76437"/>
                    <a:pt x="190367" y="76437"/>
                  </a:cubicBezTo>
                  <a:cubicBezTo>
                    <a:pt x="303443" y="76437"/>
                    <a:pt x="372792" y="56538"/>
                    <a:pt x="372792" y="42190"/>
                  </a:cubicBezTo>
                  <a:cubicBezTo>
                    <a:pt x="372792" y="27842"/>
                    <a:pt x="303358" y="7943"/>
                    <a:pt x="190367" y="794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1" name="Google Shape;2961;p73">
              <a:extLst>
                <a:ext uri="{FF2B5EF4-FFF2-40B4-BE49-F238E27FC236}">
                  <a16:creationId xmlns:a16="http://schemas.microsoft.com/office/drawing/2014/main" id="{D5F8B693-4FD0-5C37-17FB-DADF086A5423}"/>
                </a:ext>
              </a:extLst>
            </p:cNvPr>
            <p:cNvSpPr/>
            <p:nvPr/>
          </p:nvSpPr>
          <p:spPr>
            <a:xfrm>
              <a:off x="2369145" y="3094554"/>
              <a:ext cx="386521" cy="163733"/>
            </a:xfrm>
            <a:custGeom>
              <a:avLst/>
              <a:gdLst/>
              <a:ahLst/>
              <a:cxnLst/>
              <a:rect l="l" t="t" r="r" b="b"/>
              <a:pathLst>
                <a:path w="429468" h="181925" extrusionOk="0">
                  <a:moveTo>
                    <a:pt x="218621" y="181669"/>
                  </a:moveTo>
                  <a:cubicBezTo>
                    <a:pt x="211617" y="181669"/>
                    <a:pt x="204529" y="181499"/>
                    <a:pt x="197526" y="181242"/>
                  </a:cubicBezTo>
                  <a:cubicBezTo>
                    <a:pt x="129714" y="178339"/>
                    <a:pt x="64038" y="161941"/>
                    <a:pt x="2290" y="132476"/>
                  </a:cubicBezTo>
                  <a:cubicBezTo>
                    <a:pt x="668" y="131708"/>
                    <a:pt x="-272" y="129914"/>
                    <a:pt x="70" y="128121"/>
                  </a:cubicBezTo>
                  <a:lnTo>
                    <a:pt x="24239" y="5992"/>
                  </a:lnTo>
                  <a:cubicBezTo>
                    <a:pt x="24666" y="3857"/>
                    <a:pt x="26802" y="2405"/>
                    <a:pt x="28937" y="2832"/>
                  </a:cubicBezTo>
                  <a:cubicBezTo>
                    <a:pt x="31072" y="3259"/>
                    <a:pt x="32524" y="5394"/>
                    <a:pt x="32097" y="7529"/>
                  </a:cubicBezTo>
                  <a:lnTo>
                    <a:pt x="8525" y="126669"/>
                  </a:lnTo>
                  <a:cubicBezTo>
                    <a:pt x="68394" y="154852"/>
                    <a:pt x="132105" y="170567"/>
                    <a:pt x="197782" y="173385"/>
                  </a:cubicBezTo>
                  <a:cubicBezTo>
                    <a:pt x="273792" y="176716"/>
                    <a:pt x="350912" y="161856"/>
                    <a:pt x="420944" y="130683"/>
                  </a:cubicBezTo>
                  <a:lnTo>
                    <a:pt x="398910" y="4711"/>
                  </a:lnTo>
                  <a:cubicBezTo>
                    <a:pt x="398568" y="2576"/>
                    <a:pt x="400020" y="441"/>
                    <a:pt x="402155" y="99"/>
                  </a:cubicBezTo>
                  <a:cubicBezTo>
                    <a:pt x="404290" y="-413"/>
                    <a:pt x="406425" y="1124"/>
                    <a:pt x="406767" y="3344"/>
                  </a:cubicBezTo>
                  <a:lnTo>
                    <a:pt x="429399" y="132391"/>
                  </a:lnTo>
                  <a:cubicBezTo>
                    <a:pt x="429741" y="134184"/>
                    <a:pt x="428801" y="135978"/>
                    <a:pt x="427093" y="136747"/>
                  </a:cubicBezTo>
                  <a:cubicBezTo>
                    <a:pt x="361673" y="166382"/>
                    <a:pt x="289934" y="181840"/>
                    <a:pt x="218621" y="18192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2" name="Google Shape;2962;p73">
              <a:extLst>
                <a:ext uri="{FF2B5EF4-FFF2-40B4-BE49-F238E27FC236}">
                  <a16:creationId xmlns:a16="http://schemas.microsoft.com/office/drawing/2014/main" id="{4C1CAD90-1667-90B6-285E-10163D335F69}"/>
                </a:ext>
              </a:extLst>
            </p:cNvPr>
            <p:cNvSpPr/>
            <p:nvPr/>
          </p:nvSpPr>
          <p:spPr>
            <a:xfrm>
              <a:off x="2440648" y="3041735"/>
              <a:ext cx="254113" cy="52114"/>
            </a:xfrm>
            <a:custGeom>
              <a:avLst/>
              <a:gdLst/>
              <a:ahLst/>
              <a:cxnLst/>
              <a:rect l="l" t="t" r="r" b="b"/>
              <a:pathLst>
                <a:path w="282348" h="57904" extrusionOk="0">
                  <a:moveTo>
                    <a:pt x="282348" y="28952"/>
                  </a:moveTo>
                  <a:cubicBezTo>
                    <a:pt x="282348" y="44942"/>
                    <a:pt x="219142" y="57905"/>
                    <a:pt x="141174" y="57905"/>
                  </a:cubicBezTo>
                  <a:cubicBezTo>
                    <a:pt x="63206" y="57905"/>
                    <a:pt x="0" y="44942"/>
                    <a:pt x="0" y="28952"/>
                  </a:cubicBezTo>
                  <a:cubicBezTo>
                    <a:pt x="0" y="12962"/>
                    <a:pt x="63206" y="0"/>
                    <a:pt x="141174" y="0"/>
                  </a:cubicBezTo>
                  <a:cubicBezTo>
                    <a:pt x="219142" y="0"/>
                    <a:pt x="282348" y="12962"/>
                    <a:pt x="282348" y="2895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3" name="Google Shape;2963;p73">
              <a:extLst>
                <a:ext uri="{FF2B5EF4-FFF2-40B4-BE49-F238E27FC236}">
                  <a16:creationId xmlns:a16="http://schemas.microsoft.com/office/drawing/2014/main" id="{BB156D1C-17CB-C7D9-515E-F5A448D3561F}"/>
                </a:ext>
              </a:extLst>
            </p:cNvPr>
            <p:cNvSpPr/>
            <p:nvPr/>
          </p:nvSpPr>
          <p:spPr>
            <a:xfrm>
              <a:off x="2506474" y="3031046"/>
              <a:ext cx="30899" cy="25057"/>
            </a:xfrm>
            <a:custGeom>
              <a:avLst/>
              <a:gdLst/>
              <a:ahLst/>
              <a:cxnLst/>
              <a:rect l="l" t="t" r="r" b="b"/>
              <a:pathLst>
                <a:path w="34332" h="27841" extrusionOk="0">
                  <a:moveTo>
                    <a:pt x="34333" y="13921"/>
                  </a:moveTo>
                  <a:cubicBezTo>
                    <a:pt x="34333" y="21607"/>
                    <a:pt x="26646" y="27842"/>
                    <a:pt x="17166" y="27842"/>
                  </a:cubicBezTo>
                  <a:cubicBezTo>
                    <a:pt x="7686" y="27842"/>
                    <a:pt x="0" y="21607"/>
                    <a:pt x="0" y="13921"/>
                  </a:cubicBezTo>
                  <a:cubicBezTo>
                    <a:pt x="0" y="6234"/>
                    <a:pt x="7686" y="0"/>
                    <a:pt x="17166" y="0"/>
                  </a:cubicBezTo>
                  <a:cubicBezTo>
                    <a:pt x="26646" y="0"/>
                    <a:pt x="34333" y="6234"/>
                    <a:pt x="34333" y="1392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4" name="Google Shape;2964;p73">
              <a:extLst>
                <a:ext uri="{FF2B5EF4-FFF2-40B4-BE49-F238E27FC236}">
                  <a16:creationId xmlns:a16="http://schemas.microsoft.com/office/drawing/2014/main" id="{4E1065EC-DD8C-C5AB-450F-B17696C3743A}"/>
                </a:ext>
              </a:extLst>
            </p:cNvPr>
            <p:cNvSpPr/>
            <p:nvPr/>
          </p:nvSpPr>
          <p:spPr>
            <a:xfrm>
              <a:off x="2550075" y="3022434"/>
              <a:ext cx="39969" cy="26133"/>
            </a:xfrm>
            <a:custGeom>
              <a:avLst/>
              <a:gdLst/>
              <a:ahLst/>
              <a:cxnLst/>
              <a:rect l="l" t="t" r="r" b="b"/>
              <a:pathLst>
                <a:path w="44410" h="29037" extrusionOk="0">
                  <a:moveTo>
                    <a:pt x="44411" y="14519"/>
                  </a:moveTo>
                  <a:cubicBezTo>
                    <a:pt x="44411" y="22537"/>
                    <a:pt x="34469" y="29038"/>
                    <a:pt x="22205" y="29038"/>
                  </a:cubicBezTo>
                  <a:cubicBezTo>
                    <a:pt x="9942" y="29038"/>
                    <a:pt x="0" y="22537"/>
                    <a:pt x="0" y="14519"/>
                  </a:cubicBezTo>
                  <a:cubicBezTo>
                    <a:pt x="0" y="6500"/>
                    <a:pt x="9942" y="0"/>
                    <a:pt x="22205" y="0"/>
                  </a:cubicBezTo>
                  <a:cubicBezTo>
                    <a:pt x="34469" y="0"/>
                    <a:pt x="44411" y="6500"/>
                    <a:pt x="44411" y="1451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5" name="Google Shape;2965;p73">
              <a:extLst>
                <a:ext uri="{FF2B5EF4-FFF2-40B4-BE49-F238E27FC236}">
                  <a16:creationId xmlns:a16="http://schemas.microsoft.com/office/drawing/2014/main" id="{D1F45527-23D6-65F1-53B5-316FCA1A2C8D}"/>
                </a:ext>
              </a:extLst>
            </p:cNvPr>
            <p:cNvSpPr/>
            <p:nvPr/>
          </p:nvSpPr>
          <p:spPr>
            <a:xfrm>
              <a:off x="2533926" y="3026509"/>
              <a:ext cx="38586" cy="26902"/>
            </a:xfrm>
            <a:custGeom>
              <a:avLst/>
              <a:gdLst/>
              <a:ahLst/>
              <a:cxnLst/>
              <a:rect l="l" t="t" r="r" b="b"/>
              <a:pathLst>
                <a:path w="42873" h="29891" extrusionOk="0">
                  <a:moveTo>
                    <a:pt x="42873" y="14946"/>
                  </a:moveTo>
                  <a:cubicBezTo>
                    <a:pt x="42873" y="23200"/>
                    <a:pt x="33276" y="29892"/>
                    <a:pt x="21437" y="29892"/>
                  </a:cubicBezTo>
                  <a:cubicBezTo>
                    <a:pt x="9598" y="29892"/>
                    <a:pt x="0" y="23200"/>
                    <a:pt x="0" y="14946"/>
                  </a:cubicBezTo>
                  <a:cubicBezTo>
                    <a:pt x="0" y="6692"/>
                    <a:pt x="9598" y="0"/>
                    <a:pt x="21437" y="0"/>
                  </a:cubicBezTo>
                  <a:cubicBezTo>
                    <a:pt x="33276" y="0"/>
                    <a:pt x="42873" y="6692"/>
                    <a:pt x="42873" y="1494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6" name="Google Shape;2966;p73">
              <a:extLst>
                <a:ext uri="{FF2B5EF4-FFF2-40B4-BE49-F238E27FC236}">
                  <a16:creationId xmlns:a16="http://schemas.microsoft.com/office/drawing/2014/main" id="{5487F283-DA36-890B-9D48-22D4C9663655}"/>
                </a:ext>
              </a:extLst>
            </p:cNvPr>
            <p:cNvSpPr/>
            <p:nvPr/>
          </p:nvSpPr>
          <p:spPr>
            <a:xfrm>
              <a:off x="2588832" y="3030970"/>
              <a:ext cx="67333" cy="34127"/>
            </a:xfrm>
            <a:custGeom>
              <a:avLst/>
              <a:gdLst/>
              <a:ahLst/>
              <a:cxnLst/>
              <a:rect l="l" t="t" r="r" b="b"/>
              <a:pathLst>
                <a:path w="74814" h="37919" extrusionOk="0">
                  <a:moveTo>
                    <a:pt x="0" y="18960"/>
                  </a:moveTo>
                  <a:cubicBezTo>
                    <a:pt x="0" y="8540"/>
                    <a:pt x="16739" y="0"/>
                    <a:pt x="37407" y="0"/>
                  </a:cubicBezTo>
                  <a:cubicBezTo>
                    <a:pt x="58075" y="0"/>
                    <a:pt x="74815" y="8455"/>
                    <a:pt x="74815" y="18960"/>
                  </a:cubicBezTo>
                  <a:cubicBezTo>
                    <a:pt x="74815" y="29465"/>
                    <a:pt x="58075" y="37920"/>
                    <a:pt x="37407" y="37920"/>
                  </a:cubicBezTo>
                  <a:cubicBezTo>
                    <a:pt x="16739" y="37920"/>
                    <a:pt x="0" y="29465"/>
                    <a:pt x="0" y="1896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7" name="Google Shape;2967;p73">
              <a:extLst>
                <a:ext uri="{FF2B5EF4-FFF2-40B4-BE49-F238E27FC236}">
                  <a16:creationId xmlns:a16="http://schemas.microsoft.com/office/drawing/2014/main" id="{958B23B8-9CBE-7946-EAAD-F630685FBFE8}"/>
                </a:ext>
              </a:extLst>
            </p:cNvPr>
            <p:cNvSpPr/>
            <p:nvPr/>
          </p:nvSpPr>
          <p:spPr>
            <a:xfrm>
              <a:off x="2497169" y="3043581"/>
              <a:ext cx="27210" cy="12298"/>
            </a:xfrm>
            <a:custGeom>
              <a:avLst/>
              <a:gdLst/>
              <a:ahLst/>
              <a:cxnLst/>
              <a:rect l="l" t="t" r="r" b="b"/>
              <a:pathLst>
                <a:path w="30233" h="13664" extrusionOk="0">
                  <a:moveTo>
                    <a:pt x="30233" y="6833"/>
                  </a:moveTo>
                  <a:cubicBezTo>
                    <a:pt x="30233" y="10590"/>
                    <a:pt x="23486" y="13665"/>
                    <a:pt x="15117" y="13665"/>
                  </a:cubicBezTo>
                  <a:cubicBezTo>
                    <a:pt x="6747" y="13665"/>
                    <a:pt x="0" y="10590"/>
                    <a:pt x="0" y="6833"/>
                  </a:cubicBezTo>
                  <a:cubicBezTo>
                    <a:pt x="0" y="3075"/>
                    <a:pt x="6747" y="0"/>
                    <a:pt x="15117" y="0"/>
                  </a:cubicBezTo>
                  <a:cubicBezTo>
                    <a:pt x="23486" y="0"/>
                    <a:pt x="30233" y="3075"/>
                    <a:pt x="30233" y="683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8" name="Google Shape;2968;p73">
              <a:extLst>
                <a:ext uri="{FF2B5EF4-FFF2-40B4-BE49-F238E27FC236}">
                  <a16:creationId xmlns:a16="http://schemas.microsoft.com/office/drawing/2014/main" id="{03F47FB5-EAD8-B1C3-57C1-C1737EAFCF01}"/>
                </a:ext>
              </a:extLst>
            </p:cNvPr>
            <p:cNvSpPr/>
            <p:nvPr/>
          </p:nvSpPr>
          <p:spPr>
            <a:xfrm>
              <a:off x="2482327" y="3043581"/>
              <a:ext cx="21983" cy="14604"/>
            </a:xfrm>
            <a:custGeom>
              <a:avLst/>
              <a:gdLst/>
              <a:ahLst/>
              <a:cxnLst/>
              <a:rect l="l" t="t" r="r" b="b"/>
              <a:pathLst>
                <a:path w="24425" h="16227" extrusionOk="0">
                  <a:moveTo>
                    <a:pt x="24426" y="8114"/>
                  </a:moveTo>
                  <a:cubicBezTo>
                    <a:pt x="24426" y="12640"/>
                    <a:pt x="18960" y="16227"/>
                    <a:pt x="12213" y="16227"/>
                  </a:cubicBezTo>
                  <a:cubicBezTo>
                    <a:pt x="5466" y="16227"/>
                    <a:pt x="0" y="12555"/>
                    <a:pt x="0" y="8114"/>
                  </a:cubicBezTo>
                  <a:cubicBezTo>
                    <a:pt x="0" y="3673"/>
                    <a:pt x="5466" y="0"/>
                    <a:pt x="12213" y="0"/>
                  </a:cubicBezTo>
                  <a:cubicBezTo>
                    <a:pt x="18960" y="0"/>
                    <a:pt x="24426" y="3673"/>
                    <a:pt x="24426" y="811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9" name="Google Shape;2969;p73">
              <a:extLst>
                <a:ext uri="{FF2B5EF4-FFF2-40B4-BE49-F238E27FC236}">
                  <a16:creationId xmlns:a16="http://schemas.microsoft.com/office/drawing/2014/main" id="{A8CFA3BC-195B-6AEF-0001-E5443BB1F85F}"/>
                </a:ext>
              </a:extLst>
            </p:cNvPr>
            <p:cNvSpPr/>
            <p:nvPr/>
          </p:nvSpPr>
          <p:spPr>
            <a:xfrm>
              <a:off x="2457643" y="3050886"/>
              <a:ext cx="35664" cy="9377"/>
            </a:xfrm>
            <a:custGeom>
              <a:avLst/>
              <a:gdLst/>
              <a:ahLst/>
              <a:cxnLst/>
              <a:rect l="l" t="t" r="r" b="b"/>
              <a:pathLst>
                <a:path w="39627" h="10419" extrusionOk="0">
                  <a:moveTo>
                    <a:pt x="39628" y="5210"/>
                  </a:moveTo>
                  <a:cubicBezTo>
                    <a:pt x="39628" y="8114"/>
                    <a:pt x="30746" y="10419"/>
                    <a:pt x="19814" y="10419"/>
                  </a:cubicBezTo>
                  <a:cubicBezTo>
                    <a:pt x="8882" y="10419"/>
                    <a:pt x="0" y="8114"/>
                    <a:pt x="0" y="5210"/>
                  </a:cubicBezTo>
                  <a:cubicBezTo>
                    <a:pt x="0" y="2306"/>
                    <a:pt x="8882" y="0"/>
                    <a:pt x="19814" y="0"/>
                  </a:cubicBezTo>
                  <a:cubicBezTo>
                    <a:pt x="30746" y="0"/>
                    <a:pt x="39628" y="2306"/>
                    <a:pt x="39628" y="521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0" name="Google Shape;2970;p73">
              <a:extLst>
                <a:ext uri="{FF2B5EF4-FFF2-40B4-BE49-F238E27FC236}">
                  <a16:creationId xmlns:a16="http://schemas.microsoft.com/office/drawing/2014/main" id="{86AFE4ED-F8EF-AE88-9997-F4F38D2CC548}"/>
                </a:ext>
              </a:extLst>
            </p:cNvPr>
            <p:cNvSpPr/>
            <p:nvPr/>
          </p:nvSpPr>
          <p:spPr>
            <a:xfrm>
              <a:off x="2650428" y="3048041"/>
              <a:ext cx="26287" cy="12144"/>
            </a:xfrm>
            <a:custGeom>
              <a:avLst/>
              <a:gdLst/>
              <a:ahLst/>
              <a:cxnLst/>
              <a:rect l="l" t="t" r="r" b="b"/>
              <a:pathLst>
                <a:path w="29208" h="13493" extrusionOk="0">
                  <a:moveTo>
                    <a:pt x="29208" y="6747"/>
                  </a:moveTo>
                  <a:cubicBezTo>
                    <a:pt x="29208" y="10505"/>
                    <a:pt x="22632" y="13494"/>
                    <a:pt x="14604" y="13494"/>
                  </a:cubicBezTo>
                  <a:cubicBezTo>
                    <a:pt x="6576" y="13494"/>
                    <a:pt x="0" y="10419"/>
                    <a:pt x="0" y="6747"/>
                  </a:cubicBezTo>
                  <a:cubicBezTo>
                    <a:pt x="0" y="3074"/>
                    <a:pt x="6576" y="0"/>
                    <a:pt x="14604" y="0"/>
                  </a:cubicBezTo>
                  <a:cubicBezTo>
                    <a:pt x="22632" y="0"/>
                    <a:pt x="29208" y="3074"/>
                    <a:pt x="29208" y="67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1" name="Google Shape;2971;p73">
              <a:extLst>
                <a:ext uri="{FF2B5EF4-FFF2-40B4-BE49-F238E27FC236}">
                  <a16:creationId xmlns:a16="http://schemas.microsoft.com/office/drawing/2014/main" id="{98D1190C-0DEC-7938-5F3C-B43B824A0526}"/>
                </a:ext>
              </a:extLst>
            </p:cNvPr>
            <p:cNvSpPr/>
            <p:nvPr/>
          </p:nvSpPr>
          <p:spPr>
            <a:xfrm>
              <a:off x="2134425" y="3081749"/>
              <a:ext cx="407544" cy="221496"/>
            </a:xfrm>
            <a:custGeom>
              <a:avLst/>
              <a:gdLst/>
              <a:ahLst/>
              <a:cxnLst/>
              <a:rect l="l" t="t" r="r" b="b"/>
              <a:pathLst>
                <a:path w="452827" h="246107" extrusionOk="0">
                  <a:moveTo>
                    <a:pt x="452742" y="174368"/>
                  </a:moveTo>
                  <a:cubicBezTo>
                    <a:pt x="443690" y="198281"/>
                    <a:pt x="434637" y="222194"/>
                    <a:pt x="425499" y="246108"/>
                  </a:cubicBezTo>
                  <a:cubicBezTo>
                    <a:pt x="387323" y="235091"/>
                    <a:pt x="348293" y="224330"/>
                    <a:pt x="308238" y="213996"/>
                  </a:cubicBezTo>
                  <a:cubicBezTo>
                    <a:pt x="234192" y="194780"/>
                    <a:pt x="162110" y="178126"/>
                    <a:pt x="92420" y="163778"/>
                  </a:cubicBezTo>
                  <a:cubicBezTo>
                    <a:pt x="83196" y="162924"/>
                    <a:pt x="66457" y="160020"/>
                    <a:pt x="48864" y="149259"/>
                  </a:cubicBezTo>
                  <a:cubicBezTo>
                    <a:pt x="41006" y="144476"/>
                    <a:pt x="21534" y="130982"/>
                    <a:pt x="10175" y="105703"/>
                  </a:cubicBezTo>
                  <a:cubicBezTo>
                    <a:pt x="866" y="84864"/>
                    <a:pt x="-8785" y="43186"/>
                    <a:pt x="14275" y="18760"/>
                  </a:cubicBezTo>
                  <a:cubicBezTo>
                    <a:pt x="32551" y="-626"/>
                    <a:pt x="62443" y="-2505"/>
                    <a:pt x="79524" y="2107"/>
                  </a:cubicBezTo>
                  <a:cubicBezTo>
                    <a:pt x="117785" y="12355"/>
                    <a:pt x="146908" y="24312"/>
                    <a:pt x="165270" y="32596"/>
                  </a:cubicBezTo>
                  <a:cubicBezTo>
                    <a:pt x="266218" y="78287"/>
                    <a:pt x="300295" y="130726"/>
                    <a:pt x="398425" y="161472"/>
                  </a:cubicBezTo>
                  <a:cubicBezTo>
                    <a:pt x="421826" y="168816"/>
                    <a:pt x="441384" y="172574"/>
                    <a:pt x="452828" y="17445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2" name="Google Shape;2972;p73">
              <a:extLst>
                <a:ext uri="{FF2B5EF4-FFF2-40B4-BE49-F238E27FC236}">
                  <a16:creationId xmlns:a16="http://schemas.microsoft.com/office/drawing/2014/main" id="{A1A69282-19A0-49CE-4B61-AE9CE497819F}"/>
                </a:ext>
              </a:extLst>
            </p:cNvPr>
            <p:cNvSpPr/>
            <p:nvPr/>
          </p:nvSpPr>
          <p:spPr>
            <a:xfrm>
              <a:off x="2562533" y="2855946"/>
              <a:ext cx="392014" cy="278182"/>
            </a:xfrm>
            <a:custGeom>
              <a:avLst/>
              <a:gdLst/>
              <a:ahLst/>
              <a:cxnLst/>
              <a:rect l="l" t="t" r="r" b="b"/>
              <a:pathLst>
                <a:path w="435571" h="309091" extrusionOk="0">
                  <a:moveTo>
                    <a:pt x="38603" y="85"/>
                  </a:moveTo>
                  <a:cubicBezTo>
                    <a:pt x="62089" y="11017"/>
                    <a:pt x="71569" y="36212"/>
                    <a:pt x="64737" y="52780"/>
                  </a:cubicBezTo>
                  <a:cubicBezTo>
                    <a:pt x="56880" y="71740"/>
                    <a:pt x="25878" y="83013"/>
                    <a:pt x="0" y="66360"/>
                  </a:cubicBezTo>
                  <a:cubicBezTo>
                    <a:pt x="32539" y="89077"/>
                    <a:pt x="65506" y="112734"/>
                    <a:pt x="98728" y="137245"/>
                  </a:cubicBezTo>
                  <a:cubicBezTo>
                    <a:pt x="160305" y="182766"/>
                    <a:pt x="218551" y="228287"/>
                    <a:pt x="273551" y="273381"/>
                  </a:cubicBezTo>
                  <a:cubicBezTo>
                    <a:pt x="281323" y="280555"/>
                    <a:pt x="294134" y="290718"/>
                    <a:pt x="312240" y="298062"/>
                  </a:cubicBezTo>
                  <a:cubicBezTo>
                    <a:pt x="327613" y="304297"/>
                    <a:pt x="357163" y="316339"/>
                    <a:pt x="388079" y="303187"/>
                  </a:cubicBezTo>
                  <a:cubicBezTo>
                    <a:pt x="409687" y="293963"/>
                    <a:pt x="433258" y="271929"/>
                    <a:pt x="435393" y="242806"/>
                  </a:cubicBezTo>
                  <a:cubicBezTo>
                    <a:pt x="437443" y="215049"/>
                    <a:pt x="421387" y="191819"/>
                    <a:pt x="407295" y="181656"/>
                  </a:cubicBezTo>
                  <a:cubicBezTo>
                    <a:pt x="375268" y="158340"/>
                    <a:pt x="347683" y="143224"/>
                    <a:pt x="329662" y="134171"/>
                  </a:cubicBezTo>
                  <a:cubicBezTo>
                    <a:pt x="230593" y="84380"/>
                    <a:pt x="168504" y="90956"/>
                    <a:pt x="82843" y="34077"/>
                  </a:cubicBezTo>
                  <a:cubicBezTo>
                    <a:pt x="62431" y="20497"/>
                    <a:pt x="47229" y="7686"/>
                    <a:pt x="38518" y="0"/>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3" name="Google Shape;2973;p73">
              <a:extLst>
                <a:ext uri="{FF2B5EF4-FFF2-40B4-BE49-F238E27FC236}">
                  <a16:creationId xmlns:a16="http://schemas.microsoft.com/office/drawing/2014/main" id="{489A3DEC-5A2F-1172-996E-95655CAD4988}"/>
                </a:ext>
              </a:extLst>
            </p:cNvPr>
            <p:cNvSpPr/>
            <p:nvPr/>
          </p:nvSpPr>
          <p:spPr>
            <a:xfrm>
              <a:off x="2439802" y="3214418"/>
              <a:ext cx="294156" cy="109335"/>
            </a:xfrm>
            <a:custGeom>
              <a:avLst/>
              <a:gdLst/>
              <a:ahLst/>
              <a:cxnLst/>
              <a:rect l="l" t="t" r="r" b="b"/>
              <a:pathLst>
                <a:path w="326840" h="121483" extrusionOk="0">
                  <a:moveTo>
                    <a:pt x="14433" y="29758"/>
                  </a:moveTo>
                  <a:cubicBezTo>
                    <a:pt x="104792" y="-9784"/>
                    <a:pt x="169101" y="-1670"/>
                    <a:pt x="203947" y="7724"/>
                  </a:cubicBezTo>
                  <a:cubicBezTo>
                    <a:pt x="239304" y="17204"/>
                    <a:pt x="280640" y="37786"/>
                    <a:pt x="277907" y="44021"/>
                  </a:cubicBezTo>
                  <a:cubicBezTo>
                    <a:pt x="275174" y="50085"/>
                    <a:pt x="234521" y="43594"/>
                    <a:pt x="197029" y="36249"/>
                  </a:cubicBezTo>
                  <a:cubicBezTo>
                    <a:pt x="189940" y="42655"/>
                    <a:pt x="175678" y="56576"/>
                    <a:pt x="180631" y="63920"/>
                  </a:cubicBezTo>
                  <a:cubicBezTo>
                    <a:pt x="186353" y="72546"/>
                    <a:pt x="213426" y="68361"/>
                    <a:pt x="229739" y="65543"/>
                  </a:cubicBezTo>
                  <a:cubicBezTo>
                    <a:pt x="253652" y="61443"/>
                    <a:pt x="272441" y="54270"/>
                    <a:pt x="311642" y="46583"/>
                  </a:cubicBezTo>
                  <a:cubicBezTo>
                    <a:pt x="321634" y="44619"/>
                    <a:pt x="326075" y="44021"/>
                    <a:pt x="326759" y="45473"/>
                  </a:cubicBezTo>
                  <a:cubicBezTo>
                    <a:pt x="328979" y="50512"/>
                    <a:pt x="285764" y="74681"/>
                    <a:pt x="247161" y="95178"/>
                  </a:cubicBezTo>
                  <a:cubicBezTo>
                    <a:pt x="213768" y="103975"/>
                    <a:pt x="180375" y="112686"/>
                    <a:pt x="146896" y="121483"/>
                  </a:cubicBezTo>
                  <a:cubicBezTo>
                    <a:pt x="97959" y="106623"/>
                    <a:pt x="48937" y="91762"/>
                    <a:pt x="0" y="76902"/>
                  </a:cubicBezTo>
                  <a:cubicBezTo>
                    <a:pt x="4783" y="61187"/>
                    <a:pt x="9565" y="45388"/>
                    <a:pt x="14348" y="2967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4" name="Google Shape;2974;p73">
              <a:extLst>
                <a:ext uri="{FF2B5EF4-FFF2-40B4-BE49-F238E27FC236}">
                  <a16:creationId xmlns:a16="http://schemas.microsoft.com/office/drawing/2014/main" id="{84AE7D16-D7D8-DA81-F20A-F3B0E93D19C4}"/>
                </a:ext>
              </a:extLst>
            </p:cNvPr>
            <p:cNvSpPr/>
            <p:nvPr/>
          </p:nvSpPr>
          <p:spPr>
            <a:xfrm>
              <a:off x="2422853" y="2799669"/>
              <a:ext cx="267057" cy="196297"/>
            </a:xfrm>
            <a:custGeom>
              <a:avLst/>
              <a:gdLst/>
              <a:ahLst/>
              <a:cxnLst/>
              <a:rect l="l" t="t" r="r" b="b"/>
              <a:pathLst>
                <a:path w="296730" h="218108" extrusionOk="0">
                  <a:moveTo>
                    <a:pt x="296475" y="129288"/>
                  </a:moveTo>
                  <a:cubicBezTo>
                    <a:pt x="283920" y="117160"/>
                    <a:pt x="265046" y="98542"/>
                    <a:pt x="243182" y="74629"/>
                  </a:cubicBezTo>
                  <a:cubicBezTo>
                    <a:pt x="196380" y="23557"/>
                    <a:pt x="179897" y="-2833"/>
                    <a:pt x="174260" y="241"/>
                  </a:cubicBezTo>
                  <a:cubicBezTo>
                    <a:pt x="168196" y="3572"/>
                    <a:pt x="178787" y="42517"/>
                    <a:pt x="201163" y="74031"/>
                  </a:cubicBezTo>
                  <a:cubicBezTo>
                    <a:pt x="207056" y="82315"/>
                    <a:pt x="212863" y="88806"/>
                    <a:pt x="217646" y="93674"/>
                  </a:cubicBezTo>
                  <a:cubicBezTo>
                    <a:pt x="204750" y="93759"/>
                    <a:pt x="183996" y="93674"/>
                    <a:pt x="158290" y="92308"/>
                  </a:cubicBezTo>
                  <a:cubicBezTo>
                    <a:pt x="110805" y="89745"/>
                    <a:pt x="97738" y="85646"/>
                    <a:pt x="72885" y="89660"/>
                  </a:cubicBezTo>
                  <a:cubicBezTo>
                    <a:pt x="35051" y="95724"/>
                    <a:pt x="4646" y="114854"/>
                    <a:pt x="6184" y="119808"/>
                  </a:cubicBezTo>
                  <a:cubicBezTo>
                    <a:pt x="7806" y="125274"/>
                    <a:pt x="47434" y="111951"/>
                    <a:pt x="110805" y="116135"/>
                  </a:cubicBezTo>
                  <a:cubicBezTo>
                    <a:pt x="126946" y="117246"/>
                    <a:pt x="140355" y="119125"/>
                    <a:pt x="149408" y="120662"/>
                  </a:cubicBezTo>
                  <a:cubicBezTo>
                    <a:pt x="148810" y="124420"/>
                    <a:pt x="148127" y="128092"/>
                    <a:pt x="147529" y="131850"/>
                  </a:cubicBezTo>
                  <a:cubicBezTo>
                    <a:pt x="123188" y="126213"/>
                    <a:pt x="82023" y="120662"/>
                    <a:pt x="36929" y="136291"/>
                  </a:cubicBezTo>
                  <a:cubicBezTo>
                    <a:pt x="17457" y="143038"/>
                    <a:pt x="-905" y="153201"/>
                    <a:pt x="35" y="156276"/>
                  </a:cubicBezTo>
                  <a:cubicBezTo>
                    <a:pt x="1572" y="161144"/>
                    <a:pt x="48459" y="142355"/>
                    <a:pt x="110805" y="149102"/>
                  </a:cubicBezTo>
                  <a:cubicBezTo>
                    <a:pt x="126092" y="150724"/>
                    <a:pt x="138561" y="153543"/>
                    <a:pt x="146931" y="155763"/>
                  </a:cubicBezTo>
                  <a:cubicBezTo>
                    <a:pt x="146760" y="157215"/>
                    <a:pt x="146418" y="159179"/>
                    <a:pt x="145052" y="161144"/>
                  </a:cubicBezTo>
                  <a:cubicBezTo>
                    <a:pt x="138220" y="170795"/>
                    <a:pt x="115331" y="164731"/>
                    <a:pt x="104228" y="162681"/>
                  </a:cubicBezTo>
                  <a:cubicBezTo>
                    <a:pt x="59733" y="154567"/>
                    <a:pt x="16432" y="176687"/>
                    <a:pt x="16945" y="180531"/>
                  </a:cubicBezTo>
                  <a:cubicBezTo>
                    <a:pt x="17372" y="183947"/>
                    <a:pt x="53840" y="178652"/>
                    <a:pt x="117125" y="184630"/>
                  </a:cubicBezTo>
                  <a:cubicBezTo>
                    <a:pt x="128227" y="185655"/>
                    <a:pt x="137622" y="186850"/>
                    <a:pt x="144369" y="187790"/>
                  </a:cubicBezTo>
                  <a:cubicBezTo>
                    <a:pt x="144625" y="190950"/>
                    <a:pt x="144881" y="194110"/>
                    <a:pt x="145137" y="197185"/>
                  </a:cubicBezTo>
                  <a:cubicBezTo>
                    <a:pt x="134035" y="195647"/>
                    <a:pt x="117552" y="194366"/>
                    <a:pt x="97994" y="196245"/>
                  </a:cubicBezTo>
                  <a:cubicBezTo>
                    <a:pt x="76045" y="198466"/>
                    <a:pt x="52046" y="204529"/>
                    <a:pt x="52388" y="207945"/>
                  </a:cubicBezTo>
                  <a:cubicBezTo>
                    <a:pt x="52644" y="210337"/>
                    <a:pt x="64771" y="210422"/>
                    <a:pt x="91503" y="212557"/>
                  </a:cubicBezTo>
                  <a:cubicBezTo>
                    <a:pt x="113623" y="214351"/>
                    <a:pt x="131729" y="216486"/>
                    <a:pt x="143942" y="218109"/>
                  </a:cubicBezTo>
                  <a:cubicBezTo>
                    <a:pt x="170246" y="217255"/>
                    <a:pt x="197234" y="216059"/>
                    <a:pt x="224735" y="214436"/>
                  </a:cubicBezTo>
                  <a:cubicBezTo>
                    <a:pt x="244634" y="213240"/>
                    <a:pt x="264192" y="211874"/>
                    <a:pt x="283408" y="210337"/>
                  </a:cubicBezTo>
                  <a:cubicBezTo>
                    <a:pt x="287849" y="183349"/>
                    <a:pt x="292290" y="156361"/>
                    <a:pt x="296731" y="129288"/>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5" name="Google Shape;2975;p73">
              <a:extLst>
                <a:ext uri="{FF2B5EF4-FFF2-40B4-BE49-F238E27FC236}">
                  <a16:creationId xmlns:a16="http://schemas.microsoft.com/office/drawing/2014/main" id="{64F35247-8FB5-87E9-DD7E-563E03466AAD}"/>
                </a:ext>
              </a:extLst>
            </p:cNvPr>
            <p:cNvSpPr/>
            <p:nvPr/>
          </p:nvSpPr>
          <p:spPr>
            <a:xfrm>
              <a:off x="2834344" y="2957888"/>
              <a:ext cx="98644" cy="73125"/>
            </a:xfrm>
            <a:custGeom>
              <a:avLst/>
              <a:gdLst/>
              <a:ahLst/>
              <a:cxnLst/>
              <a:rect l="l" t="t" r="r" b="b"/>
              <a:pathLst>
                <a:path w="109605" h="81250" extrusionOk="0">
                  <a:moveTo>
                    <a:pt x="105590" y="81250"/>
                  </a:moveTo>
                  <a:cubicBezTo>
                    <a:pt x="104395" y="81250"/>
                    <a:pt x="103114" y="80652"/>
                    <a:pt x="102345" y="79627"/>
                  </a:cubicBezTo>
                  <a:cubicBezTo>
                    <a:pt x="87570" y="59472"/>
                    <a:pt x="69550" y="42562"/>
                    <a:pt x="48711" y="29324"/>
                  </a:cubicBezTo>
                  <a:cubicBezTo>
                    <a:pt x="34363" y="20185"/>
                    <a:pt x="18904" y="13012"/>
                    <a:pt x="2763" y="7802"/>
                  </a:cubicBezTo>
                  <a:cubicBezTo>
                    <a:pt x="628" y="7119"/>
                    <a:pt x="-482" y="4898"/>
                    <a:pt x="201" y="2763"/>
                  </a:cubicBezTo>
                  <a:cubicBezTo>
                    <a:pt x="884" y="628"/>
                    <a:pt x="3105" y="-482"/>
                    <a:pt x="5240" y="201"/>
                  </a:cubicBezTo>
                  <a:cubicBezTo>
                    <a:pt x="22065" y="5581"/>
                    <a:pt x="38206" y="13097"/>
                    <a:pt x="53066" y="22577"/>
                  </a:cubicBezTo>
                  <a:cubicBezTo>
                    <a:pt x="74759" y="36327"/>
                    <a:pt x="93463" y="54006"/>
                    <a:pt x="108836" y="74930"/>
                  </a:cubicBezTo>
                  <a:cubicBezTo>
                    <a:pt x="110117" y="76724"/>
                    <a:pt x="109775" y="79200"/>
                    <a:pt x="107982" y="80481"/>
                  </a:cubicBezTo>
                  <a:cubicBezTo>
                    <a:pt x="107298" y="80994"/>
                    <a:pt x="106444" y="81250"/>
                    <a:pt x="105590" y="8125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6" name="Google Shape;2976;p73">
              <a:extLst>
                <a:ext uri="{FF2B5EF4-FFF2-40B4-BE49-F238E27FC236}">
                  <a16:creationId xmlns:a16="http://schemas.microsoft.com/office/drawing/2014/main" id="{96B6C024-DE4B-139B-3262-830795E5469E}"/>
                </a:ext>
              </a:extLst>
            </p:cNvPr>
            <p:cNvSpPr/>
            <p:nvPr/>
          </p:nvSpPr>
          <p:spPr>
            <a:xfrm>
              <a:off x="2178204" y="3094264"/>
              <a:ext cx="74590" cy="23206"/>
            </a:xfrm>
            <a:custGeom>
              <a:avLst/>
              <a:gdLst/>
              <a:ahLst/>
              <a:cxnLst/>
              <a:rect l="l" t="t" r="r" b="b"/>
              <a:pathLst>
                <a:path w="82878" h="25785" extrusionOk="0">
                  <a:moveTo>
                    <a:pt x="4000" y="25786"/>
                  </a:moveTo>
                  <a:cubicBezTo>
                    <a:pt x="2719" y="25786"/>
                    <a:pt x="1438" y="25188"/>
                    <a:pt x="669" y="23992"/>
                  </a:cubicBezTo>
                  <a:cubicBezTo>
                    <a:pt x="-526" y="22199"/>
                    <a:pt x="-99" y="19636"/>
                    <a:pt x="1780" y="18441"/>
                  </a:cubicBezTo>
                  <a:cubicBezTo>
                    <a:pt x="16299" y="8790"/>
                    <a:pt x="32867" y="2641"/>
                    <a:pt x="49692" y="677"/>
                  </a:cubicBezTo>
                  <a:cubicBezTo>
                    <a:pt x="59599" y="-434"/>
                    <a:pt x="69591" y="-177"/>
                    <a:pt x="79498" y="1445"/>
                  </a:cubicBezTo>
                  <a:cubicBezTo>
                    <a:pt x="81719" y="1787"/>
                    <a:pt x="83170" y="3837"/>
                    <a:pt x="82829" y="6057"/>
                  </a:cubicBezTo>
                  <a:cubicBezTo>
                    <a:pt x="82487" y="8278"/>
                    <a:pt x="80352" y="9729"/>
                    <a:pt x="78217" y="9303"/>
                  </a:cubicBezTo>
                  <a:cubicBezTo>
                    <a:pt x="69079" y="7765"/>
                    <a:pt x="59770" y="7509"/>
                    <a:pt x="50717" y="8619"/>
                  </a:cubicBezTo>
                  <a:cubicBezTo>
                    <a:pt x="35088" y="10413"/>
                    <a:pt x="19800" y="16135"/>
                    <a:pt x="6306" y="25102"/>
                  </a:cubicBezTo>
                  <a:cubicBezTo>
                    <a:pt x="5623" y="25529"/>
                    <a:pt x="4854" y="25786"/>
                    <a:pt x="4086" y="2578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7" name="Google Shape;2977;p73">
              <a:extLst>
                <a:ext uri="{FF2B5EF4-FFF2-40B4-BE49-F238E27FC236}">
                  <a16:creationId xmlns:a16="http://schemas.microsoft.com/office/drawing/2014/main" id="{A4C58CF3-A1FF-F1B8-2EFD-0CB32B5ACB26}"/>
                </a:ext>
              </a:extLst>
            </p:cNvPr>
            <p:cNvSpPr/>
            <p:nvPr/>
          </p:nvSpPr>
          <p:spPr>
            <a:xfrm>
              <a:off x="2535591" y="2231219"/>
              <a:ext cx="47063" cy="39043"/>
            </a:xfrm>
            <a:custGeom>
              <a:avLst/>
              <a:gdLst/>
              <a:ahLst/>
              <a:cxnLst/>
              <a:rect l="l" t="t" r="r" b="b"/>
              <a:pathLst>
                <a:path w="52292" h="43381" extrusionOk="0">
                  <a:moveTo>
                    <a:pt x="24883" y="7255"/>
                  </a:moveTo>
                  <a:cubicBezTo>
                    <a:pt x="18990" y="1106"/>
                    <a:pt x="11304" y="-1200"/>
                    <a:pt x="6094" y="1362"/>
                  </a:cubicBezTo>
                  <a:cubicBezTo>
                    <a:pt x="-1421" y="5034"/>
                    <a:pt x="-738" y="17589"/>
                    <a:pt x="1568" y="24336"/>
                  </a:cubicBezTo>
                  <a:cubicBezTo>
                    <a:pt x="5069" y="34584"/>
                    <a:pt x="15745" y="41673"/>
                    <a:pt x="28726" y="43381"/>
                  </a:cubicBezTo>
                  <a:cubicBezTo>
                    <a:pt x="31716" y="42015"/>
                    <a:pt x="49821" y="33047"/>
                    <a:pt x="51957" y="16478"/>
                  </a:cubicBezTo>
                  <a:cubicBezTo>
                    <a:pt x="52298" y="14087"/>
                    <a:pt x="53323" y="6059"/>
                    <a:pt x="48626" y="2216"/>
                  </a:cubicBezTo>
                  <a:cubicBezTo>
                    <a:pt x="43672" y="-1883"/>
                    <a:pt x="33765" y="-346"/>
                    <a:pt x="24798" y="725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78" name="Google Shape;2978;p73">
            <a:extLst>
              <a:ext uri="{FF2B5EF4-FFF2-40B4-BE49-F238E27FC236}">
                <a16:creationId xmlns:a16="http://schemas.microsoft.com/office/drawing/2014/main" id="{29129019-58F3-DACA-7B88-7123E3540442}"/>
              </a:ext>
            </a:extLst>
          </p:cNvPr>
          <p:cNvGrpSpPr/>
          <p:nvPr/>
        </p:nvGrpSpPr>
        <p:grpSpPr>
          <a:xfrm>
            <a:off x="8300731" y="2571750"/>
            <a:ext cx="807826" cy="2261323"/>
            <a:chOff x="6554725" y="2211779"/>
            <a:chExt cx="854571" cy="2392175"/>
          </a:xfrm>
        </p:grpSpPr>
        <p:sp>
          <p:nvSpPr>
            <p:cNvPr id="2979" name="Google Shape;2979;p73">
              <a:extLst>
                <a:ext uri="{FF2B5EF4-FFF2-40B4-BE49-F238E27FC236}">
                  <a16:creationId xmlns:a16="http://schemas.microsoft.com/office/drawing/2014/main" id="{AE88D599-3E5E-E9B4-D8F0-F1196724AB21}"/>
                </a:ext>
              </a:extLst>
            </p:cNvPr>
            <p:cNvSpPr/>
            <p:nvPr/>
          </p:nvSpPr>
          <p:spPr>
            <a:xfrm>
              <a:off x="6554725" y="2248630"/>
              <a:ext cx="854571" cy="969900"/>
            </a:xfrm>
            <a:custGeom>
              <a:avLst/>
              <a:gdLst/>
              <a:ahLst/>
              <a:cxnLst/>
              <a:rect l="l" t="t" r="r" b="b"/>
              <a:pathLst>
                <a:path w="890178" h="1010313" extrusionOk="0">
                  <a:moveTo>
                    <a:pt x="489519" y="27500"/>
                  </a:moveTo>
                  <a:cubicBezTo>
                    <a:pt x="477392" y="34845"/>
                    <a:pt x="464069" y="42959"/>
                    <a:pt x="426917" y="90102"/>
                  </a:cubicBezTo>
                  <a:cubicBezTo>
                    <a:pt x="348345" y="189684"/>
                    <a:pt x="309059" y="239475"/>
                    <a:pt x="272164" y="267231"/>
                  </a:cubicBezTo>
                  <a:cubicBezTo>
                    <a:pt x="200424" y="321036"/>
                    <a:pt x="179158" y="289095"/>
                    <a:pt x="135175" y="338715"/>
                  </a:cubicBezTo>
                  <a:cubicBezTo>
                    <a:pt x="98622" y="379880"/>
                    <a:pt x="107162" y="407210"/>
                    <a:pt x="54809" y="518834"/>
                  </a:cubicBezTo>
                  <a:cubicBezTo>
                    <a:pt x="19110" y="594929"/>
                    <a:pt x="10826" y="591342"/>
                    <a:pt x="4164" y="624565"/>
                  </a:cubicBezTo>
                  <a:cubicBezTo>
                    <a:pt x="-7792" y="684519"/>
                    <a:pt x="4933" y="767703"/>
                    <a:pt x="56261" y="824070"/>
                  </a:cubicBezTo>
                  <a:cubicBezTo>
                    <a:pt x="115447" y="888893"/>
                    <a:pt x="184966" y="873263"/>
                    <a:pt x="222971" y="947651"/>
                  </a:cubicBezTo>
                  <a:cubicBezTo>
                    <a:pt x="233134" y="967550"/>
                    <a:pt x="235953" y="983777"/>
                    <a:pt x="254229" y="996759"/>
                  </a:cubicBezTo>
                  <a:cubicBezTo>
                    <a:pt x="296761" y="1026906"/>
                    <a:pt x="364829" y="997698"/>
                    <a:pt x="370380" y="995307"/>
                  </a:cubicBezTo>
                  <a:cubicBezTo>
                    <a:pt x="489007" y="942612"/>
                    <a:pt x="467229" y="725940"/>
                    <a:pt x="526670" y="721414"/>
                  </a:cubicBezTo>
                  <a:cubicBezTo>
                    <a:pt x="535553" y="720731"/>
                    <a:pt x="538883" y="725257"/>
                    <a:pt x="575778" y="757113"/>
                  </a:cubicBezTo>
                  <a:cubicBezTo>
                    <a:pt x="658706" y="828768"/>
                    <a:pt x="700725" y="864637"/>
                    <a:pt x="729079" y="864296"/>
                  </a:cubicBezTo>
                  <a:cubicBezTo>
                    <a:pt x="755811" y="863954"/>
                    <a:pt x="781091" y="831928"/>
                    <a:pt x="831822" y="770522"/>
                  </a:cubicBezTo>
                  <a:cubicBezTo>
                    <a:pt x="869058" y="725342"/>
                    <a:pt x="887762" y="702796"/>
                    <a:pt x="889897" y="676747"/>
                  </a:cubicBezTo>
                  <a:cubicBezTo>
                    <a:pt x="893740" y="629689"/>
                    <a:pt x="857101" y="617135"/>
                    <a:pt x="850183" y="553679"/>
                  </a:cubicBezTo>
                  <a:cubicBezTo>
                    <a:pt x="844803" y="504315"/>
                    <a:pt x="865727" y="501070"/>
                    <a:pt x="862055" y="458367"/>
                  </a:cubicBezTo>
                  <a:cubicBezTo>
                    <a:pt x="858041" y="411309"/>
                    <a:pt x="831565" y="404818"/>
                    <a:pt x="754359" y="292597"/>
                  </a:cubicBezTo>
                  <a:cubicBezTo>
                    <a:pt x="705593" y="221711"/>
                    <a:pt x="689879" y="186182"/>
                    <a:pt x="695601" y="148177"/>
                  </a:cubicBezTo>
                  <a:cubicBezTo>
                    <a:pt x="698163" y="131182"/>
                    <a:pt x="703031" y="126570"/>
                    <a:pt x="702262" y="110001"/>
                  </a:cubicBezTo>
                  <a:cubicBezTo>
                    <a:pt x="700384" y="67384"/>
                    <a:pt x="664684" y="25024"/>
                    <a:pt x="621384" y="8199"/>
                  </a:cubicBezTo>
                  <a:cubicBezTo>
                    <a:pt x="560747" y="-15373"/>
                    <a:pt x="504721" y="18447"/>
                    <a:pt x="489434" y="2767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0" name="Google Shape;2980;p73">
              <a:extLst>
                <a:ext uri="{FF2B5EF4-FFF2-40B4-BE49-F238E27FC236}">
                  <a16:creationId xmlns:a16="http://schemas.microsoft.com/office/drawing/2014/main" id="{F67D61B3-565A-E933-5F8E-A512405B3CA1}"/>
                </a:ext>
              </a:extLst>
            </p:cNvPr>
            <p:cNvSpPr/>
            <p:nvPr/>
          </p:nvSpPr>
          <p:spPr>
            <a:xfrm>
              <a:off x="6818652" y="2527990"/>
              <a:ext cx="356432" cy="181574"/>
            </a:xfrm>
            <a:custGeom>
              <a:avLst/>
              <a:gdLst/>
              <a:ahLst/>
              <a:cxnLst/>
              <a:rect l="l" t="t" r="r" b="b"/>
              <a:pathLst>
                <a:path w="371283" h="189140" extrusionOk="0">
                  <a:moveTo>
                    <a:pt x="105820" y="136047"/>
                  </a:moveTo>
                  <a:cubicBezTo>
                    <a:pt x="50564" y="130069"/>
                    <a:pt x="26821" y="143734"/>
                    <a:pt x="10509" y="124859"/>
                  </a:cubicBezTo>
                  <a:cubicBezTo>
                    <a:pt x="-7341" y="104191"/>
                    <a:pt x="-1020" y="62087"/>
                    <a:pt x="18708" y="36294"/>
                  </a:cubicBezTo>
                  <a:cubicBezTo>
                    <a:pt x="50564" y="-5468"/>
                    <a:pt x="114788" y="-1454"/>
                    <a:pt x="171326" y="2047"/>
                  </a:cubicBezTo>
                  <a:cubicBezTo>
                    <a:pt x="230853" y="5720"/>
                    <a:pt x="305668" y="10417"/>
                    <a:pt x="345467" y="66101"/>
                  </a:cubicBezTo>
                  <a:cubicBezTo>
                    <a:pt x="369294" y="99409"/>
                    <a:pt x="382020" y="153128"/>
                    <a:pt x="359644" y="177041"/>
                  </a:cubicBezTo>
                  <a:cubicBezTo>
                    <a:pt x="343502" y="194208"/>
                    <a:pt x="314721" y="190108"/>
                    <a:pt x="268858" y="183020"/>
                  </a:cubicBezTo>
                  <a:cubicBezTo>
                    <a:pt x="184393" y="169868"/>
                    <a:pt x="174657" y="143563"/>
                    <a:pt x="105820" y="136133"/>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1" name="Google Shape;2981;p73">
              <a:extLst>
                <a:ext uri="{FF2B5EF4-FFF2-40B4-BE49-F238E27FC236}">
                  <a16:creationId xmlns:a16="http://schemas.microsoft.com/office/drawing/2014/main" id="{F37CA504-9DC1-578B-CC34-2F7D19577BC8}"/>
                </a:ext>
              </a:extLst>
            </p:cNvPr>
            <p:cNvSpPr/>
            <p:nvPr/>
          </p:nvSpPr>
          <p:spPr>
            <a:xfrm>
              <a:off x="6789729" y="3353849"/>
              <a:ext cx="254246" cy="498244"/>
            </a:xfrm>
            <a:custGeom>
              <a:avLst/>
              <a:gdLst/>
              <a:ahLst/>
              <a:cxnLst/>
              <a:rect l="l" t="t" r="r" b="b"/>
              <a:pathLst>
                <a:path w="264840" h="519004" extrusionOk="0">
                  <a:moveTo>
                    <a:pt x="234949" y="519005"/>
                  </a:moveTo>
                  <a:cubicBezTo>
                    <a:pt x="190367" y="510549"/>
                    <a:pt x="145786" y="502095"/>
                    <a:pt x="101290" y="493554"/>
                  </a:cubicBezTo>
                  <a:cubicBezTo>
                    <a:pt x="75754" y="421216"/>
                    <a:pt x="50816" y="336495"/>
                    <a:pt x="31685" y="240500"/>
                  </a:cubicBezTo>
                  <a:cubicBezTo>
                    <a:pt x="14092" y="152533"/>
                    <a:pt x="4612" y="71484"/>
                    <a:pt x="0" y="0"/>
                  </a:cubicBezTo>
                  <a:cubicBezTo>
                    <a:pt x="82586" y="21607"/>
                    <a:pt x="167308" y="39713"/>
                    <a:pt x="254165" y="53720"/>
                  </a:cubicBezTo>
                  <a:cubicBezTo>
                    <a:pt x="256641" y="54147"/>
                    <a:pt x="259033" y="54488"/>
                    <a:pt x="261509" y="54915"/>
                  </a:cubicBezTo>
                  <a:cubicBezTo>
                    <a:pt x="263644" y="92579"/>
                    <a:pt x="264840" y="131609"/>
                    <a:pt x="264840" y="172005"/>
                  </a:cubicBezTo>
                  <a:cubicBezTo>
                    <a:pt x="264840" y="299514"/>
                    <a:pt x="252713" y="415921"/>
                    <a:pt x="235034" y="518919"/>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2" name="Google Shape;2982;p73">
              <a:extLst>
                <a:ext uri="{FF2B5EF4-FFF2-40B4-BE49-F238E27FC236}">
                  <a16:creationId xmlns:a16="http://schemas.microsoft.com/office/drawing/2014/main" id="{94A67F69-3CD6-63DE-ABEE-BE92D6A9BE42}"/>
                </a:ext>
              </a:extLst>
            </p:cNvPr>
            <p:cNvSpPr/>
            <p:nvPr/>
          </p:nvSpPr>
          <p:spPr>
            <a:xfrm>
              <a:off x="6881592" y="3794636"/>
              <a:ext cx="134706" cy="138895"/>
            </a:xfrm>
            <a:custGeom>
              <a:avLst/>
              <a:gdLst/>
              <a:ahLst/>
              <a:cxnLst/>
              <a:rect l="l" t="t" r="r" b="b"/>
              <a:pathLst>
                <a:path w="140319" h="144682" extrusionOk="0">
                  <a:moveTo>
                    <a:pt x="140320" y="72344"/>
                  </a:moveTo>
                  <a:cubicBezTo>
                    <a:pt x="140320" y="113424"/>
                    <a:pt x="105133" y="144596"/>
                    <a:pt x="67982" y="144682"/>
                  </a:cubicBezTo>
                  <a:cubicBezTo>
                    <a:pt x="39371" y="144767"/>
                    <a:pt x="12554" y="126491"/>
                    <a:pt x="0" y="98307"/>
                  </a:cubicBezTo>
                  <a:cubicBezTo>
                    <a:pt x="1196" y="87546"/>
                    <a:pt x="2306" y="76529"/>
                    <a:pt x="3331" y="65170"/>
                  </a:cubicBezTo>
                  <a:cubicBezTo>
                    <a:pt x="4270" y="54665"/>
                    <a:pt x="4954" y="44331"/>
                    <a:pt x="5551" y="34254"/>
                  </a:cubicBezTo>
                  <a:cubicBezTo>
                    <a:pt x="7601" y="31264"/>
                    <a:pt x="30490" y="-506"/>
                    <a:pt x="67982" y="6"/>
                  </a:cubicBezTo>
                  <a:cubicBezTo>
                    <a:pt x="104023" y="519"/>
                    <a:pt x="140320" y="30666"/>
                    <a:pt x="140320" y="72344"/>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3" name="Google Shape;2983;p73">
              <a:extLst>
                <a:ext uri="{FF2B5EF4-FFF2-40B4-BE49-F238E27FC236}">
                  <a16:creationId xmlns:a16="http://schemas.microsoft.com/office/drawing/2014/main" id="{9D1FC5BD-BE48-D5DF-354D-D2F02F5230F5}"/>
                </a:ext>
              </a:extLst>
            </p:cNvPr>
            <p:cNvSpPr/>
            <p:nvPr/>
          </p:nvSpPr>
          <p:spPr>
            <a:xfrm>
              <a:off x="6862188" y="3868804"/>
              <a:ext cx="154849" cy="619505"/>
            </a:xfrm>
            <a:custGeom>
              <a:avLst/>
              <a:gdLst/>
              <a:ahLst/>
              <a:cxnLst/>
              <a:rect l="l" t="t" r="r" b="b"/>
              <a:pathLst>
                <a:path w="161301" h="645318" extrusionOk="0">
                  <a:moveTo>
                    <a:pt x="152856" y="645318"/>
                  </a:moveTo>
                  <a:lnTo>
                    <a:pt x="95379" y="630970"/>
                  </a:lnTo>
                  <a:cubicBezTo>
                    <a:pt x="95635" y="618416"/>
                    <a:pt x="95720" y="598687"/>
                    <a:pt x="94268" y="574603"/>
                  </a:cubicBezTo>
                  <a:cubicBezTo>
                    <a:pt x="83251" y="389617"/>
                    <a:pt x="5960" y="316339"/>
                    <a:pt x="323" y="170212"/>
                  </a:cubicBezTo>
                  <a:cubicBezTo>
                    <a:pt x="-1043" y="135452"/>
                    <a:pt x="1263" y="84209"/>
                    <a:pt x="20223" y="21010"/>
                  </a:cubicBezTo>
                  <a:cubicBezTo>
                    <a:pt x="67024" y="14007"/>
                    <a:pt x="113741" y="7003"/>
                    <a:pt x="160543" y="0"/>
                  </a:cubicBezTo>
                  <a:cubicBezTo>
                    <a:pt x="163105" y="135452"/>
                    <a:pt x="158749" y="240585"/>
                    <a:pt x="153881" y="313777"/>
                  </a:cubicBezTo>
                  <a:cubicBezTo>
                    <a:pt x="151233" y="354344"/>
                    <a:pt x="145938" y="422668"/>
                    <a:pt x="147219" y="517126"/>
                  </a:cubicBezTo>
                  <a:cubicBezTo>
                    <a:pt x="147988" y="570931"/>
                    <a:pt x="150550" y="615256"/>
                    <a:pt x="152771" y="645318"/>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4" name="Google Shape;2984;p73">
              <a:extLst>
                <a:ext uri="{FF2B5EF4-FFF2-40B4-BE49-F238E27FC236}">
                  <a16:creationId xmlns:a16="http://schemas.microsoft.com/office/drawing/2014/main" id="{DA80BBC1-0F7D-6796-1067-2C2CEC6AA028}"/>
                </a:ext>
              </a:extLst>
            </p:cNvPr>
            <p:cNvSpPr/>
            <p:nvPr/>
          </p:nvSpPr>
          <p:spPr>
            <a:xfrm>
              <a:off x="6880176" y="4474147"/>
              <a:ext cx="147155" cy="115685"/>
            </a:xfrm>
            <a:custGeom>
              <a:avLst/>
              <a:gdLst/>
              <a:ahLst/>
              <a:cxnLst/>
              <a:rect l="l" t="t" r="r" b="b"/>
              <a:pathLst>
                <a:path w="153286" h="120505" extrusionOk="0">
                  <a:moveTo>
                    <a:pt x="150678" y="120506"/>
                  </a:moveTo>
                  <a:cubicBezTo>
                    <a:pt x="102425" y="120164"/>
                    <a:pt x="54171" y="119737"/>
                    <a:pt x="5917" y="119396"/>
                  </a:cubicBezTo>
                  <a:cubicBezTo>
                    <a:pt x="2415" y="114271"/>
                    <a:pt x="-1171" y="107012"/>
                    <a:pt x="366" y="99496"/>
                  </a:cubicBezTo>
                  <a:cubicBezTo>
                    <a:pt x="3184" y="86173"/>
                    <a:pt x="20436" y="80366"/>
                    <a:pt x="30172" y="75156"/>
                  </a:cubicBezTo>
                  <a:cubicBezTo>
                    <a:pt x="46399" y="66530"/>
                    <a:pt x="65273" y="47229"/>
                    <a:pt x="76547" y="0"/>
                  </a:cubicBezTo>
                  <a:cubicBezTo>
                    <a:pt x="95336" y="1879"/>
                    <a:pt x="114125" y="3672"/>
                    <a:pt x="132914" y="5551"/>
                  </a:cubicBezTo>
                  <a:cubicBezTo>
                    <a:pt x="138465" y="26475"/>
                    <a:pt x="143419" y="45862"/>
                    <a:pt x="148372" y="65249"/>
                  </a:cubicBezTo>
                  <a:cubicBezTo>
                    <a:pt x="151276" y="76523"/>
                    <a:pt x="154521" y="89846"/>
                    <a:pt x="152813" y="107268"/>
                  </a:cubicBezTo>
                  <a:cubicBezTo>
                    <a:pt x="152301" y="112905"/>
                    <a:pt x="151361" y="117432"/>
                    <a:pt x="150592" y="120506"/>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5" name="Google Shape;2985;p73">
              <a:extLst>
                <a:ext uri="{FF2B5EF4-FFF2-40B4-BE49-F238E27FC236}">
                  <a16:creationId xmlns:a16="http://schemas.microsoft.com/office/drawing/2014/main" id="{10F8E87A-464C-5AA0-11D3-B8C79BD48CDD}"/>
                </a:ext>
              </a:extLst>
            </p:cNvPr>
            <p:cNvSpPr/>
            <p:nvPr/>
          </p:nvSpPr>
          <p:spPr>
            <a:xfrm>
              <a:off x="7047022" y="3778657"/>
              <a:ext cx="132021" cy="139077"/>
            </a:xfrm>
            <a:custGeom>
              <a:avLst/>
              <a:gdLst/>
              <a:ahLst/>
              <a:cxnLst/>
              <a:rect l="l" t="t" r="r" b="b"/>
              <a:pathLst>
                <a:path w="137522" h="144872" extrusionOk="0">
                  <a:moveTo>
                    <a:pt x="137523" y="73027"/>
                  </a:moveTo>
                  <a:cubicBezTo>
                    <a:pt x="137267" y="110519"/>
                    <a:pt x="105753" y="140924"/>
                    <a:pt x="70480" y="144511"/>
                  </a:cubicBezTo>
                  <a:cubicBezTo>
                    <a:pt x="43663" y="147244"/>
                    <a:pt x="16846" y="134347"/>
                    <a:pt x="192" y="110947"/>
                  </a:cubicBezTo>
                  <a:cubicBezTo>
                    <a:pt x="-64" y="97709"/>
                    <a:pt x="-64" y="83959"/>
                    <a:pt x="192" y="69867"/>
                  </a:cubicBezTo>
                  <a:cubicBezTo>
                    <a:pt x="534" y="52188"/>
                    <a:pt x="1217" y="35107"/>
                    <a:pt x="2242" y="18795"/>
                  </a:cubicBezTo>
                  <a:cubicBezTo>
                    <a:pt x="9587" y="13158"/>
                    <a:pt x="31194" y="-1788"/>
                    <a:pt x="59805" y="177"/>
                  </a:cubicBezTo>
                  <a:cubicBezTo>
                    <a:pt x="95077" y="2568"/>
                    <a:pt x="137779" y="30410"/>
                    <a:pt x="137437" y="73027"/>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6" name="Google Shape;2986;p73">
              <a:extLst>
                <a:ext uri="{FF2B5EF4-FFF2-40B4-BE49-F238E27FC236}">
                  <a16:creationId xmlns:a16="http://schemas.microsoft.com/office/drawing/2014/main" id="{9FA588CF-6494-4756-2E1F-490097DC4A78}"/>
                </a:ext>
              </a:extLst>
            </p:cNvPr>
            <p:cNvSpPr/>
            <p:nvPr/>
          </p:nvSpPr>
          <p:spPr>
            <a:xfrm>
              <a:off x="7027830" y="3324184"/>
              <a:ext cx="227588" cy="529071"/>
            </a:xfrm>
            <a:custGeom>
              <a:avLst/>
              <a:gdLst/>
              <a:ahLst/>
              <a:cxnLst/>
              <a:rect l="l" t="t" r="r" b="b"/>
              <a:pathLst>
                <a:path w="237071" h="551116" extrusionOk="0">
                  <a:moveTo>
                    <a:pt x="142237" y="551117"/>
                  </a:moveTo>
                  <a:cubicBezTo>
                    <a:pt x="101670" y="537111"/>
                    <a:pt x="61103" y="523189"/>
                    <a:pt x="20536" y="509183"/>
                  </a:cubicBezTo>
                  <a:cubicBezTo>
                    <a:pt x="3455" y="419337"/>
                    <a:pt x="-8417" y="300198"/>
                    <a:pt x="7469" y="162611"/>
                  </a:cubicBezTo>
                  <a:cubicBezTo>
                    <a:pt x="14472" y="102486"/>
                    <a:pt x="25660" y="48083"/>
                    <a:pt x="38470" y="0"/>
                  </a:cubicBezTo>
                  <a:cubicBezTo>
                    <a:pt x="104659" y="20753"/>
                    <a:pt x="170848" y="41421"/>
                    <a:pt x="237036" y="62175"/>
                  </a:cubicBezTo>
                  <a:cubicBezTo>
                    <a:pt x="237720" y="154326"/>
                    <a:pt x="228667" y="270050"/>
                    <a:pt x="194078" y="398499"/>
                  </a:cubicBezTo>
                  <a:cubicBezTo>
                    <a:pt x="178876" y="454866"/>
                    <a:pt x="160941" y="505767"/>
                    <a:pt x="142152" y="551117"/>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7" name="Google Shape;2987;p73">
              <a:extLst>
                <a:ext uri="{FF2B5EF4-FFF2-40B4-BE49-F238E27FC236}">
                  <a16:creationId xmlns:a16="http://schemas.microsoft.com/office/drawing/2014/main" id="{8D9A2B36-0BA8-B8FC-1A3B-2C4587F4E88E}"/>
                </a:ext>
              </a:extLst>
            </p:cNvPr>
            <p:cNvSpPr/>
            <p:nvPr/>
          </p:nvSpPr>
          <p:spPr>
            <a:xfrm>
              <a:off x="6994899" y="3860446"/>
              <a:ext cx="183023" cy="588185"/>
            </a:xfrm>
            <a:custGeom>
              <a:avLst/>
              <a:gdLst/>
              <a:ahLst/>
              <a:cxnLst/>
              <a:rect l="l" t="t" r="r" b="b"/>
              <a:pathLst>
                <a:path w="190649" h="612693" extrusionOk="0">
                  <a:moveTo>
                    <a:pt x="135393" y="604495"/>
                  </a:moveTo>
                  <a:cubicBezTo>
                    <a:pt x="119251" y="607228"/>
                    <a:pt x="103025" y="609961"/>
                    <a:pt x="86883" y="612693"/>
                  </a:cubicBezTo>
                  <a:cubicBezTo>
                    <a:pt x="82186" y="584510"/>
                    <a:pt x="74243" y="539843"/>
                    <a:pt x="62115" y="485440"/>
                  </a:cubicBezTo>
                  <a:cubicBezTo>
                    <a:pt x="24452" y="317364"/>
                    <a:pt x="-7319" y="264242"/>
                    <a:pt x="1478" y="176190"/>
                  </a:cubicBezTo>
                  <a:cubicBezTo>
                    <a:pt x="5151" y="139551"/>
                    <a:pt x="16851" y="85575"/>
                    <a:pt x="56649" y="21693"/>
                  </a:cubicBezTo>
                  <a:cubicBezTo>
                    <a:pt x="101316" y="14433"/>
                    <a:pt x="145983" y="7174"/>
                    <a:pt x="190649" y="0"/>
                  </a:cubicBezTo>
                  <a:cubicBezTo>
                    <a:pt x="173313" y="107866"/>
                    <a:pt x="158708" y="223931"/>
                    <a:pt x="148716" y="347341"/>
                  </a:cubicBezTo>
                  <a:cubicBezTo>
                    <a:pt x="141457" y="436845"/>
                    <a:pt x="137271" y="522677"/>
                    <a:pt x="135393" y="604580"/>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8" name="Google Shape;2988;p73">
              <a:extLst>
                <a:ext uri="{FF2B5EF4-FFF2-40B4-BE49-F238E27FC236}">
                  <a16:creationId xmlns:a16="http://schemas.microsoft.com/office/drawing/2014/main" id="{E08FD9E5-3365-D069-02C5-92C2349306AC}"/>
                </a:ext>
              </a:extLst>
            </p:cNvPr>
            <p:cNvSpPr/>
            <p:nvPr/>
          </p:nvSpPr>
          <p:spPr>
            <a:xfrm>
              <a:off x="7046303" y="4433255"/>
              <a:ext cx="246788" cy="149464"/>
            </a:xfrm>
            <a:custGeom>
              <a:avLst/>
              <a:gdLst/>
              <a:ahLst/>
              <a:cxnLst/>
              <a:rect l="l" t="t" r="r" b="b"/>
              <a:pathLst>
                <a:path w="257071" h="155692" extrusionOk="0">
                  <a:moveTo>
                    <a:pt x="256986" y="155693"/>
                  </a:moveTo>
                  <a:lnTo>
                    <a:pt x="2565" y="155693"/>
                  </a:lnTo>
                  <a:cubicBezTo>
                    <a:pt x="-83" y="144249"/>
                    <a:pt x="-2132" y="127168"/>
                    <a:pt x="4103" y="108891"/>
                  </a:cubicBezTo>
                  <a:cubicBezTo>
                    <a:pt x="6579" y="101632"/>
                    <a:pt x="9483" y="96678"/>
                    <a:pt x="10422" y="94885"/>
                  </a:cubicBezTo>
                  <a:cubicBezTo>
                    <a:pt x="18194" y="81220"/>
                    <a:pt x="26649" y="55513"/>
                    <a:pt x="31261" y="3672"/>
                  </a:cubicBezTo>
                  <a:cubicBezTo>
                    <a:pt x="46975" y="2477"/>
                    <a:pt x="62690" y="1196"/>
                    <a:pt x="78490" y="0"/>
                  </a:cubicBezTo>
                  <a:cubicBezTo>
                    <a:pt x="140152" y="106244"/>
                    <a:pt x="175168" y="128363"/>
                    <a:pt x="196092" y="126997"/>
                  </a:cubicBezTo>
                  <a:cubicBezTo>
                    <a:pt x="201473" y="126655"/>
                    <a:pt x="221714" y="123666"/>
                    <a:pt x="239221" y="135281"/>
                  </a:cubicBezTo>
                  <a:cubicBezTo>
                    <a:pt x="248445" y="141430"/>
                    <a:pt x="253826" y="149629"/>
                    <a:pt x="257071" y="155693"/>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9" name="Google Shape;2989;p73">
              <a:extLst>
                <a:ext uri="{FF2B5EF4-FFF2-40B4-BE49-F238E27FC236}">
                  <a16:creationId xmlns:a16="http://schemas.microsoft.com/office/drawing/2014/main" id="{20F0591D-AF92-AB9E-A45F-F1DC5381DEFB}"/>
                </a:ext>
              </a:extLst>
            </p:cNvPr>
            <p:cNvSpPr/>
            <p:nvPr/>
          </p:nvSpPr>
          <p:spPr>
            <a:xfrm>
              <a:off x="6793663" y="2600663"/>
              <a:ext cx="461922" cy="832473"/>
            </a:xfrm>
            <a:custGeom>
              <a:avLst/>
              <a:gdLst/>
              <a:ahLst/>
              <a:cxnLst/>
              <a:rect l="l" t="t" r="r" b="b"/>
              <a:pathLst>
                <a:path w="481169" h="867159" extrusionOk="0">
                  <a:moveTo>
                    <a:pt x="481170" y="816225"/>
                  </a:moveTo>
                  <a:cubicBezTo>
                    <a:pt x="441799" y="835868"/>
                    <a:pt x="359895" y="870116"/>
                    <a:pt x="251773" y="866956"/>
                  </a:cubicBezTo>
                  <a:cubicBezTo>
                    <a:pt x="126399" y="863283"/>
                    <a:pt x="36894" y="811272"/>
                    <a:pt x="0" y="786846"/>
                  </a:cubicBezTo>
                  <a:cubicBezTo>
                    <a:pt x="5466" y="752428"/>
                    <a:pt x="17337" y="703320"/>
                    <a:pt x="45264" y="650113"/>
                  </a:cubicBezTo>
                  <a:cubicBezTo>
                    <a:pt x="81988" y="580252"/>
                    <a:pt x="129644" y="535414"/>
                    <a:pt x="160219" y="510903"/>
                  </a:cubicBezTo>
                  <a:cubicBezTo>
                    <a:pt x="125716" y="431818"/>
                    <a:pt x="91895" y="347439"/>
                    <a:pt x="59698" y="257849"/>
                  </a:cubicBezTo>
                  <a:cubicBezTo>
                    <a:pt x="40482" y="204386"/>
                    <a:pt x="22888" y="152033"/>
                    <a:pt x="6832" y="100960"/>
                  </a:cubicBezTo>
                  <a:cubicBezTo>
                    <a:pt x="6918" y="100448"/>
                    <a:pt x="7003" y="99936"/>
                    <a:pt x="7088" y="99509"/>
                  </a:cubicBezTo>
                  <a:cubicBezTo>
                    <a:pt x="17251" y="50486"/>
                    <a:pt x="40311" y="37932"/>
                    <a:pt x="47655" y="33747"/>
                  </a:cubicBezTo>
                  <a:cubicBezTo>
                    <a:pt x="69861" y="20766"/>
                    <a:pt x="89845" y="23840"/>
                    <a:pt x="123751" y="28110"/>
                  </a:cubicBezTo>
                  <a:cubicBezTo>
                    <a:pt x="181741" y="35455"/>
                    <a:pt x="181314" y="7955"/>
                    <a:pt x="265182" y="1550"/>
                  </a:cubicBezTo>
                  <a:cubicBezTo>
                    <a:pt x="282092" y="268"/>
                    <a:pt x="307115" y="-1440"/>
                    <a:pt x="336921" y="2147"/>
                  </a:cubicBezTo>
                  <a:cubicBezTo>
                    <a:pt x="337434" y="2574"/>
                    <a:pt x="337946" y="3001"/>
                    <a:pt x="338458" y="3428"/>
                  </a:cubicBezTo>
                  <a:cubicBezTo>
                    <a:pt x="368778" y="27342"/>
                    <a:pt x="408747" y="18118"/>
                    <a:pt x="439492" y="38530"/>
                  </a:cubicBezTo>
                  <a:cubicBezTo>
                    <a:pt x="454780" y="59795"/>
                    <a:pt x="456402" y="87894"/>
                    <a:pt x="453670" y="112832"/>
                  </a:cubicBezTo>
                  <a:cubicBezTo>
                    <a:pt x="452901" y="119920"/>
                    <a:pt x="451791" y="126667"/>
                    <a:pt x="450510" y="132987"/>
                  </a:cubicBezTo>
                  <a:cubicBezTo>
                    <a:pt x="434539" y="196699"/>
                    <a:pt x="432233" y="307811"/>
                    <a:pt x="420447" y="398511"/>
                  </a:cubicBezTo>
                  <a:cubicBezTo>
                    <a:pt x="411309" y="469397"/>
                    <a:pt x="397388" y="520042"/>
                    <a:pt x="420447" y="572309"/>
                  </a:cubicBezTo>
                  <a:cubicBezTo>
                    <a:pt x="422497" y="576921"/>
                    <a:pt x="423522" y="578715"/>
                    <a:pt x="427707" y="588109"/>
                  </a:cubicBezTo>
                  <a:cubicBezTo>
                    <a:pt x="437784" y="610827"/>
                    <a:pt x="455207" y="653956"/>
                    <a:pt x="467334" y="709725"/>
                  </a:cubicBezTo>
                  <a:cubicBezTo>
                    <a:pt x="476985" y="754051"/>
                    <a:pt x="480060" y="791372"/>
                    <a:pt x="481084" y="816054"/>
                  </a:cubicBezTo>
                  <a:close/>
                </a:path>
              </a:pathLst>
            </a:custGeom>
            <a:solidFill>
              <a:srgbClr val="F98F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0" name="Google Shape;2990;p73">
              <a:extLst>
                <a:ext uri="{FF2B5EF4-FFF2-40B4-BE49-F238E27FC236}">
                  <a16:creationId xmlns:a16="http://schemas.microsoft.com/office/drawing/2014/main" id="{642B975B-2B91-84BC-E923-36BB9CDA64E9}"/>
                </a:ext>
              </a:extLst>
            </p:cNvPr>
            <p:cNvSpPr/>
            <p:nvPr/>
          </p:nvSpPr>
          <p:spPr>
            <a:xfrm>
              <a:off x="7117271" y="2739083"/>
              <a:ext cx="125606" cy="125606"/>
            </a:xfrm>
            <a:custGeom>
              <a:avLst/>
              <a:gdLst/>
              <a:ahLst/>
              <a:cxnLst/>
              <a:rect l="l" t="t" r="r" b="b"/>
              <a:pathLst>
                <a:path w="130840" h="130840" extrusionOk="0">
                  <a:moveTo>
                    <a:pt x="130840" y="65420"/>
                  </a:moveTo>
                  <a:cubicBezTo>
                    <a:pt x="130840" y="101546"/>
                    <a:pt x="101546" y="130840"/>
                    <a:pt x="65420" y="130840"/>
                  </a:cubicBezTo>
                  <a:cubicBezTo>
                    <a:pt x="29294" y="130840"/>
                    <a:pt x="0" y="101546"/>
                    <a:pt x="0" y="65420"/>
                  </a:cubicBezTo>
                  <a:cubicBezTo>
                    <a:pt x="0" y="29294"/>
                    <a:pt x="29294" y="0"/>
                    <a:pt x="65420" y="0"/>
                  </a:cubicBezTo>
                  <a:cubicBezTo>
                    <a:pt x="101546" y="0"/>
                    <a:pt x="130840" y="29294"/>
                    <a:pt x="130840" y="65420"/>
                  </a:cubicBezTo>
                  <a:close/>
                </a:path>
              </a:pathLst>
            </a:custGeom>
            <a:solidFill>
              <a:srgbClr val="F98F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1" name="Google Shape;2991;p73">
              <a:extLst>
                <a:ext uri="{FF2B5EF4-FFF2-40B4-BE49-F238E27FC236}">
                  <a16:creationId xmlns:a16="http://schemas.microsoft.com/office/drawing/2014/main" id="{566DC0FE-A287-270B-1AD4-47F178E31C3B}"/>
                </a:ext>
              </a:extLst>
            </p:cNvPr>
            <p:cNvSpPr/>
            <p:nvPr/>
          </p:nvSpPr>
          <p:spPr>
            <a:xfrm>
              <a:off x="7125834" y="2757514"/>
              <a:ext cx="120810" cy="111018"/>
            </a:xfrm>
            <a:custGeom>
              <a:avLst/>
              <a:gdLst/>
              <a:ahLst/>
              <a:cxnLst/>
              <a:rect l="l" t="t" r="r" b="b"/>
              <a:pathLst>
                <a:path w="125844" h="115644" extrusionOk="0">
                  <a:moveTo>
                    <a:pt x="56496" y="115645"/>
                  </a:moveTo>
                  <a:cubicBezTo>
                    <a:pt x="34632" y="115645"/>
                    <a:pt x="13879" y="105140"/>
                    <a:pt x="812" y="87632"/>
                  </a:cubicBezTo>
                  <a:cubicBezTo>
                    <a:pt x="-555" y="85838"/>
                    <a:pt x="-128" y="83362"/>
                    <a:pt x="1580" y="81995"/>
                  </a:cubicBezTo>
                  <a:cubicBezTo>
                    <a:pt x="3374" y="80714"/>
                    <a:pt x="5851" y="81056"/>
                    <a:pt x="7132" y="82849"/>
                  </a:cubicBezTo>
                  <a:cubicBezTo>
                    <a:pt x="18661" y="98393"/>
                    <a:pt x="37109" y="107617"/>
                    <a:pt x="56410" y="107617"/>
                  </a:cubicBezTo>
                  <a:cubicBezTo>
                    <a:pt x="90231" y="107617"/>
                    <a:pt x="117816" y="80117"/>
                    <a:pt x="117816" y="46211"/>
                  </a:cubicBezTo>
                  <a:cubicBezTo>
                    <a:pt x="117816" y="31692"/>
                    <a:pt x="112692" y="17686"/>
                    <a:pt x="103297" y="6583"/>
                  </a:cubicBezTo>
                  <a:cubicBezTo>
                    <a:pt x="101846" y="4875"/>
                    <a:pt x="102102" y="2398"/>
                    <a:pt x="103810" y="946"/>
                  </a:cubicBezTo>
                  <a:cubicBezTo>
                    <a:pt x="105518" y="-506"/>
                    <a:pt x="107995" y="-249"/>
                    <a:pt x="109447" y="1459"/>
                  </a:cubicBezTo>
                  <a:cubicBezTo>
                    <a:pt x="120037" y="13928"/>
                    <a:pt x="125844" y="29898"/>
                    <a:pt x="125844" y="46211"/>
                  </a:cubicBezTo>
                  <a:cubicBezTo>
                    <a:pt x="125844" y="84472"/>
                    <a:pt x="94757" y="115559"/>
                    <a:pt x="56496" y="115559"/>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2" name="Google Shape;2992;p73">
              <a:extLst>
                <a:ext uri="{FF2B5EF4-FFF2-40B4-BE49-F238E27FC236}">
                  <a16:creationId xmlns:a16="http://schemas.microsoft.com/office/drawing/2014/main" id="{75A79515-5604-35ED-FB4B-2E4B602B426C}"/>
                </a:ext>
              </a:extLst>
            </p:cNvPr>
            <p:cNvSpPr/>
            <p:nvPr/>
          </p:nvSpPr>
          <p:spPr>
            <a:xfrm>
              <a:off x="6922156" y="2739083"/>
              <a:ext cx="125606" cy="125606"/>
            </a:xfrm>
            <a:custGeom>
              <a:avLst/>
              <a:gdLst/>
              <a:ahLst/>
              <a:cxnLst/>
              <a:rect l="l" t="t" r="r" b="b"/>
              <a:pathLst>
                <a:path w="130840" h="130840" extrusionOk="0">
                  <a:moveTo>
                    <a:pt x="130840" y="65420"/>
                  </a:moveTo>
                  <a:cubicBezTo>
                    <a:pt x="130840" y="101546"/>
                    <a:pt x="101546" y="130840"/>
                    <a:pt x="65420" y="130840"/>
                  </a:cubicBezTo>
                  <a:cubicBezTo>
                    <a:pt x="29294" y="130840"/>
                    <a:pt x="0" y="101546"/>
                    <a:pt x="0" y="65420"/>
                  </a:cubicBezTo>
                  <a:cubicBezTo>
                    <a:pt x="0" y="29294"/>
                    <a:pt x="29294" y="0"/>
                    <a:pt x="65420" y="0"/>
                  </a:cubicBezTo>
                  <a:cubicBezTo>
                    <a:pt x="101546" y="0"/>
                    <a:pt x="130840" y="29294"/>
                    <a:pt x="130840" y="65420"/>
                  </a:cubicBezTo>
                  <a:close/>
                </a:path>
              </a:pathLst>
            </a:custGeom>
            <a:solidFill>
              <a:srgbClr val="F98F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3" name="Google Shape;2993;p73">
              <a:extLst>
                <a:ext uri="{FF2B5EF4-FFF2-40B4-BE49-F238E27FC236}">
                  <a16:creationId xmlns:a16="http://schemas.microsoft.com/office/drawing/2014/main" id="{AB401AE9-7772-9F56-2E56-B9982C85FE3E}"/>
                </a:ext>
              </a:extLst>
            </p:cNvPr>
            <p:cNvSpPr/>
            <p:nvPr/>
          </p:nvSpPr>
          <p:spPr>
            <a:xfrm>
              <a:off x="6926398" y="2810199"/>
              <a:ext cx="124057" cy="58307"/>
            </a:xfrm>
            <a:custGeom>
              <a:avLst/>
              <a:gdLst/>
              <a:ahLst/>
              <a:cxnLst/>
              <a:rect l="l" t="t" r="r" b="b"/>
              <a:pathLst>
                <a:path w="129226" h="60736" extrusionOk="0">
                  <a:moveTo>
                    <a:pt x="60998" y="60737"/>
                  </a:moveTo>
                  <a:cubicBezTo>
                    <a:pt x="36060" y="60737"/>
                    <a:pt x="12830" y="47242"/>
                    <a:pt x="532" y="25464"/>
                  </a:cubicBezTo>
                  <a:cubicBezTo>
                    <a:pt x="-579" y="23585"/>
                    <a:pt x="105" y="21109"/>
                    <a:pt x="2069" y="19998"/>
                  </a:cubicBezTo>
                  <a:cubicBezTo>
                    <a:pt x="3948" y="18888"/>
                    <a:pt x="6425" y="19571"/>
                    <a:pt x="7535" y="21536"/>
                  </a:cubicBezTo>
                  <a:cubicBezTo>
                    <a:pt x="18382" y="40837"/>
                    <a:pt x="38964" y="52794"/>
                    <a:pt x="60998" y="52794"/>
                  </a:cubicBezTo>
                  <a:cubicBezTo>
                    <a:pt x="90292" y="52794"/>
                    <a:pt x="115658" y="31955"/>
                    <a:pt x="121294" y="3259"/>
                  </a:cubicBezTo>
                  <a:cubicBezTo>
                    <a:pt x="121721" y="1124"/>
                    <a:pt x="123856" y="-413"/>
                    <a:pt x="125991" y="99"/>
                  </a:cubicBezTo>
                  <a:cubicBezTo>
                    <a:pt x="128126" y="526"/>
                    <a:pt x="129579" y="2661"/>
                    <a:pt x="129151" y="4796"/>
                  </a:cubicBezTo>
                  <a:cubicBezTo>
                    <a:pt x="122746" y="37250"/>
                    <a:pt x="94136" y="60737"/>
                    <a:pt x="61084" y="60737"/>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4" name="Google Shape;2994;p73">
              <a:extLst>
                <a:ext uri="{FF2B5EF4-FFF2-40B4-BE49-F238E27FC236}">
                  <a16:creationId xmlns:a16="http://schemas.microsoft.com/office/drawing/2014/main" id="{EE1E4677-6DC5-7D7B-F983-727EFA15B4D5}"/>
                </a:ext>
              </a:extLst>
            </p:cNvPr>
            <p:cNvSpPr/>
            <p:nvPr/>
          </p:nvSpPr>
          <p:spPr>
            <a:xfrm>
              <a:off x="6800546" y="2399822"/>
              <a:ext cx="448395" cy="309998"/>
            </a:xfrm>
            <a:custGeom>
              <a:avLst/>
              <a:gdLst/>
              <a:ahLst/>
              <a:cxnLst/>
              <a:rect l="l" t="t" r="r" b="b"/>
              <a:pathLst>
                <a:path w="467078" h="322915" extrusionOk="0">
                  <a:moveTo>
                    <a:pt x="467079" y="322915"/>
                  </a:moveTo>
                  <a:cubicBezTo>
                    <a:pt x="460161" y="322659"/>
                    <a:pt x="453499" y="322403"/>
                    <a:pt x="446581" y="322232"/>
                  </a:cubicBezTo>
                  <a:cubicBezTo>
                    <a:pt x="297721" y="317706"/>
                    <a:pt x="148860" y="313435"/>
                    <a:pt x="0" y="308909"/>
                  </a:cubicBezTo>
                  <a:cubicBezTo>
                    <a:pt x="3074" y="289864"/>
                    <a:pt x="11188" y="263645"/>
                    <a:pt x="32625" y="244599"/>
                  </a:cubicBezTo>
                  <a:cubicBezTo>
                    <a:pt x="68580" y="212231"/>
                    <a:pt x="110514" y="229397"/>
                    <a:pt x="145529" y="205057"/>
                  </a:cubicBezTo>
                  <a:cubicBezTo>
                    <a:pt x="167479" y="189855"/>
                    <a:pt x="189086" y="156718"/>
                    <a:pt x="188403" y="78145"/>
                  </a:cubicBezTo>
                  <a:cubicBezTo>
                    <a:pt x="188915" y="51926"/>
                    <a:pt x="189342" y="25963"/>
                    <a:pt x="189855" y="0"/>
                  </a:cubicBezTo>
                  <a:cubicBezTo>
                    <a:pt x="200616" y="13067"/>
                    <a:pt x="215818" y="29806"/>
                    <a:pt x="236998" y="45008"/>
                  </a:cubicBezTo>
                  <a:cubicBezTo>
                    <a:pt x="243660" y="50047"/>
                    <a:pt x="251090" y="54744"/>
                    <a:pt x="258947" y="59271"/>
                  </a:cubicBezTo>
                  <a:cubicBezTo>
                    <a:pt x="273039" y="67641"/>
                    <a:pt x="286362" y="73363"/>
                    <a:pt x="297977" y="77377"/>
                  </a:cubicBezTo>
                  <a:cubicBezTo>
                    <a:pt x="295842" y="101632"/>
                    <a:pt x="296098" y="121702"/>
                    <a:pt x="297721" y="138356"/>
                  </a:cubicBezTo>
                  <a:cubicBezTo>
                    <a:pt x="300368" y="162184"/>
                    <a:pt x="306091" y="179350"/>
                    <a:pt x="313179" y="191477"/>
                  </a:cubicBezTo>
                  <a:cubicBezTo>
                    <a:pt x="318218" y="200274"/>
                    <a:pt x="323940" y="206679"/>
                    <a:pt x="329833" y="211462"/>
                  </a:cubicBezTo>
                  <a:lnTo>
                    <a:pt x="331285" y="212914"/>
                  </a:lnTo>
                  <a:cubicBezTo>
                    <a:pt x="361518" y="236742"/>
                    <a:pt x="401573" y="227433"/>
                    <a:pt x="432233" y="247930"/>
                  </a:cubicBezTo>
                  <a:cubicBezTo>
                    <a:pt x="437016" y="251005"/>
                    <a:pt x="441543" y="255104"/>
                    <a:pt x="445813" y="259801"/>
                  </a:cubicBezTo>
                  <a:cubicBezTo>
                    <a:pt x="463662" y="280042"/>
                    <a:pt x="466737" y="306261"/>
                    <a:pt x="466993" y="32291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5" name="Google Shape;2995;p73">
              <a:extLst>
                <a:ext uri="{FF2B5EF4-FFF2-40B4-BE49-F238E27FC236}">
                  <a16:creationId xmlns:a16="http://schemas.microsoft.com/office/drawing/2014/main" id="{4EB3869C-A57D-A87F-7B27-99C3C6EA13A5}"/>
                </a:ext>
              </a:extLst>
            </p:cNvPr>
            <p:cNvSpPr/>
            <p:nvPr/>
          </p:nvSpPr>
          <p:spPr>
            <a:xfrm>
              <a:off x="7040569" y="2618621"/>
              <a:ext cx="27301" cy="13364"/>
            </a:xfrm>
            <a:custGeom>
              <a:avLst/>
              <a:gdLst/>
              <a:ahLst/>
              <a:cxnLst/>
              <a:rect l="l" t="t" r="r" b="b"/>
              <a:pathLst>
                <a:path w="28439" h="13921" extrusionOk="0">
                  <a:moveTo>
                    <a:pt x="0" y="5551"/>
                  </a:moveTo>
                  <a:cubicBezTo>
                    <a:pt x="3929" y="12042"/>
                    <a:pt x="10249" y="15117"/>
                    <a:pt x="16313" y="13494"/>
                  </a:cubicBezTo>
                  <a:cubicBezTo>
                    <a:pt x="24939" y="11188"/>
                    <a:pt x="28184" y="769"/>
                    <a:pt x="28440" y="0"/>
                  </a:cubicBezTo>
                  <a:lnTo>
                    <a:pt x="0" y="5551"/>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6" name="Google Shape;2996;p73">
              <a:extLst>
                <a:ext uri="{FF2B5EF4-FFF2-40B4-BE49-F238E27FC236}">
                  <a16:creationId xmlns:a16="http://schemas.microsoft.com/office/drawing/2014/main" id="{1484B1A2-DA16-7B5E-317E-DC918FCFCB33}"/>
                </a:ext>
              </a:extLst>
            </p:cNvPr>
            <p:cNvSpPr/>
            <p:nvPr/>
          </p:nvSpPr>
          <p:spPr>
            <a:xfrm>
              <a:off x="7073757" y="2640746"/>
              <a:ext cx="88629" cy="10597"/>
            </a:xfrm>
            <a:custGeom>
              <a:avLst/>
              <a:gdLst/>
              <a:ahLst/>
              <a:cxnLst/>
              <a:rect l="l" t="t" r="r" b="b"/>
              <a:pathLst>
                <a:path w="92322" h="11039" extrusionOk="0">
                  <a:moveTo>
                    <a:pt x="0" y="1964"/>
                  </a:moveTo>
                  <a:cubicBezTo>
                    <a:pt x="1793" y="3245"/>
                    <a:pt x="4612" y="5039"/>
                    <a:pt x="8113" y="6747"/>
                  </a:cubicBezTo>
                  <a:cubicBezTo>
                    <a:pt x="19899" y="12298"/>
                    <a:pt x="29721" y="11188"/>
                    <a:pt x="36638" y="10334"/>
                  </a:cubicBezTo>
                  <a:cubicBezTo>
                    <a:pt x="61576" y="7174"/>
                    <a:pt x="84550" y="1879"/>
                    <a:pt x="92322" y="0"/>
                  </a:cubicBezTo>
                  <a:cubicBezTo>
                    <a:pt x="74473" y="939"/>
                    <a:pt x="56623" y="1879"/>
                    <a:pt x="38688" y="2818"/>
                  </a:cubicBezTo>
                  <a:lnTo>
                    <a:pt x="0" y="2050"/>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7" name="Google Shape;2997;p73">
              <a:extLst>
                <a:ext uri="{FF2B5EF4-FFF2-40B4-BE49-F238E27FC236}">
                  <a16:creationId xmlns:a16="http://schemas.microsoft.com/office/drawing/2014/main" id="{6F8BA170-DF74-4B72-A97C-CEA0E2FBBAEE}"/>
                </a:ext>
              </a:extLst>
            </p:cNvPr>
            <p:cNvSpPr/>
            <p:nvPr/>
          </p:nvSpPr>
          <p:spPr>
            <a:xfrm>
              <a:off x="6906012" y="2640746"/>
              <a:ext cx="134625" cy="10597"/>
            </a:xfrm>
            <a:custGeom>
              <a:avLst/>
              <a:gdLst/>
              <a:ahLst/>
              <a:cxnLst/>
              <a:rect l="l" t="t" r="r" b="b"/>
              <a:pathLst>
                <a:path w="140234" h="11039" extrusionOk="0">
                  <a:moveTo>
                    <a:pt x="140234" y="1964"/>
                  </a:moveTo>
                  <a:cubicBezTo>
                    <a:pt x="137502" y="3245"/>
                    <a:pt x="133232" y="5039"/>
                    <a:pt x="127936" y="6747"/>
                  </a:cubicBezTo>
                  <a:cubicBezTo>
                    <a:pt x="110087" y="12298"/>
                    <a:pt x="95056" y="11188"/>
                    <a:pt x="84636" y="10334"/>
                  </a:cubicBezTo>
                  <a:cubicBezTo>
                    <a:pt x="46802" y="7174"/>
                    <a:pt x="11786" y="1879"/>
                    <a:pt x="0" y="0"/>
                  </a:cubicBezTo>
                  <a:cubicBezTo>
                    <a:pt x="27159" y="939"/>
                    <a:pt x="54317" y="1879"/>
                    <a:pt x="81391" y="2818"/>
                  </a:cubicBezTo>
                  <a:lnTo>
                    <a:pt x="140149" y="2050"/>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8" name="Google Shape;2998;p73">
              <a:extLst>
                <a:ext uri="{FF2B5EF4-FFF2-40B4-BE49-F238E27FC236}">
                  <a16:creationId xmlns:a16="http://schemas.microsoft.com/office/drawing/2014/main" id="{5AC40CEC-3F5D-6728-B70B-41968D28279C}"/>
                </a:ext>
              </a:extLst>
            </p:cNvPr>
            <p:cNvSpPr/>
            <p:nvPr/>
          </p:nvSpPr>
          <p:spPr>
            <a:xfrm>
              <a:off x="7010085" y="2443008"/>
              <a:ext cx="91007" cy="147005"/>
            </a:xfrm>
            <a:custGeom>
              <a:avLst/>
              <a:gdLst/>
              <a:ahLst/>
              <a:cxnLst/>
              <a:rect l="l" t="t" r="r" b="b"/>
              <a:pathLst>
                <a:path w="94799" h="153130" extrusionOk="0">
                  <a:moveTo>
                    <a:pt x="94799" y="146469"/>
                  </a:moveTo>
                  <a:cubicBezTo>
                    <a:pt x="86686" y="150739"/>
                    <a:pt x="78146" y="153131"/>
                    <a:pt x="68836" y="153131"/>
                  </a:cubicBezTo>
                  <a:cubicBezTo>
                    <a:pt x="31002" y="153131"/>
                    <a:pt x="0" y="112393"/>
                    <a:pt x="0" y="62175"/>
                  </a:cubicBezTo>
                  <a:cubicBezTo>
                    <a:pt x="0" y="38091"/>
                    <a:pt x="7174" y="16227"/>
                    <a:pt x="18618" y="0"/>
                  </a:cubicBezTo>
                  <a:cubicBezTo>
                    <a:pt x="25280" y="5039"/>
                    <a:pt x="32710" y="9736"/>
                    <a:pt x="40567" y="14263"/>
                  </a:cubicBezTo>
                  <a:cubicBezTo>
                    <a:pt x="54659" y="22632"/>
                    <a:pt x="67982" y="28354"/>
                    <a:pt x="79597" y="32368"/>
                  </a:cubicBezTo>
                  <a:cubicBezTo>
                    <a:pt x="77462" y="56623"/>
                    <a:pt x="77718" y="76694"/>
                    <a:pt x="79341" y="93347"/>
                  </a:cubicBezTo>
                  <a:cubicBezTo>
                    <a:pt x="81988" y="117175"/>
                    <a:pt x="87711" y="134342"/>
                    <a:pt x="94799" y="14646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9" name="Google Shape;2999;p73">
              <a:extLst>
                <a:ext uri="{FF2B5EF4-FFF2-40B4-BE49-F238E27FC236}">
                  <a16:creationId xmlns:a16="http://schemas.microsoft.com/office/drawing/2014/main" id="{E2EAB9E2-5836-47CE-7920-013445B1A42E}"/>
                </a:ext>
              </a:extLst>
            </p:cNvPr>
            <p:cNvSpPr/>
            <p:nvPr/>
          </p:nvSpPr>
          <p:spPr>
            <a:xfrm>
              <a:off x="6969009" y="2243487"/>
              <a:ext cx="250461" cy="312784"/>
            </a:xfrm>
            <a:custGeom>
              <a:avLst/>
              <a:gdLst/>
              <a:ahLst/>
              <a:cxnLst/>
              <a:rect l="l" t="t" r="r" b="b"/>
              <a:pathLst>
                <a:path w="260897" h="325817" extrusionOk="0">
                  <a:moveTo>
                    <a:pt x="210543" y="252180"/>
                  </a:moveTo>
                  <a:cubicBezTo>
                    <a:pt x="201917" y="271482"/>
                    <a:pt x="188765" y="282328"/>
                    <a:pt x="171940" y="296164"/>
                  </a:cubicBezTo>
                  <a:cubicBezTo>
                    <a:pt x="168951" y="298640"/>
                    <a:pt x="132910" y="327763"/>
                    <a:pt x="107972" y="325714"/>
                  </a:cubicBezTo>
                  <a:cubicBezTo>
                    <a:pt x="99175" y="325030"/>
                    <a:pt x="91147" y="322127"/>
                    <a:pt x="91147" y="322127"/>
                  </a:cubicBezTo>
                  <a:cubicBezTo>
                    <a:pt x="85682" y="320163"/>
                    <a:pt x="80813" y="317515"/>
                    <a:pt x="76116" y="314355"/>
                  </a:cubicBezTo>
                  <a:cubicBezTo>
                    <a:pt x="70565" y="310597"/>
                    <a:pt x="28375" y="277802"/>
                    <a:pt x="10610" y="225961"/>
                  </a:cubicBezTo>
                  <a:cubicBezTo>
                    <a:pt x="-11424" y="161651"/>
                    <a:pt x="-2969" y="48148"/>
                    <a:pt x="72700" y="11339"/>
                  </a:cubicBezTo>
                  <a:cubicBezTo>
                    <a:pt x="119331" y="-11293"/>
                    <a:pt x="170061" y="5617"/>
                    <a:pt x="189704" y="13559"/>
                  </a:cubicBezTo>
                  <a:cubicBezTo>
                    <a:pt x="191840" y="14499"/>
                    <a:pt x="194145" y="15609"/>
                    <a:pt x="196793" y="16976"/>
                  </a:cubicBezTo>
                  <a:cubicBezTo>
                    <a:pt x="196793" y="16976"/>
                    <a:pt x="206785" y="22100"/>
                    <a:pt x="215411" y="28249"/>
                  </a:cubicBezTo>
                  <a:cubicBezTo>
                    <a:pt x="246584" y="50369"/>
                    <a:pt x="256406" y="77784"/>
                    <a:pt x="256406" y="77784"/>
                  </a:cubicBezTo>
                  <a:cubicBezTo>
                    <a:pt x="265885" y="104259"/>
                    <a:pt x="258711" y="132187"/>
                    <a:pt x="250086" y="153367"/>
                  </a:cubicBezTo>
                  <a:cubicBezTo>
                    <a:pt x="248463" y="157466"/>
                    <a:pt x="246755" y="161310"/>
                    <a:pt x="245132" y="164811"/>
                  </a:cubicBezTo>
                  <a:cubicBezTo>
                    <a:pt x="243253" y="168825"/>
                    <a:pt x="241460" y="172412"/>
                    <a:pt x="240008" y="175487"/>
                  </a:cubicBezTo>
                  <a:cubicBezTo>
                    <a:pt x="235396" y="184711"/>
                    <a:pt x="231552" y="190347"/>
                    <a:pt x="225830" y="204354"/>
                  </a:cubicBezTo>
                  <a:cubicBezTo>
                    <a:pt x="215667" y="229121"/>
                    <a:pt x="217376" y="237149"/>
                    <a:pt x="210543" y="252351"/>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0" name="Google Shape;3000;p73">
              <a:extLst>
                <a:ext uri="{FF2B5EF4-FFF2-40B4-BE49-F238E27FC236}">
                  <a16:creationId xmlns:a16="http://schemas.microsoft.com/office/drawing/2014/main" id="{7E3A991C-5742-740C-EBEA-7F73DCBFA2B7}"/>
                </a:ext>
              </a:extLst>
            </p:cNvPr>
            <p:cNvSpPr/>
            <p:nvPr/>
          </p:nvSpPr>
          <p:spPr>
            <a:xfrm>
              <a:off x="6949843" y="2329698"/>
              <a:ext cx="54954" cy="68086"/>
            </a:xfrm>
            <a:custGeom>
              <a:avLst/>
              <a:gdLst/>
              <a:ahLst/>
              <a:cxnLst/>
              <a:rect l="l" t="t" r="r" b="b"/>
              <a:pathLst>
                <a:path w="57244" h="70923" extrusionOk="0">
                  <a:moveTo>
                    <a:pt x="3599" y="25256"/>
                  </a:moveTo>
                  <a:cubicBezTo>
                    <a:pt x="-4088" y="43960"/>
                    <a:pt x="951" y="63774"/>
                    <a:pt x="14787" y="69410"/>
                  </a:cubicBezTo>
                  <a:cubicBezTo>
                    <a:pt x="28622" y="75047"/>
                    <a:pt x="46045" y="64457"/>
                    <a:pt x="53646" y="45668"/>
                  </a:cubicBezTo>
                  <a:cubicBezTo>
                    <a:pt x="61332" y="26964"/>
                    <a:pt x="56293" y="7150"/>
                    <a:pt x="42458" y="1514"/>
                  </a:cubicBezTo>
                  <a:cubicBezTo>
                    <a:pt x="28622" y="-4123"/>
                    <a:pt x="11200" y="6467"/>
                    <a:pt x="3599" y="25256"/>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1" name="Google Shape;3001;p73">
              <a:extLst>
                <a:ext uri="{FF2B5EF4-FFF2-40B4-BE49-F238E27FC236}">
                  <a16:creationId xmlns:a16="http://schemas.microsoft.com/office/drawing/2014/main" id="{34BB5D2F-D472-5E96-8A99-779D7A7F877B}"/>
                </a:ext>
              </a:extLst>
            </p:cNvPr>
            <p:cNvSpPr/>
            <p:nvPr/>
          </p:nvSpPr>
          <p:spPr>
            <a:xfrm>
              <a:off x="6972143" y="2342787"/>
              <a:ext cx="7871" cy="42469"/>
            </a:xfrm>
            <a:custGeom>
              <a:avLst/>
              <a:gdLst/>
              <a:ahLst/>
              <a:cxnLst/>
              <a:rect l="l" t="t" r="r" b="b"/>
              <a:pathLst>
                <a:path w="8199" h="44239" extrusionOk="0">
                  <a:moveTo>
                    <a:pt x="4014" y="44240"/>
                  </a:moveTo>
                  <a:cubicBezTo>
                    <a:pt x="1794" y="44240"/>
                    <a:pt x="0" y="42446"/>
                    <a:pt x="0" y="40226"/>
                  </a:cubicBezTo>
                  <a:lnTo>
                    <a:pt x="171" y="4014"/>
                  </a:lnTo>
                  <a:cubicBezTo>
                    <a:pt x="171" y="1793"/>
                    <a:pt x="1964" y="0"/>
                    <a:pt x="4185" y="0"/>
                  </a:cubicBezTo>
                  <a:cubicBezTo>
                    <a:pt x="6405" y="0"/>
                    <a:pt x="8199" y="1793"/>
                    <a:pt x="8199" y="4014"/>
                  </a:cubicBezTo>
                  <a:lnTo>
                    <a:pt x="8028" y="40226"/>
                  </a:lnTo>
                  <a:cubicBezTo>
                    <a:pt x="8028" y="42446"/>
                    <a:pt x="6234" y="44240"/>
                    <a:pt x="4014" y="442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2" name="Google Shape;3002;p73">
              <a:extLst>
                <a:ext uri="{FF2B5EF4-FFF2-40B4-BE49-F238E27FC236}">
                  <a16:creationId xmlns:a16="http://schemas.microsoft.com/office/drawing/2014/main" id="{7910CBA5-2789-62B7-77C8-48288E02B211}"/>
                </a:ext>
              </a:extLst>
            </p:cNvPr>
            <p:cNvSpPr/>
            <p:nvPr/>
          </p:nvSpPr>
          <p:spPr>
            <a:xfrm>
              <a:off x="6973290" y="2350571"/>
              <a:ext cx="17219" cy="14676"/>
            </a:xfrm>
            <a:custGeom>
              <a:avLst/>
              <a:gdLst/>
              <a:ahLst/>
              <a:cxnLst/>
              <a:rect l="l" t="t" r="r" b="b"/>
              <a:pathLst>
                <a:path w="17936" h="15288" extrusionOk="0">
                  <a:moveTo>
                    <a:pt x="4015" y="15288"/>
                  </a:moveTo>
                  <a:cubicBezTo>
                    <a:pt x="2819" y="15288"/>
                    <a:pt x="1538" y="14690"/>
                    <a:pt x="769" y="13666"/>
                  </a:cubicBezTo>
                  <a:cubicBezTo>
                    <a:pt x="-512" y="11872"/>
                    <a:pt x="-170" y="9395"/>
                    <a:pt x="1624" y="8114"/>
                  </a:cubicBezTo>
                  <a:lnTo>
                    <a:pt x="11616" y="769"/>
                  </a:lnTo>
                  <a:cubicBezTo>
                    <a:pt x="13324" y="-512"/>
                    <a:pt x="15886" y="-170"/>
                    <a:pt x="17167" y="1623"/>
                  </a:cubicBezTo>
                  <a:cubicBezTo>
                    <a:pt x="18448" y="3417"/>
                    <a:pt x="18107" y="5894"/>
                    <a:pt x="16313" y="7175"/>
                  </a:cubicBezTo>
                  <a:lnTo>
                    <a:pt x="6321" y="14520"/>
                  </a:lnTo>
                  <a:cubicBezTo>
                    <a:pt x="5637" y="15032"/>
                    <a:pt x="4783" y="15288"/>
                    <a:pt x="3929" y="1528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3" name="Google Shape;3003;p73">
              <a:extLst>
                <a:ext uri="{FF2B5EF4-FFF2-40B4-BE49-F238E27FC236}">
                  <a16:creationId xmlns:a16="http://schemas.microsoft.com/office/drawing/2014/main" id="{82BE7F42-DF29-99C3-0359-0898CE9D248D}"/>
                </a:ext>
              </a:extLst>
            </p:cNvPr>
            <p:cNvSpPr/>
            <p:nvPr/>
          </p:nvSpPr>
          <p:spPr>
            <a:xfrm>
              <a:off x="7055977" y="2381842"/>
              <a:ext cx="29182" cy="25729"/>
            </a:xfrm>
            <a:custGeom>
              <a:avLst/>
              <a:gdLst/>
              <a:ahLst/>
              <a:cxnLst/>
              <a:rect l="l" t="t" r="r" b="b"/>
              <a:pathLst>
                <a:path w="30398" h="26801" extrusionOk="0">
                  <a:moveTo>
                    <a:pt x="29291" y="19678"/>
                  </a:moveTo>
                  <a:cubicBezTo>
                    <a:pt x="26217" y="26169"/>
                    <a:pt x="17335" y="28731"/>
                    <a:pt x="9563" y="25229"/>
                  </a:cubicBezTo>
                  <a:cubicBezTo>
                    <a:pt x="1791" y="21728"/>
                    <a:pt x="-2052" y="13700"/>
                    <a:pt x="1108" y="7124"/>
                  </a:cubicBezTo>
                  <a:cubicBezTo>
                    <a:pt x="4183" y="633"/>
                    <a:pt x="13064" y="-1929"/>
                    <a:pt x="20836" y="1572"/>
                  </a:cubicBezTo>
                  <a:cubicBezTo>
                    <a:pt x="28608" y="5074"/>
                    <a:pt x="32451" y="13102"/>
                    <a:pt x="29291" y="196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4" name="Google Shape;3004;p73">
              <a:extLst>
                <a:ext uri="{FF2B5EF4-FFF2-40B4-BE49-F238E27FC236}">
                  <a16:creationId xmlns:a16="http://schemas.microsoft.com/office/drawing/2014/main" id="{DB17A646-B870-7CA0-80E6-3D4171CB80E8}"/>
                </a:ext>
              </a:extLst>
            </p:cNvPr>
            <p:cNvSpPr/>
            <p:nvPr/>
          </p:nvSpPr>
          <p:spPr>
            <a:xfrm>
              <a:off x="7041798" y="2347477"/>
              <a:ext cx="71602" cy="29988"/>
            </a:xfrm>
            <a:custGeom>
              <a:avLst/>
              <a:gdLst/>
              <a:ahLst/>
              <a:cxnLst/>
              <a:rect l="l" t="t" r="r" b="b"/>
              <a:pathLst>
                <a:path w="74585" h="31238" extrusionOk="0">
                  <a:moveTo>
                    <a:pt x="0" y="8607"/>
                  </a:moveTo>
                  <a:cubicBezTo>
                    <a:pt x="10334" y="9290"/>
                    <a:pt x="24597" y="11169"/>
                    <a:pt x="40653" y="16378"/>
                  </a:cubicBezTo>
                  <a:cubicBezTo>
                    <a:pt x="54403" y="20819"/>
                    <a:pt x="65505" y="26456"/>
                    <a:pt x="73533" y="31239"/>
                  </a:cubicBezTo>
                  <a:cubicBezTo>
                    <a:pt x="74046" y="29360"/>
                    <a:pt x="74473" y="27225"/>
                    <a:pt x="74558" y="24663"/>
                  </a:cubicBezTo>
                  <a:cubicBezTo>
                    <a:pt x="74815" y="18599"/>
                    <a:pt x="73192" y="13645"/>
                    <a:pt x="71825" y="10485"/>
                  </a:cubicBezTo>
                  <a:cubicBezTo>
                    <a:pt x="60808" y="7069"/>
                    <a:pt x="51499" y="4763"/>
                    <a:pt x="44667" y="3226"/>
                  </a:cubicBezTo>
                  <a:cubicBezTo>
                    <a:pt x="28013" y="-446"/>
                    <a:pt x="22974" y="-190"/>
                    <a:pt x="19728" y="237"/>
                  </a:cubicBezTo>
                  <a:cubicBezTo>
                    <a:pt x="10505" y="1518"/>
                    <a:pt x="3843" y="5703"/>
                    <a:pt x="85" y="869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5" name="Google Shape;3005;p73">
              <a:extLst>
                <a:ext uri="{FF2B5EF4-FFF2-40B4-BE49-F238E27FC236}">
                  <a16:creationId xmlns:a16="http://schemas.microsoft.com/office/drawing/2014/main" id="{D2A8A6DC-3713-B280-AF97-A76C83159DBA}"/>
                </a:ext>
              </a:extLst>
            </p:cNvPr>
            <p:cNvSpPr/>
            <p:nvPr/>
          </p:nvSpPr>
          <p:spPr>
            <a:xfrm>
              <a:off x="7113911" y="2357456"/>
              <a:ext cx="3698" cy="20747"/>
            </a:xfrm>
            <a:custGeom>
              <a:avLst/>
              <a:gdLst/>
              <a:ahLst/>
              <a:cxnLst/>
              <a:rect l="l" t="t" r="r" b="b"/>
              <a:pathLst>
                <a:path w="3852" h="21611" extrusionOk="0">
                  <a:moveTo>
                    <a:pt x="2904" y="1623"/>
                  </a:moveTo>
                  <a:cubicBezTo>
                    <a:pt x="3416" y="3672"/>
                    <a:pt x="3929" y="6576"/>
                    <a:pt x="3843" y="10078"/>
                  </a:cubicBezTo>
                  <a:cubicBezTo>
                    <a:pt x="3843" y="16227"/>
                    <a:pt x="2050" y="21778"/>
                    <a:pt x="1367" y="21607"/>
                  </a:cubicBezTo>
                  <a:cubicBezTo>
                    <a:pt x="683" y="21522"/>
                    <a:pt x="854" y="14263"/>
                    <a:pt x="939" y="12127"/>
                  </a:cubicBezTo>
                  <a:cubicBezTo>
                    <a:pt x="1025" y="8968"/>
                    <a:pt x="1281" y="6235"/>
                    <a:pt x="512" y="2306"/>
                  </a:cubicBezTo>
                  <a:cubicBezTo>
                    <a:pt x="342" y="1367"/>
                    <a:pt x="85" y="512"/>
                    <a:pt x="0" y="0"/>
                  </a:cubicBezTo>
                  <a:lnTo>
                    <a:pt x="2989" y="162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6" name="Google Shape;3006;p73">
              <a:extLst>
                <a:ext uri="{FF2B5EF4-FFF2-40B4-BE49-F238E27FC236}">
                  <a16:creationId xmlns:a16="http://schemas.microsoft.com/office/drawing/2014/main" id="{DE53DDD1-B821-1752-78A4-CF80864163AE}"/>
                </a:ext>
              </a:extLst>
            </p:cNvPr>
            <p:cNvSpPr/>
            <p:nvPr/>
          </p:nvSpPr>
          <p:spPr>
            <a:xfrm>
              <a:off x="7161440" y="2388677"/>
              <a:ext cx="49029" cy="35008"/>
            </a:xfrm>
            <a:custGeom>
              <a:avLst/>
              <a:gdLst/>
              <a:ahLst/>
              <a:cxnLst/>
              <a:rect l="l" t="t" r="r" b="b"/>
              <a:pathLst>
                <a:path w="51072" h="36467" extrusionOk="0">
                  <a:moveTo>
                    <a:pt x="51072" y="27500"/>
                  </a:moveTo>
                  <a:cubicBezTo>
                    <a:pt x="48083" y="30746"/>
                    <a:pt x="45179" y="33735"/>
                    <a:pt x="42446" y="36468"/>
                  </a:cubicBezTo>
                  <a:cubicBezTo>
                    <a:pt x="39201" y="33735"/>
                    <a:pt x="35614" y="31002"/>
                    <a:pt x="31771" y="28354"/>
                  </a:cubicBezTo>
                  <a:cubicBezTo>
                    <a:pt x="19814" y="20070"/>
                    <a:pt x="8711" y="14690"/>
                    <a:pt x="0" y="11188"/>
                  </a:cubicBezTo>
                  <a:cubicBezTo>
                    <a:pt x="1196" y="9651"/>
                    <a:pt x="2648" y="8028"/>
                    <a:pt x="4612" y="6405"/>
                  </a:cubicBezTo>
                  <a:cubicBezTo>
                    <a:pt x="9224" y="2562"/>
                    <a:pt x="14263" y="854"/>
                    <a:pt x="17593" y="0"/>
                  </a:cubicBezTo>
                  <a:cubicBezTo>
                    <a:pt x="26988" y="6662"/>
                    <a:pt x="34504" y="12725"/>
                    <a:pt x="39799" y="17252"/>
                  </a:cubicBezTo>
                  <a:cubicBezTo>
                    <a:pt x="45008" y="21607"/>
                    <a:pt x="48510" y="24938"/>
                    <a:pt x="51072" y="2750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7" name="Google Shape;3007;p73">
              <a:extLst>
                <a:ext uri="{FF2B5EF4-FFF2-40B4-BE49-F238E27FC236}">
                  <a16:creationId xmlns:a16="http://schemas.microsoft.com/office/drawing/2014/main" id="{AAB5ECCF-0B8B-DE47-1304-2884F8E640D4}"/>
                </a:ext>
              </a:extLst>
            </p:cNvPr>
            <p:cNvSpPr/>
            <p:nvPr/>
          </p:nvSpPr>
          <p:spPr>
            <a:xfrm>
              <a:off x="7158932" y="2384907"/>
              <a:ext cx="17431" cy="12828"/>
            </a:xfrm>
            <a:custGeom>
              <a:avLst/>
              <a:gdLst/>
              <a:ahLst/>
              <a:cxnLst/>
              <a:rect l="l" t="t" r="r" b="b"/>
              <a:pathLst>
                <a:path w="18157" h="13363" extrusionOk="0">
                  <a:moveTo>
                    <a:pt x="15083" y="0"/>
                  </a:moveTo>
                  <a:cubicBezTo>
                    <a:pt x="13205" y="854"/>
                    <a:pt x="10557" y="2220"/>
                    <a:pt x="7739" y="4356"/>
                  </a:cubicBezTo>
                  <a:cubicBezTo>
                    <a:pt x="2870" y="8113"/>
                    <a:pt x="-460" y="12896"/>
                    <a:pt x="52" y="13323"/>
                  </a:cubicBezTo>
                  <a:cubicBezTo>
                    <a:pt x="564" y="13836"/>
                    <a:pt x="6201" y="9309"/>
                    <a:pt x="7910" y="7943"/>
                  </a:cubicBezTo>
                  <a:cubicBezTo>
                    <a:pt x="10386" y="5978"/>
                    <a:pt x="12350" y="4099"/>
                    <a:pt x="16023" y="2391"/>
                  </a:cubicBezTo>
                  <a:cubicBezTo>
                    <a:pt x="16877" y="1964"/>
                    <a:pt x="17645" y="1623"/>
                    <a:pt x="18158" y="1452"/>
                  </a:cubicBezTo>
                  <a:lnTo>
                    <a:pt x="15083" y="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8" name="Google Shape;3008;p73">
              <a:extLst>
                <a:ext uri="{FF2B5EF4-FFF2-40B4-BE49-F238E27FC236}">
                  <a16:creationId xmlns:a16="http://schemas.microsoft.com/office/drawing/2014/main" id="{F65F7A04-667B-9FDE-C082-79C6AE8203A1}"/>
                </a:ext>
              </a:extLst>
            </p:cNvPr>
            <p:cNvSpPr/>
            <p:nvPr/>
          </p:nvSpPr>
          <p:spPr>
            <a:xfrm>
              <a:off x="7108175" y="2455790"/>
              <a:ext cx="20907" cy="8860"/>
            </a:xfrm>
            <a:custGeom>
              <a:avLst/>
              <a:gdLst/>
              <a:ahLst/>
              <a:cxnLst/>
              <a:rect l="l" t="t" r="r" b="b"/>
              <a:pathLst>
                <a:path w="21778" h="9229" extrusionOk="0">
                  <a:moveTo>
                    <a:pt x="0" y="174"/>
                  </a:moveTo>
                  <a:cubicBezTo>
                    <a:pt x="4441" y="-424"/>
                    <a:pt x="8285" y="601"/>
                    <a:pt x="11957" y="2052"/>
                  </a:cubicBezTo>
                  <a:cubicBezTo>
                    <a:pt x="15544" y="3590"/>
                    <a:pt x="18960" y="5554"/>
                    <a:pt x="21779" y="9056"/>
                  </a:cubicBezTo>
                  <a:cubicBezTo>
                    <a:pt x="17337" y="9654"/>
                    <a:pt x="13494" y="8629"/>
                    <a:pt x="9822" y="7177"/>
                  </a:cubicBezTo>
                  <a:cubicBezTo>
                    <a:pt x="6235" y="5639"/>
                    <a:pt x="2819" y="3675"/>
                    <a:pt x="0" y="1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9" name="Google Shape;3009;p73">
              <a:extLst>
                <a:ext uri="{FF2B5EF4-FFF2-40B4-BE49-F238E27FC236}">
                  <a16:creationId xmlns:a16="http://schemas.microsoft.com/office/drawing/2014/main" id="{5E2E3D78-F05B-8919-6EF3-2C50892A9E3B}"/>
                </a:ext>
              </a:extLst>
            </p:cNvPr>
            <p:cNvSpPr/>
            <p:nvPr/>
          </p:nvSpPr>
          <p:spPr>
            <a:xfrm>
              <a:off x="7037219" y="2368326"/>
              <a:ext cx="57813" cy="41843"/>
            </a:xfrm>
            <a:custGeom>
              <a:avLst/>
              <a:gdLst/>
              <a:ahLst/>
              <a:cxnLst/>
              <a:rect l="l" t="t" r="r" b="b"/>
              <a:pathLst>
                <a:path w="60222" h="43586" extrusionOk="0">
                  <a:moveTo>
                    <a:pt x="56272" y="43501"/>
                  </a:moveTo>
                  <a:cubicBezTo>
                    <a:pt x="55076" y="43501"/>
                    <a:pt x="53966" y="42989"/>
                    <a:pt x="53197" y="42049"/>
                  </a:cubicBezTo>
                  <a:cubicBezTo>
                    <a:pt x="48158" y="35815"/>
                    <a:pt x="42351" y="30178"/>
                    <a:pt x="36116" y="25310"/>
                  </a:cubicBezTo>
                  <a:cubicBezTo>
                    <a:pt x="26209" y="17538"/>
                    <a:pt x="14936" y="11730"/>
                    <a:pt x="2808" y="7802"/>
                  </a:cubicBezTo>
                  <a:cubicBezTo>
                    <a:pt x="673" y="7119"/>
                    <a:pt x="-437" y="4898"/>
                    <a:pt x="161" y="2763"/>
                  </a:cubicBezTo>
                  <a:cubicBezTo>
                    <a:pt x="844" y="628"/>
                    <a:pt x="3150" y="-482"/>
                    <a:pt x="5199" y="201"/>
                  </a:cubicBezTo>
                  <a:cubicBezTo>
                    <a:pt x="18267" y="4386"/>
                    <a:pt x="30308" y="10706"/>
                    <a:pt x="40984" y="18990"/>
                  </a:cubicBezTo>
                  <a:cubicBezTo>
                    <a:pt x="47731" y="24285"/>
                    <a:pt x="53966" y="30349"/>
                    <a:pt x="59346" y="37010"/>
                  </a:cubicBezTo>
                  <a:cubicBezTo>
                    <a:pt x="60712" y="38718"/>
                    <a:pt x="60457" y="41281"/>
                    <a:pt x="58748" y="42647"/>
                  </a:cubicBezTo>
                  <a:cubicBezTo>
                    <a:pt x="57979" y="43245"/>
                    <a:pt x="57126" y="43587"/>
                    <a:pt x="56186" y="4358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0" name="Google Shape;3010;p73">
              <a:extLst>
                <a:ext uri="{FF2B5EF4-FFF2-40B4-BE49-F238E27FC236}">
                  <a16:creationId xmlns:a16="http://schemas.microsoft.com/office/drawing/2014/main" id="{4AAA5679-E9FD-F054-066D-A76F36A7C8AF}"/>
                </a:ext>
              </a:extLst>
            </p:cNvPr>
            <p:cNvSpPr/>
            <p:nvPr/>
          </p:nvSpPr>
          <p:spPr>
            <a:xfrm>
              <a:off x="7154478" y="2423471"/>
              <a:ext cx="29182" cy="25729"/>
            </a:xfrm>
            <a:custGeom>
              <a:avLst/>
              <a:gdLst/>
              <a:ahLst/>
              <a:cxnLst/>
              <a:rect l="l" t="t" r="r" b="b"/>
              <a:pathLst>
                <a:path w="30398" h="26801" extrusionOk="0">
                  <a:moveTo>
                    <a:pt x="29291" y="19678"/>
                  </a:moveTo>
                  <a:cubicBezTo>
                    <a:pt x="26217" y="26169"/>
                    <a:pt x="17335" y="28731"/>
                    <a:pt x="9563" y="25229"/>
                  </a:cubicBezTo>
                  <a:cubicBezTo>
                    <a:pt x="1791" y="21728"/>
                    <a:pt x="-2052" y="13700"/>
                    <a:pt x="1108" y="7124"/>
                  </a:cubicBezTo>
                  <a:cubicBezTo>
                    <a:pt x="4182" y="633"/>
                    <a:pt x="13064" y="-1929"/>
                    <a:pt x="20836" y="1572"/>
                  </a:cubicBezTo>
                  <a:cubicBezTo>
                    <a:pt x="28608" y="5074"/>
                    <a:pt x="32451" y="13102"/>
                    <a:pt x="29291" y="196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1" name="Google Shape;3011;p73">
              <a:extLst>
                <a:ext uri="{FF2B5EF4-FFF2-40B4-BE49-F238E27FC236}">
                  <a16:creationId xmlns:a16="http://schemas.microsoft.com/office/drawing/2014/main" id="{E5251919-A55C-2D92-83FB-E7BB0499698C}"/>
                </a:ext>
              </a:extLst>
            </p:cNvPr>
            <p:cNvSpPr/>
            <p:nvPr/>
          </p:nvSpPr>
          <p:spPr>
            <a:xfrm>
              <a:off x="7142403" y="2420817"/>
              <a:ext cx="55634" cy="30893"/>
            </a:xfrm>
            <a:custGeom>
              <a:avLst/>
              <a:gdLst/>
              <a:ahLst/>
              <a:cxnLst/>
              <a:rect l="l" t="t" r="r" b="b"/>
              <a:pathLst>
                <a:path w="57952" h="32180" extrusionOk="0">
                  <a:moveTo>
                    <a:pt x="53918" y="32095"/>
                  </a:moveTo>
                  <a:cubicBezTo>
                    <a:pt x="52552" y="32095"/>
                    <a:pt x="51271" y="31412"/>
                    <a:pt x="50502" y="30216"/>
                  </a:cubicBezTo>
                  <a:cubicBezTo>
                    <a:pt x="47683" y="25604"/>
                    <a:pt x="42559" y="19114"/>
                    <a:pt x="34190" y="14246"/>
                  </a:cubicBezTo>
                  <a:cubicBezTo>
                    <a:pt x="22318" y="7328"/>
                    <a:pt x="10533" y="7584"/>
                    <a:pt x="4469" y="8353"/>
                  </a:cubicBezTo>
                  <a:cubicBezTo>
                    <a:pt x="2078" y="8694"/>
                    <a:pt x="284" y="7071"/>
                    <a:pt x="28" y="4851"/>
                  </a:cubicBezTo>
                  <a:cubicBezTo>
                    <a:pt x="-229" y="2631"/>
                    <a:pt x="1309" y="666"/>
                    <a:pt x="3529" y="410"/>
                  </a:cubicBezTo>
                  <a:cubicBezTo>
                    <a:pt x="10533" y="-444"/>
                    <a:pt x="24368" y="-700"/>
                    <a:pt x="38204" y="7328"/>
                  </a:cubicBezTo>
                  <a:cubicBezTo>
                    <a:pt x="48025" y="13050"/>
                    <a:pt x="54089" y="20651"/>
                    <a:pt x="57334" y="26117"/>
                  </a:cubicBezTo>
                  <a:cubicBezTo>
                    <a:pt x="58530" y="27996"/>
                    <a:pt x="57932" y="30472"/>
                    <a:pt x="56053" y="31583"/>
                  </a:cubicBezTo>
                  <a:cubicBezTo>
                    <a:pt x="55370" y="32010"/>
                    <a:pt x="54687" y="32181"/>
                    <a:pt x="53918" y="3218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2" name="Google Shape;3012;p73">
              <a:extLst>
                <a:ext uri="{FF2B5EF4-FFF2-40B4-BE49-F238E27FC236}">
                  <a16:creationId xmlns:a16="http://schemas.microsoft.com/office/drawing/2014/main" id="{1D390130-E23D-05E9-0E26-5E818E9C185E}"/>
                </a:ext>
              </a:extLst>
            </p:cNvPr>
            <p:cNvSpPr/>
            <p:nvPr/>
          </p:nvSpPr>
          <p:spPr>
            <a:xfrm>
              <a:off x="7058597" y="2465544"/>
              <a:ext cx="72723" cy="50607"/>
            </a:xfrm>
            <a:custGeom>
              <a:avLst/>
              <a:gdLst/>
              <a:ahLst/>
              <a:cxnLst/>
              <a:rect l="l" t="t" r="r" b="b"/>
              <a:pathLst>
                <a:path w="75753" h="52716" extrusionOk="0">
                  <a:moveTo>
                    <a:pt x="1195" y="85"/>
                  </a:moveTo>
                  <a:cubicBezTo>
                    <a:pt x="-3416" y="19216"/>
                    <a:pt x="5637" y="39115"/>
                    <a:pt x="22803" y="47997"/>
                  </a:cubicBezTo>
                  <a:cubicBezTo>
                    <a:pt x="40652" y="57307"/>
                    <a:pt x="63028" y="52524"/>
                    <a:pt x="75754" y="36468"/>
                  </a:cubicBezTo>
                  <a:cubicBezTo>
                    <a:pt x="50901" y="24340"/>
                    <a:pt x="26048" y="12213"/>
                    <a:pt x="1195"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3" name="Google Shape;3013;p73">
              <a:extLst>
                <a:ext uri="{FF2B5EF4-FFF2-40B4-BE49-F238E27FC236}">
                  <a16:creationId xmlns:a16="http://schemas.microsoft.com/office/drawing/2014/main" id="{69EB1359-B969-D075-07E2-D75D44683F72}"/>
                </a:ext>
              </a:extLst>
            </p:cNvPr>
            <p:cNvSpPr/>
            <p:nvPr/>
          </p:nvSpPr>
          <p:spPr>
            <a:xfrm>
              <a:off x="6780716" y="3090881"/>
              <a:ext cx="320491" cy="646069"/>
            </a:xfrm>
            <a:custGeom>
              <a:avLst/>
              <a:gdLst/>
              <a:ahLst/>
              <a:cxnLst/>
              <a:rect l="l" t="t" r="r" b="b"/>
              <a:pathLst>
                <a:path w="333845" h="672989" extrusionOk="0">
                  <a:moveTo>
                    <a:pt x="26218" y="180802"/>
                  </a:moveTo>
                  <a:cubicBezTo>
                    <a:pt x="14603" y="222138"/>
                    <a:pt x="4867" y="271160"/>
                    <a:pt x="1365" y="326673"/>
                  </a:cubicBezTo>
                  <a:cubicBezTo>
                    <a:pt x="-8200" y="479035"/>
                    <a:pt x="34502" y="601591"/>
                    <a:pt x="66871" y="672989"/>
                  </a:cubicBezTo>
                  <a:cubicBezTo>
                    <a:pt x="88820" y="666328"/>
                    <a:pt x="115124" y="660264"/>
                    <a:pt x="145273" y="657104"/>
                  </a:cubicBezTo>
                  <a:cubicBezTo>
                    <a:pt x="198821" y="651467"/>
                    <a:pt x="244427" y="657104"/>
                    <a:pt x="277222" y="664022"/>
                  </a:cubicBezTo>
                  <a:cubicBezTo>
                    <a:pt x="288240" y="607911"/>
                    <a:pt x="298318" y="548982"/>
                    <a:pt x="307029" y="487405"/>
                  </a:cubicBezTo>
                  <a:cubicBezTo>
                    <a:pt x="320779" y="389616"/>
                    <a:pt x="329149" y="297038"/>
                    <a:pt x="333846" y="210523"/>
                  </a:cubicBezTo>
                  <a:cubicBezTo>
                    <a:pt x="280468" y="140320"/>
                    <a:pt x="227090" y="70203"/>
                    <a:pt x="173712" y="0"/>
                  </a:cubicBezTo>
                  <a:cubicBezTo>
                    <a:pt x="163378" y="5039"/>
                    <a:pt x="152873" y="10932"/>
                    <a:pt x="142369" y="17935"/>
                  </a:cubicBezTo>
                  <a:cubicBezTo>
                    <a:pt x="71397" y="65420"/>
                    <a:pt x="40139" y="137587"/>
                    <a:pt x="26218" y="18071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4" name="Google Shape;3014;p73">
              <a:extLst>
                <a:ext uri="{FF2B5EF4-FFF2-40B4-BE49-F238E27FC236}">
                  <a16:creationId xmlns:a16="http://schemas.microsoft.com/office/drawing/2014/main" id="{5AE5BF4C-DCFD-3462-49BB-66C7FD26319D}"/>
                </a:ext>
              </a:extLst>
            </p:cNvPr>
            <p:cNvSpPr/>
            <p:nvPr/>
          </p:nvSpPr>
          <p:spPr>
            <a:xfrm>
              <a:off x="6946821" y="3090964"/>
              <a:ext cx="323281" cy="634591"/>
            </a:xfrm>
            <a:custGeom>
              <a:avLst/>
              <a:gdLst/>
              <a:ahLst/>
              <a:cxnLst/>
              <a:rect l="l" t="t" r="r" b="b"/>
              <a:pathLst>
                <a:path w="336751" h="661032" extrusionOk="0">
                  <a:moveTo>
                    <a:pt x="249126" y="14946"/>
                  </a:moveTo>
                  <a:cubicBezTo>
                    <a:pt x="276968" y="67640"/>
                    <a:pt x="306860" y="138868"/>
                    <a:pt x="323513" y="226323"/>
                  </a:cubicBezTo>
                  <a:cubicBezTo>
                    <a:pt x="360920" y="422326"/>
                    <a:pt x="310276" y="583827"/>
                    <a:pt x="279871" y="661033"/>
                  </a:cubicBezTo>
                  <a:cubicBezTo>
                    <a:pt x="215732" y="654457"/>
                    <a:pt x="151508" y="647795"/>
                    <a:pt x="87369" y="641219"/>
                  </a:cubicBezTo>
                  <a:cubicBezTo>
                    <a:pt x="101888" y="490992"/>
                    <a:pt x="116492" y="340850"/>
                    <a:pt x="131011" y="190623"/>
                  </a:cubicBezTo>
                  <a:cubicBezTo>
                    <a:pt x="87369" y="134427"/>
                    <a:pt x="43642" y="78145"/>
                    <a:pt x="0" y="21949"/>
                  </a:cubicBezTo>
                  <a:cubicBezTo>
                    <a:pt x="171" y="14604"/>
                    <a:pt x="427" y="7345"/>
                    <a:pt x="598" y="0"/>
                  </a:cubicBezTo>
                  <a:cubicBezTo>
                    <a:pt x="33820" y="15885"/>
                    <a:pt x="97960" y="40396"/>
                    <a:pt x="177642" y="31600"/>
                  </a:cubicBezTo>
                  <a:cubicBezTo>
                    <a:pt x="205313" y="28525"/>
                    <a:pt x="229398" y="22120"/>
                    <a:pt x="249126" y="1494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5" name="Google Shape;3015;p73">
              <a:extLst>
                <a:ext uri="{FF2B5EF4-FFF2-40B4-BE49-F238E27FC236}">
                  <a16:creationId xmlns:a16="http://schemas.microsoft.com/office/drawing/2014/main" id="{45CA9CD2-284E-6DD0-9D9E-A65DA1B6C63D}"/>
                </a:ext>
              </a:extLst>
            </p:cNvPr>
            <p:cNvSpPr/>
            <p:nvPr/>
          </p:nvSpPr>
          <p:spPr>
            <a:xfrm>
              <a:off x="6755038" y="2584940"/>
              <a:ext cx="512377" cy="586293"/>
            </a:xfrm>
            <a:custGeom>
              <a:avLst/>
              <a:gdLst/>
              <a:ahLst/>
              <a:cxnLst/>
              <a:rect l="l" t="t" r="r" b="b"/>
              <a:pathLst>
                <a:path w="533726" h="610722" extrusionOk="0">
                  <a:moveTo>
                    <a:pt x="12840" y="157828"/>
                  </a:moveTo>
                  <a:cubicBezTo>
                    <a:pt x="-8853" y="331797"/>
                    <a:pt x="-1508" y="464516"/>
                    <a:pt x="23259" y="515588"/>
                  </a:cubicBezTo>
                  <a:cubicBezTo>
                    <a:pt x="30946" y="531474"/>
                    <a:pt x="47770" y="566063"/>
                    <a:pt x="82786" y="579129"/>
                  </a:cubicBezTo>
                  <a:cubicBezTo>
                    <a:pt x="97903" y="584766"/>
                    <a:pt x="110799" y="584254"/>
                    <a:pt x="116521" y="584083"/>
                  </a:cubicBezTo>
                  <a:cubicBezTo>
                    <a:pt x="190311" y="582119"/>
                    <a:pt x="233696" y="607228"/>
                    <a:pt x="329862" y="610388"/>
                  </a:cubicBezTo>
                  <a:cubicBezTo>
                    <a:pt x="367525" y="611669"/>
                    <a:pt x="420306" y="609790"/>
                    <a:pt x="484701" y="595527"/>
                  </a:cubicBezTo>
                  <a:cubicBezTo>
                    <a:pt x="493668" y="565294"/>
                    <a:pt x="525781" y="453158"/>
                    <a:pt x="532357" y="335982"/>
                  </a:cubicBezTo>
                  <a:cubicBezTo>
                    <a:pt x="535346" y="282177"/>
                    <a:pt x="532784" y="231105"/>
                    <a:pt x="530905" y="193527"/>
                  </a:cubicBezTo>
                  <a:cubicBezTo>
                    <a:pt x="530051" y="176531"/>
                    <a:pt x="529111" y="163721"/>
                    <a:pt x="526464" y="147408"/>
                  </a:cubicBezTo>
                  <a:cubicBezTo>
                    <a:pt x="520486" y="111624"/>
                    <a:pt x="514507" y="75412"/>
                    <a:pt x="492217" y="47656"/>
                  </a:cubicBezTo>
                  <a:cubicBezTo>
                    <a:pt x="458567" y="5722"/>
                    <a:pt x="401944" y="854"/>
                    <a:pt x="383581" y="0"/>
                  </a:cubicBezTo>
                  <a:cubicBezTo>
                    <a:pt x="334218" y="10163"/>
                    <a:pt x="275288" y="16483"/>
                    <a:pt x="209442" y="11871"/>
                  </a:cubicBezTo>
                  <a:cubicBezTo>
                    <a:pt x="194496" y="10846"/>
                    <a:pt x="180062" y="9309"/>
                    <a:pt x="166312" y="7430"/>
                  </a:cubicBezTo>
                  <a:cubicBezTo>
                    <a:pt x="155038" y="7772"/>
                    <a:pt x="100978" y="10676"/>
                    <a:pt x="57677" y="55086"/>
                  </a:cubicBezTo>
                  <a:cubicBezTo>
                    <a:pt x="17537" y="96251"/>
                    <a:pt x="13608" y="145530"/>
                    <a:pt x="13011" y="15782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6" name="Google Shape;3016;p73">
              <a:extLst>
                <a:ext uri="{FF2B5EF4-FFF2-40B4-BE49-F238E27FC236}">
                  <a16:creationId xmlns:a16="http://schemas.microsoft.com/office/drawing/2014/main" id="{1A76417F-D545-7648-6A44-51D26E3970EC}"/>
                </a:ext>
              </a:extLst>
            </p:cNvPr>
            <p:cNvSpPr/>
            <p:nvPr/>
          </p:nvSpPr>
          <p:spPr>
            <a:xfrm>
              <a:off x="7056314" y="3380963"/>
              <a:ext cx="32022" cy="317060"/>
            </a:xfrm>
            <a:custGeom>
              <a:avLst/>
              <a:gdLst/>
              <a:ahLst/>
              <a:cxnLst/>
              <a:rect l="l" t="t" r="r" b="b"/>
              <a:pathLst>
                <a:path w="33356" h="330271" extrusionOk="0">
                  <a:moveTo>
                    <a:pt x="4002" y="330271"/>
                  </a:moveTo>
                  <a:cubicBezTo>
                    <a:pt x="1098" y="329759"/>
                    <a:pt x="-354" y="327709"/>
                    <a:pt x="74" y="325574"/>
                  </a:cubicBezTo>
                  <a:cubicBezTo>
                    <a:pt x="11005" y="267413"/>
                    <a:pt x="18521" y="207972"/>
                    <a:pt x="22364" y="148872"/>
                  </a:cubicBezTo>
                  <a:cubicBezTo>
                    <a:pt x="25438" y="100960"/>
                    <a:pt x="26207" y="52279"/>
                    <a:pt x="24585" y="4111"/>
                  </a:cubicBezTo>
                  <a:cubicBezTo>
                    <a:pt x="24585" y="1890"/>
                    <a:pt x="26207" y="11"/>
                    <a:pt x="28427" y="11"/>
                  </a:cubicBezTo>
                  <a:cubicBezTo>
                    <a:pt x="30734" y="-159"/>
                    <a:pt x="32527" y="1634"/>
                    <a:pt x="32527" y="3855"/>
                  </a:cubicBezTo>
                  <a:cubicBezTo>
                    <a:pt x="34150" y="52279"/>
                    <a:pt x="33381" y="101216"/>
                    <a:pt x="30307" y="149384"/>
                  </a:cubicBezTo>
                  <a:cubicBezTo>
                    <a:pt x="26463" y="208740"/>
                    <a:pt x="18948" y="268524"/>
                    <a:pt x="7931" y="327026"/>
                  </a:cubicBezTo>
                  <a:cubicBezTo>
                    <a:pt x="7589" y="328905"/>
                    <a:pt x="5881" y="330271"/>
                    <a:pt x="4002" y="33027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7" name="Google Shape;3017;p73">
              <a:extLst>
                <a:ext uri="{FF2B5EF4-FFF2-40B4-BE49-F238E27FC236}">
                  <a16:creationId xmlns:a16="http://schemas.microsoft.com/office/drawing/2014/main" id="{204F3097-CF6C-A6C7-3C25-77E22FBE9706}"/>
                </a:ext>
              </a:extLst>
            </p:cNvPr>
            <p:cNvSpPr/>
            <p:nvPr/>
          </p:nvSpPr>
          <p:spPr>
            <a:xfrm>
              <a:off x="7088187" y="3196335"/>
              <a:ext cx="26407" cy="188094"/>
            </a:xfrm>
            <a:custGeom>
              <a:avLst/>
              <a:gdLst/>
              <a:ahLst/>
              <a:cxnLst/>
              <a:rect l="l" t="t" r="r" b="b"/>
              <a:pathLst>
                <a:path w="27507" h="195931" extrusionOk="0">
                  <a:moveTo>
                    <a:pt x="4007" y="195931"/>
                  </a:moveTo>
                  <a:cubicBezTo>
                    <a:pt x="2128" y="195931"/>
                    <a:pt x="505" y="194650"/>
                    <a:pt x="78" y="192771"/>
                  </a:cubicBezTo>
                  <a:cubicBezTo>
                    <a:pt x="-349" y="190636"/>
                    <a:pt x="1018" y="188501"/>
                    <a:pt x="3238" y="188074"/>
                  </a:cubicBezTo>
                  <a:lnTo>
                    <a:pt x="19038" y="184829"/>
                  </a:lnTo>
                  <a:lnTo>
                    <a:pt x="78" y="4369"/>
                  </a:lnTo>
                  <a:cubicBezTo>
                    <a:pt x="-178" y="2148"/>
                    <a:pt x="1445" y="184"/>
                    <a:pt x="3665" y="13"/>
                  </a:cubicBezTo>
                  <a:cubicBezTo>
                    <a:pt x="5971" y="-158"/>
                    <a:pt x="7850" y="1379"/>
                    <a:pt x="8106" y="3600"/>
                  </a:cubicBezTo>
                  <a:lnTo>
                    <a:pt x="27493" y="187647"/>
                  </a:lnTo>
                  <a:cubicBezTo>
                    <a:pt x="27664" y="189697"/>
                    <a:pt x="26297" y="191576"/>
                    <a:pt x="24333" y="192003"/>
                  </a:cubicBezTo>
                  <a:lnTo>
                    <a:pt x="4946" y="195931"/>
                  </a:lnTo>
                  <a:cubicBezTo>
                    <a:pt x="4946" y="195931"/>
                    <a:pt x="4434" y="195931"/>
                    <a:pt x="4178" y="19593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8" name="Google Shape;3018;p73">
              <a:extLst>
                <a:ext uri="{FF2B5EF4-FFF2-40B4-BE49-F238E27FC236}">
                  <a16:creationId xmlns:a16="http://schemas.microsoft.com/office/drawing/2014/main" id="{66583BF6-92C6-A6C2-ED2A-213A1941AB07}"/>
                </a:ext>
              </a:extLst>
            </p:cNvPr>
            <p:cNvSpPr/>
            <p:nvPr/>
          </p:nvSpPr>
          <p:spPr>
            <a:xfrm>
              <a:off x="7006886" y="3956570"/>
              <a:ext cx="12877" cy="204479"/>
            </a:xfrm>
            <a:custGeom>
              <a:avLst/>
              <a:gdLst/>
              <a:ahLst/>
              <a:cxnLst/>
              <a:rect l="l" t="t" r="r" b="b"/>
              <a:pathLst>
                <a:path w="13414" h="212999" extrusionOk="0">
                  <a:moveTo>
                    <a:pt x="4017" y="212999"/>
                  </a:moveTo>
                  <a:cubicBezTo>
                    <a:pt x="1711" y="212999"/>
                    <a:pt x="-83" y="211121"/>
                    <a:pt x="3" y="208900"/>
                  </a:cubicBezTo>
                  <a:lnTo>
                    <a:pt x="5383" y="3929"/>
                  </a:lnTo>
                  <a:cubicBezTo>
                    <a:pt x="5383" y="1793"/>
                    <a:pt x="7263" y="0"/>
                    <a:pt x="9398" y="0"/>
                  </a:cubicBezTo>
                  <a:cubicBezTo>
                    <a:pt x="11703" y="0"/>
                    <a:pt x="13497" y="1879"/>
                    <a:pt x="13412" y="4099"/>
                  </a:cubicBezTo>
                  <a:lnTo>
                    <a:pt x="8031" y="209071"/>
                  </a:lnTo>
                  <a:cubicBezTo>
                    <a:pt x="8031" y="211206"/>
                    <a:pt x="6152" y="212999"/>
                    <a:pt x="4017" y="21299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9" name="Google Shape;3019;p73">
              <a:extLst>
                <a:ext uri="{FF2B5EF4-FFF2-40B4-BE49-F238E27FC236}">
                  <a16:creationId xmlns:a16="http://schemas.microsoft.com/office/drawing/2014/main" id="{7F9239F8-FA4D-FCC0-38D7-F94E88ADC8AD}"/>
                </a:ext>
              </a:extLst>
            </p:cNvPr>
            <p:cNvSpPr/>
            <p:nvPr/>
          </p:nvSpPr>
          <p:spPr>
            <a:xfrm>
              <a:off x="6868480" y="4475499"/>
              <a:ext cx="166594" cy="121548"/>
            </a:xfrm>
            <a:custGeom>
              <a:avLst/>
              <a:gdLst/>
              <a:ahLst/>
              <a:cxnLst/>
              <a:rect l="l" t="t" r="r" b="b"/>
              <a:pathLst>
                <a:path w="173535" h="126612" extrusionOk="0">
                  <a:moveTo>
                    <a:pt x="74729" y="129"/>
                  </a:moveTo>
                  <a:cubicBezTo>
                    <a:pt x="67299" y="17124"/>
                    <a:pt x="59869" y="34205"/>
                    <a:pt x="52439" y="51200"/>
                  </a:cubicBezTo>
                  <a:cubicBezTo>
                    <a:pt x="34077" y="49236"/>
                    <a:pt x="16227" y="57947"/>
                    <a:pt x="6748" y="73491"/>
                  </a:cubicBezTo>
                  <a:cubicBezTo>
                    <a:pt x="-3245" y="89889"/>
                    <a:pt x="-2049" y="111069"/>
                    <a:pt x="9737" y="126613"/>
                  </a:cubicBezTo>
                  <a:lnTo>
                    <a:pt x="170468" y="126613"/>
                  </a:lnTo>
                  <a:cubicBezTo>
                    <a:pt x="173030" y="115083"/>
                    <a:pt x="175849" y="94757"/>
                    <a:pt x="170468" y="70502"/>
                  </a:cubicBezTo>
                  <a:cubicBezTo>
                    <a:pt x="166625" y="53336"/>
                    <a:pt x="159964" y="40098"/>
                    <a:pt x="154583" y="31301"/>
                  </a:cubicBezTo>
                  <a:cubicBezTo>
                    <a:pt x="148092" y="43343"/>
                    <a:pt x="135623" y="50005"/>
                    <a:pt x="123837" y="48211"/>
                  </a:cubicBezTo>
                  <a:cubicBezTo>
                    <a:pt x="113077" y="46503"/>
                    <a:pt x="106927" y="38304"/>
                    <a:pt x="105475" y="36340"/>
                  </a:cubicBezTo>
                  <a:cubicBezTo>
                    <a:pt x="105902" y="34717"/>
                    <a:pt x="108721" y="22334"/>
                    <a:pt x="100522" y="11487"/>
                  </a:cubicBezTo>
                  <a:cubicBezTo>
                    <a:pt x="91128" y="-896"/>
                    <a:pt x="75755" y="-42"/>
                    <a:pt x="74729" y="4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0" name="Google Shape;3020;p73">
              <a:extLst>
                <a:ext uri="{FF2B5EF4-FFF2-40B4-BE49-F238E27FC236}">
                  <a16:creationId xmlns:a16="http://schemas.microsoft.com/office/drawing/2014/main" id="{77F6DF2B-E0B1-A27F-BA6C-6D7CBD6E9FC4}"/>
                </a:ext>
              </a:extLst>
            </p:cNvPr>
            <p:cNvSpPr/>
            <p:nvPr/>
          </p:nvSpPr>
          <p:spPr>
            <a:xfrm>
              <a:off x="7042040" y="4455135"/>
              <a:ext cx="261869" cy="133395"/>
            </a:xfrm>
            <a:custGeom>
              <a:avLst/>
              <a:gdLst/>
              <a:ahLst/>
              <a:cxnLst/>
              <a:rect l="l" t="t" r="r" b="b"/>
              <a:pathLst>
                <a:path w="272780" h="138953" extrusionOk="0">
                  <a:moveTo>
                    <a:pt x="23918" y="49962"/>
                  </a:moveTo>
                  <a:cubicBezTo>
                    <a:pt x="16060" y="59869"/>
                    <a:pt x="11277" y="69263"/>
                    <a:pt x="8459" y="75925"/>
                  </a:cubicBezTo>
                  <a:cubicBezTo>
                    <a:pt x="4787" y="84465"/>
                    <a:pt x="-167" y="96507"/>
                    <a:pt x="4" y="112649"/>
                  </a:cubicBezTo>
                  <a:cubicBezTo>
                    <a:pt x="175" y="124008"/>
                    <a:pt x="2822" y="133146"/>
                    <a:pt x="4957" y="138953"/>
                  </a:cubicBezTo>
                  <a:lnTo>
                    <a:pt x="271933" y="138953"/>
                  </a:lnTo>
                  <a:cubicBezTo>
                    <a:pt x="274495" y="120591"/>
                    <a:pt x="270737" y="107610"/>
                    <a:pt x="267491" y="100009"/>
                  </a:cubicBezTo>
                  <a:cubicBezTo>
                    <a:pt x="252204" y="64566"/>
                    <a:pt x="204463" y="43556"/>
                    <a:pt x="148437" y="49108"/>
                  </a:cubicBezTo>
                  <a:cubicBezTo>
                    <a:pt x="136224" y="32710"/>
                    <a:pt x="123926" y="16398"/>
                    <a:pt x="111713" y="0"/>
                  </a:cubicBezTo>
                  <a:cubicBezTo>
                    <a:pt x="107955" y="1452"/>
                    <a:pt x="96426" y="6576"/>
                    <a:pt x="88910" y="19387"/>
                  </a:cubicBezTo>
                  <a:cubicBezTo>
                    <a:pt x="79601" y="35101"/>
                    <a:pt x="83103" y="50901"/>
                    <a:pt x="83957" y="54147"/>
                  </a:cubicBezTo>
                  <a:cubicBezTo>
                    <a:pt x="81907" y="55940"/>
                    <a:pt x="69865" y="66189"/>
                    <a:pt x="52186" y="64566"/>
                  </a:cubicBezTo>
                  <a:cubicBezTo>
                    <a:pt x="35703" y="63029"/>
                    <a:pt x="25967" y="52268"/>
                    <a:pt x="24003" y="5004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1" name="Google Shape;3021;p73">
              <a:extLst>
                <a:ext uri="{FF2B5EF4-FFF2-40B4-BE49-F238E27FC236}">
                  <a16:creationId xmlns:a16="http://schemas.microsoft.com/office/drawing/2014/main" id="{6654C1A9-A22A-2D3A-1148-74BBAA956327}"/>
                </a:ext>
              </a:extLst>
            </p:cNvPr>
            <p:cNvSpPr/>
            <p:nvPr/>
          </p:nvSpPr>
          <p:spPr>
            <a:xfrm>
              <a:off x="6872331" y="4595100"/>
              <a:ext cx="164961" cy="8854"/>
            </a:xfrm>
            <a:custGeom>
              <a:avLst/>
              <a:gdLst/>
              <a:ahLst/>
              <a:cxnLst/>
              <a:rect l="l" t="t" r="r" b="b"/>
              <a:pathLst>
                <a:path w="171834" h="9223" extrusionOk="0">
                  <a:moveTo>
                    <a:pt x="167223" y="9224"/>
                  </a:moveTo>
                  <a:lnTo>
                    <a:pt x="4612" y="9224"/>
                  </a:lnTo>
                  <a:cubicBezTo>
                    <a:pt x="2050" y="9224"/>
                    <a:pt x="0" y="7088"/>
                    <a:pt x="0" y="4612"/>
                  </a:cubicBezTo>
                  <a:cubicBezTo>
                    <a:pt x="0" y="2135"/>
                    <a:pt x="2135" y="0"/>
                    <a:pt x="4612" y="0"/>
                  </a:cubicBezTo>
                  <a:lnTo>
                    <a:pt x="167223" y="0"/>
                  </a:lnTo>
                  <a:cubicBezTo>
                    <a:pt x="169785" y="0"/>
                    <a:pt x="171834" y="2135"/>
                    <a:pt x="171834" y="4612"/>
                  </a:cubicBezTo>
                  <a:cubicBezTo>
                    <a:pt x="171834" y="7088"/>
                    <a:pt x="169699" y="9224"/>
                    <a:pt x="167223" y="922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2" name="Google Shape;3022;p73">
              <a:extLst>
                <a:ext uri="{FF2B5EF4-FFF2-40B4-BE49-F238E27FC236}">
                  <a16:creationId xmlns:a16="http://schemas.microsoft.com/office/drawing/2014/main" id="{C381A78E-8133-739E-C264-ACD404376D1E}"/>
                </a:ext>
              </a:extLst>
            </p:cNvPr>
            <p:cNvSpPr/>
            <p:nvPr/>
          </p:nvSpPr>
          <p:spPr>
            <a:xfrm>
              <a:off x="7044830" y="4584119"/>
              <a:ext cx="265314" cy="8854"/>
            </a:xfrm>
            <a:custGeom>
              <a:avLst/>
              <a:gdLst/>
              <a:ahLst/>
              <a:cxnLst/>
              <a:rect l="l" t="t" r="r" b="b"/>
              <a:pathLst>
                <a:path w="276369" h="9223" extrusionOk="0">
                  <a:moveTo>
                    <a:pt x="271758" y="9224"/>
                  </a:moveTo>
                  <a:lnTo>
                    <a:pt x="4612" y="9224"/>
                  </a:lnTo>
                  <a:cubicBezTo>
                    <a:pt x="2050" y="9224"/>
                    <a:pt x="0" y="7089"/>
                    <a:pt x="0" y="4612"/>
                  </a:cubicBezTo>
                  <a:cubicBezTo>
                    <a:pt x="0" y="2135"/>
                    <a:pt x="2135" y="0"/>
                    <a:pt x="4612" y="0"/>
                  </a:cubicBezTo>
                  <a:lnTo>
                    <a:pt x="271758" y="0"/>
                  </a:lnTo>
                  <a:cubicBezTo>
                    <a:pt x="274320" y="0"/>
                    <a:pt x="276370" y="2135"/>
                    <a:pt x="276370" y="4612"/>
                  </a:cubicBezTo>
                  <a:cubicBezTo>
                    <a:pt x="276370" y="7089"/>
                    <a:pt x="274234" y="9224"/>
                    <a:pt x="271758" y="922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3" name="Google Shape;3023;p73">
              <a:extLst>
                <a:ext uri="{FF2B5EF4-FFF2-40B4-BE49-F238E27FC236}">
                  <a16:creationId xmlns:a16="http://schemas.microsoft.com/office/drawing/2014/main" id="{37DFCDEE-8A31-18CC-321D-C5C00128038A}"/>
                </a:ext>
              </a:extLst>
            </p:cNvPr>
            <p:cNvSpPr/>
            <p:nvPr/>
          </p:nvSpPr>
          <p:spPr>
            <a:xfrm>
              <a:off x="6919212" y="4501360"/>
              <a:ext cx="42866" cy="14744"/>
            </a:xfrm>
            <a:custGeom>
              <a:avLst/>
              <a:gdLst/>
              <a:ahLst/>
              <a:cxnLst/>
              <a:rect l="l" t="t" r="r" b="b"/>
              <a:pathLst>
                <a:path w="44652" h="15358" extrusionOk="0">
                  <a:moveTo>
                    <a:pt x="39962" y="15280"/>
                  </a:moveTo>
                  <a:lnTo>
                    <a:pt x="3152" y="7764"/>
                  </a:lnTo>
                  <a:cubicBezTo>
                    <a:pt x="1017" y="7338"/>
                    <a:pt x="-349" y="5288"/>
                    <a:pt x="78" y="3152"/>
                  </a:cubicBezTo>
                  <a:cubicBezTo>
                    <a:pt x="505" y="1017"/>
                    <a:pt x="2555" y="-349"/>
                    <a:pt x="4690" y="78"/>
                  </a:cubicBezTo>
                  <a:lnTo>
                    <a:pt x="41500" y="7594"/>
                  </a:lnTo>
                  <a:cubicBezTo>
                    <a:pt x="43635" y="8021"/>
                    <a:pt x="45001" y="10071"/>
                    <a:pt x="44574" y="12206"/>
                  </a:cubicBezTo>
                  <a:cubicBezTo>
                    <a:pt x="44147" y="14341"/>
                    <a:pt x="42098" y="15707"/>
                    <a:pt x="39962" y="152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4" name="Google Shape;3024;p73">
              <a:extLst>
                <a:ext uri="{FF2B5EF4-FFF2-40B4-BE49-F238E27FC236}">
                  <a16:creationId xmlns:a16="http://schemas.microsoft.com/office/drawing/2014/main" id="{167668DC-8215-F7E5-34AC-F076EE09090A}"/>
                </a:ext>
              </a:extLst>
            </p:cNvPr>
            <p:cNvSpPr/>
            <p:nvPr/>
          </p:nvSpPr>
          <p:spPr>
            <a:xfrm>
              <a:off x="6916508" y="4514390"/>
              <a:ext cx="42865" cy="14744"/>
            </a:xfrm>
            <a:custGeom>
              <a:avLst/>
              <a:gdLst/>
              <a:ahLst/>
              <a:cxnLst/>
              <a:rect l="l" t="t" r="r" b="b"/>
              <a:pathLst>
                <a:path w="44651" h="15358" extrusionOk="0">
                  <a:moveTo>
                    <a:pt x="39962" y="15280"/>
                  </a:moveTo>
                  <a:lnTo>
                    <a:pt x="3153" y="7764"/>
                  </a:lnTo>
                  <a:cubicBezTo>
                    <a:pt x="1018" y="7337"/>
                    <a:pt x="-349" y="5288"/>
                    <a:pt x="78" y="3153"/>
                  </a:cubicBezTo>
                  <a:cubicBezTo>
                    <a:pt x="505" y="1018"/>
                    <a:pt x="2555" y="-349"/>
                    <a:pt x="4690" y="78"/>
                  </a:cubicBezTo>
                  <a:lnTo>
                    <a:pt x="41499" y="7594"/>
                  </a:lnTo>
                  <a:cubicBezTo>
                    <a:pt x="43634" y="8021"/>
                    <a:pt x="45001" y="10071"/>
                    <a:pt x="44574" y="12206"/>
                  </a:cubicBezTo>
                  <a:cubicBezTo>
                    <a:pt x="44147" y="14341"/>
                    <a:pt x="42097" y="15707"/>
                    <a:pt x="39962" y="152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5" name="Google Shape;3025;p73">
              <a:extLst>
                <a:ext uri="{FF2B5EF4-FFF2-40B4-BE49-F238E27FC236}">
                  <a16:creationId xmlns:a16="http://schemas.microsoft.com/office/drawing/2014/main" id="{89686780-CF9E-4F9D-9097-0CB3E9CF36C2}"/>
                </a:ext>
              </a:extLst>
            </p:cNvPr>
            <p:cNvSpPr/>
            <p:nvPr/>
          </p:nvSpPr>
          <p:spPr>
            <a:xfrm>
              <a:off x="7135006" y="4470330"/>
              <a:ext cx="37727" cy="27315"/>
            </a:xfrm>
            <a:custGeom>
              <a:avLst/>
              <a:gdLst/>
              <a:ahLst/>
              <a:cxnLst/>
              <a:rect l="l" t="t" r="r" b="b"/>
              <a:pathLst>
                <a:path w="39299" h="28453" extrusionOk="0">
                  <a:moveTo>
                    <a:pt x="37542" y="7223"/>
                  </a:moveTo>
                  <a:lnTo>
                    <a:pt x="6113" y="27806"/>
                  </a:lnTo>
                  <a:cubicBezTo>
                    <a:pt x="4320" y="29002"/>
                    <a:pt x="1843" y="28489"/>
                    <a:pt x="647" y="26696"/>
                  </a:cubicBezTo>
                  <a:cubicBezTo>
                    <a:pt x="-548" y="24902"/>
                    <a:pt x="-36" y="22425"/>
                    <a:pt x="1758" y="21230"/>
                  </a:cubicBezTo>
                  <a:lnTo>
                    <a:pt x="33187" y="647"/>
                  </a:lnTo>
                  <a:cubicBezTo>
                    <a:pt x="34980" y="-548"/>
                    <a:pt x="37457" y="-36"/>
                    <a:pt x="38653" y="1758"/>
                  </a:cubicBezTo>
                  <a:cubicBezTo>
                    <a:pt x="39848" y="3551"/>
                    <a:pt x="39336" y="6028"/>
                    <a:pt x="37542" y="72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6" name="Google Shape;3026;p73">
              <a:extLst>
                <a:ext uri="{FF2B5EF4-FFF2-40B4-BE49-F238E27FC236}">
                  <a16:creationId xmlns:a16="http://schemas.microsoft.com/office/drawing/2014/main" id="{0966F9AE-1C7D-5161-81A9-E6917AF42DC9}"/>
                </a:ext>
              </a:extLst>
            </p:cNvPr>
            <p:cNvSpPr/>
            <p:nvPr/>
          </p:nvSpPr>
          <p:spPr>
            <a:xfrm>
              <a:off x="7142300" y="4481393"/>
              <a:ext cx="37727" cy="27315"/>
            </a:xfrm>
            <a:custGeom>
              <a:avLst/>
              <a:gdLst/>
              <a:ahLst/>
              <a:cxnLst/>
              <a:rect l="l" t="t" r="r" b="b"/>
              <a:pathLst>
                <a:path w="39299" h="28453" extrusionOk="0">
                  <a:moveTo>
                    <a:pt x="37542" y="7224"/>
                  </a:moveTo>
                  <a:lnTo>
                    <a:pt x="6113" y="27806"/>
                  </a:lnTo>
                  <a:cubicBezTo>
                    <a:pt x="4320" y="29002"/>
                    <a:pt x="1843" y="28489"/>
                    <a:pt x="647" y="26696"/>
                  </a:cubicBezTo>
                  <a:cubicBezTo>
                    <a:pt x="-548" y="24902"/>
                    <a:pt x="-36" y="22426"/>
                    <a:pt x="1758" y="21230"/>
                  </a:cubicBezTo>
                  <a:lnTo>
                    <a:pt x="33187" y="647"/>
                  </a:lnTo>
                  <a:cubicBezTo>
                    <a:pt x="34980" y="-548"/>
                    <a:pt x="37457" y="-36"/>
                    <a:pt x="38652" y="1758"/>
                  </a:cubicBezTo>
                  <a:cubicBezTo>
                    <a:pt x="39848" y="3551"/>
                    <a:pt x="39336" y="6028"/>
                    <a:pt x="37542" y="722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7" name="Google Shape;3027;p73">
              <a:extLst>
                <a:ext uri="{FF2B5EF4-FFF2-40B4-BE49-F238E27FC236}">
                  <a16:creationId xmlns:a16="http://schemas.microsoft.com/office/drawing/2014/main" id="{E0184A94-9B00-A79E-392C-AE493F51297A}"/>
                </a:ext>
              </a:extLst>
            </p:cNvPr>
            <p:cNvSpPr/>
            <p:nvPr/>
          </p:nvSpPr>
          <p:spPr>
            <a:xfrm>
              <a:off x="6736706" y="2573233"/>
              <a:ext cx="137989" cy="422312"/>
            </a:xfrm>
            <a:custGeom>
              <a:avLst/>
              <a:gdLst/>
              <a:ahLst/>
              <a:cxnLst/>
              <a:rect l="l" t="t" r="r" b="b"/>
              <a:pathLst>
                <a:path w="143739" h="439908" extrusionOk="0">
                  <a:moveTo>
                    <a:pt x="90873" y="439823"/>
                  </a:moveTo>
                  <a:cubicBezTo>
                    <a:pt x="61238" y="427952"/>
                    <a:pt x="31688" y="415995"/>
                    <a:pt x="2053" y="404124"/>
                  </a:cubicBezTo>
                  <a:cubicBezTo>
                    <a:pt x="-1961" y="337252"/>
                    <a:pt x="-851" y="258338"/>
                    <a:pt x="12302" y="171225"/>
                  </a:cubicBezTo>
                  <a:cubicBezTo>
                    <a:pt x="17682" y="135697"/>
                    <a:pt x="24429" y="102474"/>
                    <a:pt x="32030" y="71558"/>
                  </a:cubicBezTo>
                  <a:cubicBezTo>
                    <a:pt x="49794" y="16216"/>
                    <a:pt x="95059" y="-7442"/>
                    <a:pt x="117862" y="2038"/>
                  </a:cubicBezTo>
                  <a:cubicBezTo>
                    <a:pt x="138103" y="10408"/>
                    <a:pt x="150999" y="49182"/>
                    <a:pt x="139298" y="92824"/>
                  </a:cubicBezTo>
                  <a:cubicBezTo>
                    <a:pt x="123157" y="208547"/>
                    <a:pt x="107015" y="324185"/>
                    <a:pt x="90873" y="439908"/>
                  </a:cubicBezTo>
                  <a:close/>
                </a:path>
              </a:pathLst>
            </a:custGeom>
            <a:solidFill>
              <a:srgbClr val="F98F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8" name="Google Shape;3028;p73">
              <a:extLst>
                <a:ext uri="{FF2B5EF4-FFF2-40B4-BE49-F238E27FC236}">
                  <a16:creationId xmlns:a16="http://schemas.microsoft.com/office/drawing/2014/main" id="{55E40237-DAEC-83CB-6F77-B5462E447A65}"/>
                </a:ext>
              </a:extLst>
            </p:cNvPr>
            <p:cNvSpPr/>
            <p:nvPr/>
          </p:nvSpPr>
          <p:spPr>
            <a:xfrm>
              <a:off x="6952205" y="2586104"/>
              <a:ext cx="380699" cy="539946"/>
            </a:xfrm>
            <a:custGeom>
              <a:avLst/>
              <a:gdLst/>
              <a:ahLst/>
              <a:cxnLst/>
              <a:rect l="l" t="t" r="r" b="b"/>
              <a:pathLst>
                <a:path w="396561" h="562444" extrusionOk="0">
                  <a:moveTo>
                    <a:pt x="213623" y="3656"/>
                  </a:moveTo>
                  <a:cubicBezTo>
                    <a:pt x="220199" y="-6678"/>
                    <a:pt x="274089" y="4937"/>
                    <a:pt x="313974" y="37988"/>
                  </a:cubicBezTo>
                  <a:cubicBezTo>
                    <a:pt x="372305" y="86328"/>
                    <a:pt x="379736" y="163106"/>
                    <a:pt x="388447" y="269264"/>
                  </a:cubicBezTo>
                  <a:cubicBezTo>
                    <a:pt x="399464" y="403350"/>
                    <a:pt x="404930" y="470393"/>
                    <a:pt x="366583" y="512412"/>
                  </a:cubicBezTo>
                  <a:cubicBezTo>
                    <a:pt x="309874" y="574586"/>
                    <a:pt x="208926" y="564679"/>
                    <a:pt x="120446" y="556054"/>
                  </a:cubicBezTo>
                  <a:cubicBezTo>
                    <a:pt x="102512" y="554345"/>
                    <a:pt x="76207" y="550588"/>
                    <a:pt x="51012" y="532226"/>
                  </a:cubicBezTo>
                  <a:cubicBezTo>
                    <a:pt x="17705" y="507971"/>
                    <a:pt x="-9796" y="461084"/>
                    <a:pt x="3357" y="440928"/>
                  </a:cubicBezTo>
                  <a:cubicBezTo>
                    <a:pt x="22743" y="411292"/>
                    <a:pt x="109771" y="470991"/>
                    <a:pt x="185952" y="429057"/>
                  </a:cubicBezTo>
                  <a:cubicBezTo>
                    <a:pt x="212428" y="414452"/>
                    <a:pt x="225067" y="394468"/>
                    <a:pt x="246504" y="360562"/>
                  </a:cubicBezTo>
                  <a:cubicBezTo>
                    <a:pt x="259315" y="340236"/>
                    <a:pt x="339510" y="213239"/>
                    <a:pt x="293135" y="105544"/>
                  </a:cubicBezTo>
                  <a:cubicBezTo>
                    <a:pt x="265464" y="41319"/>
                    <a:pt x="206364" y="15271"/>
                    <a:pt x="213623" y="374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9" name="Google Shape;3029;p73">
              <a:extLst>
                <a:ext uri="{FF2B5EF4-FFF2-40B4-BE49-F238E27FC236}">
                  <a16:creationId xmlns:a16="http://schemas.microsoft.com/office/drawing/2014/main" id="{5D5DE791-7329-D939-E8F3-7EC059506EC6}"/>
                </a:ext>
              </a:extLst>
            </p:cNvPr>
            <p:cNvSpPr/>
            <p:nvPr/>
          </p:nvSpPr>
          <p:spPr>
            <a:xfrm>
              <a:off x="7035324" y="2636895"/>
              <a:ext cx="216531" cy="185212"/>
            </a:xfrm>
            <a:custGeom>
              <a:avLst/>
              <a:gdLst/>
              <a:ahLst/>
              <a:cxnLst/>
              <a:rect l="l" t="t" r="r" b="b"/>
              <a:pathLst>
                <a:path w="225553" h="192929" extrusionOk="0">
                  <a:moveTo>
                    <a:pt x="225554" y="122214"/>
                  </a:moveTo>
                  <a:cubicBezTo>
                    <a:pt x="224358" y="112563"/>
                    <a:pt x="214537" y="43129"/>
                    <a:pt x="157230" y="12896"/>
                  </a:cubicBezTo>
                  <a:cubicBezTo>
                    <a:pt x="141088" y="4356"/>
                    <a:pt x="125203" y="1025"/>
                    <a:pt x="112307" y="0"/>
                  </a:cubicBezTo>
                  <a:cubicBezTo>
                    <a:pt x="97105" y="5893"/>
                    <a:pt x="76608" y="15714"/>
                    <a:pt x="55684" y="32539"/>
                  </a:cubicBezTo>
                  <a:cubicBezTo>
                    <a:pt x="25707" y="56623"/>
                    <a:pt x="8796" y="83782"/>
                    <a:pt x="0" y="100863"/>
                  </a:cubicBezTo>
                  <a:cubicBezTo>
                    <a:pt x="53634" y="131523"/>
                    <a:pt x="107354" y="162269"/>
                    <a:pt x="160988" y="192929"/>
                  </a:cubicBezTo>
                  <a:cubicBezTo>
                    <a:pt x="182510" y="169357"/>
                    <a:pt x="204032" y="145786"/>
                    <a:pt x="225554" y="12221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0" name="Google Shape;3030;p73">
              <a:extLst>
                <a:ext uri="{FF2B5EF4-FFF2-40B4-BE49-F238E27FC236}">
                  <a16:creationId xmlns:a16="http://schemas.microsoft.com/office/drawing/2014/main" id="{8D0619AC-D80A-C44B-765F-F1A49AC96AC8}"/>
                </a:ext>
              </a:extLst>
            </p:cNvPr>
            <p:cNvSpPr/>
            <p:nvPr/>
          </p:nvSpPr>
          <p:spPr>
            <a:xfrm>
              <a:off x="7133497" y="2597396"/>
              <a:ext cx="55568" cy="77643"/>
            </a:xfrm>
            <a:custGeom>
              <a:avLst/>
              <a:gdLst/>
              <a:ahLst/>
              <a:cxnLst/>
              <a:rect l="l" t="t" r="r" b="b"/>
              <a:pathLst>
                <a:path w="57883" h="80878" extrusionOk="0">
                  <a:moveTo>
                    <a:pt x="85" y="77291"/>
                  </a:moveTo>
                  <a:cubicBezTo>
                    <a:pt x="854" y="67726"/>
                    <a:pt x="3843" y="47656"/>
                    <a:pt x="17935" y="27586"/>
                  </a:cubicBezTo>
                  <a:cubicBezTo>
                    <a:pt x="28013" y="13323"/>
                    <a:pt x="39713" y="4697"/>
                    <a:pt x="47229" y="0"/>
                  </a:cubicBezTo>
                  <a:cubicBezTo>
                    <a:pt x="50730" y="9053"/>
                    <a:pt x="54232" y="20583"/>
                    <a:pt x="56196" y="34247"/>
                  </a:cubicBezTo>
                  <a:cubicBezTo>
                    <a:pt x="58929" y="53036"/>
                    <a:pt x="57905" y="69178"/>
                    <a:pt x="56196" y="80878"/>
                  </a:cubicBezTo>
                  <a:lnTo>
                    <a:pt x="0" y="7729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1" name="Google Shape;3031;p73">
              <a:extLst>
                <a:ext uri="{FF2B5EF4-FFF2-40B4-BE49-F238E27FC236}">
                  <a16:creationId xmlns:a16="http://schemas.microsoft.com/office/drawing/2014/main" id="{3330B97A-2290-F857-CBB2-F3ECCA225987}"/>
                </a:ext>
              </a:extLst>
            </p:cNvPr>
            <p:cNvSpPr/>
            <p:nvPr/>
          </p:nvSpPr>
          <p:spPr>
            <a:xfrm>
              <a:off x="7225278" y="2684096"/>
              <a:ext cx="54402" cy="79118"/>
            </a:xfrm>
            <a:custGeom>
              <a:avLst/>
              <a:gdLst/>
              <a:ahLst/>
              <a:cxnLst/>
              <a:rect l="l" t="t" r="r" b="b"/>
              <a:pathLst>
                <a:path w="56669" h="82415" extrusionOk="0">
                  <a:moveTo>
                    <a:pt x="0" y="29721"/>
                  </a:moveTo>
                  <a:cubicBezTo>
                    <a:pt x="18277" y="19814"/>
                    <a:pt x="36467" y="9907"/>
                    <a:pt x="54744" y="0"/>
                  </a:cubicBezTo>
                  <a:cubicBezTo>
                    <a:pt x="56452" y="7430"/>
                    <a:pt x="58161" y="19814"/>
                    <a:pt x="54488" y="34162"/>
                  </a:cubicBezTo>
                  <a:cubicBezTo>
                    <a:pt x="46546" y="65078"/>
                    <a:pt x="20155" y="79683"/>
                    <a:pt x="15031" y="82416"/>
                  </a:cubicBezTo>
                  <a:lnTo>
                    <a:pt x="0" y="2972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2" name="Google Shape;3032;p73">
              <a:extLst>
                <a:ext uri="{FF2B5EF4-FFF2-40B4-BE49-F238E27FC236}">
                  <a16:creationId xmlns:a16="http://schemas.microsoft.com/office/drawing/2014/main" id="{7DCE163A-D5DB-AFAC-77E5-CBE6E1963D2C}"/>
                </a:ext>
              </a:extLst>
            </p:cNvPr>
            <p:cNvSpPr/>
            <p:nvPr/>
          </p:nvSpPr>
          <p:spPr>
            <a:xfrm>
              <a:off x="7146614" y="2686604"/>
              <a:ext cx="26613" cy="22865"/>
            </a:xfrm>
            <a:custGeom>
              <a:avLst/>
              <a:gdLst/>
              <a:ahLst/>
              <a:cxnLst/>
              <a:rect l="l" t="t" r="r" b="b"/>
              <a:pathLst>
                <a:path w="27722" h="23818" extrusionOk="0">
                  <a:moveTo>
                    <a:pt x="27153" y="20360"/>
                  </a:moveTo>
                  <a:cubicBezTo>
                    <a:pt x="25531" y="22324"/>
                    <a:pt x="21687" y="18994"/>
                    <a:pt x="13830" y="19848"/>
                  </a:cubicBezTo>
                  <a:cubicBezTo>
                    <a:pt x="5887" y="20702"/>
                    <a:pt x="1617" y="24972"/>
                    <a:pt x="251" y="23520"/>
                  </a:cubicBezTo>
                  <a:cubicBezTo>
                    <a:pt x="-1287" y="21812"/>
                    <a:pt x="4777" y="16859"/>
                    <a:pt x="4094" y="9001"/>
                  </a:cubicBezTo>
                  <a:cubicBezTo>
                    <a:pt x="3752" y="4389"/>
                    <a:pt x="1361" y="2596"/>
                    <a:pt x="2471" y="1059"/>
                  </a:cubicBezTo>
                  <a:cubicBezTo>
                    <a:pt x="4350" y="-1418"/>
                    <a:pt x="12976" y="631"/>
                    <a:pt x="19040" y="5329"/>
                  </a:cubicBezTo>
                  <a:cubicBezTo>
                    <a:pt x="24933" y="9941"/>
                    <a:pt x="29203" y="17798"/>
                    <a:pt x="27238" y="2036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3" name="Google Shape;3033;p73">
              <a:extLst>
                <a:ext uri="{FF2B5EF4-FFF2-40B4-BE49-F238E27FC236}">
                  <a16:creationId xmlns:a16="http://schemas.microsoft.com/office/drawing/2014/main" id="{C2F762C0-30FF-CE57-5F33-C9DCA091D17B}"/>
                </a:ext>
              </a:extLst>
            </p:cNvPr>
            <p:cNvSpPr/>
            <p:nvPr/>
          </p:nvSpPr>
          <p:spPr>
            <a:xfrm>
              <a:off x="7136836" y="2664391"/>
              <a:ext cx="19474" cy="21311"/>
            </a:xfrm>
            <a:custGeom>
              <a:avLst/>
              <a:gdLst/>
              <a:ahLst/>
              <a:cxnLst/>
              <a:rect l="l" t="t" r="r" b="b"/>
              <a:pathLst>
                <a:path w="20285" h="22199" extrusionOk="0">
                  <a:moveTo>
                    <a:pt x="16847" y="16352"/>
                  </a:moveTo>
                  <a:cubicBezTo>
                    <a:pt x="12577" y="21732"/>
                    <a:pt x="6171" y="23782"/>
                    <a:pt x="2499" y="20878"/>
                  </a:cubicBezTo>
                  <a:cubicBezTo>
                    <a:pt x="-1173" y="17975"/>
                    <a:pt x="-746" y="11228"/>
                    <a:pt x="3438" y="5847"/>
                  </a:cubicBezTo>
                  <a:cubicBezTo>
                    <a:pt x="7709" y="467"/>
                    <a:pt x="14114" y="-1583"/>
                    <a:pt x="17786" y="1321"/>
                  </a:cubicBezTo>
                  <a:cubicBezTo>
                    <a:pt x="21459" y="4225"/>
                    <a:pt x="21032" y="10971"/>
                    <a:pt x="16847" y="1635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4" name="Google Shape;3034;p73">
              <a:extLst>
                <a:ext uri="{FF2B5EF4-FFF2-40B4-BE49-F238E27FC236}">
                  <a16:creationId xmlns:a16="http://schemas.microsoft.com/office/drawing/2014/main" id="{8C6CD2BA-9742-36BB-F2FF-B5CE03F30A5A}"/>
                </a:ext>
              </a:extLst>
            </p:cNvPr>
            <p:cNvSpPr/>
            <p:nvPr/>
          </p:nvSpPr>
          <p:spPr>
            <a:xfrm>
              <a:off x="7180861" y="2699305"/>
              <a:ext cx="20745" cy="20234"/>
            </a:xfrm>
            <a:custGeom>
              <a:avLst/>
              <a:gdLst/>
              <a:ahLst/>
              <a:cxnLst/>
              <a:rect l="l" t="t" r="r" b="b"/>
              <a:pathLst>
                <a:path w="21609" h="21077" extrusionOk="0">
                  <a:moveTo>
                    <a:pt x="16655" y="16773"/>
                  </a:moveTo>
                  <a:cubicBezTo>
                    <a:pt x="11616" y="21471"/>
                    <a:pt x="4955" y="22496"/>
                    <a:pt x="1709" y="18994"/>
                  </a:cubicBezTo>
                  <a:cubicBezTo>
                    <a:pt x="-1536" y="15578"/>
                    <a:pt x="2" y="9002"/>
                    <a:pt x="4955" y="4304"/>
                  </a:cubicBezTo>
                  <a:cubicBezTo>
                    <a:pt x="9994" y="-393"/>
                    <a:pt x="16655" y="-1418"/>
                    <a:pt x="19901" y="2084"/>
                  </a:cubicBezTo>
                  <a:cubicBezTo>
                    <a:pt x="23146" y="5585"/>
                    <a:pt x="21609" y="12076"/>
                    <a:pt x="16655" y="1677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5" name="Google Shape;3035;p73">
              <a:extLst>
                <a:ext uri="{FF2B5EF4-FFF2-40B4-BE49-F238E27FC236}">
                  <a16:creationId xmlns:a16="http://schemas.microsoft.com/office/drawing/2014/main" id="{38E1841A-7FB1-44C7-7AB3-9F684AAB4858}"/>
                </a:ext>
              </a:extLst>
            </p:cNvPr>
            <p:cNvSpPr/>
            <p:nvPr/>
          </p:nvSpPr>
          <p:spPr>
            <a:xfrm>
              <a:off x="6910100" y="2707697"/>
              <a:ext cx="333625" cy="332037"/>
            </a:xfrm>
            <a:custGeom>
              <a:avLst/>
              <a:gdLst/>
              <a:ahLst/>
              <a:cxnLst/>
              <a:rect l="l" t="t" r="r" b="b"/>
              <a:pathLst>
                <a:path w="347526" h="345872" extrusionOk="0">
                  <a:moveTo>
                    <a:pt x="147077" y="0"/>
                  </a:moveTo>
                  <a:cubicBezTo>
                    <a:pt x="114367" y="26817"/>
                    <a:pt x="65857" y="73790"/>
                    <a:pt x="30072" y="146042"/>
                  </a:cubicBezTo>
                  <a:cubicBezTo>
                    <a:pt x="8379" y="189769"/>
                    <a:pt x="-6481" y="219917"/>
                    <a:pt x="2828" y="252884"/>
                  </a:cubicBezTo>
                  <a:cubicBezTo>
                    <a:pt x="22727" y="323086"/>
                    <a:pt x="135889" y="347341"/>
                    <a:pt x="206006" y="345804"/>
                  </a:cubicBezTo>
                  <a:cubicBezTo>
                    <a:pt x="228638" y="345292"/>
                    <a:pt x="323352" y="343156"/>
                    <a:pt x="344276" y="293963"/>
                  </a:cubicBezTo>
                  <a:cubicBezTo>
                    <a:pt x="355378" y="268000"/>
                    <a:pt x="335992" y="251944"/>
                    <a:pt x="317032" y="148263"/>
                  </a:cubicBezTo>
                  <a:cubicBezTo>
                    <a:pt x="308833" y="103255"/>
                    <a:pt x="311395" y="100522"/>
                    <a:pt x="305417" y="87113"/>
                  </a:cubicBezTo>
                  <a:cubicBezTo>
                    <a:pt x="290813" y="54403"/>
                    <a:pt x="252039" y="17850"/>
                    <a:pt x="146991" y="8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6" name="Google Shape;3036;p73">
              <a:extLst>
                <a:ext uri="{FF2B5EF4-FFF2-40B4-BE49-F238E27FC236}">
                  <a16:creationId xmlns:a16="http://schemas.microsoft.com/office/drawing/2014/main" id="{E75C0F13-F23C-1310-9208-B13963997B37}"/>
                </a:ext>
              </a:extLst>
            </p:cNvPr>
            <p:cNvSpPr/>
            <p:nvPr/>
          </p:nvSpPr>
          <p:spPr>
            <a:xfrm>
              <a:off x="7124291" y="2711971"/>
              <a:ext cx="34390" cy="39916"/>
            </a:xfrm>
            <a:custGeom>
              <a:avLst/>
              <a:gdLst/>
              <a:ahLst/>
              <a:cxnLst/>
              <a:rect l="l" t="t" r="r" b="b"/>
              <a:pathLst>
                <a:path w="35823" h="41579" extrusionOk="0">
                  <a:moveTo>
                    <a:pt x="22576" y="41579"/>
                  </a:moveTo>
                  <a:cubicBezTo>
                    <a:pt x="17196" y="41579"/>
                    <a:pt x="11986" y="39786"/>
                    <a:pt x="7886" y="36199"/>
                  </a:cubicBezTo>
                  <a:cubicBezTo>
                    <a:pt x="2420" y="31501"/>
                    <a:pt x="-1935" y="22705"/>
                    <a:pt x="883" y="13652"/>
                  </a:cubicBezTo>
                  <a:cubicBezTo>
                    <a:pt x="3531" y="5111"/>
                    <a:pt x="10876" y="1354"/>
                    <a:pt x="13096" y="329"/>
                  </a:cubicBezTo>
                  <a:cubicBezTo>
                    <a:pt x="15146" y="-525"/>
                    <a:pt x="17452" y="329"/>
                    <a:pt x="18392" y="2378"/>
                  </a:cubicBezTo>
                  <a:cubicBezTo>
                    <a:pt x="19245" y="4428"/>
                    <a:pt x="18392" y="6734"/>
                    <a:pt x="16341" y="7673"/>
                  </a:cubicBezTo>
                  <a:cubicBezTo>
                    <a:pt x="15317" y="8100"/>
                    <a:pt x="10278" y="10577"/>
                    <a:pt x="8655" y="15958"/>
                  </a:cubicBezTo>
                  <a:cubicBezTo>
                    <a:pt x="6947" y="21509"/>
                    <a:pt x="9766" y="27060"/>
                    <a:pt x="13267" y="30135"/>
                  </a:cubicBezTo>
                  <a:cubicBezTo>
                    <a:pt x="17794" y="33978"/>
                    <a:pt x="24369" y="34661"/>
                    <a:pt x="30006" y="31843"/>
                  </a:cubicBezTo>
                  <a:cubicBezTo>
                    <a:pt x="31885" y="30904"/>
                    <a:pt x="34362" y="31672"/>
                    <a:pt x="35387" y="33637"/>
                  </a:cubicBezTo>
                  <a:cubicBezTo>
                    <a:pt x="36412" y="35601"/>
                    <a:pt x="35557" y="37992"/>
                    <a:pt x="33593" y="39017"/>
                  </a:cubicBezTo>
                  <a:cubicBezTo>
                    <a:pt x="30092" y="40725"/>
                    <a:pt x="26419" y="41579"/>
                    <a:pt x="22747" y="4157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7" name="Google Shape;3037;p73">
              <a:extLst>
                <a:ext uri="{FF2B5EF4-FFF2-40B4-BE49-F238E27FC236}">
                  <a16:creationId xmlns:a16="http://schemas.microsoft.com/office/drawing/2014/main" id="{B729B2C0-100D-CB6A-E3D2-F478271D48B0}"/>
                </a:ext>
              </a:extLst>
            </p:cNvPr>
            <p:cNvSpPr/>
            <p:nvPr/>
          </p:nvSpPr>
          <p:spPr>
            <a:xfrm>
              <a:off x="7096171" y="2701465"/>
              <a:ext cx="58420" cy="24026"/>
            </a:xfrm>
            <a:custGeom>
              <a:avLst/>
              <a:gdLst/>
              <a:ahLst/>
              <a:cxnLst/>
              <a:rect l="l" t="t" r="r" b="b"/>
              <a:pathLst>
                <a:path w="60854" h="25027" extrusionOk="0">
                  <a:moveTo>
                    <a:pt x="22248" y="24942"/>
                  </a:moveTo>
                  <a:cubicBezTo>
                    <a:pt x="21052" y="24942"/>
                    <a:pt x="19857" y="24856"/>
                    <a:pt x="18746" y="24685"/>
                  </a:cubicBezTo>
                  <a:cubicBezTo>
                    <a:pt x="10462" y="23234"/>
                    <a:pt x="4569" y="18793"/>
                    <a:pt x="1153" y="15376"/>
                  </a:cubicBezTo>
                  <a:cubicBezTo>
                    <a:pt x="-384" y="13839"/>
                    <a:pt x="-384" y="11277"/>
                    <a:pt x="1153" y="9740"/>
                  </a:cubicBezTo>
                  <a:cubicBezTo>
                    <a:pt x="2690" y="8202"/>
                    <a:pt x="5252" y="8202"/>
                    <a:pt x="6789" y="9740"/>
                  </a:cubicBezTo>
                  <a:cubicBezTo>
                    <a:pt x="9437" y="12387"/>
                    <a:pt x="13878" y="15718"/>
                    <a:pt x="20198" y="16828"/>
                  </a:cubicBezTo>
                  <a:cubicBezTo>
                    <a:pt x="31471" y="18793"/>
                    <a:pt x="51627" y="3420"/>
                    <a:pt x="54189" y="1028"/>
                  </a:cubicBezTo>
                  <a:cubicBezTo>
                    <a:pt x="55812" y="-424"/>
                    <a:pt x="58289" y="-338"/>
                    <a:pt x="59826" y="1285"/>
                  </a:cubicBezTo>
                  <a:cubicBezTo>
                    <a:pt x="61278" y="2907"/>
                    <a:pt x="61192" y="5384"/>
                    <a:pt x="59569" y="6921"/>
                  </a:cubicBezTo>
                  <a:cubicBezTo>
                    <a:pt x="59399" y="7092"/>
                    <a:pt x="38731" y="25027"/>
                    <a:pt x="22248" y="2502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8" name="Google Shape;3038;p73">
              <a:extLst>
                <a:ext uri="{FF2B5EF4-FFF2-40B4-BE49-F238E27FC236}">
                  <a16:creationId xmlns:a16="http://schemas.microsoft.com/office/drawing/2014/main" id="{5F462238-B37B-6F62-8185-53862F1B7E30}"/>
                </a:ext>
              </a:extLst>
            </p:cNvPr>
            <p:cNvSpPr/>
            <p:nvPr/>
          </p:nvSpPr>
          <p:spPr>
            <a:xfrm>
              <a:off x="6970094" y="3042615"/>
              <a:ext cx="215055" cy="275796"/>
            </a:xfrm>
            <a:custGeom>
              <a:avLst/>
              <a:gdLst/>
              <a:ahLst/>
              <a:cxnLst/>
              <a:rect l="l" t="t" r="r" b="b"/>
              <a:pathLst>
                <a:path w="224016" h="287287" extrusionOk="0">
                  <a:moveTo>
                    <a:pt x="84124" y="8284"/>
                  </a:moveTo>
                  <a:cubicBezTo>
                    <a:pt x="75584" y="18191"/>
                    <a:pt x="51927" y="48424"/>
                    <a:pt x="49877" y="93176"/>
                  </a:cubicBezTo>
                  <a:cubicBezTo>
                    <a:pt x="48596" y="121446"/>
                    <a:pt x="56367" y="143565"/>
                    <a:pt x="61748" y="155693"/>
                  </a:cubicBezTo>
                  <a:cubicBezTo>
                    <a:pt x="49194" y="181485"/>
                    <a:pt x="35700" y="199847"/>
                    <a:pt x="25281" y="212231"/>
                  </a:cubicBezTo>
                  <a:cubicBezTo>
                    <a:pt x="10335" y="229995"/>
                    <a:pt x="-85" y="237596"/>
                    <a:pt x="1" y="250919"/>
                  </a:cubicBezTo>
                  <a:cubicBezTo>
                    <a:pt x="86" y="266292"/>
                    <a:pt x="14177" y="283117"/>
                    <a:pt x="29807" y="286618"/>
                  </a:cubicBezTo>
                  <a:cubicBezTo>
                    <a:pt x="59784" y="293451"/>
                    <a:pt x="94031" y="246478"/>
                    <a:pt x="110173" y="215135"/>
                  </a:cubicBezTo>
                  <a:cubicBezTo>
                    <a:pt x="131694" y="173372"/>
                    <a:pt x="121190" y="149373"/>
                    <a:pt x="135452" y="107183"/>
                  </a:cubicBezTo>
                  <a:cubicBezTo>
                    <a:pt x="145530" y="77547"/>
                    <a:pt x="167991" y="38261"/>
                    <a:pt x="224017" y="0"/>
                  </a:cubicBezTo>
                  <a:lnTo>
                    <a:pt x="84124" y="819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9" name="Google Shape;3039;p73">
              <a:extLst>
                <a:ext uri="{FF2B5EF4-FFF2-40B4-BE49-F238E27FC236}">
                  <a16:creationId xmlns:a16="http://schemas.microsoft.com/office/drawing/2014/main" id="{996E6DB1-BE45-D042-A7C6-ACD65D31482D}"/>
                </a:ext>
              </a:extLst>
            </p:cNvPr>
            <p:cNvSpPr/>
            <p:nvPr/>
          </p:nvSpPr>
          <p:spPr>
            <a:xfrm>
              <a:off x="6853698" y="3012809"/>
              <a:ext cx="229790" cy="295220"/>
            </a:xfrm>
            <a:custGeom>
              <a:avLst/>
              <a:gdLst/>
              <a:ahLst/>
              <a:cxnLst/>
              <a:rect l="l" t="t" r="r" b="b"/>
              <a:pathLst>
                <a:path w="239365" h="307521" extrusionOk="0">
                  <a:moveTo>
                    <a:pt x="98932" y="29098"/>
                  </a:moveTo>
                  <a:cubicBezTo>
                    <a:pt x="67076" y="58819"/>
                    <a:pt x="65111" y="103998"/>
                    <a:pt x="64684" y="113991"/>
                  </a:cubicBezTo>
                  <a:cubicBezTo>
                    <a:pt x="63489" y="142003"/>
                    <a:pt x="71175" y="164209"/>
                    <a:pt x="76556" y="176507"/>
                  </a:cubicBezTo>
                  <a:cubicBezTo>
                    <a:pt x="71517" y="197004"/>
                    <a:pt x="61183" y="224248"/>
                    <a:pt x="37953" y="246368"/>
                  </a:cubicBezTo>
                  <a:cubicBezTo>
                    <a:pt x="18395" y="264986"/>
                    <a:pt x="-906" y="270965"/>
                    <a:pt x="33" y="282836"/>
                  </a:cubicBezTo>
                  <a:cubicBezTo>
                    <a:pt x="972" y="295390"/>
                    <a:pt x="23861" y="307774"/>
                    <a:pt x="44614" y="307518"/>
                  </a:cubicBezTo>
                  <a:cubicBezTo>
                    <a:pt x="89281" y="306834"/>
                    <a:pt x="119429" y="247137"/>
                    <a:pt x="124980" y="236034"/>
                  </a:cubicBezTo>
                  <a:cubicBezTo>
                    <a:pt x="148979" y="188464"/>
                    <a:pt x="131727" y="173005"/>
                    <a:pt x="150260" y="128082"/>
                  </a:cubicBezTo>
                  <a:cubicBezTo>
                    <a:pt x="179981" y="56257"/>
                    <a:pt x="245998" y="42507"/>
                    <a:pt x="238825" y="20900"/>
                  </a:cubicBezTo>
                  <a:cubicBezTo>
                    <a:pt x="231138" y="-2416"/>
                    <a:pt x="145306" y="-14202"/>
                    <a:pt x="98932" y="2909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0" name="Google Shape;3040;p73">
              <a:extLst>
                <a:ext uri="{FF2B5EF4-FFF2-40B4-BE49-F238E27FC236}">
                  <a16:creationId xmlns:a16="http://schemas.microsoft.com/office/drawing/2014/main" id="{AB1B675A-9B53-AB16-7033-55A74EE92085}"/>
                </a:ext>
              </a:extLst>
            </p:cNvPr>
            <p:cNvSpPr/>
            <p:nvPr/>
          </p:nvSpPr>
          <p:spPr>
            <a:xfrm>
              <a:off x="7120577" y="3036305"/>
              <a:ext cx="91199" cy="375842"/>
            </a:xfrm>
            <a:custGeom>
              <a:avLst/>
              <a:gdLst/>
              <a:ahLst/>
              <a:cxnLst/>
              <a:rect l="l" t="t" r="r" b="b"/>
              <a:pathLst>
                <a:path w="94999" h="391502" extrusionOk="0">
                  <a:moveTo>
                    <a:pt x="80679" y="0"/>
                  </a:moveTo>
                  <a:cubicBezTo>
                    <a:pt x="51727" y="84380"/>
                    <a:pt x="57022" y="145188"/>
                    <a:pt x="68039" y="186097"/>
                  </a:cubicBezTo>
                  <a:cubicBezTo>
                    <a:pt x="79569" y="228714"/>
                    <a:pt x="101176" y="263815"/>
                    <a:pt x="93319" y="319328"/>
                  </a:cubicBezTo>
                  <a:cubicBezTo>
                    <a:pt x="89049" y="349562"/>
                    <a:pt x="75470" y="390812"/>
                    <a:pt x="58303" y="391495"/>
                  </a:cubicBezTo>
                  <a:cubicBezTo>
                    <a:pt x="38318" y="392264"/>
                    <a:pt x="21494" y="331114"/>
                    <a:pt x="13637" y="302931"/>
                  </a:cubicBezTo>
                  <a:cubicBezTo>
                    <a:pt x="10391" y="291401"/>
                    <a:pt x="3559" y="264498"/>
                    <a:pt x="996" y="228458"/>
                  </a:cubicBezTo>
                  <a:cubicBezTo>
                    <a:pt x="-797" y="203349"/>
                    <a:pt x="228" y="185157"/>
                    <a:pt x="996" y="169699"/>
                  </a:cubicBezTo>
                  <a:cubicBezTo>
                    <a:pt x="2534" y="139893"/>
                    <a:pt x="4156" y="96764"/>
                    <a:pt x="4754" y="40226"/>
                  </a:cubicBezTo>
                  <a:lnTo>
                    <a:pt x="80679"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1" name="Google Shape;3041;p73">
              <a:extLst>
                <a:ext uri="{FF2B5EF4-FFF2-40B4-BE49-F238E27FC236}">
                  <a16:creationId xmlns:a16="http://schemas.microsoft.com/office/drawing/2014/main" id="{296DF77C-046C-9944-9B41-094B34B9B4B1}"/>
                </a:ext>
              </a:extLst>
            </p:cNvPr>
            <p:cNvSpPr/>
            <p:nvPr/>
          </p:nvSpPr>
          <p:spPr>
            <a:xfrm>
              <a:off x="6796531" y="2843237"/>
              <a:ext cx="382148" cy="179883"/>
            </a:xfrm>
            <a:custGeom>
              <a:avLst/>
              <a:gdLst/>
              <a:ahLst/>
              <a:cxnLst/>
              <a:rect l="l" t="t" r="r" b="b"/>
              <a:pathLst>
                <a:path w="398071" h="187378" extrusionOk="0">
                  <a:moveTo>
                    <a:pt x="386285" y="0"/>
                  </a:moveTo>
                  <a:cubicBezTo>
                    <a:pt x="390214" y="11530"/>
                    <a:pt x="394143" y="22974"/>
                    <a:pt x="398071" y="34504"/>
                  </a:cubicBezTo>
                  <a:cubicBezTo>
                    <a:pt x="328296" y="84551"/>
                    <a:pt x="231532" y="139295"/>
                    <a:pt x="108379" y="170468"/>
                  </a:cubicBezTo>
                  <a:cubicBezTo>
                    <a:pt x="78828" y="177983"/>
                    <a:pt x="50304" y="183449"/>
                    <a:pt x="23230" y="187378"/>
                  </a:cubicBezTo>
                  <a:cubicBezTo>
                    <a:pt x="15458" y="156376"/>
                    <a:pt x="7772" y="125460"/>
                    <a:pt x="0" y="94458"/>
                  </a:cubicBezTo>
                  <a:cubicBezTo>
                    <a:pt x="27159" y="81562"/>
                    <a:pt x="49535" y="73790"/>
                    <a:pt x="62858" y="69605"/>
                  </a:cubicBezTo>
                  <a:cubicBezTo>
                    <a:pt x="172432" y="34845"/>
                    <a:pt x="234180" y="57563"/>
                    <a:pt x="338800" y="20156"/>
                  </a:cubicBezTo>
                  <a:cubicBezTo>
                    <a:pt x="360750" y="12298"/>
                    <a:pt x="377659" y="4270"/>
                    <a:pt x="386285" y="0"/>
                  </a:cubicBezTo>
                  <a:close/>
                </a:path>
              </a:pathLst>
            </a:custGeom>
            <a:solidFill>
              <a:srgbClr val="F98F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2" name="Google Shape;3042;p73">
              <a:extLst>
                <a:ext uri="{FF2B5EF4-FFF2-40B4-BE49-F238E27FC236}">
                  <a16:creationId xmlns:a16="http://schemas.microsoft.com/office/drawing/2014/main" id="{C6883410-15D6-A485-653B-0B7D1A5703C3}"/>
                </a:ext>
              </a:extLst>
            </p:cNvPr>
            <p:cNvSpPr/>
            <p:nvPr/>
          </p:nvSpPr>
          <p:spPr>
            <a:xfrm>
              <a:off x="7112191" y="2799236"/>
              <a:ext cx="127596" cy="129702"/>
            </a:xfrm>
            <a:custGeom>
              <a:avLst/>
              <a:gdLst/>
              <a:ahLst/>
              <a:cxnLst/>
              <a:rect l="l" t="t" r="r" b="b"/>
              <a:pathLst>
                <a:path w="132913" h="135106" extrusionOk="0">
                  <a:moveTo>
                    <a:pt x="4441" y="66697"/>
                  </a:moveTo>
                  <a:cubicBezTo>
                    <a:pt x="15373" y="53630"/>
                    <a:pt x="26304" y="40563"/>
                    <a:pt x="37236" y="27497"/>
                  </a:cubicBezTo>
                  <a:cubicBezTo>
                    <a:pt x="79341" y="3839"/>
                    <a:pt x="103254" y="-4530"/>
                    <a:pt x="108976" y="2302"/>
                  </a:cubicBezTo>
                  <a:cubicBezTo>
                    <a:pt x="111197" y="4950"/>
                    <a:pt x="110684" y="10074"/>
                    <a:pt x="107268" y="17419"/>
                  </a:cubicBezTo>
                  <a:cubicBezTo>
                    <a:pt x="116065" y="19127"/>
                    <a:pt x="121616" y="25874"/>
                    <a:pt x="121018" y="31937"/>
                  </a:cubicBezTo>
                  <a:cubicBezTo>
                    <a:pt x="120591" y="36720"/>
                    <a:pt x="116492" y="39709"/>
                    <a:pt x="115467" y="40478"/>
                  </a:cubicBezTo>
                  <a:cubicBezTo>
                    <a:pt x="117175" y="40905"/>
                    <a:pt x="124093" y="42784"/>
                    <a:pt x="128107" y="49446"/>
                  </a:cubicBezTo>
                  <a:cubicBezTo>
                    <a:pt x="132377" y="56534"/>
                    <a:pt x="131608" y="66185"/>
                    <a:pt x="125886" y="73615"/>
                  </a:cubicBezTo>
                  <a:cubicBezTo>
                    <a:pt x="127595" y="74213"/>
                    <a:pt x="130327" y="75408"/>
                    <a:pt x="131865" y="78056"/>
                  </a:cubicBezTo>
                  <a:cubicBezTo>
                    <a:pt x="134171" y="82070"/>
                    <a:pt x="132292" y="86853"/>
                    <a:pt x="129900" y="92831"/>
                  </a:cubicBezTo>
                  <a:cubicBezTo>
                    <a:pt x="128704" y="95906"/>
                    <a:pt x="126569" y="100432"/>
                    <a:pt x="122983" y="105386"/>
                  </a:cubicBezTo>
                  <a:cubicBezTo>
                    <a:pt x="102571" y="109229"/>
                    <a:pt x="81049" y="113157"/>
                    <a:pt x="59100" y="119136"/>
                  </a:cubicBezTo>
                  <a:cubicBezTo>
                    <a:pt x="39371" y="124431"/>
                    <a:pt x="19643" y="129811"/>
                    <a:pt x="0" y="135107"/>
                  </a:cubicBezTo>
                  <a:cubicBezTo>
                    <a:pt x="1537" y="112303"/>
                    <a:pt x="2989" y="89500"/>
                    <a:pt x="4526" y="66697"/>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3" name="Google Shape;3043;p73">
              <a:extLst>
                <a:ext uri="{FF2B5EF4-FFF2-40B4-BE49-F238E27FC236}">
                  <a16:creationId xmlns:a16="http://schemas.microsoft.com/office/drawing/2014/main" id="{CE4C4E8A-2DCA-22AE-F192-99EF898B6417}"/>
                </a:ext>
              </a:extLst>
            </p:cNvPr>
            <p:cNvSpPr/>
            <p:nvPr/>
          </p:nvSpPr>
          <p:spPr>
            <a:xfrm>
              <a:off x="6882575" y="3021312"/>
              <a:ext cx="167666" cy="42849"/>
            </a:xfrm>
            <a:custGeom>
              <a:avLst/>
              <a:gdLst/>
              <a:ahLst/>
              <a:cxnLst/>
              <a:rect l="l" t="t" r="r" b="b"/>
              <a:pathLst>
                <a:path w="174652" h="44634" extrusionOk="0">
                  <a:moveTo>
                    <a:pt x="174653" y="17078"/>
                  </a:moveTo>
                  <a:cubicBezTo>
                    <a:pt x="151508" y="27754"/>
                    <a:pt x="115894" y="40650"/>
                    <a:pt x="70971" y="43895"/>
                  </a:cubicBezTo>
                  <a:cubicBezTo>
                    <a:pt x="43215" y="45859"/>
                    <a:pt x="19045" y="43639"/>
                    <a:pt x="0" y="40393"/>
                  </a:cubicBezTo>
                  <a:cubicBezTo>
                    <a:pt x="11103" y="30828"/>
                    <a:pt x="52951" y="-2650"/>
                    <a:pt x="112136" y="168"/>
                  </a:cubicBezTo>
                  <a:cubicBezTo>
                    <a:pt x="139551" y="1449"/>
                    <a:pt x="161159" y="10160"/>
                    <a:pt x="174653" y="17078"/>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4" name="Google Shape;3044;p73">
              <a:extLst>
                <a:ext uri="{FF2B5EF4-FFF2-40B4-BE49-F238E27FC236}">
                  <a16:creationId xmlns:a16="http://schemas.microsoft.com/office/drawing/2014/main" id="{CF645217-E0B9-1914-25AB-7A04791C2EF0}"/>
                </a:ext>
              </a:extLst>
            </p:cNvPr>
            <p:cNvSpPr/>
            <p:nvPr/>
          </p:nvSpPr>
          <p:spPr>
            <a:xfrm>
              <a:off x="6997149" y="2939325"/>
              <a:ext cx="319333" cy="189549"/>
            </a:xfrm>
            <a:custGeom>
              <a:avLst/>
              <a:gdLst/>
              <a:ahLst/>
              <a:cxnLst/>
              <a:rect l="l" t="t" r="r" b="b"/>
              <a:pathLst>
                <a:path w="332639" h="197447" extrusionOk="0">
                  <a:moveTo>
                    <a:pt x="332639" y="27111"/>
                  </a:moveTo>
                  <a:cubicBezTo>
                    <a:pt x="308982" y="16863"/>
                    <a:pt x="274308" y="5077"/>
                    <a:pt x="231435" y="1319"/>
                  </a:cubicBezTo>
                  <a:cubicBezTo>
                    <a:pt x="128522" y="-7648"/>
                    <a:pt x="5197" y="30271"/>
                    <a:pt x="159" y="79721"/>
                  </a:cubicBezTo>
                  <a:cubicBezTo>
                    <a:pt x="-3599" y="116872"/>
                    <a:pt x="60284" y="151034"/>
                    <a:pt x="88467" y="166065"/>
                  </a:cubicBezTo>
                  <a:cubicBezTo>
                    <a:pt x="117505" y="181608"/>
                    <a:pt x="175324" y="212525"/>
                    <a:pt x="234509" y="188783"/>
                  </a:cubicBezTo>
                  <a:cubicBezTo>
                    <a:pt x="264230" y="176911"/>
                    <a:pt x="282934" y="155816"/>
                    <a:pt x="292841" y="142237"/>
                  </a:cubicBezTo>
                  <a:lnTo>
                    <a:pt x="332554" y="2711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5" name="Google Shape;3045;p73">
              <a:extLst>
                <a:ext uri="{FF2B5EF4-FFF2-40B4-BE49-F238E27FC236}">
                  <a16:creationId xmlns:a16="http://schemas.microsoft.com/office/drawing/2014/main" id="{9DBC0D04-D6FA-5725-AC68-F61366254C42}"/>
                </a:ext>
              </a:extLst>
            </p:cNvPr>
            <p:cNvSpPr/>
            <p:nvPr/>
          </p:nvSpPr>
          <p:spPr>
            <a:xfrm>
              <a:off x="6657979" y="2548640"/>
              <a:ext cx="470269" cy="531370"/>
            </a:xfrm>
            <a:custGeom>
              <a:avLst/>
              <a:gdLst/>
              <a:ahLst/>
              <a:cxnLst/>
              <a:rect l="l" t="t" r="r" b="b"/>
              <a:pathLst>
                <a:path w="489864" h="553510" extrusionOk="0">
                  <a:moveTo>
                    <a:pt x="74793" y="109743"/>
                  </a:moveTo>
                  <a:cubicBezTo>
                    <a:pt x="8690" y="206849"/>
                    <a:pt x="-35891" y="369203"/>
                    <a:pt x="39094" y="471945"/>
                  </a:cubicBezTo>
                  <a:cubicBezTo>
                    <a:pt x="59847" y="500385"/>
                    <a:pt x="84700" y="517295"/>
                    <a:pt x="98621" y="525579"/>
                  </a:cubicBezTo>
                  <a:cubicBezTo>
                    <a:pt x="183001" y="575199"/>
                    <a:pt x="277117" y="545393"/>
                    <a:pt x="305044" y="536511"/>
                  </a:cubicBezTo>
                  <a:cubicBezTo>
                    <a:pt x="410092" y="503203"/>
                    <a:pt x="464068" y="421471"/>
                    <a:pt x="479697" y="395593"/>
                  </a:cubicBezTo>
                  <a:cubicBezTo>
                    <a:pt x="484736" y="384490"/>
                    <a:pt x="497717" y="352122"/>
                    <a:pt x="483199" y="327184"/>
                  </a:cubicBezTo>
                  <a:cubicBezTo>
                    <a:pt x="467655" y="300623"/>
                    <a:pt x="429992" y="298317"/>
                    <a:pt x="389424" y="296353"/>
                  </a:cubicBezTo>
                  <a:cubicBezTo>
                    <a:pt x="354835" y="294730"/>
                    <a:pt x="299322" y="296780"/>
                    <a:pt x="231597" y="321205"/>
                  </a:cubicBezTo>
                  <a:cubicBezTo>
                    <a:pt x="248592" y="293363"/>
                    <a:pt x="322638" y="166025"/>
                    <a:pt x="273274" y="58244"/>
                  </a:cubicBezTo>
                  <a:cubicBezTo>
                    <a:pt x="265758" y="41761"/>
                    <a:pt x="250898" y="9478"/>
                    <a:pt x="221689" y="1706"/>
                  </a:cubicBezTo>
                  <a:cubicBezTo>
                    <a:pt x="159600" y="-14777"/>
                    <a:pt x="86152" y="93175"/>
                    <a:pt x="74793" y="109914"/>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6" name="Google Shape;3046;p73">
              <a:extLst>
                <a:ext uri="{FF2B5EF4-FFF2-40B4-BE49-F238E27FC236}">
                  <a16:creationId xmlns:a16="http://schemas.microsoft.com/office/drawing/2014/main" id="{39157F89-6E54-374A-4EC6-71A619CA3E3D}"/>
                </a:ext>
              </a:extLst>
            </p:cNvPr>
            <p:cNvSpPr/>
            <p:nvPr/>
          </p:nvSpPr>
          <p:spPr>
            <a:xfrm>
              <a:off x="6967800" y="2238131"/>
              <a:ext cx="200052" cy="144169"/>
            </a:xfrm>
            <a:custGeom>
              <a:avLst/>
              <a:gdLst/>
              <a:ahLst/>
              <a:cxnLst/>
              <a:rect l="l" t="t" r="r" b="b"/>
              <a:pathLst>
                <a:path w="208387" h="150176" extrusionOk="0">
                  <a:moveTo>
                    <a:pt x="208387" y="22558"/>
                  </a:moveTo>
                  <a:cubicBezTo>
                    <a:pt x="162610" y="119236"/>
                    <a:pt x="88650" y="163561"/>
                    <a:pt x="44667" y="146651"/>
                  </a:cubicBezTo>
                  <a:cubicBezTo>
                    <a:pt x="38176" y="144174"/>
                    <a:pt x="14433" y="133413"/>
                    <a:pt x="0" y="87123"/>
                  </a:cubicBezTo>
                  <a:cubicBezTo>
                    <a:pt x="5039" y="74740"/>
                    <a:pt x="22376" y="36649"/>
                    <a:pt x="64480" y="14700"/>
                  </a:cubicBezTo>
                  <a:cubicBezTo>
                    <a:pt x="133658" y="-21426"/>
                    <a:pt x="204202" y="20081"/>
                    <a:pt x="208387" y="2264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7" name="Google Shape;3047;p73">
              <a:extLst>
                <a:ext uri="{FF2B5EF4-FFF2-40B4-BE49-F238E27FC236}">
                  <a16:creationId xmlns:a16="http://schemas.microsoft.com/office/drawing/2014/main" id="{A9FE1B75-9EED-58D9-350D-FF612D137847}"/>
                </a:ext>
              </a:extLst>
            </p:cNvPr>
            <p:cNvSpPr/>
            <p:nvPr/>
          </p:nvSpPr>
          <p:spPr>
            <a:xfrm>
              <a:off x="7047288" y="2291407"/>
              <a:ext cx="323998" cy="150125"/>
            </a:xfrm>
            <a:custGeom>
              <a:avLst/>
              <a:gdLst/>
              <a:ahLst/>
              <a:cxnLst/>
              <a:rect l="l" t="t" r="r" b="b"/>
              <a:pathLst>
                <a:path w="337498" h="156380" extrusionOk="0">
                  <a:moveTo>
                    <a:pt x="0" y="0"/>
                  </a:moveTo>
                  <a:cubicBezTo>
                    <a:pt x="91212" y="98130"/>
                    <a:pt x="179521" y="131353"/>
                    <a:pt x="232984" y="144419"/>
                  </a:cubicBezTo>
                  <a:cubicBezTo>
                    <a:pt x="268598" y="153131"/>
                    <a:pt x="332139" y="163465"/>
                    <a:pt x="337178" y="149629"/>
                  </a:cubicBezTo>
                  <a:cubicBezTo>
                    <a:pt x="342986" y="133744"/>
                    <a:pt x="268854" y="91725"/>
                    <a:pt x="195748" y="54317"/>
                  </a:cubicBezTo>
                  <a:cubicBezTo>
                    <a:pt x="130499" y="36212"/>
                    <a:pt x="65249" y="18106"/>
                    <a:pt x="0"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8" name="Google Shape;3048;p73">
              <a:extLst>
                <a:ext uri="{FF2B5EF4-FFF2-40B4-BE49-F238E27FC236}">
                  <a16:creationId xmlns:a16="http://schemas.microsoft.com/office/drawing/2014/main" id="{200F13F5-9C1E-A723-10F5-3F86281C30E5}"/>
                </a:ext>
              </a:extLst>
            </p:cNvPr>
            <p:cNvSpPr/>
            <p:nvPr/>
          </p:nvSpPr>
          <p:spPr>
            <a:xfrm>
              <a:off x="6961966" y="2211779"/>
              <a:ext cx="293129" cy="146980"/>
            </a:xfrm>
            <a:custGeom>
              <a:avLst/>
              <a:gdLst/>
              <a:ahLst/>
              <a:cxnLst/>
              <a:rect l="l" t="t" r="r" b="b"/>
              <a:pathLst>
                <a:path w="305343" h="153104" extrusionOk="0">
                  <a:moveTo>
                    <a:pt x="289111" y="152934"/>
                  </a:moveTo>
                  <a:cubicBezTo>
                    <a:pt x="293893" y="146101"/>
                    <a:pt x="310120" y="121078"/>
                    <a:pt x="303971" y="91186"/>
                  </a:cubicBezTo>
                  <a:cubicBezTo>
                    <a:pt x="298932" y="66846"/>
                    <a:pt x="281937" y="53010"/>
                    <a:pt x="265283" y="39858"/>
                  </a:cubicBezTo>
                  <a:cubicBezTo>
                    <a:pt x="208062" y="-5321"/>
                    <a:pt x="139054" y="-26"/>
                    <a:pt x="133503" y="401"/>
                  </a:cubicBezTo>
                  <a:cubicBezTo>
                    <a:pt x="110017" y="2450"/>
                    <a:pt x="46732" y="7831"/>
                    <a:pt x="15901" y="58476"/>
                  </a:cubicBezTo>
                  <a:cubicBezTo>
                    <a:pt x="16" y="84610"/>
                    <a:pt x="-668" y="111939"/>
                    <a:pt x="272" y="126970"/>
                  </a:cubicBezTo>
                  <a:cubicBezTo>
                    <a:pt x="25296" y="121761"/>
                    <a:pt x="54077" y="117747"/>
                    <a:pt x="85847" y="116807"/>
                  </a:cubicBezTo>
                  <a:cubicBezTo>
                    <a:pt x="171935" y="114160"/>
                    <a:pt x="242394" y="134572"/>
                    <a:pt x="289025" y="15310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9" name="Google Shape;3049;p73">
              <a:extLst>
                <a:ext uri="{FF2B5EF4-FFF2-40B4-BE49-F238E27FC236}">
                  <a16:creationId xmlns:a16="http://schemas.microsoft.com/office/drawing/2014/main" id="{0316EC5B-D35F-E7E8-994C-C5D9F00C93DB}"/>
                </a:ext>
              </a:extLst>
            </p:cNvPr>
            <p:cNvSpPr/>
            <p:nvPr/>
          </p:nvSpPr>
          <p:spPr>
            <a:xfrm>
              <a:off x="6792029" y="2828666"/>
              <a:ext cx="228496" cy="89435"/>
            </a:xfrm>
            <a:custGeom>
              <a:avLst/>
              <a:gdLst/>
              <a:ahLst/>
              <a:cxnLst/>
              <a:rect l="l" t="t" r="r" b="b"/>
              <a:pathLst>
                <a:path w="238017" h="93161" extrusionOk="0">
                  <a:moveTo>
                    <a:pt x="4009" y="93076"/>
                  </a:moveTo>
                  <a:cubicBezTo>
                    <a:pt x="2898" y="93076"/>
                    <a:pt x="1788" y="92649"/>
                    <a:pt x="1020" y="91709"/>
                  </a:cubicBezTo>
                  <a:cubicBezTo>
                    <a:pt x="-432" y="90087"/>
                    <a:pt x="-347" y="87524"/>
                    <a:pt x="1361" y="86073"/>
                  </a:cubicBezTo>
                  <a:cubicBezTo>
                    <a:pt x="27324" y="62757"/>
                    <a:pt x="56447" y="43797"/>
                    <a:pt x="87962" y="29620"/>
                  </a:cubicBezTo>
                  <a:cubicBezTo>
                    <a:pt x="133226" y="9294"/>
                    <a:pt x="183701" y="-955"/>
                    <a:pt x="234089" y="70"/>
                  </a:cubicBezTo>
                  <a:cubicBezTo>
                    <a:pt x="236310" y="70"/>
                    <a:pt x="238018" y="1949"/>
                    <a:pt x="238018" y="4169"/>
                  </a:cubicBezTo>
                  <a:cubicBezTo>
                    <a:pt x="238018" y="6390"/>
                    <a:pt x="236310" y="8183"/>
                    <a:pt x="233918" y="8098"/>
                  </a:cubicBezTo>
                  <a:cubicBezTo>
                    <a:pt x="184383" y="7073"/>
                    <a:pt x="135361" y="17065"/>
                    <a:pt x="91207" y="36965"/>
                  </a:cubicBezTo>
                  <a:cubicBezTo>
                    <a:pt x="60461" y="50800"/>
                    <a:pt x="32022" y="69333"/>
                    <a:pt x="6656" y="92136"/>
                  </a:cubicBezTo>
                  <a:cubicBezTo>
                    <a:pt x="5888" y="92819"/>
                    <a:pt x="4948" y="93161"/>
                    <a:pt x="4009" y="9316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0" name="Google Shape;3050;p73">
              <a:extLst>
                <a:ext uri="{FF2B5EF4-FFF2-40B4-BE49-F238E27FC236}">
                  <a16:creationId xmlns:a16="http://schemas.microsoft.com/office/drawing/2014/main" id="{E202BD3D-DDEE-08B5-A5C9-6F5EA20E3A74}"/>
                </a:ext>
              </a:extLst>
            </p:cNvPr>
            <p:cNvSpPr/>
            <p:nvPr/>
          </p:nvSpPr>
          <p:spPr>
            <a:xfrm>
              <a:off x="6815598" y="2586150"/>
              <a:ext cx="58862" cy="282716"/>
            </a:xfrm>
            <a:custGeom>
              <a:avLst/>
              <a:gdLst/>
              <a:ahLst/>
              <a:cxnLst/>
              <a:rect l="l" t="t" r="r" b="b"/>
              <a:pathLst>
                <a:path w="61315" h="294496" extrusionOk="0">
                  <a:moveTo>
                    <a:pt x="4041" y="294496"/>
                  </a:moveTo>
                  <a:cubicBezTo>
                    <a:pt x="4041" y="294496"/>
                    <a:pt x="3358" y="294496"/>
                    <a:pt x="3017" y="294411"/>
                  </a:cubicBezTo>
                  <a:cubicBezTo>
                    <a:pt x="882" y="293898"/>
                    <a:pt x="-400" y="291678"/>
                    <a:pt x="113" y="289542"/>
                  </a:cubicBezTo>
                  <a:cubicBezTo>
                    <a:pt x="7714" y="260078"/>
                    <a:pt x="15998" y="230443"/>
                    <a:pt x="24709" y="201576"/>
                  </a:cubicBezTo>
                  <a:cubicBezTo>
                    <a:pt x="29065" y="187142"/>
                    <a:pt x="32994" y="174759"/>
                    <a:pt x="36410" y="163998"/>
                  </a:cubicBezTo>
                  <a:cubicBezTo>
                    <a:pt x="49135" y="123943"/>
                    <a:pt x="54943" y="105666"/>
                    <a:pt x="52978" y="79618"/>
                  </a:cubicBezTo>
                  <a:cubicBezTo>
                    <a:pt x="51185" y="54509"/>
                    <a:pt x="42730" y="29741"/>
                    <a:pt x="28040" y="6084"/>
                  </a:cubicBezTo>
                  <a:cubicBezTo>
                    <a:pt x="26844" y="4205"/>
                    <a:pt x="27442" y="1729"/>
                    <a:pt x="29321" y="618"/>
                  </a:cubicBezTo>
                  <a:cubicBezTo>
                    <a:pt x="31200" y="-577"/>
                    <a:pt x="33677" y="20"/>
                    <a:pt x="34788" y="1899"/>
                  </a:cubicBezTo>
                  <a:cubicBezTo>
                    <a:pt x="50160" y="26667"/>
                    <a:pt x="58957" y="52630"/>
                    <a:pt x="60921" y="79020"/>
                  </a:cubicBezTo>
                  <a:cubicBezTo>
                    <a:pt x="62971" y="106606"/>
                    <a:pt x="56993" y="125309"/>
                    <a:pt x="44011" y="166389"/>
                  </a:cubicBezTo>
                  <a:cubicBezTo>
                    <a:pt x="40595" y="177150"/>
                    <a:pt x="36666" y="189448"/>
                    <a:pt x="32310" y="203882"/>
                  </a:cubicBezTo>
                  <a:cubicBezTo>
                    <a:pt x="23599" y="232663"/>
                    <a:pt x="15315" y="262128"/>
                    <a:pt x="7799" y="291507"/>
                  </a:cubicBezTo>
                  <a:cubicBezTo>
                    <a:pt x="7372" y="293300"/>
                    <a:pt x="5750" y="294496"/>
                    <a:pt x="3956" y="29449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1" name="Google Shape;3051;p73">
              <a:extLst>
                <a:ext uri="{FF2B5EF4-FFF2-40B4-BE49-F238E27FC236}">
                  <a16:creationId xmlns:a16="http://schemas.microsoft.com/office/drawing/2014/main" id="{B27A4743-2706-1E94-658D-1B0D2D3081BD}"/>
                </a:ext>
              </a:extLst>
            </p:cNvPr>
            <p:cNvSpPr/>
            <p:nvPr/>
          </p:nvSpPr>
          <p:spPr>
            <a:xfrm>
              <a:off x="6983919" y="2941554"/>
              <a:ext cx="114336" cy="102012"/>
            </a:xfrm>
            <a:custGeom>
              <a:avLst/>
              <a:gdLst/>
              <a:ahLst/>
              <a:cxnLst/>
              <a:rect l="l" t="t" r="r" b="b"/>
              <a:pathLst>
                <a:path w="119100" h="106263" extrusionOk="0">
                  <a:moveTo>
                    <a:pt x="4039" y="106179"/>
                  </a:moveTo>
                  <a:cubicBezTo>
                    <a:pt x="2502" y="106179"/>
                    <a:pt x="1050" y="105325"/>
                    <a:pt x="367" y="103873"/>
                  </a:cubicBezTo>
                  <a:cubicBezTo>
                    <a:pt x="-572" y="101823"/>
                    <a:pt x="367" y="99517"/>
                    <a:pt x="2332" y="98578"/>
                  </a:cubicBezTo>
                  <a:cubicBezTo>
                    <a:pt x="20693" y="90208"/>
                    <a:pt x="37945" y="79703"/>
                    <a:pt x="53660" y="67319"/>
                  </a:cubicBezTo>
                  <a:cubicBezTo>
                    <a:pt x="76719" y="49128"/>
                    <a:pt x="96277" y="27094"/>
                    <a:pt x="111735" y="1899"/>
                  </a:cubicBezTo>
                  <a:cubicBezTo>
                    <a:pt x="112930" y="20"/>
                    <a:pt x="115322" y="-577"/>
                    <a:pt x="117200" y="618"/>
                  </a:cubicBezTo>
                  <a:cubicBezTo>
                    <a:pt x="119080" y="1814"/>
                    <a:pt x="119678" y="4205"/>
                    <a:pt x="118482" y="6084"/>
                  </a:cubicBezTo>
                  <a:cubicBezTo>
                    <a:pt x="102511" y="32133"/>
                    <a:pt x="82270" y="54850"/>
                    <a:pt x="58527" y="73639"/>
                  </a:cubicBezTo>
                  <a:cubicBezTo>
                    <a:pt x="42301" y="86450"/>
                    <a:pt x="24537" y="97297"/>
                    <a:pt x="5577" y="105922"/>
                  </a:cubicBezTo>
                  <a:cubicBezTo>
                    <a:pt x="5065" y="106179"/>
                    <a:pt x="4467" y="106264"/>
                    <a:pt x="3954" y="10626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2" name="Google Shape;3052;p73">
              <a:extLst>
                <a:ext uri="{FF2B5EF4-FFF2-40B4-BE49-F238E27FC236}">
                  <a16:creationId xmlns:a16="http://schemas.microsoft.com/office/drawing/2014/main" id="{224B9AC6-E254-CE88-8359-0BE4D27D23E5}"/>
                </a:ext>
              </a:extLst>
            </p:cNvPr>
            <p:cNvSpPr/>
            <p:nvPr/>
          </p:nvSpPr>
          <p:spPr>
            <a:xfrm>
              <a:off x="6777739" y="3049672"/>
              <a:ext cx="152480" cy="28440"/>
            </a:xfrm>
            <a:custGeom>
              <a:avLst/>
              <a:gdLst/>
              <a:ahLst/>
              <a:cxnLst/>
              <a:rect l="l" t="t" r="r" b="b"/>
              <a:pathLst>
                <a:path w="158833" h="29625" extrusionOk="0">
                  <a:moveTo>
                    <a:pt x="91666" y="29540"/>
                  </a:moveTo>
                  <a:cubicBezTo>
                    <a:pt x="85774" y="29540"/>
                    <a:pt x="79881" y="29283"/>
                    <a:pt x="74073" y="28771"/>
                  </a:cubicBezTo>
                  <a:cubicBezTo>
                    <a:pt x="48879" y="26465"/>
                    <a:pt x="24623" y="19291"/>
                    <a:pt x="2162" y="7505"/>
                  </a:cubicBezTo>
                  <a:cubicBezTo>
                    <a:pt x="198" y="6480"/>
                    <a:pt x="-571" y="4089"/>
                    <a:pt x="454" y="2125"/>
                  </a:cubicBezTo>
                  <a:cubicBezTo>
                    <a:pt x="1479" y="160"/>
                    <a:pt x="3956" y="-523"/>
                    <a:pt x="5835" y="417"/>
                  </a:cubicBezTo>
                  <a:cubicBezTo>
                    <a:pt x="27442" y="11690"/>
                    <a:pt x="50672" y="18608"/>
                    <a:pt x="74841" y="20828"/>
                  </a:cubicBezTo>
                  <a:cubicBezTo>
                    <a:pt x="101232" y="23305"/>
                    <a:pt x="128390" y="19889"/>
                    <a:pt x="153499" y="11092"/>
                  </a:cubicBezTo>
                  <a:cubicBezTo>
                    <a:pt x="155635" y="10324"/>
                    <a:pt x="157855" y="11434"/>
                    <a:pt x="158624" y="13569"/>
                  </a:cubicBezTo>
                  <a:cubicBezTo>
                    <a:pt x="159307" y="15619"/>
                    <a:pt x="158282" y="17925"/>
                    <a:pt x="156147" y="18693"/>
                  </a:cubicBezTo>
                  <a:cubicBezTo>
                    <a:pt x="135479" y="25953"/>
                    <a:pt x="113530" y="29625"/>
                    <a:pt x="91666" y="2962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3" name="Google Shape;3053;p73">
              <a:extLst>
                <a:ext uri="{FF2B5EF4-FFF2-40B4-BE49-F238E27FC236}">
                  <a16:creationId xmlns:a16="http://schemas.microsoft.com/office/drawing/2014/main" id="{C3CACD54-4406-51C8-D337-FA70D6A4D2BC}"/>
                </a:ext>
              </a:extLst>
            </p:cNvPr>
            <p:cNvSpPr/>
            <p:nvPr/>
          </p:nvSpPr>
          <p:spPr>
            <a:xfrm>
              <a:off x="7018740" y="3052090"/>
              <a:ext cx="211292" cy="73164"/>
            </a:xfrm>
            <a:custGeom>
              <a:avLst/>
              <a:gdLst/>
              <a:ahLst/>
              <a:cxnLst/>
              <a:rect l="l" t="t" r="r" b="b"/>
              <a:pathLst>
                <a:path w="220096" h="76213" extrusionOk="0">
                  <a:moveTo>
                    <a:pt x="162130" y="76213"/>
                  </a:moveTo>
                  <a:cubicBezTo>
                    <a:pt x="159739" y="76213"/>
                    <a:pt x="157348" y="76213"/>
                    <a:pt x="154956" y="76128"/>
                  </a:cubicBezTo>
                  <a:cubicBezTo>
                    <a:pt x="80654" y="73566"/>
                    <a:pt x="26764" y="31632"/>
                    <a:pt x="1228" y="6865"/>
                  </a:cubicBezTo>
                  <a:cubicBezTo>
                    <a:pt x="-395" y="5327"/>
                    <a:pt x="-395" y="2765"/>
                    <a:pt x="1142" y="1228"/>
                  </a:cubicBezTo>
                  <a:cubicBezTo>
                    <a:pt x="2680" y="-395"/>
                    <a:pt x="5242" y="-395"/>
                    <a:pt x="6779" y="1142"/>
                  </a:cubicBezTo>
                  <a:cubicBezTo>
                    <a:pt x="31461" y="25056"/>
                    <a:pt x="83643" y="65623"/>
                    <a:pt x="155212" y="68100"/>
                  </a:cubicBezTo>
                  <a:cubicBezTo>
                    <a:pt x="175026" y="68783"/>
                    <a:pt x="195267" y="66477"/>
                    <a:pt x="215081" y="61182"/>
                  </a:cubicBezTo>
                  <a:cubicBezTo>
                    <a:pt x="217216" y="60670"/>
                    <a:pt x="219437" y="61865"/>
                    <a:pt x="219949" y="64000"/>
                  </a:cubicBezTo>
                  <a:cubicBezTo>
                    <a:pt x="220547" y="66136"/>
                    <a:pt x="219266" y="68356"/>
                    <a:pt x="217131" y="68869"/>
                  </a:cubicBezTo>
                  <a:cubicBezTo>
                    <a:pt x="198940" y="73736"/>
                    <a:pt x="180492" y="76213"/>
                    <a:pt x="162045" y="7621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4" name="Google Shape;3054;p73">
              <a:extLst>
                <a:ext uri="{FF2B5EF4-FFF2-40B4-BE49-F238E27FC236}">
                  <a16:creationId xmlns:a16="http://schemas.microsoft.com/office/drawing/2014/main" id="{C3485B88-22CE-24D5-2641-66C134CBFEE7}"/>
                </a:ext>
              </a:extLst>
            </p:cNvPr>
            <p:cNvSpPr/>
            <p:nvPr/>
          </p:nvSpPr>
          <p:spPr>
            <a:xfrm>
              <a:off x="7237157" y="2929691"/>
              <a:ext cx="63345" cy="42469"/>
            </a:xfrm>
            <a:custGeom>
              <a:avLst/>
              <a:gdLst/>
              <a:ahLst/>
              <a:cxnLst/>
              <a:rect l="l" t="t" r="r" b="b"/>
              <a:pathLst>
                <a:path w="65984" h="44239" extrusionOk="0">
                  <a:moveTo>
                    <a:pt x="62092" y="44154"/>
                  </a:moveTo>
                  <a:cubicBezTo>
                    <a:pt x="60726" y="44154"/>
                    <a:pt x="59274" y="43385"/>
                    <a:pt x="58591" y="42104"/>
                  </a:cubicBezTo>
                  <a:cubicBezTo>
                    <a:pt x="53808" y="33393"/>
                    <a:pt x="44755" y="21351"/>
                    <a:pt x="29126" y="14006"/>
                  </a:cubicBezTo>
                  <a:cubicBezTo>
                    <a:pt x="21269" y="10334"/>
                    <a:pt x="12814" y="8284"/>
                    <a:pt x="3846" y="7943"/>
                  </a:cubicBezTo>
                  <a:cubicBezTo>
                    <a:pt x="1626" y="7943"/>
                    <a:pt x="-82" y="5978"/>
                    <a:pt x="3" y="3843"/>
                  </a:cubicBezTo>
                  <a:cubicBezTo>
                    <a:pt x="3" y="1622"/>
                    <a:pt x="1882" y="0"/>
                    <a:pt x="4102" y="0"/>
                  </a:cubicBezTo>
                  <a:cubicBezTo>
                    <a:pt x="14095" y="341"/>
                    <a:pt x="23660" y="2648"/>
                    <a:pt x="32457" y="6832"/>
                  </a:cubicBezTo>
                  <a:cubicBezTo>
                    <a:pt x="50050" y="15117"/>
                    <a:pt x="60128" y="28525"/>
                    <a:pt x="65508" y="38261"/>
                  </a:cubicBezTo>
                  <a:cubicBezTo>
                    <a:pt x="66533" y="40226"/>
                    <a:pt x="65850" y="42617"/>
                    <a:pt x="63971" y="43727"/>
                  </a:cubicBezTo>
                  <a:cubicBezTo>
                    <a:pt x="63373" y="44069"/>
                    <a:pt x="62690" y="44240"/>
                    <a:pt x="62006" y="4424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5" name="Google Shape;3055;p73">
              <a:extLst>
                <a:ext uri="{FF2B5EF4-FFF2-40B4-BE49-F238E27FC236}">
                  <a16:creationId xmlns:a16="http://schemas.microsoft.com/office/drawing/2014/main" id="{F1AFA88D-CA72-57D6-12A9-E8638643E8D2}"/>
                </a:ext>
              </a:extLst>
            </p:cNvPr>
            <p:cNvSpPr/>
            <p:nvPr/>
          </p:nvSpPr>
          <p:spPr>
            <a:xfrm>
              <a:off x="6866341" y="2556860"/>
              <a:ext cx="211649" cy="76222"/>
            </a:xfrm>
            <a:custGeom>
              <a:avLst/>
              <a:gdLst/>
              <a:ahLst/>
              <a:cxnLst/>
              <a:rect l="l" t="t" r="r" b="b"/>
              <a:pathLst>
                <a:path w="220468" h="79398" extrusionOk="0">
                  <a:moveTo>
                    <a:pt x="216339" y="79398"/>
                  </a:moveTo>
                  <a:cubicBezTo>
                    <a:pt x="214632" y="79398"/>
                    <a:pt x="213094" y="78288"/>
                    <a:pt x="212581" y="76665"/>
                  </a:cubicBezTo>
                  <a:cubicBezTo>
                    <a:pt x="210446" y="70089"/>
                    <a:pt x="207030" y="65050"/>
                    <a:pt x="202589" y="61805"/>
                  </a:cubicBezTo>
                  <a:cubicBezTo>
                    <a:pt x="192512" y="54289"/>
                    <a:pt x="180299" y="58474"/>
                    <a:pt x="164840" y="63684"/>
                  </a:cubicBezTo>
                  <a:cubicBezTo>
                    <a:pt x="148870" y="69064"/>
                    <a:pt x="130679" y="75214"/>
                    <a:pt x="109327" y="70431"/>
                  </a:cubicBezTo>
                  <a:cubicBezTo>
                    <a:pt x="99164" y="68210"/>
                    <a:pt x="94894" y="64879"/>
                    <a:pt x="86268" y="58389"/>
                  </a:cubicBezTo>
                  <a:cubicBezTo>
                    <a:pt x="78325" y="52325"/>
                    <a:pt x="66198" y="43272"/>
                    <a:pt x="41345" y="28753"/>
                  </a:cubicBezTo>
                  <a:cubicBezTo>
                    <a:pt x="28534" y="21323"/>
                    <a:pt x="15382" y="14149"/>
                    <a:pt x="2230" y="7573"/>
                  </a:cubicBezTo>
                  <a:cubicBezTo>
                    <a:pt x="265" y="6548"/>
                    <a:pt x="-588" y="4157"/>
                    <a:pt x="436" y="2192"/>
                  </a:cubicBezTo>
                  <a:cubicBezTo>
                    <a:pt x="1461" y="228"/>
                    <a:pt x="3852" y="-541"/>
                    <a:pt x="5817" y="399"/>
                  </a:cubicBezTo>
                  <a:cubicBezTo>
                    <a:pt x="19140" y="7061"/>
                    <a:pt x="32463" y="14234"/>
                    <a:pt x="45444" y="21836"/>
                  </a:cubicBezTo>
                  <a:cubicBezTo>
                    <a:pt x="70724" y="36610"/>
                    <a:pt x="83023" y="45834"/>
                    <a:pt x="91136" y="51983"/>
                  </a:cubicBezTo>
                  <a:cubicBezTo>
                    <a:pt x="99335" y="58133"/>
                    <a:pt x="102666" y="60695"/>
                    <a:pt x="111121" y="62574"/>
                  </a:cubicBezTo>
                  <a:cubicBezTo>
                    <a:pt x="130337" y="66844"/>
                    <a:pt x="147333" y="61122"/>
                    <a:pt x="162363" y="55998"/>
                  </a:cubicBezTo>
                  <a:cubicBezTo>
                    <a:pt x="178676" y="50531"/>
                    <a:pt x="194049" y="45322"/>
                    <a:pt x="207457" y="55314"/>
                  </a:cubicBezTo>
                  <a:cubicBezTo>
                    <a:pt x="213265" y="59670"/>
                    <a:pt x="217621" y="65990"/>
                    <a:pt x="220268" y="74189"/>
                  </a:cubicBezTo>
                  <a:cubicBezTo>
                    <a:pt x="220951" y="76324"/>
                    <a:pt x="219841" y="78544"/>
                    <a:pt x="217706" y="79228"/>
                  </a:cubicBezTo>
                  <a:cubicBezTo>
                    <a:pt x="217279" y="79398"/>
                    <a:pt x="216852" y="79398"/>
                    <a:pt x="216425" y="7939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56" name="Google Shape;3056;p73">
            <a:extLst>
              <a:ext uri="{FF2B5EF4-FFF2-40B4-BE49-F238E27FC236}">
                <a16:creationId xmlns:a16="http://schemas.microsoft.com/office/drawing/2014/main" id="{E947F951-906F-E14D-E25B-FF5355DA4185}"/>
              </a:ext>
            </a:extLst>
          </p:cNvPr>
          <p:cNvGrpSpPr/>
          <p:nvPr/>
        </p:nvGrpSpPr>
        <p:grpSpPr>
          <a:xfrm>
            <a:off x="7538024" y="3768586"/>
            <a:ext cx="729490" cy="1004243"/>
            <a:chOff x="7552200" y="3584290"/>
            <a:chExt cx="729490" cy="1004243"/>
          </a:xfrm>
        </p:grpSpPr>
        <p:sp>
          <p:nvSpPr>
            <p:cNvPr id="3057" name="Google Shape;3057;p73">
              <a:extLst>
                <a:ext uri="{FF2B5EF4-FFF2-40B4-BE49-F238E27FC236}">
                  <a16:creationId xmlns:a16="http://schemas.microsoft.com/office/drawing/2014/main" id="{7516EE1D-300E-C46C-2CF5-12B7C4E81E9B}"/>
                </a:ext>
              </a:extLst>
            </p:cNvPr>
            <p:cNvSpPr/>
            <p:nvPr/>
          </p:nvSpPr>
          <p:spPr>
            <a:xfrm>
              <a:off x="7964498" y="3980452"/>
              <a:ext cx="198565" cy="599541"/>
            </a:xfrm>
            <a:custGeom>
              <a:avLst/>
              <a:gdLst/>
              <a:ahLst/>
              <a:cxnLst/>
              <a:rect l="l" t="t" r="r" b="b"/>
              <a:pathLst>
                <a:path w="198565" h="599541" extrusionOk="0">
                  <a:moveTo>
                    <a:pt x="85" y="64480"/>
                  </a:moveTo>
                  <a:cubicBezTo>
                    <a:pt x="28013" y="127765"/>
                    <a:pt x="59271" y="216159"/>
                    <a:pt x="74986" y="325136"/>
                  </a:cubicBezTo>
                  <a:cubicBezTo>
                    <a:pt x="88479" y="418569"/>
                    <a:pt x="86772" y="499959"/>
                    <a:pt x="80793" y="562732"/>
                  </a:cubicBezTo>
                  <a:cubicBezTo>
                    <a:pt x="67213" y="560426"/>
                    <a:pt x="54403" y="566575"/>
                    <a:pt x="49279" y="577165"/>
                  </a:cubicBezTo>
                  <a:cubicBezTo>
                    <a:pt x="44325" y="587414"/>
                    <a:pt x="48510" y="597662"/>
                    <a:pt x="49279" y="599541"/>
                  </a:cubicBezTo>
                  <a:lnTo>
                    <a:pt x="136050" y="599541"/>
                  </a:lnTo>
                  <a:cubicBezTo>
                    <a:pt x="135537" y="561707"/>
                    <a:pt x="138783" y="511916"/>
                    <a:pt x="153131" y="455549"/>
                  </a:cubicBezTo>
                  <a:cubicBezTo>
                    <a:pt x="164063" y="412676"/>
                    <a:pt x="178667" y="376720"/>
                    <a:pt x="192588" y="348366"/>
                  </a:cubicBezTo>
                  <a:cubicBezTo>
                    <a:pt x="187293" y="336495"/>
                    <a:pt x="182083" y="324709"/>
                    <a:pt x="176788" y="312838"/>
                  </a:cubicBezTo>
                  <a:cubicBezTo>
                    <a:pt x="184047" y="258264"/>
                    <a:pt x="191307" y="203776"/>
                    <a:pt x="198566" y="149202"/>
                  </a:cubicBezTo>
                  <a:cubicBezTo>
                    <a:pt x="195150" y="125460"/>
                    <a:pt x="190794" y="100436"/>
                    <a:pt x="185414" y="74302"/>
                  </a:cubicBezTo>
                  <a:cubicBezTo>
                    <a:pt x="179948" y="48083"/>
                    <a:pt x="173969" y="23316"/>
                    <a:pt x="167650" y="0"/>
                  </a:cubicBezTo>
                  <a:cubicBezTo>
                    <a:pt x="111795" y="21437"/>
                    <a:pt x="55940" y="42959"/>
                    <a:pt x="0" y="6439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8" name="Google Shape;3058;p73">
              <a:extLst>
                <a:ext uri="{FF2B5EF4-FFF2-40B4-BE49-F238E27FC236}">
                  <a16:creationId xmlns:a16="http://schemas.microsoft.com/office/drawing/2014/main" id="{814771CC-BBE2-BA05-318F-04F33B33F84B}"/>
                </a:ext>
              </a:extLst>
            </p:cNvPr>
            <p:cNvSpPr/>
            <p:nvPr/>
          </p:nvSpPr>
          <p:spPr>
            <a:xfrm>
              <a:off x="7573430" y="3808874"/>
              <a:ext cx="145447" cy="283657"/>
            </a:xfrm>
            <a:custGeom>
              <a:avLst/>
              <a:gdLst/>
              <a:ahLst/>
              <a:cxnLst/>
              <a:rect l="l" t="t" r="r" b="b"/>
              <a:pathLst>
                <a:path w="145447" h="283657" extrusionOk="0">
                  <a:moveTo>
                    <a:pt x="0" y="12896"/>
                  </a:moveTo>
                  <a:cubicBezTo>
                    <a:pt x="2135" y="45606"/>
                    <a:pt x="7772" y="93604"/>
                    <a:pt x="24169" y="149458"/>
                  </a:cubicBezTo>
                  <a:cubicBezTo>
                    <a:pt x="40653" y="205398"/>
                    <a:pt x="73192" y="287131"/>
                    <a:pt x="92664" y="283544"/>
                  </a:cubicBezTo>
                  <a:cubicBezTo>
                    <a:pt x="105304" y="281238"/>
                    <a:pt x="98813" y="245709"/>
                    <a:pt x="122727" y="172090"/>
                  </a:cubicBezTo>
                  <a:cubicBezTo>
                    <a:pt x="136904" y="128620"/>
                    <a:pt x="145274" y="122300"/>
                    <a:pt x="145444" y="100607"/>
                  </a:cubicBezTo>
                  <a:cubicBezTo>
                    <a:pt x="145700" y="73448"/>
                    <a:pt x="132804" y="39457"/>
                    <a:pt x="87283" y="0"/>
                  </a:cubicBezTo>
                  <a:lnTo>
                    <a:pt x="0" y="1281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9" name="Google Shape;3059;p73">
              <a:extLst>
                <a:ext uri="{FF2B5EF4-FFF2-40B4-BE49-F238E27FC236}">
                  <a16:creationId xmlns:a16="http://schemas.microsoft.com/office/drawing/2014/main" id="{63383337-B364-FB7A-08B2-F37DEB34F878}"/>
                </a:ext>
              </a:extLst>
            </p:cNvPr>
            <p:cNvSpPr/>
            <p:nvPr/>
          </p:nvSpPr>
          <p:spPr>
            <a:xfrm>
              <a:off x="7599060" y="4035025"/>
              <a:ext cx="241601" cy="553508"/>
            </a:xfrm>
            <a:custGeom>
              <a:avLst/>
              <a:gdLst/>
              <a:ahLst/>
              <a:cxnLst/>
              <a:rect l="l" t="t" r="r" b="b"/>
              <a:pathLst>
                <a:path w="241601" h="553508" extrusionOk="0">
                  <a:moveTo>
                    <a:pt x="53625" y="85"/>
                  </a:moveTo>
                  <a:cubicBezTo>
                    <a:pt x="47049" y="172261"/>
                    <a:pt x="40473" y="344523"/>
                    <a:pt x="33897" y="516699"/>
                  </a:cubicBezTo>
                  <a:cubicBezTo>
                    <a:pt x="20318" y="514393"/>
                    <a:pt x="7507" y="520542"/>
                    <a:pt x="2382" y="531132"/>
                  </a:cubicBezTo>
                  <a:cubicBezTo>
                    <a:pt x="-2571" y="541381"/>
                    <a:pt x="1614" y="551629"/>
                    <a:pt x="2382" y="553508"/>
                  </a:cubicBezTo>
                  <a:lnTo>
                    <a:pt x="89154" y="553508"/>
                  </a:lnTo>
                  <a:cubicBezTo>
                    <a:pt x="89837" y="515076"/>
                    <a:pt x="94192" y="466822"/>
                    <a:pt x="107515" y="412847"/>
                  </a:cubicBezTo>
                  <a:cubicBezTo>
                    <a:pt x="118191" y="369461"/>
                    <a:pt x="132112" y="332481"/>
                    <a:pt x="145692" y="302418"/>
                  </a:cubicBezTo>
                  <a:cubicBezTo>
                    <a:pt x="140397" y="290547"/>
                    <a:pt x="135187" y="278761"/>
                    <a:pt x="129891" y="266890"/>
                  </a:cubicBezTo>
                  <a:cubicBezTo>
                    <a:pt x="154403" y="219576"/>
                    <a:pt x="178999" y="172261"/>
                    <a:pt x="203510" y="124947"/>
                  </a:cubicBezTo>
                  <a:cubicBezTo>
                    <a:pt x="216236" y="107439"/>
                    <a:pt x="228961" y="89931"/>
                    <a:pt x="241601" y="72338"/>
                  </a:cubicBezTo>
                  <a:lnTo>
                    <a:pt x="53625"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0" name="Google Shape;3060;p73">
              <a:extLst>
                <a:ext uri="{FF2B5EF4-FFF2-40B4-BE49-F238E27FC236}">
                  <a16:creationId xmlns:a16="http://schemas.microsoft.com/office/drawing/2014/main" id="{328CEBA2-59AF-A34E-8B4B-D776FB54C3A6}"/>
                </a:ext>
              </a:extLst>
            </p:cNvPr>
            <p:cNvSpPr/>
            <p:nvPr/>
          </p:nvSpPr>
          <p:spPr>
            <a:xfrm>
              <a:off x="7552200" y="3693309"/>
              <a:ext cx="191783" cy="221868"/>
            </a:xfrm>
            <a:custGeom>
              <a:avLst/>
              <a:gdLst/>
              <a:ahLst/>
              <a:cxnLst/>
              <a:rect l="l" t="t" r="r" b="b"/>
              <a:pathLst>
                <a:path w="191783" h="221868" extrusionOk="0">
                  <a:moveTo>
                    <a:pt x="18924" y="17093"/>
                  </a:moveTo>
                  <a:cubicBezTo>
                    <a:pt x="6797" y="45789"/>
                    <a:pt x="-12334" y="104206"/>
                    <a:pt x="11067" y="161683"/>
                  </a:cubicBezTo>
                  <a:cubicBezTo>
                    <a:pt x="23707" y="192685"/>
                    <a:pt x="49670" y="225908"/>
                    <a:pt x="64274" y="221467"/>
                  </a:cubicBezTo>
                  <a:cubicBezTo>
                    <a:pt x="81867" y="216172"/>
                    <a:pt x="73669" y="159292"/>
                    <a:pt x="89212" y="155705"/>
                  </a:cubicBezTo>
                  <a:cubicBezTo>
                    <a:pt x="105696" y="151947"/>
                    <a:pt x="123118" y="213695"/>
                    <a:pt x="145750" y="212926"/>
                  </a:cubicBezTo>
                  <a:cubicBezTo>
                    <a:pt x="158476" y="212414"/>
                    <a:pt x="174702" y="192002"/>
                    <a:pt x="191783" y="111039"/>
                  </a:cubicBezTo>
                  <a:cubicBezTo>
                    <a:pt x="183243" y="82086"/>
                    <a:pt x="174702" y="53219"/>
                    <a:pt x="166162" y="24267"/>
                  </a:cubicBezTo>
                  <a:cubicBezTo>
                    <a:pt x="154974" y="16752"/>
                    <a:pt x="135929" y="6247"/>
                    <a:pt x="110307" y="1891"/>
                  </a:cubicBezTo>
                  <a:cubicBezTo>
                    <a:pt x="66153" y="-5454"/>
                    <a:pt x="31393" y="10517"/>
                    <a:pt x="18924" y="1700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1" name="Google Shape;3061;p73">
              <a:extLst>
                <a:ext uri="{FF2B5EF4-FFF2-40B4-BE49-F238E27FC236}">
                  <a16:creationId xmlns:a16="http://schemas.microsoft.com/office/drawing/2014/main" id="{EAB11526-0BB7-9148-F0AC-728B6B85FAAF}"/>
                </a:ext>
              </a:extLst>
            </p:cNvPr>
            <p:cNvSpPr/>
            <p:nvPr/>
          </p:nvSpPr>
          <p:spPr>
            <a:xfrm>
              <a:off x="7567876" y="3584290"/>
              <a:ext cx="44839" cy="154893"/>
            </a:xfrm>
            <a:custGeom>
              <a:avLst/>
              <a:gdLst/>
              <a:ahLst/>
              <a:cxnLst/>
              <a:rect l="l" t="t" r="r" b="b"/>
              <a:pathLst>
                <a:path w="44839" h="154893" extrusionOk="0">
                  <a:moveTo>
                    <a:pt x="856" y="154893"/>
                  </a:moveTo>
                  <a:cubicBezTo>
                    <a:pt x="-425" y="139093"/>
                    <a:pt x="-852" y="116291"/>
                    <a:pt x="3845" y="89559"/>
                  </a:cubicBezTo>
                  <a:cubicBezTo>
                    <a:pt x="12300" y="40963"/>
                    <a:pt x="34420" y="-1739"/>
                    <a:pt x="41082" y="55"/>
                  </a:cubicBezTo>
                  <a:cubicBezTo>
                    <a:pt x="46035" y="1421"/>
                    <a:pt x="39544" y="26872"/>
                    <a:pt x="41594" y="80933"/>
                  </a:cubicBezTo>
                  <a:cubicBezTo>
                    <a:pt x="42277" y="98868"/>
                    <a:pt x="43644" y="113643"/>
                    <a:pt x="44839" y="123806"/>
                  </a:cubicBezTo>
                  <a:lnTo>
                    <a:pt x="941" y="15489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2" name="Google Shape;3062;p73">
              <a:extLst>
                <a:ext uri="{FF2B5EF4-FFF2-40B4-BE49-F238E27FC236}">
                  <a16:creationId xmlns:a16="http://schemas.microsoft.com/office/drawing/2014/main" id="{335E525E-F1D9-17F4-CC1F-BCDE30158B8B}"/>
                </a:ext>
              </a:extLst>
            </p:cNvPr>
            <p:cNvSpPr/>
            <p:nvPr/>
          </p:nvSpPr>
          <p:spPr>
            <a:xfrm>
              <a:off x="7675061" y="3584290"/>
              <a:ext cx="44839" cy="154893"/>
            </a:xfrm>
            <a:custGeom>
              <a:avLst/>
              <a:gdLst/>
              <a:ahLst/>
              <a:cxnLst/>
              <a:rect l="l" t="t" r="r" b="b"/>
              <a:pathLst>
                <a:path w="44839" h="154893" extrusionOk="0">
                  <a:moveTo>
                    <a:pt x="43984" y="154893"/>
                  </a:moveTo>
                  <a:cubicBezTo>
                    <a:pt x="45265" y="139093"/>
                    <a:pt x="45692" y="116291"/>
                    <a:pt x="40995" y="89559"/>
                  </a:cubicBezTo>
                  <a:cubicBezTo>
                    <a:pt x="32539" y="40963"/>
                    <a:pt x="10420" y="-1739"/>
                    <a:pt x="3758" y="55"/>
                  </a:cubicBezTo>
                  <a:cubicBezTo>
                    <a:pt x="-1195" y="1421"/>
                    <a:pt x="5295" y="26872"/>
                    <a:pt x="3245" y="80933"/>
                  </a:cubicBezTo>
                  <a:cubicBezTo>
                    <a:pt x="2563" y="98868"/>
                    <a:pt x="1196" y="113643"/>
                    <a:pt x="0" y="123806"/>
                  </a:cubicBezTo>
                  <a:lnTo>
                    <a:pt x="43898" y="15489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3" name="Google Shape;3063;p73">
              <a:extLst>
                <a:ext uri="{FF2B5EF4-FFF2-40B4-BE49-F238E27FC236}">
                  <a16:creationId xmlns:a16="http://schemas.microsoft.com/office/drawing/2014/main" id="{A8215332-2B7F-8544-65CB-06F1892908B5}"/>
                </a:ext>
              </a:extLst>
            </p:cNvPr>
            <p:cNvSpPr/>
            <p:nvPr/>
          </p:nvSpPr>
          <p:spPr>
            <a:xfrm>
              <a:off x="7606994" y="3923449"/>
              <a:ext cx="542405" cy="297345"/>
            </a:xfrm>
            <a:custGeom>
              <a:avLst/>
              <a:gdLst/>
              <a:ahLst/>
              <a:cxnLst/>
              <a:rect l="l" t="t" r="r" b="b"/>
              <a:pathLst>
                <a:path w="542405" h="297345" extrusionOk="0">
                  <a:moveTo>
                    <a:pt x="0" y="35907"/>
                  </a:moveTo>
                  <a:cubicBezTo>
                    <a:pt x="9736" y="62724"/>
                    <a:pt x="26390" y="101498"/>
                    <a:pt x="54744" y="143347"/>
                  </a:cubicBezTo>
                  <a:cubicBezTo>
                    <a:pt x="90273" y="195956"/>
                    <a:pt x="130840" y="255910"/>
                    <a:pt x="205142" y="283325"/>
                  </a:cubicBezTo>
                  <a:cubicBezTo>
                    <a:pt x="304639" y="320049"/>
                    <a:pt x="400890" y="274870"/>
                    <a:pt x="435393" y="258643"/>
                  </a:cubicBezTo>
                  <a:cubicBezTo>
                    <a:pt x="485782" y="234986"/>
                    <a:pt x="520969" y="204069"/>
                    <a:pt x="542406" y="182206"/>
                  </a:cubicBezTo>
                  <a:cubicBezTo>
                    <a:pt x="516442" y="196895"/>
                    <a:pt x="449485" y="230118"/>
                    <a:pt x="360494" y="223115"/>
                  </a:cubicBezTo>
                  <a:cubicBezTo>
                    <a:pt x="341619" y="221663"/>
                    <a:pt x="281921" y="215257"/>
                    <a:pt x="218550" y="176313"/>
                  </a:cubicBezTo>
                  <a:cubicBezTo>
                    <a:pt x="129217" y="121398"/>
                    <a:pt x="92749" y="38897"/>
                    <a:pt x="81049" y="8236"/>
                  </a:cubicBezTo>
                  <a:cubicBezTo>
                    <a:pt x="59100" y="-3379"/>
                    <a:pt x="34247" y="-2695"/>
                    <a:pt x="17422" y="10201"/>
                  </a:cubicBezTo>
                  <a:cubicBezTo>
                    <a:pt x="6576" y="18570"/>
                    <a:pt x="2050" y="29758"/>
                    <a:pt x="171" y="358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4" name="Google Shape;3064;p73">
              <a:extLst>
                <a:ext uri="{FF2B5EF4-FFF2-40B4-BE49-F238E27FC236}">
                  <a16:creationId xmlns:a16="http://schemas.microsoft.com/office/drawing/2014/main" id="{4E5F1C4E-396C-773A-1911-E812E10B1729}"/>
                </a:ext>
              </a:extLst>
            </p:cNvPr>
            <p:cNvSpPr/>
            <p:nvPr/>
          </p:nvSpPr>
          <p:spPr>
            <a:xfrm>
              <a:off x="7716064" y="4034940"/>
              <a:ext cx="241601" cy="553593"/>
            </a:xfrm>
            <a:custGeom>
              <a:avLst/>
              <a:gdLst/>
              <a:ahLst/>
              <a:cxnLst/>
              <a:rect l="l" t="t" r="r" b="b"/>
              <a:pathLst>
                <a:path w="241601" h="553593" extrusionOk="0">
                  <a:moveTo>
                    <a:pt x="53625" y="171"/>
                  </a:moveTo>
                  <a:cubicBezTo>
                    <a:pt x="47049" y="172347"/>
                    <a:pt x="40473" y="344608"/>
                    <a:pt x="33897" y="516784"/>
                  </a:cubicBezTo>
                  <a:cubicBezTo>
                    <a:pt x="20317" y="514478"/>
                    <a:pt x="7507" y="520627"/>
                    <a:pt x="2383" y="531217"/>
                  </a:cubicBezTo>
                  <a:cubicBezTo>
                    <a:pt x="-2571" y="541466"/>
                    <a:pt x="1614" y="551715"/>
                    <a:pt x="2383" y="553594"/>
                  </a:cubicBezTo>
                  <a:lnTo>
                    <a:pt x="89154" y="553594"/>
                  </a:lnTo>
                  <a:cubicBezTo>
                    <a:pt x="88641" y="515759"/>
                    <a:pt x="91887" y="465968"/>
                    <a:pt x="106235" y="409601"/>
                  </a:cubicBezTo>
                  <a:cubicBezTo>
                    <a:pt x="117166" y="366728"/>
                    <a:pt x="131771" y="330772"/>
                    <a:pt x="145692" y="302418"/>
                  </a:cubicBezTo>
                  <a:cubicBezTo>
                    <a:pt x="140397" y="290547"/>
                    <a:pt x="135187" y="278761"/>
                    <a:pt x="129892" y="266890"/>
                  </a:cubicBezTo>
                  <a:cubicBezTo>
                    <a:pt x="154403" y="219576"/>
                    <a:pt x="178999" y="172261"/>
                    <a:pt x="203511" y="124947"/>
                  </a:cubicBezTo>
                  <a:cubicBezTo>
                    <a:pt x="216236" y="107439"/>
                    <a:pt x="228962" y="89931"/>
                    <a:pt x="241601" y="72338"/>
                  </a:cubicBezTo>
                  <a:lnTo>
                    <a:pt x="53625"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5" name="Google Shape;3065;p73">
              <a:extLst>
                <a:ext uri="{FF2B5EF4-FFF2-40B4-BE49-F238E27FC236}">
                  <a16:creationId xmlns:a16="http://schemas.microsoft.com/office/drawing/2014/main" id="{147DA597-2034-F52D-53A1-BF4318B98A4A}"/>
                </a:ext>
              </a:extLst>
            </p:cNvPr>
            <p:cNvSpPr/>
            <p:nvPr/>
          </p:nvSpPr>
          <p:spPr>
            <a:xfrm>
              <a:off x="8083125" y="3983782"/>
              <a:ext cx="198565" cy="599541"/>
            </a:xfrm>
            <a:custGeom>
              <a:avLst/>
              <a:gdLst/>
              <a:ahLst/>
              <a:cxnLst/>
              <a:rect l="l" t="t" r="r" b="b"/>
              <a:pathLst>
                <a:path w="198565" h="599541" extrusionOk="0">
                  <a:moveTo>
                    <a:pt x="85" y="64481"/>
                  </a:moveTo>
                  <a:cubicBezTo>
                    <a:pt x="28012" y="127766"/>
                    <a:pt x="59271" y="216160"/>
                    <a:pt x="74985" y="325136"/>
                  </a:cubicBezTo>
                  <a:cubicBezTo>
                    <a:pt x="88479" y="418569"/>
                    <a:pt x="86771" y="499959"/>
                    <a:pt x="80793" y="562732"/>
                  </a:cubicBezTo>
                  <a:cubicBezTo>
                    <a:pt x="67213" y="560426"/>
                    <a:pt x="54403" y="566575"/>
                    <a:pt x="49279" y="577165"/>
                  </a:cubicBezTo>
                  <a:cubicBezTo>
                    <a:pt x="44325" y="587414"/>
                    <a:pt x="48510" y="597662"/>
                    <a:pt x="49279" y="599541"/>
                  </a:cubicBezTo>
                  <a:lnTo>
                    <a:pt x="136050" y="599541"/>
                  </a:lnTo>
                  <a:cubicBezTo>
                    <a:pt x="135537" y="561707"/>
                    <a:pt x="138783" y="511916"/>
                    <a:pt x="153131" y="455549"/>
                  </a:cubicBezTo>
                  <a:cubicBezTo>
                    <a:pt x="164063" y="412676"/>
                    <a:pt x="178667" y="376720"/>
                    <a:pt x="192588" y="348366"/>
                  </a:cubicBezTo>
                  <a:cubicBezTo>
                    <a:pt x="187293" y="336495"/>
                    <a:pt x="182083" y="324709"/>
                    <a:pt x="176788" y="312838"/>
                  </a:cubicBezTo>
                  <a:cubicBezTo>
                    <a:pt x="184047" y="258264"/>
                    <a:pt x="191306" y="203776"/>
                    <a:pt x="198566" y="149202"/>
                  </a:cubicBezTo>
                  <a:cubicBezTo>
                    <a:pt x="195150" y="125460"/>
                    <a:pt x="190794" y="100436"/>
                    <a:pt x="185414" y="74302"/>
                  </a:cubicBezTo>
                  <a:cubicBezTo>
                    <a:pt x="179948" y="48083"/>
                    <a:pt x="173969" y="23316"/>
                    <a:pt x="167650" y="0"/>
                  </a:cubicBezTo>
                  <a:cubicBezTo>
                    <a:pt x="111795" y="21437"/>
                    <a:pt x="55940" y="42959"/>
                    <a:pt x="0" y="6439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6" name="Google Shape;3066;p73">
              <a:extLst>
                <a:ext uri="{FF2B5EF4-FFF2-40B4-BE49-F238E27FC236}">
                  <a16:creationId xmlns:a16="http://schemas.microsoft.com/office/drawing/2014/main" id="{EDAB3570-8C62-E03C-395E-4DF4D89AC79E}"/>
                </a:ext>
              </a:extLst>
            </p:cNvPr>
            <p:cNvSpPr/>
            <p:nvPr/>
          </p:nvSpPr>
          <p:spPr>
            <a:xfrm>
              <a:off x="7663190" y="3794184"/>
              <a:ext cx="592444" cy="404852"/>
            </a:xfrm>
            <a:custGeom>
              <a:avLst/>
              <a:gdLst/>
              <a:ahLst/>
              <a:cxnLst/>
              <a:rect l="l" t="t" r="r" b="b"/>
              <a:pathLst>
                <a:path w="592444" h="404852" extrusionOk="0">
                  <a:moveTo>
                    <a:pt x="0" y="47314"/>
                  </a:moveTo>
                  <a:cubicBezTo>
                    <a:pt x="10419" y="100351"/>
                    <a:pt x="33991" y="183876"/>
                    <a:pt x="92664" y="269196"/>
                  </a:cubicBezTo>
                  <a:cubicBezTo>
                    <a:pt x="123324" y="313691"/>
                    <a:pt x="157230" y="362970"/>
                    <a:pt x="208046" y="387481"/>
                  </a:cubicBezTo>
                  <a:cubicBezTo>
                    <a:pt x="308909" y="436247"/>
                    <a:pt x="458367" y="379026"/>
                    <a:pt x="585705" y="257325"/>
                  </a:cubicBezTo>
                  <a:cubicBezTo>
                    <a:pt x="593477" y="226237"/>
                    <a:pt x="599028" y="183364"/>
                    <a:pt x="575884" y="157743"/>
                  </a:cubicBezTo>
                  <a:cubicBezTo>
                    <a:pt x="550092" y="129217"/>
                    <a:pt x="505169" y="140234"/>
                    <a:pt x="393459" y="147921"/>
                  </a:cubicBezTo>
                  <a:cubicBezTo>
                    <a:pt x="211035" y="160390"/>
                    <a:pt x="173884" y="141601"/>
                    <a:pt x="160731" y="134085"/>
                  </a:cubicBezTo>
                  <a:cubicBezTo>
                    <a:pt x="130584" y="116748"/>
                    <a:pt x="92835" y="81305"/>
                    <a:pt x="69007" y="0"/>
                  </a:cubicBezTo>
                  <a:lnTo>
                    <a:pt x="0" y="4731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7" name="Google Shape;3067;p73">
              <a:extLst>
                <a:ext uri="{FF2B5EF4-FFF2-40B4-BE49-F238E27FC236}">
                  <a16:creationId xmlns:a16="http://schemas.microsoft.com/office/drawing/2014/main" id="{2A1E946A-6B94-75C0-19DA-BF38D710430E}"/>
                </a:ext>
              </a:extLst>
            </p:cNvPr>
            <p:cNvSpPr/>
            <p:nvPr/>
          </p:nvSpPr>
          <p:spPr>
            <a:xfrm>
              <a:off x="8026991" y="3739359"/>
              <a:ext cx="221974" cy="250060"/>
            </a:xfrm>
            <a:custGeom>
              <a:avLst/>
              <a:gdLst/>
              <a:ahLst/>
              <a:cxnLst/>
              <a:rect l="l" t="t" r="r" b="b"/>
              <a:pathLst>
                <a:path w="221974" h="250060" extrusionOk="0">
                  <a:moveTo>
                    <a:pt x="169894" y="204027"/>
                  </a:moveTo>
                  <a:cubicBezTo>
                    <a:pt x="179202" y="189936"/>
                    <a:pt x="188768" y="169865"/>
                    <a:pt x="187999" y="146208"/>
                  </a:cubicBezTo>
                  <a:cubicBezTo>
                    <a:pt x="185437" y="67294"/>
                    <a:pt x="70311" y="5546"/>
                    <a:pt x="30257" y="28862"/>
                  </a:cubicBezTo>
                  <a:cubicBezTo>
                    <a:pt x="14542" y="38000"/>
                    <a:pt x="5660" y="63109"/>
                    <a:pt x="1305" y="61060"/>
                  </a:cubicBezTo>
                  <a:cubicBezTo>
                    <a:pt x="-1172" y="59950"/>
                    <a:pt x="280" y="51067"/>
                    <a:pt x="2330" y="44918"/>
                  </a:cubicBezTo>
                  <a:cubicBezTo>
                    <a:pt x="10528" y="19980"/>
                    <a:pt x="38456" y="8963"/>
                    <a:pt x="44690" y="6486"/>
                  </a:cubicBezTo>
                  <a:cubicBezTo>
                    <a:pt x="88674" y="-10851"/>
                    <a:pt x="133255" y="11439"/>
                    <a:pt x="144272" y="16991"/>
                  </a:cubicBezTo>
                  <a:cubicBezTo>
                    <a:pt x="154862" y="22286"/>
                    <a:pt x="186462" y="38684"/>
                    <a:pt x="206361" y="75835"/>
                  </a:cubicBezTo>
                  <a:cubicBezTo>
                    <a:pt x="223869" y="108459"/>
                    <a:pt x="222417" y="138693"/>
                    <a:pt x="221478" y="159019"/>
                  </a:cubicBezTo>
                  <a:cubicBezTo>
                    <a:pt x="219514" y="199928"/>
                    <a:pt x="205166" y="231528"/>
                    <a:pt x="194490" y="250060"/>
                  </a:cubicBezTo>
                  <a:lnTo>
                    <a:pt x="169808" y="204027"/>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068" name="Google Shape;3068;p73">
            <a:extLst>
              <a:ext uri="{FF2B5EF4-FFF2-40B4-BE49-F238E27FC236}">
                <a16:creationId xmlns:a16="http://schemas.microsoft.com/office/drawing/2014/main" id="{3D72DB30-5F35-CC50-673B-F6EA5ACAB54A}"/>
              </a:ext>
            </a:extLst>
          </p:cNvPr>
          <p:cNvSpPr/>
          <p:nvPr/>
        </p:nvSpPr>
        <p:spPr>
          <a:xfrm>
            <a:off x="7591875" y="3947477"/>
            <a:ext cx="58938" cy="42362"/>
          </a:xfrm>
          <a:custGeom>
            <a:avLst/>
            <a:gdLst/>
            <a:ahLst/>
            <a:cxnLst/>
            <a:rect l="l" t="t" r="r" b="b"/>
            <a:pathLst>
              <a:path w="58938" h="42362" extrusionOk="0">
                <a:moveTo>
                  <a:pt x="58847" y="8968"/>
                </a:moveTo>
                <a:cubicBezTo>
                  <a:pt x="58505" y="11445"/>
                  <a:pt x="46719" y="7944"/>
                  <a:pt x="37667" y="15032"/>
                </a:cubicBezTo>
                <a:cubicBezTo>
                  <a:pt x="26479" y="23829"/>
                  <a:pt x="27503" y="42533"/>
                  <a:pt x="25625" y="42362"/>
                </a:cubicBezTo>
                <a:cubicBezTo>
                  <a:pt x="23917" y="42191"/>
                  <a:pt x="27418" y="27587"/>
                  <a:pt x="19732" y="18448"/>
                </a:cubicBezTo>
                <a:cubicBezTo>
                  <a:pt x="12643" y="9993"/>
                  <a:pt x="259" y="12214"/>
                  <a:pt x="3" y="8968"/>
                </a:cubicBezTo>
                <a:cubicBezTo>
                  <a:pt x="-253" y="5467"/>
                  <a:pt x="14351" y="-85"/>
                  <a:pt x="29468" y="1"/>
                </a:cubicBezTo>
                <a:cubicBezTo>
                  <a:pt x="45268" y="1"/>
                  <a:pt x="59274" y="6236"/>
                  <a:pt x="58932" y="89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9" name="Google Shape;3069;p73">
            <a:extLst>
              <a:ext uri="{FF2B5EF4-FFF2-40B4-BE49-F238E27FC236}">
                <a16:creationId xmlns:a16="http://schemas.microsoft.com/office/drawing/2014/main" id="{1EC127FE-1085-D8EC-DC68-C8366CCEE84F}"/>
              </a:ext>
            </a:extLst>
          </p:cNvPr>
          <p:cNvSpPr/>
          <p:nvPr/>
        </p:nvSpPr>
        <p:spPr>
          <a:xfrm>
            <a:off x="7582313" y="3912889"/>
            <a:ext cx="14347" cy="23742"/>
          </a:xfrm>
          <a:custGeom>
            <a:avLst/>
            <a:gdLst/>
            <a:ahLst/>
            <a:cxnLst/>
            <a:rect l="l" t="t" r="r" b="b"/>
            <a:pathLst>
              <a:path w="14347" h="23742" extrusionOk="0">
                <a:moveTo>
                  <a:pt x="14348" y="11871"/>
                </a:moveTo>
                <a:cubicBezTo>
                  <a:pt x="14348" y="18447"/>
                  <a:pt x="11188" y="23743"/>
                  <a:pt x="7174" y="23743"/>
                </a:cubicBezTo>
                <a:cubicBezTo>
                  <a:pt x="3160" y="23743"/>
                  <a:pt x="0" y="18447"/>
                  <a:pt x="0" y="11871"/>
                </a:cubicBezTo>
                <a:cubicBezTo>
                  <a:pt x="0" y="5295"/>
                  <a:pt x="3160" y="0"/>
                  <a:pt x="7174" y="0"/>
                </a:cubicBezTo>
                <a:cubicBezTo>
                  <a:pt x="11188" y="0"/>
                  <a:pt x="14348" y="5295"/>
                  <a:pt x="14348" y="1187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0" name="Google Shape;3070;p73">
            <a:extLst>
              <a:ext uri="{FF2B5EF4-FFF2-40B4-BE49-F238E27FC236}">
                <a16:creationId xmlns:a16="http://schemas.microsoft.com/office/drawing/2014/main" id="{07E6FC1B-5394-6441-686E-6427A18AB6D1}"/>
              </a:ext>
            </a:extLst>
          </p:cNvPr>
          <p:cNvSpPr/>
          <p:nvPr/>
        </p:nvSpPr>
        <p:spPr>
          <a:xfrm>
            <a:off x="7653797" y="3914939"/>
            <a:ext cx="14347" cy="23742"/>
          </a:xfrm>
          <a:custGeom>
            <a:avLst/>
            <a:gdLst/>
            <a:ahLst/>
            <a:cxnLst/>
            <a:rect l="l" t="t" r="r" b="b"/>
            <a:pathLst>
              <a:path w="14347" h="23742" extrusionOk="0">
                <a:moveTo>
                  <a:pt x="14348" y="11871"/>
                </a:moveTo>
                <a:cubicBezTo>
                  <a:pt x="14348" y="18362"/>
                  <a:pt x="11188" y="23743"/>
                  <a:pt x="7174" y="23743"/>
                </a:cubicBezTo>
                <a:cubicBezTo>
                  <a:pt x="3160" y="23743"/>
                  <a:pt x="0" y="18447"/>
                  <a:pt x="0" y="11871"/>
                </a:cubicBezTo>
                <a:cubicBezTo>
                  <a:pt x="0" y="5295"/>
                  <a:pt x="3160" y="0"/>
                  <a:pt x="7174" y="0"/>
                </a:cubicBezTo>
                <a:cubicBezTo>
                  <a:pt x="11188" y="0"/>
                  <a:pt x="14348" y="5295"/>
                  <a:pt x="14348" y="1187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1" name="Google Shape;3071;p73">
            <a:extLst>
              <a:ext uri="{FF2B5EF4-FFF2-40B4-BE49-F238E27FC236}">
                <a16:creationId xmlns:a16="http://schemas.microsoft.com/office/drawing/2014/main" id="{93776F30-0A46-AC26-5A5C-3EEF44E82BC8}"/>
              </a:ext>
            </a:extLst>
          </p:cNvPr>
          <p:cNvSpPr/>
          <p:nvPr/>
        </p:nvSpPr>
        <p:spPr>
          <a:xfrm>
            <a:off x="7566983" y="3979407"/>
            <a:ext cx="58320" cy="121628"/>
          </a:xfrm>
          <a:custGeom>
            <a:avLst/>
            <a:gdLst/>
            <a:ahLst/>
            <a:cxnLst/>
            <a:rect l="l" t="t" r="r" b="b"/>
            <a:pathLst>
              <a:path w="58320" h="121628" extrusionOk="0">
                <a:moveTo>
                  <a:pt x="37364" y="121543"/>
                </a:moveTo>
                <a:cubicBezTo>
                  <a:pt x="22675" y="121543"/>
                  <a:pt x="5338" y="107537"/>
                  <a:pt x="1409" y="104206"/>
                </a:cubicBezTo>
                <a:cubicBezTo>
                  <a:pt x="-299" y="102754"/>
                  <a:pt x="-470" y="100278"/>
                  <a:pt x="982" y="98569"/>
                </a:cubicBezTo>
                <a:cubicBezTo>
                  <a:pt x="2434" y="96947"/>
                  <a:pt x="4996" y="96691"/>
                  <a:pt x="6619" y="98143"/>
                </a:cubicBezTo>
                <a:cubicBezTo>
                  <a:pt x="15074" y="105402"/>
                  <a:pt x="33607" y="117700"/>
                  <a:pt x="42659" y="112234"/>
                </a:cubicBezTo>
                <a:cubicBezTo>
                  <a:pt x="47870" y="109160"/>
                  <a:pt x="49065" y="100619"/>
                  <a:pt x="49834" y="83709"/>
                </a:cubicBezTo>
                <a:cubicBezTo>
                  <a:pt x="50944" y="57746"/>
                  <a:pt x="50346" y="31014"/>
                  <a:pt x="48125" y="4283"/>
                </a:cubicBezTo>
                <a:cubicBezTo>
                  <a:pt x="47954" y="2062"/>
                  <a:pt x="49577" y="183"/>
                  <a:pt x="51798" y="12"/>
                </a:cubicBezTo>
                <a:cubicBezTo>
                  <a:pt x="54018" y="-158"/>
                  <a:pt x="55898" y="1464"/>
                  <a:pt x="56068" y="3685"/>
                </a:cubicBezTo>
                <a:cubicBezTo>
                  <a:pt x="58289" y="30758"/>
                  <a:pt x="58887" y="57831"/>
                  <a:pt x="57776" y="84136"/>
                </a:cubicBezTo>
                <a:cubicBezTo>
                  <a:pt x="57007" y="101815"/>
                  <a:pt x="55812" y="113771"/>
                  <a:pt x="46674" y="119238"/>
                </a:cubicBezTo>
                <a:cubicBezTo>
                  <a:pt x="43770" y="120945"/>
                  <a:pt x="40610" y="121629"/>
                  <a:pt x="37279" y="12162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2" name="Google Shape;3072;p73">
            <a:extLst>
              <a:ext uri="{FF2B5EF4-FFF2-40B4-BE49-F238E27FC236}">
                <a16:creationId xmlns:a16="http://schemas.microsoft.com/office/drawing/2014/main" id="{2202B381-BE29-E7A5-C52A-D59F2360FD0A}"/>
              </a:ext>
            </a:extLst>
          </p:cNvPr>
          <p:cNvSpPr/>
          <p:nvPr/>
        </p:nvSpPr>
        <p:spPr>
          <a:xfrm>
            <a:off x="7615080" y="3979203"/>
            <a:ext cx="115140" cy="111327"/>
          </a:xfrm>
          <a:custGeom>
            <a:avLst/>
            <a:gdLst/>
            <a:ahLst/>
            <a:cxnLst/>
            <a:rect l="l" t="t" r="r" b="b"/>
            <a:pathLst>
              <a:path w="115140" h="111327" extrusionOk="0">
                <a:moveTo>
                  <a:pt x="53833" y="111328"/>
                </a:moveTo>
                <a:cubicBezTo>
                  <a:pt x="52552" y="111328"/>
                  <a:pt x="51271" y="111242"/>
                  <a:pt x="49990" y="110986"/>
                </a:cubicBezTo>
                <a:cubicBezTo>
                  <a:pt x="37435" y="108510"/>
                  <a:pt x="30517" y="94162"/>
                  <a:pt x="20867" y="74262"/>
                </a:cubicBezTo>
                <a:cubicBezTo>
                  <a:pt x="10277" y="52399"/>
                  <a:pt x="3273" y="28912"/>
                  <a:pt x="28" y="4572"/>
                </a:cubicBezTo>
                <a:cubicBezTo>
                  <a:pt x="-228" y="2351"/>
                  <a:pt x="1309" y="387"/>
                  <a:pt x="3444" y="46"/>
                </a:cubicBezTo>
                <a:cubicBezTo>
                  <a:pt x="5579" y="-296"/>
                  <a:pt x="7629" y="1327"/>
                  <a:pt x="7885" y="3462"/>
                </a:cubicBezTo>
                <a:cubicBezTo>
                  <a:pt x="10960" y="26948"/>
                  <a:pt x="17707" y="49580"/>
                  <a:pt x="27955" y="70675"/>
                </a:cubicBezTo>
                <a:cubicBezTo>
                  <a:pt x="36581" y="88440"/>
                  <a:pt x="42816" y="101250"/>
                  <a:pt x="51442" y="103044"/>
                </a:cubicBezTo>
                <a:cubicBezTo>
                  <a:pt x="66131" y="105947"/>
                  <a:pt x="88763" y="79643"/>
                  <a:pt x="107467" y="37282"/>
                </a:cubicBezTo>
                <a:cubicBezTo>
                  <a:pt x="108321" y="35232"/>
                  <a:pt x="110713" y="34378"/>
                  <a:pt x="112762" y="35232"/>
                </a:cubicBezTo>
                <a:cubicBezTo>
                  <a:pt x="114812" y="36086"/>
                  <a:pt x="115666" y="38478"/>
                  <a:pt x="114812" y="40527"/>
                </a:cubicBezTo>
                <a:cubicBezTo>
                  <a:pt x="94998" y="85365"/>
                  <a:pt x="72451" y="111242"/>
                  <a:pt x="53747" y="11124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3" name="Google Shape;3073;p73">
            <a:extLst>
              <a:ext uri="{FF2B5EF4-FFF2-40B4-BE49-F238E27FC236}">
                <a16:creationId xmlns:a16="http://schemas.microsoft.com/office/drawing/2014/main" id="{6B333276-984D-6EF3-880B-F0CF59579A41}"/>
              </a:ext>
            </a:extLst>
          </p:cNvPr>
          <p:cNvSpPr/>
          <p:nvPr/>
        </p:nvSpPr>
        <p:spPr>
          <a:xfrm>
            <a:off x="7634970" y="4267312"/>
            <a:ext cx="135859" cy="130248"/>
          </a:xfrm>
          <a:custGeom>
            <a:avLst/>
            <a:gdLst/>
            <a:ahLst/>
            <a:cxnLst/>
            <a:rect l="l" t="t" r="r" b="b"/>
            <a:pathLst>
              <a:path w="135859" h="130248" extrusionOk="0">
                <a:moveTo>
                  <a:pt x="131817" y="130249"/>
                </a:moveTo>
                <a:cubicBezTo>
                  <a:pt x="131048" y="130249"/>
                  <a:pt x="130280" y="129992"/>
                  <a:pt x="129597" y="129565"/>
                </a:cubicBezTo>
                <a:cubicBezTo>
                  <a:pt x="113797" y="118804"/>
                  <a:pt x="98424" y="107104"/>
                  <a:pt x="83905" y="94806"/>
                </a:cubicBezTo>
                <a:cubicBezTo>
                  <a:pt x="53159" y="68672"/>
                  <a:pt x="25147" y="38951"/>
                  <a:pt x="806" y="6412"/>
                </a:cubicBezTo>
                <a:cubicBezTo>
                  <a:pt x="-560" y="4618"/>
                  <a:pt x="-133" y="2142"/>
                  <a:pt x="1660" y="775"/>
                </a:cubicBezTo>
                <a:cubicBezTo>
                  <a:pt x="3454" y="-506"/>
                  <a:pt x="5931" y="-164"/>
                  <a:pt x="7211" y="1544"/>
                </a:cubicBezTo>
                <a:cubicBezTo>
                  <a:pt x="31210" y="33570"/>
                  <a:pt x="58796" y="62864"/>
                  <a:pt x="89115" y="88656"/>
                </a:cubicBezTo>
                <a:cubicBezTo>
                  <a:pt x="103377" y="100784"/>
                  <a:pt x="118580" y="112314"/>
                  <a:pt x="134123" y="122904"/>
                </a:cubicBezTo>
                <a:cubicBezTo>
                  <a:pt x="135916" y="124185"/>
                  <a:pt x="136429" y="126662"/>
                  <a:pt x="135148" y="128455"/>
                </a:cubicBezTo>
                <a:cubicBezTo>
                  <a:pt x="134379" y="129565"/>
                  <a:pt x="133098" y="130163"/>
                  <a:pt x="131817" y="13016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4" name="Google Shape;3074;p73">
            <a:extLst>
              <a:ext uri="{FF2B5EF4-FFF2-40B4-BE49-F238E27FC236}">
                <a16:creationId xmlns:a16="http://schemas.microsoft.com/office/drawing/2014/main" id="{5759202D-AE60-62CC-9108-645D31341CE2}"/>
              </a:ext>
            </a:extLst>
          </p:cNvPr>
          <p:cNvSpPr/>
          <p:nvPr/>
        </p:nvSpPr>
        <p:spPr>
          <a:xfrm>
            <a:off x="7887011" y="4312677"/>
            <a:ext cx="196875" cy="96498"/>
          </a:xfrm>
          <a:custGeom>
            <a:avLst/>
            <a:gdLst/>
            <a:ahLst/>
            <a:cxnLst/>
            <a:rect l="l" t="t" r="r" b="b"/>
            <a:pathLst>
              <a:path w="196875" h="96498" extrusionOk="0">
                <a:moveTo>
                  <a:pt x="3955" y="96499"/>
                </a:moveTo>
                <a:cubicBezTo>
                  <a:pt x="1905" y="96499"/>
                  <a:pt x="197" y="94961"/>
                  <a:pt x="27" y="92912"/>
                </a:cubicBezTo>
                <a:cubicBezTo>
                  <a:pt x="-230" y="90691"/>
                  <a:pt x="1393" y="88727"/>
                  <a:pt x="3528" y="88471"/>
                </a:cubicBezTo>
                <a:cubicBezTo>
                  <a:pt x="27783" y="85738"/>
                  <a:pt x="51696" y="80357"/>
                  <a:pt x="74585" y="72244"/>
                </a:cubicBezTo>
                <a:cubicBezTo>
                  <a:pt x="117458" y="57127"/>
                  <a:pt x="156317" y="33214"/>
                  <a:pt x="190138" y="1102"/>
                </a:cubicBezTo>
                <a:cubicBezTo>
                  <a:pt x="191760" y="-436"/>
                  <a:pt x="194237" y="-350"/>
                  <a:pt x="195774" y="1272"/>
                </a:cubicBezTo>
                <a:cubicBezTo>
                  <a:pt x="197311" y="2895"/>
                  <a:pt x="197226" y="5372"/>
                  <a:pt x="195603" y="6909"/>
                </a:cubicBezTo>
                <a:cubicBezTo>
                  <a:pt x="161014" y="39705"/>
                  <a:pt x="121131" y="64216"/>
                  <a:pt x="77147" y="79759"/>
                </a:cubicBezTo>
                <a:cubicBezTo>
                  <a:pt x="53661" y="88044"/>
                  <a:pt x="29149" y="93595"/>
                  <a:pt x="4297" y="96413"/>
                </a:cubicBezTo>
                <a:cubicBezTo>
                  <a:pt x="4126" y="96413"/>
                  <a:pt x="4040" y="96413"/>
                  <a:pt x="3869" y="9641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5" name="Google Shape;3075;p73">
            <a:extLst>
              <a:ext uri="{FF2B5EF4-FFF2-40B4-BE49-F238E27FC236}">
                <a16:creationId xmlns:a16="http://schemas.microsoft.com/office/drawing/2014/main" id="{892B3268-0D2F-A2EF-FB8C-3F44589DD7AE}"/>
              </a:ext>
            </a:extLst>
          </p:cNvPr>
          <p:cNvSpPr/>
          <p:nvPr/>
        </p:nvSpPr>
        <p:spPr>
          <a:xfrm>
            <a:off x="8066473" y="4189088"/>
            <a:ext cx="72387" cy="219746"/>
          </a:xfrm>
          <a:custGeom>
            <a:avLst/>
            <a:gdLst/>
            <a:ahLst/>
            <a:cxnLst/>
            <a:rect l="l" t="t" r="r" b="b"/>
            <a:pathLst>
              <a:path w="72387" h="219746" extrusionOk="0">
                <a:moveTo>
                  <a:pt x="68409" y="219661"/>
                </a:moveTo>
                <a:cubicBezTo>
                  <a:pt x="67128" y="219661"/>
                  <a:pt x="65847" y="219063"/>
                  <a:pt x="65078" y="217867"/>
                </a:cubicBezTo>
                <a:cubicBezTo>
                  <a:pt x="40652" y="181058"/>
                  <a:pt x="22717" y="140832"/>
                  <a:pt x="11956" y="98301"/>
                </a:cubicBezTo>
                <a:cubicBezTo>
                  <a:pt x="4099" y="67555"/>
                  <a:pt x="85" y="35870"/>
                  <a:pt x="0" y="4014"/>
                </a:cubicBezTo>
                <a:cubicBezTo>
                  <a:pt x="0" y="1793"/>
                  <a:pt x="1793" y="0"/>
                  <a:pt x="4014" y="0"/>
                </a:cubicBezTo>
                <a:cubicBezTo>
                  <a:pt x="6234" y="0"/>
                  <a:pt x="8028" y="1793"/>
                  <a:pt x="8028" y="4014"/>
                </a:cubicBezTo>
                <a:cubicBezTo>
                  <a:pt x="8113" y="35187"/>
                  <a:pt x="12127" y="66274"/>
                  <a:pt x="19728" y="96422"/>
                </a:cubicBezTo>
                <a:cubicBezTo>
                  <a:pt x="30319" y="138014"/>
                  <a:pt x="47826" y="177386"/>
                  <a:pt x="71740" y="213512"/>
                </a:cubicBezTo>
                <a:cubicBezTo>
                  <a:pt x="72935" y="215305"/>
                  <a:pt x="72423" y="217867"/>
                  <a:pt x="70629" y="219063"/>
                </a:cubicBezTo>
                <a:cubicBezTo>
                  <a:pt x="69946" y="219490"/>
                  <a:pt x="69178" y="219746"/>
                  <a:pt x="68409" y="21974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6" name="Google Shape;3076;p73">
            <a:extLst>
              <a:ext uri="{FF2B5EF4-FFF2-40B4-BE49-F238E27FC236}">
                <a16:creationId xmlns:a16="http://schemas.microsoft.com/office/drawing/2014/main" id="{D6E133B7-142E-6B46-3CC3-7C6A8444245B}"/>
              </a:ext>
            </a:extLst>
          </p:cNvPr>
          <p:cNvSpPr/>
          <p:nvPr/>
        </p:nvSpPr>
        <p:spPr>
          <a:xfrm>
            <a:off x="7861985" y="4322587"/>
            <a:ext cx="46733" cy="83599"/>
          </a:xfrm>
          <a:custGeom>
            <a:avLst/>
            <a:gdLst/>
            <a:ahLst/>
            <a:cxnLst/>
            <a:rect l="l" t="t" r="r" b="b"/>
            <a:pathLst>
              <a:path w="46733" h="83599" extrusionOk="0">
                <a:moveTo>
                  <a:pt x="4042" y="83514"/>
                </a:moveTo>
                <a:cubicBezTo>
                  <a:pt x="3273" y="83514"/>
                  <a:pt x="2505" y="83258"/>
                  <a:pt x="1736" y="82831"/>
                </a:cubicBezTo>
                <a:cubicBezTo>
                  <a:pt x="-57" y="81550"/>
                  <a:pt x="-569" y="79073"/>
                  <a:pt x="711" y="77280"/>
                </a:cubicBezTo>
                <a:cubicBezTo>
                  <a:pt x="5836" y="69849"/>
                  <a:pt x="10619" y="62248"/>
                  <a:pt x="14974" y="54562"/>
                </a:cubicBezTo>
                <a:cubicBezTo>
                  <a:pt x="24454" y="37993"/>
                  <a:pt x="32568" y="20486"/>
                  <a:pt x="38973" y="2636"/>
                </a:cubicBezTo>
                <a:cubicBezTo>
                  <a:pt x="39741" y="586"/>
                  <a:pt x="42048" y="-524"/>
                  <a:pt x="44097" y="245"/>
                </a:cubicBezTo>
                <a:cubicBezTo>
                  <a:pt x="46147" y="1013"/>
                  <a:pt x="47257" y="3319"/>
                  <a:pt x="46489" y="5369"/>
                </a:cubicBezTo>
                <a:cubicBezTo>
                  <a:pt x="39827" y="23731"/>
                  <a:pt x="31628" y="41581"/>
                  <a:pt x="21892" y="58576"/>
                </a:cubicBezTo>
                <a:cubicBezTo>
                  <a:pt x="17365" y="66433"/>
                  <a:pt x="12497" y="74290"/>
                  <a:pt x="7288" y="81892"/>
                </a:cubicBezTo>
                <a:cubicBezTo>
                  <a:pt x="6519" y="83002"/>
                  <a:pt x="5238" y="83600"/>
                  <a:pt x="3957" y="8360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7" name="Google Shape;3077;p73">
            <a:extLst>
              <a:ext uri="{FF2B5EF4-FFF2-40B4-BE49-F238E27FC236}">
                <a16:creationId xmlns:a16="http://schemas.microsoft.com/office/drawing/2014/main" id="{FACC3A4C-2D20-CAF9-EFD5-B8351C5875A8}"/>
              </a:ext>
            </a:extLst>
          </p:cNvPr>
          <p:cNvSpPr/>
          <p:nvPr/>
        </p:nvSpPr>
        <p:spPr>
          <a:xfrm>
            <a:off x="7697779" y="4481769"/>
            <a:ext cx="17680" cy="21266"/>
          </a:xfrm>
          <a:custGeom>
            <a:avLst/>
            <a:gdLst/>
            <a:ahLst/>
            <a:cxnLst/>
            <a:rect l="l" t="t" r="r" b="b"/>
            <a:pathLst>
              <a:path w="17680" h="21266" extrusionOk="0">
                <a:moveTo>
                  <a:pt x="4015" y="21266"/>
                </a:moveTo>
                <a:cubicBezTo>
                  <a:pt x="3161" y="21266"/>
                  <a:pt x="2392" y="21010"/>
                  <a:pt x="1623" y="20498"/>
                </a:cubicBezTo>
                <a:cubicBezTo>
                  <a:pt x="-170" y="19217"/>
                  <a:pt x="-512" y="16655"/>
                  <a:pt x="769" y="14947"/>
                </a:cubicBezTo>
                <a:lnTo>
                  <a:pt x="10506" y="1623"/>
                </a:lnTo>
                <a:cubicBezTo>
                  <a:pt x="11872" y="-170"/>
                  <a:pt x="14349" y="-512"/>
                  <a:pt x="16057" y="769"/>
                </a:cubicBezTo>
                <a:cubicBezTo>
                  <a:pt x="17850" y="2050"/>
                  <a:pt x="18192" y="4613"/>
                  <a:pt x="16911" y="6321"/>
                </a:cubicBezTo>
                <a:lnTo>
                  <a:pt x="7175" y="19644"/>
                </a:lnTo>
                <a:cubicBezTo>
                  <a:pt x="6406" y="20754"/>
                  <a:pt x="5210" y="21266"/>
                  <a:pt x="3929" y="212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8" name="Google Shape;3078;p73">
            <a:extLst>
              <a:ext uri="{FF2B5EF4-FFF2-40B4-BE49-F238E27FC236}">
                <a16:creationId xmlns:a16="http://schemas.microsoft.com/office/drawing/2014/main" id="{20CCD02E-B69C-D318-A5B6-347F338DEE26}"/>
              </a:ext>
            </a:extLst>
          </p:cNvPr>
          <p:cNvSpPr/>
          <p:nvPr/>
        </p:nvSpPr>
        <p:spPr>
          <a:xfrm>
            <a:off x="7818657" y="4484874"/>
            <a:ext cx="18218" cy="15258"/>
          </a:xfrm>
          <a:custGeom>
            <a:avLst/>
            <a:gdLst/>
            <a:ahLst/>
            <a:cxnLst/>
            <a:rect l="l" t="t" r="r" b="b"/>
            <a:pathLst>
              <a:path w="18218" h="15258" extrusionOk="0">
                <a:moveTo>
                  <a:pt x="3985" y="15258"/>
                </a:moveTo>
                <a:cubicBezTo>
                  <a:pt x="2704" y="15258"/>
                  <a:pt x="1508" y="14661"/>
                  <a:pt x="739" y="13551"/>
                </a:cubicBezTo>
                <a:cubicBezTo>
                  <a:pt x="-541" y="11757"/>
                  <a:pt x="-114" y="9280"/>
                  <a:pt x="1679" y="7999"/>
                </a:cubicBezTo>
                <a:lnTo>
                  <a:pt x="11927" y="740"/>
                </a:lnTo>
                <a:cubicBezTo>
                  <a:pt x="13721" y="-541"/>
                  <a:pt x="16198" y="-114"/>
                  <a:pt x="17479" y="1679"/>
                </a:cubicBezTo>
                <a:cubicBezTo>
                  <a:pt x="18760" y="3473"/>
                  <a:pt x="18333" y="5949"/>
                  <a:pt x="16540" y="7230"/>
                </a:cubicBezTo>
                <a:lnTo>
                  <a:pt x="6291" y="14490"/>
                </a:lnTo>
                <a:cubicBezTo>
                  <a:pt x="5608" y="15002"/>
                  <a:pt x="4754" y="15258"/>
                  <a:pt x="3985" y="1525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9" name="Google Shape;3079;p73">
            <a:extLst>
              <a:ext uri="{FF2B5EF4-FFF2-40B4-BE49-F238E27FC236}">
                <a16:creationId xmlns:a16="http://schemas.microsoft.com/office/drawing/2014/main" id="{408E9A89-0758-B45A-D002-A409FFA41574}"/>
              </a:ext>
            </a:extLst>
          </p:cNvPr>
          <p:cNvSpPr/>
          <p:nvPr/>
        </p:nvSpPr>
        <p:spPr>
          <a:xfrm>
            <a:off x="8110617" y="4473685"/>
            <a:ext cx="20515" cy="14234"/>
          </a:xfrm>
          <a:custGeom>
            <a:avLst/>
            <a:gdLst/>
            <a:ahLst/>
            <a:cxnLst/>
            <a:rect l="l" t="t" r="r" b="b"/>
            <a:pathLst>
              <a:path w="20515" h="14234" extrusionOk="0">
                <a:moveTo>
                  <a:pt x="4023" y="14234"/>
                </a:moveTo>
                <a:cubicBezTo>
                  <a:pt x="2571" y="14234"/>
                  <a:pt x="1120" y="13380"/>
                  <a:pt x="436" y="12014"/>
                </a:cubicBezTo>
                <a:cubicBezTo>
                  <a:pt x="-588" y="10050"/>
                  <a:pt x="265" y="7658"/>
                  <a:pt x="2230" y="6634"/>
                </a:cubicBezTo>
                <a:lnTo>
                  <a:pt x="14699" y="399"/>
                </a:lnTo>
                <a:cubicBezTo>
                  <a:pt x="16663" y="-541"/>
                  <a:pt x="19055" y="228"/>
                  <a:pt x="20079" y="2192"/>
                </a:cubicBezTo>
                <a:cubicBezTo>
                  <a:pt x="21104" y="4157"/>
                  <a:pt x="20250" y="6548"/>
                  <a:pt x="18286" y="7573"/>
                </a:cubicBezTo>
                <a:lnTo>
                  <a:pt x="5817" y="13808"/>
                </a:lnTo>
                <a:cubicBezTo>
                  <a:pt x="5219" y="14064"/>
                  <a:pt x="4621" y="14234"/>
                  <a:pt x="4023" y="1423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0" name="Google Shape;3080;p73">
            <a:extLst>
              <a:ext uri="{FF2B5EF4-FFF2-40B4-BE49-F238E27FC236}">
                <a16:creationId xmlns:a16="http://schemas.microsoft.com/office/drawing/2014/main" id="{C178633B-C82C-6C81-0D03-1855D1B7C8AF}"/>
              </a:ext>
            </a:extLst>
          </p:cNvPr>
          <p:cNvSpPr/>
          <p:nvPr/>
        </p:nvSpPr>
        <p:spPr>
          <a:xfrm>
            <a:off x="8225642" y="4474912"/>
            <a:ext cx="31138" cy="18472"/>
          </a:xfrm>
          <a:custGeom>
            <a:avLst/>
            <a:gdLst/>
            <a:ahLst/>
            <a:cxnLst/>
            <a:rect l="l" t="t" r="r" b="b"/>
            <a:pathLst>
              <a:path w="31138" h="18472" extrusionOk="0">
                <a:moveTo>
                  <a:pt x="4039" y="18473"/>
                </a:moveTo>
                <a:cubicBezTo>
                  <a:pt x="2502" y="18473"/>
                  <a:pt x="1050" y="17619"/>
                  <a:pt x="367" y="16167"/>
                </a:cubicBezTo>
                <a:cubicBezTo>
                  <a:pt x="-573" y="14117"/>
                  <a:pt x="367" y="11811"/>
                  <a:pt x="2331" y="10872"/>
                </a:cubicBezTo>
                <a:lnTo>
                  <a:pt x="25476" y="367"/>
                </a:lnTo>
                <a:cubicBezTo>
                  <a:pt x="27440" y="-572"/>
                  <a:pt x="29831" y="367"/>
                  <a:pt x="30771" y="2331"/>
                </a:cubicBezTo>
                <a:cubicBezTo>
                  <a:pt x="31710" y="4381"/>
                  <a:pt x="30771" y="6687"/>
                  <a:pt x="28806" y="7626"/>
                </a:cubicBezTo>
                <a:lnTo>
                  <a:pt x="5662" y="18131"/>
                </a:lnTo>
                <a:cubicBezTo>
                  <a:pt x="5150" y="18387"/>
                  <a:pt x="4552" y="18473"/>
                  <a:pt x="4039" y="1847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1" name="Google Shape;3081;p73">
            <a:extLst>
              <a:ext uri="{FF2B5EF4-FFF2-40B4-BE49-F238E27FC236}">
                <a16:creationId xmlns:a16="http://schemas.microsoft.com/office/drawing/2014/main" id="{7F15BBE7-A71D-7582-1B1A-298F253A6DD3}"/>
              </a:ext>
            </a:extLst>
          </p:cNvPr>
          <p:cNvSpPr/>
          <p:nvPr/>
        </p:nvSpPr>
        <p:spPr>
          <a:xfrm>
            <a:off x="8179777" y="4114416"/>
            <a:ext cx="12268" cy="8568"/>
          </a:xfrm>
          <a:custGeom>
            <a:avLst/>
            <a:gdLst/>
            <a:ahLst/>
            <a:cxnLst/>
            <a:rect l="l" t="t" r="r" b="b"/>
            <a:pathLst>
              <a:path w="12268" h="8568" extrusionOk="0">
                <a:moveTo>
                  <a:pt x="8227" y="8483"/>
                </a:moveTo>
                <a:cubicBezTo>
                  <a:pt x="7800" y="8483"/>
                  <a:pt x="3530" y="7971"/>
                  <a:pt x="3530" y="7971"/>
                </a:cubicBezTo>
                <a:cubicBezTo>
                  <a:pt x="1309" y="7714"/>
                  <a:pt x="-228" y="5750"/>
                  <a:pt x="28" y="3529"/>
                </a:cubicBezTo>
                <a:cubicBezTo>
                  <a:pt x="284" y="1309"/>
                  <a:pt x="1992" y="-228"/>
                  <a:pt x="4469" y="28"/>
                </a:cubicBezTo>
                <a:lnTo>
                  <a:pt x="8739" y="540"/>
                </a:lnTo>
                <a:cubicBezTo>
                  <a:pt x="10960" y="797"/>
                  <a:pt x="12497" y="2761"/>
                  <a:pt x="12241" y="4981"/>
                </a:cubicBezTo>
                <a:cubicBezTo>
                  <a:pt x="11985" y="7031"/>
                  <a:pt x="10276" y="8568"/>
                  <a:pt x="8312" y="85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082" name="Google Shape;3082;p73">
            <a:extLst>
              <a:ext uri="{FF2B5EF4-FFF2-40B4-BE49-F238E27FC236}">
                <a16:creationId xmlns:a16="http://schemas.microsoft.com/office/drawing/2014/main" id="{A01790D9-CFA6-6062-ABAD-62B8261DB641}"/>
              </a:ext>
            </a:extLst>
          </p:cNvPr>
          <p:cNvGrpSpPr/>
          <p:nvPr/>
        </p:nvGrpSpPr>
        <p:grpSpPr>
          <a:xfrm>
            <a:off x="639529" y="3858582"/>
            <a:ext cx="1163154" cy="892349"/>
            <a:chOff x="775749" y="3683600"/>
            <a:chExt cx="1084930" cy="832338"/>
          </a:xfrm>
        </p:grpSpPr>
        <p:sp>
          <p:nvSpPr>
            <p:cNvPr id="3083" name="Google Shape;3083;p73">
              <a:extLst>
                <a:ext uri="{FF2B5EF4-FFF2-40B4-BE49-F238E27FC236}">
                  <a16:creationId xmlns:a16="http://schemas.microsoft.com/office/drawing/2014/main" id="{35C4B2EC-9DE8-B3C6-11D6-71EE933DA451}"/>
                </a:ext>
              </a:extLst>
            </p:cNvPr>
            <p:cNvSpPr/>
            <p:nvPr/>
          </p:nvSpPr>
          <p:spPr>
            <a:xfrm>
              <a:off x="1062003" y="4093593"/>
              <a:ext cx="275085" cy="422321"/>
            </a:xfrm>
            <a:custGeom>
              <a:avLst/>
              <a:gdLst/>
              <a:ahLst/>
              <a:cxnLst/>
              <a:rect l="l" t="t" r="r" b="b"/>
              <a:pathLst>
                <a:path w="302291" h="464089" extrusionOk="0">
                  <a:moveTo>
                    <a:pt x="297294" y="37834"/>
                  </a:moveTo>
                  <a:cubicBezTo>
                    <a:pt x="301479" y="58075"/>
                    <a:pt x="313435" y="129303"/>
                    <a:pt x="273893" y="204544"/>
                  </a:cubicBezTo>
                  <a:cubicBezTo>
                    <a:pt x="238194" y="272441"/>
                    <a:pt x="181827" y="303101"/>
                    <a:pt x="162184" y="312667"/>
                  </a:cubicBezTo>
                  <a:lnTo>
                    <a:pt x="142370" y="379368"/>
                  </a:lnTo>
                  <a:cubicBezTo>
                    <a:pt x="162611" y="407039"/>
                    <a:pt x="181144" y="417885"/>
                    <a:pt x="194637" y="422583"/>
                  </a:cubicBezTo>
                  <a:cubicBezTo>
                    <a:pt x="200189" y="424547"/>
                    <a:pt x="210608" y="427451"/>
                    <a:pt x="218038" y="437016"/>
                  </a:cubicBezTo>
                  <a:cubicBezTo>
                    <a:pt x="224871" y="445813"/>
                    <a:pt x="226152" y="456488"/>
                    <a:pt x="226152" y="464090"/>
                  </a:cubicBezTo>
                  <a:lnTo>
                    <a:pt x="102571" y="464090"/>
                  </a:lnTo>
                  <a:cubicBezTo>
                    <a:pt x="68409" y="419338"/>
                    <a:pt x="34162" y="374585"/>
                    <a:pt x="0" y="329833"/>
                  </a:cubicBezTo>
                  <a:cubicBezTo>
                    <a:pt x="17594" y="300966"/>
                    <a:pt x="35187" y="272185"/>
                    <a:pt x="52780" y="243318"/>
                  </a:cubicBezTo>
                  <a:cubicBezTo>
                    <a:pt x="64310" y="162184"/>
                    <a:pt x="75925" y="81134"/>
                    <a:pt x="87455" y="0"/>
                  </a:cubicBezTo>
                  <a:lnTo>
                    <a:pt x="297379" y="37834"/>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4" name="Google Shape;3084;p73">
              <a:extLst>
                <a:ext uri="{FF2B5EF4-FFF2-40B4-BE49-F238E27FC236}">
                  <a16:creationId xmlns:a16="http://schemas.microsoft.com/office/drawing/2014/main" id="{4A986AA0-11AE-2AC8-738B-D968EC41427D}"/>
                </a:ext>
              </a:extLst>
            </p:cNvPr>
            <p:cNvSpPr/>
            <p:nvPr/>
          </p:nvSpPr>
          <p:spPr>
            <a:xfrm>
              <a:off x="1531018" y="3683600"/>
              <a:ext cx="329661" cy="318097"/>
            </a:xfrm>
            <a:custGeom>
              <a:avLst/>
              <a:gdLst/>
              <a:ahLst/>
              <a:cxnLst/>
              <a:rect l="l" t="t" r="r" b="b"/>
              <a:pathLst>
                <a:path w="362265" h="349557" extrusionOk="0">
                  <a:moveTo>
                    <a:pt x="226250" y="121160"/>
                  </a:moveTo>
                  <a:cubicBezTo>
                    <a:pt x="252640" y="144305"/>
                    <a:pt x="266219" y="174367"/>
                    <a:pt x="273137" y="189655"/>
                  </a:cubicBezTo>
                  <a:cubicBezTo>
                    <a:pt x="281506" y="208188"/>
                    <a:pt x="286118" y="224585"/>
                    <a:pt x="288766" y="236542"/>
                  </a:cubicBezTo>
                  <a:cubicBezTo>
                    <a:pt x="323867" y="227318"/>
                    <a:pt x="354271" y="235432"/>
                    <a:pt x="360847" y="250975"/>
                  </a:cubicBezTo>
                  <a:cubicBezTo>
                    <a:pt x="369388" y="271131"/>
                    <a:pt x="337191" y="301876"/>
                    <a:pt x="322415" y="313492"/>
                  </a:cubicBezTo>
                  <a:cubicBezTo>
                    <a:pt x="312252" y="321434"/>
                    <a:pt x="302602" y="326388"/>
                    <a:pt x="293549" y="330316"/>
                  </a:cubicBezTo>
                  <a:cubicBezTo>
                    <a:pt x="249394" y="349532"/>
                    <a:pt x="207461" y="349703"/>
                    <a:pt x="194991" y="349532"/>
                  </a:cubicBezTo>
                  <a:cubicBezTo>
                    <a:pt x="148702" y="348849"/>
                    <a:pt x="37761" y="347312"/>
                    <a:pt x="6332" y="285821"/>
                  </a:cubicBezTo>
                  <a:cubicBezTo>
                    <a:pt x="-14677" y="244741"/>
                    <a:pt x="23670" y="223390"/>
                    <a:pt x="19570" y="127224"/>
                  </a:cubicBezTo>
                  <a:cubicBezTo>
                    <a:pt x="16410" y="54118"/>
                    <a:pt x="-8101" y="13123"/>
                    <a:pt x="8724" y="2277"/>
                  </a:cubicBezTo>
                  <a:cubicBezTo>
                    <a:pt x="25805" y="-8741"/>
                    <a:pt x="67141" y="22859"/>
                    <a:pt x="85588" y="40709"/>
                  </a:cubicBezTo>
                  <a:cubicBezTo>
                    <a:pt x="101388" y="55996"/>
                    <a:pt x="111637" y="71796"/>
                    <a:pt x="118042" y="83924"/>
                  </a:cubicBezTo>
                  <a:cubicBezTo>
                    <a:pt x="136831" y="83838"/>
                    <a:pt x="186451" y="86229"/>
                    <a:pt x="226164" y="12116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5" name="Google Shape;3085;p73">
              <a:extLst>
                <a:ext uri="{FF2B5EF4-FFF2-40B4-BE49-F238E27FC236}">
                  <a16:creationId xmlns:a16="http://schemas.microsoft.com/office/drawing/2014/main" id="{3B0301E5-E6E8-A8CF-3E8F-E0B86C3B48A2}"/>
                </a:ext>
              </a:extLst>
            </p:cNvPr>
            <p:cNvSpPr/>
            <p:nvPr/>
          </p:nvSpPr>
          <p:spPr>
            <a:xfrm>
              <a:off x="1671901" y="3690570"/>
              <a:ext cx="73066" cy="147043"/>
            </a:xfrm>
            <a:custGeom>
              <a:avLst/>
              <a:gdLst/>
              <a:ahLst/>
              <a:cxnLst/>
              <a:rect l="l" t="t" r="r" b="b"/>
              <a:pathLst>
                <a:path w="80292" h="161586" extrusionOk="0">
                  <a:moveTo>
                    <a:pt x="0" y="94886"/>
                  </a:moveTo>
                  <a:cubicBezTo>
                    <a:pt x="13238" y="64994"/>
                    <a:pt x="25536" y="40824"/>
                    <a:pt x="34845" y="23402"/>
                  </a:cubicBezTo>
                  <a:cubicBezTo>
                    <a:pt x="44496" y="5296"/>
                    <a:pt x="48083" y="-84"/>
                    <a:pt x="52865" y="1"/>
                  </a:cubicBezTo>
                  <a:cubicBezTo>
                    <a:pt x="66359" y="257"/>
                    <a:pt x="77889" y="44753"/>
                    <a:pt x="79939" y="78061"/>
                  </a:cubicBezTo>
                  <a:cubicBezTo>
                    <a:pt x="82160" y="114443"/>
                    <a:pt x="73448" y="143908"/>
                    <a:pt x="66701" y="161587"/>
                  </a:cubicBezTo>
                  <a:lnTo>
                    <a:pt x="0" y="94886"/>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6" name="Google Shape;3086;p73">
              <a:extLst>
                <a:ext uri="{FF2B5EF4-FFF2-40B4-BE49-F238E27FC236}">
                  <a16:creationId xmlns:a16="http://schemas.microsoft.com/office/drawing/2014/main" id="{99D5642C-887A-F672-D732-9B75B7A0BD04}"/>
                </a:ext>
              </a:extLst>
            </p:cNvPr>
            <p:cNvSpPr/>
            <p:nvPr/>
          </p:nvSpPr>
          <p:spPr>
            <a:xfrm>
              <a:off x="967497" y="3895036"/>
              <a:ext cx="765272" cy="477775"/>
            </a:xfrm>
            <a:custGeom>
              <a:avLst/>
              <a:gdLst/>
              <a:ahLst/>
              <a:cxnLst/>
              <a:rect l="l" t="t" r="r" b="b"/>
              <a:pathLst>
                <a:path w="840958" h="525027" extrusionOk="0">
                  <a:moveTo>
                    <a:pt x="840435" y="82928"/>
                  </a:moveTo>
                  <a:cubicBezTo>
                    <a:pt x="842228" y="119054"/>
                    <a:pt x="845047" y="260399"/>
                    <a:pt x="743073" y="376720"/>
                  </a:cubicBezTo>
                  <a:cubicBezTo>
                    <a:pt x="663135" y="467932"/>
                    <a:pt x="563723" y="492529"/>
                    <a:pt x="499755" y="508329"/>
                  </a:cubicBezTo>
                  <a:cubicBezTo>
                    <a:pt x="448598" y="520969"/>
                    <a:pt x="303239" y="549238"/>
                    <a:pt x="153696" y="481255"/>
                  </a:cubicBezTo>
                  <a:cubicBezTo>
                    <a:pt x="96816" y="455378"/>
                    <a:pt x="26698" y="421643"/>
                    <a:pt x="5945" y="349647"/>
                  </a:cubicBezTo>
                  <a:cubicBezTo>
                    <a:pt x="-13185" y="283458"/>
                    <a:pt x="15767" y="204971"/>
                    <a:pt x="65387" y="158597"/>
                  </a:cubicBezTo>
                  <a:cubicBezTo>
                    <a:pt x="148742" y="80793"/>
                    <a:pt x="251911" y="129473"/>
                    <a:pt x="442107" y="88308"/>
                  </a:cubicBezTo>
                  <a:cubicBezTo>
                    <a:pt x="546984" y="65591"/>
                    <a:pt x="626923" y="26646"/>
                    <a:pt x="674579" y="0"/>
                  </a:cubicBezTo>
                  <a:lnTo>
                    <a:pt x="840350" y="82928"/>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7" name="Google Shape;3087;p73">
              <a:extLst>
                <a:ext uri="{FF2B5EF4-FFF2-40B4-BE49-F238E27FC236}">
                  <a16:creationId xmlns:a16="http://schemas.microsoft.com/office/drawing/2014/main" id="{0B20FE56-4509-A17B-0AA6-99C47E2F7AE6}"/>
                </a:ext>
              </a:extLst>
            </p:cNvPr>
            <p:cNvSpPr/>
            <p:nvPr/>
          </p:nvSpPr>
          <p:spPr>
            <a:xfrm>
              <a:off x="1530983" y="4093593"/>
              <a:ext cx="163669" cy="422321"/>
            </a:xfrm>
            <a:custGeom>
              <a:avLst/>
              <a:gdLst/>
              <a:ahLst/>
              <a:cxnLst/>
              <a:rect l="l" t="t" r="r" b="b"/>
              <a:pathLst>
                <a:path w="179856" h="464089" extrusionOk="0">
                  <a:moveTo>
                    <a:pt x="176412" y="0"/>
                  </a:moveTo>
                  <a:cubicBezTo>
                    <a:pt x="183927" y="91981"/>
                    <a:pt x="181280" y="209071"/>
                    <a:pt x="146691" y="337947"/>
                  </a:cubicBezTo>
                  <a:cubicBezTo>
                    <a:pt x="137894" y="370742"/>
                    <a:pt x="127816" y="401402"/>
                    <a:pt x="116970" y="429842"/>
                  </a:cubicBezTo>
                  <a:cubicBezTo>
                    <a:pt x="130891" y="412676"/>
                    <a:pt x="154719" y="413017"/>
                    <a:pt x="165138" y="424889"/>
                  </a:cubicBezTo>
                  <a:cubicBezTo>
                    <a:pt x="173422" y="434198"/>
                    <a:pt x="173679" y="451108"/>
                    <a:pt x="163772" y="464090"/>
                  </a:cubicBezTo>
                  <a:lnTo>
                    <a:pt x="44632" y="464090"/>
                  </a:lnTo>
                  <a:cubicBezTo>
                    <a:pt x="33359" y="444361"/>
                    <a:pt x="-24119" y="339569"/>
                    <a:pt x="11495" y="208131"/>
                  </a:cubicBezTo>
                  <a:cubicBezTo>
                    <a:pt x="48390" y="71740"/>
                    <a:pt x="157537" y="10163"/>
                    <a:pt x="176412"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8" name="Google Shape;3088;p73">
              <a:extLst>
                <a:ext uri="{FF2B5EF4-FFF2-40B4-BE49-F238E27FC236}">
                  <a16:creationId xmlns:a16="http://schemas.microsoft.com/office/drawing/2014/main" id="{A4E8E469-6F2B-A23F-DEB4-DCAE6B497B98}"/>
                </a:ext>
              </a:extLst>
            </p:cNvPr>
            <p:cNvSpPr/>
            <p:nvPr/>
          </p:nvSpPr>
          <p:spPr>
            <a:xfrm>
              <a:off x="1349577" y="4169859"/>
              <a:ext cx="168959" cy="346079"/>
            </a:xfrm>
            <a:custGeom>
              <a:avLst/>
              <a:gdLst/>
              <a:ahLst/>
              <a:cxnLst/>
              <a:rect l="l" t="t" r="r" b="b"/>
              <a:pathLst>
                <a:path w="185669" h="380307" extrusionOk="0">
                  <a:moveTo>
                    <a:pt x="185670" y="0"/>
                  </a:moveTo>
                  <a:cubicBezTo>
                    <a:pt x="177044" y="76864"/>
                    <a:pt x="161586" y="162611"/>
                    <a:pt x="135196" y="254165"/>
                  </a:cubicBezTo>
                  <a:cubicBezTo>
                    <a:pt x="125886" y="286362"/>
                    <a:pt x="115894" y="316937"/>
                    <a:pt x="105475" y="346060"/>
                  </a:cubicBezTo>
                  <a:cubicBezTo>
                    <a:pt x="119225" y="332566"/>
                    <a:pt x="140234" y="333591"/>
                    <a:pt x="150398" y="345121"/>
                  </a:cubicBezTo>
                  <a:cubicBezTo>
                    <a:pt x="158169" y="353917"/>
                    <a:pt x="159194" y="368351"/>
                    <a:pt x="152277" y="380308"/>
                  </a:cubicBezTo>
                  <a:lnTo>
                    <a:pt x="33137" y="380308"/>
                  </a:lnTo>
                  <a:cubicBezTo>
                    <a:pt x="22120" y="294988"/>
                    <a:pt x="11017" y="209669"/>
                    <a:pt x="0" y="124349"/>
                  </a:cubicBezTo>
                  <a:lnTo>
                    <a:pt x="185670"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9" name="Google Shape;3089;p73">
              <a:extLst>
                <a:ext uri="{FF2B5EF4-FFF2-40B4-BE49-F238E27FC236}">
                  <a16:creationId xmlns:a16="http://schemas.microsoft.com/office/drawing/2014/main" id="{738481F6-BEB5-98D7-E45B-AB0CE6D9D19E}"/>
                </a:ext>
              </a:extLst>
            </p:cNvPr>
            <p:cNvSpPr/>
            <p:nvPr/>
          </p:nvSpPr>
          <p:spPr>
            <a:xfrm>
              <a:off x="898354" y="4093593"/>
              <a:ext cx="298159" cy="422321"/>
            </a:xfrm>
            <a:custGeom>
              <a:avLst/>
              <a:gdLst/>
              <a:ahLst/>
              <a:cxnLst/>
              <a:rect l="l" t="t" r="r" b="b"/>
              <a:pathLst>
                <a:path w="327647" h="464089" extrusionOk="0">
                  <a:moveTo>
                    <a:pt x="297294" y="37834"/>
                  </a:moveTo>
                  <a:cubicBezTo>
                    <a:pt x="334787" y="94372"/>
                    <a:pt x="337776" y="166710"/>
                    <a:pt x="304980" y="224358"/>
                  </a:cubicBezTo>
                  <a:cubicBezTo>
                    <a:pt x="259289" y="304554"/>
                    <a:pt x="169187" y="312154"/>
                    <a:pt x="162184" y="312667"/>
                  </a:cubicBezTo>
                  <a:cubicBezTo>
                    <a:pt x="155607" y="334872"/>
                    <a:pt x="148946" y="357163"/>
                    <a:pt x="142370" y="379368"/>
                  </a:cubicBezTo>
                  <a:cubicBezTo>
                    <a:pt x="162611" y="407039"/>
                    <a:pt x="181143" y="417885"/>
                    <a:pt x="194637" y="422583"/>
                  </a:cubicBezTo>
                  <a:cubicBezTo>
                    <a:pt x="200189" y="424547"/>
                    <a:pt x="210608" y="427451"/>
                    <a:pt x="218038" y="437016"/>
                  </a:cubicBezTo>
                  <a:cubicBezTo>
                    <a:pt x="224871" y="445813"/>
                    <a:pt x="226152" y="456488"/>
                    <a:pt x="226152" y="464090"/>
                  </a:cubicBezTo>
                  <a:lnTo>
                    <a:pt x="102571" y="464090"/>
                  </a:lnTo>
                  <a:cubicBezTo>
                    <a:pt x="68409" y="419338"/>
                    <a:pt x="34162" y="374585"/>
                    <a:pt x="0" y="329833"/>
                  </a:cubicBezTo>
                  <a:cubicBezTo>
                    <a:pt x="25195" y="307628"/>
                    <a:pt x="50474" y="285338"/>
                    <a:pt x="75669" y="263132"/>
                  </a:cubicBezTo>
                  <a:cubicBezTo>
                    <a:pt x="79597" y="175422"/>
                    <a:pt x="83440" y="87711"/>
                    <a:pt x="87369" y="0"/>
                  </a:cubicBezTo>
                  <a:lnTo>
                    <a:pt x="297379" y="37834"/>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0" name="Google Shape;3090;p73">
              <a:extLst>
                <a:ext uri="{FF2B5EF4-FFF2-40B4-BE49-F238E27FC236}">
                  <a16:creationId xmlns:a16="http://schemas.microsoft.com/office/drawing/2014/main" id="{48050B65-CD0C-3EF5-81FB-C86C4684B9AB}"/>
                </a:ext>
              </a:extLst>
            </p:cNvPr>
            <p:cNvSpPr/>
            <p:nvPr/>
          </p:nvSpPr>
          <p:spPr>
            <a:xfrm>
              <a:off x="797005" y="3749014"/>
              <a:ext cx="410758" cy="404674"/>
            </a:xfrm>
            <a:custGeom>
              <a:avLst/>
              <a:gdLst/>
              <a:ahLst/>
              <a:cxnLst/>
              <a:rect l="l" t="t" r="r" b="b"/>
              <a:pathLst>
                <a:path w="451382" h="444697" extrusionOk="0">
                  <a:moveTo>
                    <a:pt x="326044" y="325670"/>
                  </a:moveTo>
                  <a:cubicBezTo>
                    <a:pt x="260111" y="335235"/>
                    <a:pt x="199132" y="294668"/>
                    <a:pt x="184272" y="236763"/>
                  </a:cubicBezTo>
                  <a:cubicBezTo>
                    <a:pt x="163860" y="157593"/>
                    <a:pt x="239785" y="84572"/>
                    <a:pt x="288807" y="86536"/>
                  </a:cubicBezTo>
                  <a:cubicBezTo>
                    <a:pt x="346541" y="88842"/>
                    <a:pt x="368233" y="194915"/>
                    <a:pt x="410167" y="187485"/>
                  </a:cubicBezTo>
                  <a:cubicBezTo>
                    <a:pt x="436643" y="182788"/>
                    <a:pt x="457396" y="135046"/>
                    <a:pt x="449795" y="96187"/>
                  </a:cubicBezTo>
                  <a:cubicBezTo>
                    <a:pt x="441853" y="55534"/>
                    <a:pt x="405128" y="35293"/>
                    <a:pt x="384887" y="24105"/>
                  </a:cubicBezTo>
                  <a:cubicBezTo>
                    <a:pt x="304265" y="-20476"/>
                    <a:pt x="213822" y="8904"/>
                    <a:pt x="189054" y="16932"/>
                  </a:cubicBezTo>
                  <a:cubicBezTo>
                    <a:pt x="177781" y="20604"/>
                    <a:pt x="90070" y="50410"/>
                    <a:pt x="32849" y="135901"/>
                  </a:cubicBezTo>
                  <a:cubicBezTo>
                    <a:pt x="17135" y="159387"/>
                    <a:pt x="2957" y="180567"/>
                    <a:pt x="395" y="211569"/>
                  </a:cubicBezTo>
                  <a:cubicBezTo>
                    <a:pt x="-3875" y="262983"/>
                    <a:pt x="27042" y="301927"/>
                    <a:pt x="64107" y="348558"/>
                  </a:cubicBezTo>
                  <a:cubicBezTo>
                    <a:pt x="113898" y="411245"/>
                    <a:pt x="141740" y="446347"/>
                    <a:pt x="183076" y="444638"/>
                  </a:cubicBezTo>
                  <a:cubicBezTo>
                    <a:pt x="244994" y="442162"/>
                    <a:pt x="282572" y="359405"/>
                    <a:pt x="285220" y="353341"/>
                  </a:cubicBezTo>
                  <a:lnTo>
                    <a:pt x="326044" y="32567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1" name="Google Shape;3091;p73">
              <a:extLst>
                <a:ext uri="{FF2B5EF4-FFF2-40B4-BE49-F238E27FC236}">
                  <a16:creationId xmlns:a16="http://schemas.microsoft.com/office/drawing/2014/main" id="{38462DD9-B774-060A-3A29-AAF7CD503346}"/>
                </a:ext>
              </a:extLst>
            </p:cNvPr>
            <p:cNvSpPr/>
            <p:nvPr/>
          </p:nvSpPr>
          <p:spPr>
            <a:xfrm>
              <a:off x="1593670" y="3951069"/>
              <a:ext cx="118275" cy="52091"/>
            </a:xfrm>
            <a:custGeom>
              <a:avLst/>
              <a:gdLst/>
              <a:ahLst/>
              <a:cxnLst/>
              <a:rect l="l" t="t" r="r" b="b"/>
              <a:pathLst>
                <a:path w="129972" h="57243" extrusionOk="0">
                  <a:moveTo>
                    <a:pt x="104814" y="57243"/>
                  </a:moveTo>
                  <a:cubicBezTo>
                    <a:pt x="92686" y="57243"/>
                    <a:pt x="80559" y="55621"/>
                    <a:pt x="69029" y="52290"/>
                  </a:cubicBezTo>
                  <a:cubicBezTo>
                    <a:pt x="33501" y="42212"/>
                    <a:pt x="11039" y="19239"/>
                    <a:pt x="876" y="6513"/>
                  </a:cubicBezTo>
                  <a:cubicBezTo>
                    <a:pt x="-490" y="4805"/>
                    <a:pt x="-234" y="2243"/>
                    <a:pt x="1474" y="876"/>
                  </a:cubicBezTo>
                  <a:cubicBezTo>
                    <a:pt x="3182" y="-490"/>
                    <a:pt x="5744" y="-234"/>
                    <a:pt x="7111" y="1474"/>
                  </a:cubicBezTo>
                  <a:cubicBezTo>
                    <a:pt x="16676" y="13516"/>
                    <a:pt x="37771" y="35124"/>
                    <a:pt x="71164" y="44604"/>
                  </a:cubicBezTo>
                  <a:cubicBezTo>
                    <a:pt x="88501" y="49472"/>
                    <a:pt x="107205" y="50496"/>
                    <a:pt x="125311" y="47508"/>
                  </a:cubicBezTo>
                  <a:cubicBezTo>
                    <a:pt x="127532" y="47251"/>
                    <a:pt x="129581" y="48617"/>
                    <a:pt x="129923" y="50838"/>
                  </a:cubicBezTo>
                  <a:cubicBezTo>
                    <a:pt x="130264" y="53059"/>
                    <a:pt x="128812" y="55108"/>
                    <a:pt x="126677" y="55450"/>
                  </a:cubicBezTo>
                  <a:cubicBezTo>
                    <a:pt x="119418" y="56645"/>
                    <a:pt x="112073" y="57243"/>
                    <a:pt x="104814" y="57243"/>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2" name="Google Shape;3092;p73">
              <a:extLst>
                <a:ext uri="{FF2B5EF4-FFF2-40B4-BE49-F238E27FC236}">
                  <a16:creationId xmlns:a16="http://schemas.microsoft.com/office/drawing/2014/main" id="{9A2DE046-30D0-B7FD-DB8C-1F60E11145A1}"/>
                </a:ext>
              </a:extLst>
            </p:cNvPr>
            <p:cNvSpPr/>
            <p:nvPr/>
          </p:nvSpPr>
          <p:spPr>
            <a:xfrm>
              <a:off x="1780119" y="3889671"/>
              <a:ext cx="66779" cy="46569"/>
            </a:xfrm>
            <a:custGeom>
              <a:avLst/>
              <a:gdLst/>
              <a:ahLst/>
              <a:cxnLst/>
              <a:rect l="l" t="t" r="r" b="b"/>
              <a:pathLst>
                <a:path w="73384" h="51175" extrusionOk="0">
                  <a:moveTo>
                    <a:pt x="0" y="19131"/>
                  </a:moveTo>
                  <a:cubicBezTo>
                    <a:pt x="768" y="25281"/>
                    <a:pt x="14519" y="22633"/>
                    <a:pt x="30490" y="36212"/>
                  </a:cubicBezTo>
                  <a:cubicBezTo>
                    <a:pt x="40140" y="44326"/>
                    <a:pt x="42617" y="51585"/>
                    <a:pt x="48851" y="51158"/>
                  </a:cubicBezTo>
                  <a:cubicBezTo>
                    <a:pt x="52951" y="50817"/>
                    <a:pt x="56281" y="46546"/>
                    <a:pt x="62772" y="37920"/>
                  </a:cubicBezTo>
                  <a:cubicBezTo>
                    <a:pt x="70117" y="28184"/>
                    <a:pt x="73704" y="23316"/>
                    <a:pt x="73362" y="19217"/>
                  </a:cubicBezTo>
                  <a:cubicBezTo>
                    <a:pt x="72338" y="8456"/>
                    <a:pt x="53036" y="-85"/>
                    <a:pt x="36724" y="1"/>
                  </a:cubicBezTo>
                  <a:cubicBezTo>
                    <a:pt x="17849" y="86"/>
                    <a:pt x="-854" y="11787"/>
                    <a:pt x="85" y="192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3" name="Google Shape;3093;p73">
              <a:extLst>
                <a:ext uri="{FF2B5EF4-FFF2-40B4-BE49-F238E27FC236}">
                  <a16:creationId xmlns:a16="http://schemas.microsoft.com/office/drawing/2014/main" id="{96F90A01-8B84-EDEC-CBEA-CCFE1DF2D990}"/>
                </a:ext>
              </a:extLst>
            </p:cNvPr>
            <p:cNvSpPr/>
            <p:nvPr/>
          </p:nvSpPr>
          <p:spPr>
            <a:xfrm>
              <a:off x="1778631" y="3920147"/>
              <a:ext cx="50852" cy="54247"/>
            </a:xfrm>
            <a:custGeom>
              <a:avLst/>
              <a:gdLst/>
              <a:ahLst/>
              <a:cxnLst/>
              <a:rect l="l" t="t" r="r" b="b"/>
              <a:pathLst>
                <a:path w="55881" h="59612" extrusionOk="0">
                  <a:moveTo>
                    <a:pt x="4026" y="59613"/>
                  </a:moveTo>
                  <a:cubicBezTo>
                    <a:pt x="1976" y="59613"/>
                    <a:pt x="183" y="58075"/>
                    <a:pt x="12" y="55940"/>
                  </a:cubicBezTo>
                  <a:cubicBezTo>
                    <a:pt x="-159" y="53720"/>
                    <a:pt x="1464" y="51841"/>
                    <a:pt x="3685" y="51585"/>
                  </a:cubicBezTo>
                  <a:cubicBezTo>
                    <a:pt x="7784" y="51243"/>
                    <a:pt x="28965" y="48595"/>
                    <a:pt x="40665" y="30319"/>
                  </a:cubicBezTo>
                  <a:cubicBezTo>
                    <a:pt x="46899" y="20668"/>
                    <a:pt x="48010" y="10761"/>
                    <a:pt x="47839" y="4100"/>
                  </a:cubicBezTo>
                  <a:cubicBezTo>
                    <a:pt x="47839" y="1879"/>
                    <a:pt x="49547" y="85"/>
                    <a:pt x="51768" y="0"/>
                  </a:cubicBezTo>
                  <a:cubicBezTo>
                    <a:pt x="54415" y="0"/>
                    <a:pt x="55781" y="1708"/>
                    <a:pt x="55867" y="3929"/>
                  </a:cubicBezTo>
                  <a:cubicBezTo>
                    <a:pt x="56038" y="11700"/>
                    <a:pt x="54757" y="23316"/>
                    <a:pt x="47412" y="34674"/>
                  </a:cubicBezTo>
                  <a:cubicBezTo>
                    <a:pt x="33662" y="56025"/>
                    <a:pt x="9151" y="59185"/>
                    <a:pt x="4368" y="59527"/>
                  </a:cubicBezTo>
                  <a:cubicBezTo>
                    <a:pt x="4283" y="59527"/>
                    <a:pt x="4112" y="59527"/>
                    <a:pt x="4026" y="5952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4" name="Google Shape;3094;p73">
              <a:extLst>
                <a:ext uri="{FF2B5EF4-FFF2-40B4-BE49-F238E27FC236}">
                  <a16:creationId xmlns:a16="http://schemas.microsoft.com/office/drawing/2014/main" id="{394E7CE9-FA16-81B8-A792-C63D8BD90A94}"/>
                </a:ext>
              </a:extLst>
            </p:cNvPr>
            <p:cNvSpPr/>
            <p:nvPr/>
          </p:nvSpPr>
          <p:spPr>
            <a:xfrm>
              <a:off x="1676642" y="3861840"/>
              <a:ext cx="16476" cy="30776"/>
            </a:xfrm>
            <a:custGeom>
              <a:avLst/>
              <a:gdLst/>
              <a:ahLst/>
              <a:cxnLst/>
              <a:rect l="l" t="t" r="r" b="b"/>
              <a:pathLst>
                <a:path w="18105" h="33820" extrusionOk="0">
                  <a:moveTo>
                    <a:pt x="0" y="16910"/>
                  </a:moveTo>
                  <a:cubicBezTo>
                    <a:pt x="0" y="26219"/>
                    <a:pt x="4014" y="33820"/>
                    <a:pt x="9053" y="33820"/>
                  </a:cubicBezTo>
                  <a:cubicBezTo>
                    <a:pt x="14092" y="33820"/>
                    <a:pt x="18106" y="26219"/>
                    <a:pt x="18106" y="16910"/>
                  </a:cubicBezTo>
                  <a:cubicBezTo>
                    <a:pt x="18106" y="7601"/>
                    <a:pt x="14092" y="0"/>
                    <a:pt x="9053" y="0"/>
                  </a:cubicBezTo>
                  <a:cubicBezTo>
                    <a:pt x="4014" y="0"/>
                    <a:pt x="0" y="7601"/>
                    <a:pt x="0" y="1691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5" name="Google Shape;3095;p73">
              <a:extLst>
                <a:ext uri="{FF2B5EF4-FFF2-40B4-BE49-F238E27FC236}">
                  <a16:creationId xmlns:a16="http://schemas.microsoft.com/office/drawing/2014/main" id="{2014BD6C-BFB8-E0B3-AE05-565675B0A427}"/>
                </a:ext>
              </a:extLst>
            </p:cNvPr>
            <p:cNvSpPr/>
            <p:nvPr/>
          </p:nvSpPr>
          <p:spPr>
            <a:xfrm>
              <a:off x="1775299" y="3852121"/>
              <a:ext cx="16476" cy="30776"/>
            </a:xfrm>
            <a:custGeom>
              <a:avLst/>
              <a:gdLst/>
              <a:ahLst/>
              <a:cxnLst/>
              <a:rect l="l" t="t" r="r" b="b"/>
              <a:pathLst>
                <a:path w="18105" h="33820" extrusionOk="0">
                  <a:moveTo>
                    <a:pt x="0" y="16910"/>
                  </a:moveTo>
                  <a:cubicBezTo>
                    <a:pt x="0" y="26219"/>
                    <a:pt x="4014" y="33820"/>
                    <a:pt x="9053" y="33820"/>
                  </a:cubicBezTo>
                  <a:cubicBezTo>
                    <a:pt x="14091" y="33820"/>
                    <a:pt x="18106" y="26219"/>
                    <a:pt x="18106" y="16910"/>
                  </a:cubicBezTo>
                  <a:cubicBezTo>
                    <a:pt x="18106" y="7601"/>
                    <a:pt x="14091" y="0"/>
                    <a:pt x="9053" y="0"/>
                  </a:cubicBezTo>
                  <a:cubicBezTo>
                    <a:pt x="4014" y="0"/>
                    <a:pt x="0" y="7601"/>
                    <a:pt x="0" y="1691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6" name="Google Shape;3096;p73">
              <a:extLst>
                <a:ext uri="{FF2B5EF4-FFF2-40B4-BE49-F238E27FC236}">
                  <a16:creationId xmlns:a16="http://schemas.microsoft.com/office/drawing/2014/main" id="{9F57857F-2A2F-8537-1597-C146100695FF}"/>
                </a:ext>
              </a:extLst>
            </p:cNvPr>
            <p:cNvSpPr/>
            <p:nvPr/>
          </p:nvSpPr>
          <p:spPr>
            <a:xfrm>
              <a:off x="1519428" y="4171929"/>
              <a:ext cx="166418" cy="145595"/>
            </a:xfrm>
            <a:custGeom>
              <a:avLst/>
              <a:gdLst/>
              <a:ahLst/>
              <a:cxnLst/>
              <a:rect l="l" t="t" r="r" b="b"/>
              <a:pathLst>
                <a:path w="182877" h="159994" extrusionOk="0">
                  <a:moveTo>
                    <a:pt x="4033" y="159995"/>
                  </a:moveTo>
                  <a:cubicBezTo>
                    <a:pt x="2667" y="159995"/>
                    <a:pt x="1300" y="159227"/>
                    <a:pt x="532" y="157945"/>
                  </a:cubicBezTo>
                  <a:cubicBezTo>
                    <a:pt x="-578" y="156067"/>
                    <a:pt x="105" y="153590"/>
                    <a:pt x="2069" y="152479"/>
                  </a:cubicBezTo>
                  <a:cubicBezTo>
                    <a:pt x="22737" y="140779"/>
                    <a:pt x="42807" y="127798"/>
                    <a:pt x="61767" y="113706"/>
                  </a:cubicBezTo>
                  <a:cubicBezTo>
                    <a:pt x="104469" y="82020"/>
                    <a:pt x="142816" y="44272"/>
                    <a:pt x="175697" y="1569"/>
                  </a:cubicBezTo>
                  <a:cubicBezTo>
                    <a:pt x="177063" y="-224"/>
                    <a:pt x="179540" y="-480"/>
                    <a:pt x="181334" y="801"/>
                  </a:cubicBezTo>
                  <a:cubicBezTo>
                    <a:pt x="183042" y="2167"/>
                    <a:pt x="183383" y="4644"/>
                    <a:pt x="182102" y="6437"/>
                  </a:cubicBezTo>
                  <a:cubicBezTo>
                    <a:pt x="148709" y="49738"/>
                    <a:pt x="109850" y="87999"/>
                    <a:pt x="66550" y="120197"/>
                  </a:cubicBezTo>
                  <a:cubicBezTo>
                    <a:pt x="47333" y="134459"/>
                    <a:pt x="27007" y="147697"/>
                    <a:pt x="6083" y="159483"/>
                  </a:cubicBezTo>
                  <a:cubicBezTo>
                    <a:pt x="5485" y="159825"/>
                    <a:pt x="4802" y="159995"/>
                    <a:pt x="4119" y="15999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7" name="Google Shape;3097;p73">
              <a:extLst>
                <a:ext uri="{FF2B5EF4-FFF2-40B4-BE49-F238E27FC236}">
                  <a16:creationId xmlns:a16="http://schemas.microsoft.com/office/drawing/2014/main" id="{8C5DD25C-339D-26A7-B65D-2FAF3440C9B7}"/>
                </a:ext>
              </a:extLst>
            </p:cNvPr>
            <p:cNvSpPr/>
            <p:nvPr/>
          </p:nvSpPr>
          <p:spPr>
            <a:xfrm>
              <a:off x="1126044" y="4333566"/>
              <a:ext cx="119575" cy="32195"/>
            </a:xfrm>
            <a:custGeom>
              <a:avLst/>
              <a:gdLst/>
              <a:ahLst/>
              <a:cxnLst/>
              <a:rect l="l" t="t" r="r" b="b"/>
              <a:pathLst>
                <a:path w="131401" h="35379" extrusionOk="0">
                  <a:moveTo>
                    <a:pt x="84146" y="35380"/>
                  </a:moveTo>
                  <a:cubicBezTo>
                    <a:pt x="64076" y="35380"/>
                    <a:pt x="42212" y="31536"/>
                    <a:pt x="21032" y="20178"/>
                  </a:cubicBezTo>
                  <a:cubicBezTo>
                    <a:pt x="14199" y="16505"/>
                    <a:pt x="7623" y="12064"/>
                    <a:pt x="1474" y="7111"/>
                  </a:cubicBezTo>
                  <a:cubicBezTo>
                    <a:pt x="-234" y="5744"/>
                    <a:pt x="-490" y="3182"/>
                    <a:pt x="876" y="1474"/>
                  </a:cubicBezTo>
                  <a:cubicBezTo>
                    <a:pt x="2243" y="-234"/>
                    <a:pt x="4805" y="-490"/>
                    <a:pt x="6513" y="876"/>
                  </a:cubicBezTo>
                  <a:cubicBezTo>
                    <a:pt x="12235" y="5488"/>
                    <a:pt x="18384" y="9673"/>
                    <a:pt x="24789" y="13089"/>
                  </a:cubicBezTo>
                  <a:cubicBezTo>
                    <a:pt x="61172" y="32647"/>
                    <a:pt x="100202" y="28633"/>
                    <a:pt x="126421" y="21715"/>
                  </a:cubicBezTo>
                  <a:cubicBezTo>
                    <a:pt x="128642" y="21203"/>
                    <a:pt x="130777" y="22398"/>
                    <a:pt x="131289" y="24619"/>
                  </a:cubicBezTo>
                  <a:cubicBezTo>
                    <a:pt x="131802" y="26754"/>
                    <a:pt x="130521" y="28889"/>
                    <a:pt x="128385" y="29487"/>
                  </a:cubicBezTo>
                  <a:cubicBezTo>
                    <a:pt x="115916" y="32732"/>
                    <a:pt x="100629" y="35380"/>
                    <a:pt x="84060" y="3538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8" name="Google Shape;3098;p73">
              <a:extLst>
                <a:ext uri="{FF2B5EF4-FFF2-40B4-BE49-F238E27FC236}">
                  <a16:creationId xmlns:a16="http://schemas.microsoft.com/office/drawing/2014/main" id="{48ED696A-06FA-72C0-ABF5-EB9FD9515884}"/>
                </a:ext>
              </a:extLst>
            </p:cNvPr>
            <p:cNvSpPr/>
            <p:nvPr/>
          </p:nvSpPr>
          <p:spPr>
            <a:xfrm>
              <a:off x="1030835" y="4054637"/>
              <a:ext cx="213349" cy="323780"/>
            </a:xfrm>
            <a:custGeom>
              <a:avLst/>
              <a:gdLst/>
              <a:ahLst/>
              <a:cxnLst/>
              <a:rect l="l" t="t" r="r" b="b"/>
              <a:pathLst>
                <a:path w="234449" h="355802" extrusionOk="0">
                  <a:moveTo>
                    <a:pt x="4007" y="355803"/>
                  </a:moveTo>
                  <a:cubicBezTo>
                    <a:pt x="2128" y="355803"/>
                    <a:pt x="505" y="354521"/>
                    <a:pt x="78" y="352557"/>
                  </a:cubicBezTo>
                  <a:cubicBezTo>
                    <a:pt x="-349" y="350422"/>
                    <a:pt x="1017" y="348287"/>
                    <a:pt x="3238" y="347860"/>
                  </a:cubicBezTo>
                  <a:cubicBezTo>
                    <a:pt x="128954" y="323093"/>
                    <a:pt x="220593" y="235980"/>
                    <a:pt x="226230" y="136227"/>
                  </a:cubicBezTo>
                  <a:cubicBezTo>
                    <a:pt x="229304" y="81056"/>
                    <a:pt x="204366" y="35193"/>
                    <a:pt x="182844" y="6327"/>
                  </a:cubicBezTo>
                  <a:cubicBezTo>
                    <a:pt x="181563" y="4533"/>
                    <a:pt x="181905" y="2056"/>
                    <a:pt x="183698" y="775"/>
                  </a:cubicBezTo>
                  <a:cubicBezTo>
                    <a:pt x="185492" y="-506"/>
                    <a:pt x="187968" y="-164"/>
                    <a:pt x="189250" y="1544"/>
                  </a:cubicBezTo>
                  <a:cubicBezTo>
                    <a:pt x="211540" y="31350"/>
                    <a:pt x="237418" y="79091"/>
                    <a:pt x="234172" y="136654"/>
                  </a:cubicBezTo>
                  <a:cubicBezTo>
                    <a:pt x="228365" y="240164"/>
                    <a:pt x="133993" y="330267"/>
                    <a:pt x="4775" y="355717"/>
                  </a:cubicBezTo>
                  <a:cubicBezTo>
                    <a:pt x="4519" y="355717"/>
                    <a:pt x="4263" y="355717"/>
                    <a:pt x="4007" y="35571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9" name="Google Shape;3099;p73">
              <a:extLst>
                <a:ext uri="{FF2B5EF4-FFF2-40B4-BE49-F238E27FC236}">
                  <a16:creationId xmlns:a16="http://schemas.microsoft.com/office/drawing/2014/main" id="{EA41AA36-A1D5-33FF-348C-97629DD78D88}"/>
                </a:ext>
              </a:extLst>
            </p:cNvPr>
            <p:cNvSpPr/>
            <p:nvPr/>
          </p:nvSpPr>
          <p:spPr>
            <a:xfrm>
              <a:off x="1338980" y="4329988"/>
              <a:ext cx="26082" cy="48518"/>
            </a:xfrm>
            <a:custGeom>
              <a:avLst/>
              <a:gdLst/>
              <a:ahLst/>
              <a:cxnLst/>
              <a:rect l="l" t="t" r="r" b="b"/>
              <a:pathLst>
                <a:path w="28661" h="53317" extrusionOk="0">
                  <a:moveTo>
                    <a:pt x="24707" y="53318"/>
                  </a:moveTo>
                  <a:cubicBezTo>
                    <a:pt x="23170" y="53318"/>
                    <a:pt x="21718" y="52464"/>
                    <a:pt x="21035" y="51012"/>
                  </a:cubicBezTo>
                  <a:lnTo>
                    <a:pt x="367" y="5662"/>
                  </a:lnTo>
                  <a:cubicBezTo>
                    <a:pt x="-572" y="3698"/>
                    <a:pt x="367" y="1306"/>
                    <a:pt x="2331" y="367"/>
                  </a:cubicBezTo>
                  <a:cubicBezTo>
                    <a:pt x="4381" y="-572"/>
                    <a:pt x="6687" y="367"/>
                    <a:pt x="7626" y="2331"/>
                  </a:cubicBezTo>
                  <a:lnTo>
                    <a:pt x="28294" y="47681"/>
                  </a:lnTo>
                  <a:cubicBezTo>
                    <a:pt x="29234" y="49646"/>
                    <a:pt x="28294" y="52037"/>
                    <a:pt x="26330" y="52976"/>
                  </a:cubicBezTo>
                  <a:cubicBezTo>
                    <a:pt x="25818" y="53232"/>
                    <a:pt x="25220" y="53318"/>
                    <a:pt x="24707" y="5331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0" name="Google Shape;3100;p73">
              <a:extLst>
                <a:ext uri="{FF2B5EF4-FFF2-40B4-BE49-F238E27FC236}">
                  <a16:creationId xmlns:a16="http://schemas.microsoft.com/office/drawing/2014/main" id="{04C0460E-EF79-1EF6-4ED2-0F8B97B3A312}"/>
                </a:ext>
              </a:extLst>
            </p:cNvPr>
            <p:cNvSpPr/>
            <p:nvPr/>
          </p:nvSpPr>
          <p:spPr>
            <a:xfrm>
              <a:off x="1626032" y="3758757"/>
              <a:ext cx="106136" cy="37376"/>
            </a:xfrm>
            <a:custGeom>
              <a:avLst/>
              <a:gdLst/>
              <a:ahLst/>
              <a:cxnLst/>
              <a:rect l="l" t="t" r="r" b="b"/>
              <a:pathLst>
                <a:path w="116633" h="41073" extrusionOk="0">
                  <a:moveTo>
                    <a:pt x="112563" y="41073"/>
                  </a:moveTo>
                  <a:cubicBezTo>
                    <a:pt x="111795" y="41073"/>
                    <a:pt x="110941" y="40817"/>
                    <a:pt x="110257" y="40305"/>
                  </a:cubicBezTo>
                  <a:cubicBezTo>
                    <a:pt x="97532" y="31252"/>
                    <a:pt x="83782" y="23992"/>
                    <a:pt x="69263" y="18697"/>
                  </a:cubicBezTo>
                  <a:cubicBezTo>
                    <a:pt x="48424" y="11096"/>
                    <a:pt x="26561" y="7509"/>
                    <a:pt x="4099" y="8107"/>
                  </a:cubicBezTo>
                  <a:cubicBezTo>
                    <a:pt x="1793" y="8619"/>
                    <a:pt x="85" y="6399"/>
                    <a:pt x="0" y="4179"/>
                  </a:cubicBezTo>
                  <a:cubicBezTo>
                    <a:pt x="0" y="1958"/>
                    <a:pt x="1708" y="164"/>
                    <a:pt x="3929" y="79"/>
                  </a:cubicBezTo>
                  <a:cubicBezTo>
                    <a:pt x="27329" y="-604"/>
                    <a:pt x="50303" y="3153"/>
                    <a:pt x="72082" y="11181"/>
                  </a:cubicBezTo>
                  <a:cubicBezTo>
                    <a:pt x="87198" y="16733"/>
                    <a:pt x="101632" y="24334"/>
                    <a:pt x="114955" y="33728"/>
                  </a:cubicBezTo>
                  <a:cubicBezTo>
                    <a:pt x="116748" y="35010"/>
                    <a:pt x="117175" y="37486"/>
                    <a:pt x="115894" y="39280"/>
                  </a:cubicBezTo>
                  <a:cubicBezTo>
                    <a:pt x="115125" y="40390"/>
                    <a:pt x="113845" y="40988"/>
                    <a:pt x="112649" y="4098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1" name="Google Shape;3101;p73">
              <a:extLst>
                <a:ext uri="{FF2B5EF4-FFF2-40B4-BE49-F238E27FC236}">
                  <a16:creationId xmlns:a16="http://schemas.microsoft.com/office/drawing/2014/main" id="{AE985727-3106-F278-419A-00A3948928D5}"/>
                </a:ext>
              </a:extLst>
            </p:cNvPr>
            <p:cNvSpPr/>
            <p:nvPr/>
          </p:nvSpPr>
          <p:spPr>
            <a:xfrm>
              <a:off x="775749" y="3976664"/>
              <a:ext cx="44927" cy="8396"/>
            </a:xfrm>
            <a:custGeom>
              <a:avLst/>
              <a:gdLst/>
              <a:ahLst/>
              <a:cxnLst/>
              <a:rect l="l" t="t" r="r" b="b"/>
              <a:pathLst>
                <a:path w="49370" h="9226" extrusionOk="0">
                  <a:moveTo>
                    <a:pt x="45438" y="9227"/>
                  </a:moveTo>
                  <a:cubicBezTo>
                    <a:pt x="45438" y="9227"/>
                    <a:pt x="3846" y="8031"/>
                    <a:pt x="3846" y="8031"/>
                  </a:cubicBezTo>
                  <a:cubicBezTo>
                    <a:pt x="1626" y="8031"/>
                    <a:pt x="-82" y="6152"/>
                    <a:pt x="3" y="3932"/>
                  </a:cubicBezTo>
                  <a:cubicBezTo>
                    <a:pt x="3" y="1711"/>
                    <a:pt x="1967" y="-83"/>
                    <a:pt x="4102" y="3"/>
                  </a:cubicBezTo>
                  <a:lnTo>
                    <a:pt x="45524" y="1199"/>
                  </a:lnTo>
                  <a:cubicBezTo>
                    <a:pt x="47744" y="1199"/>
                    <a:pt x="49452" y="3077"/>
                    <a:pt x="49367" y="5298"/>
                  </a:cubicBezTo>
                  <a:cubicBezTo>
                    <a:pt x="49367" y="7433"/>
                    <a:pt x="47488" y="9227"/>
                    <a:pt x="45353" y="922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2" name="Google Shape;3102;p73">
              <a:extLst>
                <a:ext uri="{FF2B5EF4-FFF2-40B4-BE49-F238E27FC236}">
                  <a16:creationId xmlns:a16="http://schemas.microsoft.com/office/drawing/2014/main" id="{A7481E14-37DC-9E6A-97FD-9A79B1C78B9E}"/>
                </a:ext>
              </a:extLst>
            </p:cNvPr>
            <p:cNvSpPr/>
            <p:nvPr/>
          </p:nvSpPr>
          <p:spPr>
            <a:xfrm>
              <a:off x="806985" y="3867339"/>
              <a:ext cx="26931" cy="31418"/>
            </a:xfrm>
            <a:custGeom>
              <a:avLst/>
              <a:gdLst/>
              <a:ahLst/>
              <a:cxnLst/>
              <a:rect l="l" t="t" r="r" b="b"/>
              <a:pathLst>
                <a:path w="29594" h="34525" extrusionOk="0">
                  <a:moveTo>
                    <a:pt x="25558" y="34440"/>
                  </a:moveTo>
                  <a:cubicBezTo>
                    <a:pt x="24363" y="34440"/>
                    <a:pt x="23252" y="33928"/>
                    <a:pt x="22484" y="32988"/>
                  </a:cubicBezTo>
                  <a:lnTo>
                    <a:pt x="876" y="6513"/>
                  </a:lnTo>
                  <a:cubicBezTo>
                    <a:pt x="-490" y="4805"/>
                    <a:pt x="-234" y="2243"/>
                    <a:pt x="1474" y="876"/>
                  </a:cubicBezTo>
                  <a:cubicBezTo>
                    <a:pt x="3182" y="-490"/>
                    <a:pt x="5659" y="-234"/>
                    <a:pt x="7111" y="1474"/>
                  </a:cubicBezTo>
                  <a:lnTo>
                    <a:pt x="28718" y="27950"/>
                  </a:lnTo>
                  <a:cubicBezTo>
                    <a:pt x="30085" y="29657"/>
                    <a:pt x="29828" y="32220"/>
                    <a:pt x="28120" y="33586"/>
                  </a:cubicBezTo>
                  <a:cubicBezTo>
                    <a:pt x="27352" y="34184"/>
                    <a:pt x="26498" y="34526"/>
                    <a:pt x="25558" y="3452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3" name="Google Shape;3103;p73">
              <a:extLst>
                <a:ext uri="{FF2B5EF4-FFF2-40B4-BE49-F238E27FC236}">
                  <a16:creationId xmlns:a16="http://schemas.microsoft.com/office/drawing/2014/main" id="{F7B56FAD-C493-B5DF-20D9-C79E32472C27}"/>
                </a:ext>
              </a:extLst>
            </p:cNvPr>
            <p:cNvSpPr/>
            <p:nvPr/>
          </p:nvSpPr>
          <p:spPr>
            <a:xfrm>
              <a:off x="824963" y="3812671"/>
              <a:ext cx="24793" cy="30733"/>
            </a:xfrm>
            <a:custGeom>
              <a:avLst/>
              <a:gdLst/>
              <a:ahLst/>
              <a:cxnLst/>
              <a:rect l="l" t="t" r="r" b="b"/>
              <a:pathLst>
                <a:path w="27245" h="33772" extrusionOk="0">
                  <a:moveTo>
                    <a:pt x="23231" y="33772"/>
                  </a:moveTo>
                  <a:cubicBezTo>
                    <a:pt x="22035" y="33772"/>
                    <a:pt x="20839" y="33175"/>
                    <a:pt x="19985" y="32150"/>
                  </a:cubicBezTo>
                  <a:lnTo>
                    <a:pt x="769" y="6357"/>
                  </a:lnTo>
                  <a:cubicBezTo>
                    <a:pt x="-512" y="4564"/>
                    <a:pt x="-170" y="2087"/>
                    <a:pt x="1623" y="806"/>
                  </a:cubicBezTo>
                  <a:cubicBezTo>
                    <a:pt x="3417" y="-560"/>
                    <a:pt x="5894" y="-133"/>
                    <a:pt x="7260" y="1660"/>
                  </a:cubicBezTo>
                  <a:lnTo>
                    <a:pt x="26476" y="27453"/>
                  </a:lnTo>
                  <a:cubicBezTo>
                    <a:pt x="27757" y="29246"/>
                    <a:pt x="27416" y="31723"/>
                    <a:pt x="25622" y="33004"/>
                  </a:cubicBezTo>
                  <a:cubicBezTo>
                    <a:pt x="24939" y="33516"/>
                    <a:pt x="24085" y="33772"/>
                    <a:pt x="23231" y="3377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27764060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01">
          <a:extLst>
            <a:ext uri="{FF2B5EF4-FFF2-40B4-BE49-F238E27FC236}">
              <a16:creationId xmlns:a16="http://schemas.microsoft.com/office/drawing/2014/main" id="{6A6B6553-F8E6-DC7F-2422-E44D4DC49EFE}"/>
            </a:ext>
          </a:extLst>
        </p:cNvPr>
        <p:cNvGrpSpPr/>
        <p:nvPr/>
      </p:nvGrpSpPr>
      <p:grpSpPr>
        <a:xfrm>
          <a:off x="0" y="0"/>
          <a:ext cx="0" cy="0"/>
          <a:chOff x="0" y="0"/>
          <a:chExt cx="0" cy="0"/>
        </a:xfrm>
      </p:grpSpPr>
      <p:sp>
        <p:nvSpPr>
          <p:cNvPr id="1802" name="Google Shape;1802;p54">
            <a:extLst>
              <a:ext uri="{FF2B5EF4-FFF2-40B4-BE49-F238E27FC236}">
                <a16:creationId xmlns:a16="http://schemas.microsoft.com/office/drawing/2014/main" id="{66C7A8D9-C576-E11C-4C28-51FA0B0C97EE}"/>
              </a:ext>
            </a:extLst>
          </p:cNvPr>
          <p:cNvSpPr txBox="1">
            <a:spLocks noGrp="1"/>
          </p:cNvSpPr>
          <p:nvPr>
            <p:ph type="title"/>
          </p:nvPr>
        </p:nvSpPr>
        <p:spPr>
          <a:xfrm>
            <a:off x="2565230" y="58455"/>
            <a:ext cx="3486300" cy="666994"/>
          </a:xfrm>
          <a:prstGeom prst="rect">
            <a:avLst/>
          </a:prstGeom>
        </p:spPr>
        <p:txBody>
          <a:bodyPr spcFirstLastPara="1" wrap="square" lIns="91425" tIns="91425" rIns="91425" bIns="91425" anchor="b" anchorCtr="0">
            <a:noAutofit/>
          </a:bodyPr>
          <a:lstStyle/>
          <a:p>
            <a:pPr lvl="0"/>
            <a:r>
              <a:rPr lang="en-US" sz="3200" b="1" dirty="0"/>
              <a:t>THE FUTURE I SAW</a:t>
            </a:r>
            <a:endParaRPr sz="3200" b="1" dirty="0"/>
          </a:p>
        </p:txBody>
      </p:sp>
      <p:sp>
        <p:nvSpPr>
          <p:cNvPr id="1804" name="Google Shape;1804;p54">
            <a:extLst>
              <a:ext uri="{FF2B5EF4-FFF2-40B4-BE49-F238E27FC236}">
                <a16:creationId xmlns:a16="http://schemas.microsoft.com/office/drawing/2014/main" id="{06971D1B-17FF-9536-55CE-6D1FE8C24810}"/>
              </a:ext>
            </a:extLst>
          </p:cNvPr>
          <p:cNvSpPr txBox="1">
            <a:spLocks noGrp="1"/>
          </p:cNvSpPr>
          <p:nvPr>
            <p:ph type="subTitle" idx="1"/>
          </p:nvPr>
        </p:nvSpPr>
        <p:spPr>
          <a:xfrm>
            <a:off x="2378992" y="725449"/>
            <a:ext cx="3858776" cy="414450"/>
          </a:xfrm>
          <a:prstGeom prst="rect">
            <a:avLst/>
          </a:prstGeom>
        </p:spPr>
        <p:txBody>
          <a:bodyPr spcFirstLastPara="1" wrap="square" lIns="91425" tIns="91425" rIns="91425" bIns="91425" anchor="t" anchorCtr="0">
            <a:noAutofit/>
          </a:bodyPr>
          <a:lstStyle/>
          <a:p>
            <a:pPr marL="0" lvl="0" indent="0"/>
            <a:r>
              <a:rPr lang="en-US" dirty="0"/>
              <a:t>Where Pet Insurance is Heading (3-5 Years)</a:t>
            </a:r>
            <a:endParaRPr dirty="0"/>
          </a:p>
        </p:txBody>
      </p:sp>
      <p:grpSp>
        <p:nvGrpSpPr>
          <p:cNvPr id="1805" name="Google Shape;1805;p54">
            <a:extLst>
              <a:ext uri="{FF2B5EF4-FFF2-40B4-BE49-F238E27FC236}">
                <a16:creationId xmlns:a16="http://schemas.microsoft.com/office/drawing/2014/main" id="{19ECD325-AFBE-C9C3-24D0-3F57C8A32F72}"/>
              </a:ext>
            </a:extLst>
          </p:cNvPr>
          <p:cNvGrpSpPr/>
          <p:nvPr/>
        </p:nvGrpSpPr>
        <p:grpSpPr>
          <a:xfrm>
            <a:off x="6324182" y="1969881"/>
            <a:ext cx="2565433" cy="2875907"/>
            <a:chOff x="5214721" y="1206450"/>
            <a:chExt cx="3216004" cy="3632936"/>
          </a:xfrm>
        </p:grpSpPr>
        <p:sp>
          <p:nvSpPr>
            <p:cNvPr id="1806" name="Google Shape;1806;p54">
              <a:extLst>
                <a:ext uri="{FF2B5EF4-FFF2-40B4-BE49-F238E27FC236}">
                  <a16:creationId xmlns:a16="http://schemas.microsoft.com/office/drawing/2014/main" id="{62CA8945-07D2-EF82-94C7-72101C130E66}"/>
                </a:ext>
              </a:extLst>
            </p:cNvPr>
            <p:cNvSpPr/>
            <p:nvPr/>
          </p:nvSpPr>
          <p:spPr>
            <a:xfrm>
              <a:off x="6723924" y="3097929"/>
              <a:ext cx="931782" cy="1252153"/>
            </a:xfrm>
            <a:custGeom>
              <a:avLst/>
              <a:gdLst/>
              <a:ahLst/>
              <a:cxnLst/>
              <a:rect l="l" t="t" r="r" b="b"/>
              <a:pathLst>
                <a:path w="599217" h="805243" extrusionOk="0">
                  <a:moveTo>
                    <a:pt x="599218" y="805244"/>
                  </a:moveTo>
                  <a:lnTo>
                    <a:pt x="0" y="805244"/>
                  </a:lnTo>
                  <a:lnTo>
                    <a:pt x="0" y="317373"/>
                  </a:lnTo>
                  <a:cubicBezTo>
                    <a:pt x="97060" y="211550"/>
                    <a:pt x="194215" y="105823"/>
                    <a:pt x="291274" y="0"/>
                  </a:cubicBezTo>
                  <a:cubicBezTo>
                    <a:pt x="393954" y="105823"/>
                    <a:pt x="496538" y="211550"/>
                    <a:pt x="599218" y="317373"/>
                  </a:cubicBezTo>
                  <a:lnTo>
                    <a:pt x="599218" y="80524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7" name="Google Shape;1807;p54">
              <a:extLst>
                <a:ext uri="{FF2B5EF4-FFF2-40B4-BE49-F238E27FC236}">
                  <a16:creationId xmlns:a16="http://schemas.microsoft.com/office/drawing/2014/main" id="{46C5B3F7-98A1-6F20-422B-C6B7E7336F75}"/>
                </a:ext>
              </a:extLst>
            </p:cNvPr>
            <p:cNvSpPr/>
            <p:nvPr/>
          </p:nvSpPr>
          <p:spPr>
            <a:xfrm>
              <a:off x="6730307" y="2892930"/>
              <a:ext cx="631408" cy="57911"/>
            </a:xfrm>
            <a:custGeom>
              <a:avLst/>
              <a:gdLst/>
              <a:ahLst/>
              <a:cxnLst/>
              <a:rect l="l" t="t" r="r" b="b"/>
              <a:pathLst>
                <a:path w="406050" h="37242" extrusionOk="0">
                  <a:moveTo>
                    <a:pt x="0" y="0"/>
                  </a:moveTo>
                  <a:lnTo>
                    <a:pt x="406051" y="0"/>
                  </a:lnTo>
                  <a:lnTo>
                    <a:pt x="406051" y="37243"/>
                  </a:lnTo>
                  <a:lnTo>
                    <a:pt x="0" y="37243"/>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8" name="Google Shape;1808;p54">
              <a:extLst>
                <a:ext uri="{FF2B5EF4-FFF2-40B4-BE49-F238E27FC236}">
                  <a16:creationId xmlns:a16="http://schemas.microsoft.com/office/drawing/2014/main" id="{635DE819-092F-0608-5EB1-04303D57C8AA}"/>
                </a:ext>
              </a:extLst>
            </p:cNvPr>
            <p:cNvSpPr/>
            <p:nvPr/>
          </p:nvSpPr>
          <p:spPr>
            <a:xfrm>
              <a:off x="7352721" y="2542460"/>
              <a:ext cx="978586" cy="146039"/>
            </a:xfrm>
            <a:custGeom>
              <a:avLst/>
              <a:gdLst/>
              <a:ahLst/>
              <a:cxnLst/>
              <a:rect l="l" t="t" r="r" b="b"/>
              <a:pathLst>
                <a:path w="629316" h="93916" extrusionOk="0">
                  <a:moveTo>
                    <a:pt x="0" y="0"/>
                  </a:moveTo>
                  <a:lnTo>
                    <a:pt x="629317" y="0"/>
                  </a:lnTo>
                  <a:lnTo>
                    <a:pt x="629317" y="93916"/>
                  </a:lnTo>
                  <a:lnTo>
                    <a:pt x="0" y="9391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9" name="Google Shape;1809;p54">
              <a:extLst>
                <a:ext uri="{FF2B5EF4-FFF2-40B4-BE49-F238E27FC236}">
                  <a16:creationId xmlns:a16="http://schemas.microsoft.com/office/drawing/2014/main" id="{8D99D364-2A85-72DD-65AD-3A4AAAD27272}"/>
                </a:ext>
              </a:extLst>
            </p:cNvPr>
            <p:cNvSpPr/>
            <p:nvPr/>
          </p:nvSpPr>
          <p:spPr>
            <a:xfrm>
              <a:off x="6730307" y="2138699"/>
              <a:ext cx="953703" cy="146039"/>
            </a:xfrm>
            <a:custGeom>
              <a:avLst/>
              <a:gdLst/>
              <a:ahLst/>
              <a:cxnLst/>
              <a:rect l="l" t="t" r="r" b="b"/>
              <a:pathLst>
                <a:path w="613314" h="93916" extrusionOk="0">
                  <a:moveTo>
                    <a:pt x="0" y="0"/>
                  </a:moveTo>
                  <a:lnTo>
                    <a:pt x="613315" y="0"/>
                  </a:lnTo>
                  <a:lnTo>
                    <a:pt x="613315" y="93916"/>
                  </a:lnTo>
                  <a:lnTo>
                    <a:pt x="0" y="9391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0" name="Google Shape;1810;p54">
              <a:extLst>
                <a:ext uri="{FF2B5EF4-FFF2-40B4-BE49-F238E27FC236}">
                  <a16:creationId xmlns:a16="http://schemas.microsoft.com/office/drawing/2014/main" id="{10E0A199-EC52-21AE-3691-91F727E51E28}"/>
                </a:ext>
              </a:extLst>
            </p:cNvPr>
            <p:cNvSpPr/>
            <p:nvPr/>
          </p:nvSpPr>
          <p:spPr>
            <a:xfrm>
              <a:off x="7700520" y="3257058"/>
              <a:ext cx="631408" cy="116712"/>
            </a:xfrm>
            <a:custGeom>
              <a:avLst/>
              <a:gdLst/>
              <a:ahLst/>
              <a:cxnLst/>
              <a:rect l="l" t="t" r="r" b="b"/>
              <a:pathLst>
                <a:path w="406050" h="75056" extrusionOk="0">
                  <a:moveTo>
                    <a:pt x="0" y="0"/>
                  </a:moveTo>
                  <a:lnTo>
                    <a:pt x="406051" y="0"/>
                  </a:lnTo>
                  <a:lnTo>
                    <a:pt x="406051" y="75057"/>
                  </a:lnTo>
                  <a:lnTo>
                    <a:pt x="0" y="75057"/>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1" name="Google Shape;1811;p54">
              <a:extLst>
                <a:ext uri="{FF2B5EF4-FFF2-40B4-BE49-F238E27FC236}">
                  <a16:creationId xmlns:a16="http://schemas.microsoft.com/office/drawing/2014/main" id="{0A476BCD-18E2-D6A9-F9FB-C58E3146A013}"/>
                </a:ext>
              </a:extLst>
            </p:cNvPr>
            <p:cNvSpPr/>
            <p:nvPr/>
          </p:nvSpPr>
          <p:spPr>
            <a:xfrm>
              <a:off x="7864547" y="4027469"/>
              <a:ext cx="467890" cy="100716"/>
            </a:xfrm>
            <a:custGeom>
              <a:avLst/>
              <a:gdLst/>
              <a:ahLst/>
              <a:cxnLst/>
              <a:rect l="l" t="t" r="r" b="b"/>
              <a:pathLst>
                <a:path w="300894" h="64769" extrusionOk="0">
                  <a:moveTo>
                    <a:pt x="0" y="0"/>
                  </a:moveTo>
                  <a:lnTo>
                    <a:pt x="300895" y="0"/>
                  </a:lnTo>
                  <a:lnTo>
                    <a:pt x="300895" y="64770"/>
                  </a:lnTo>
                  <a:lnTo>
                    <a:pt x="0" y="6477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2" name="Google Shape;1812;p54">
              <a:extLst>
                <a:ext uri="{FF2B5EF4-FFF2-40B4-BE49-F238E27FC236}">
                  <a16:creationId xmlns:a16="http://schemas.microsoft.com/office/drawing/2014/main" id="{B2C3CF07-955B-7768-A6EE-5136D44ECCA8}"/>
                </a:ext>
              </a:extLst>
            </p:cNvPr>
            <p:cNvSpPr/>
            <p:nvPr/>
          </p:nvSpPr>
          <p:spPr>
            <a:xfrm>
              <a:off x="6726893" y="1730336"/>
              <a:ext cx="1606293" cy="2657752"/>
            </a:xfrm>
            <a:custGeom>
              <a:avLst/>
              <a:gdLst/>
              <a:ahLst/>
              <a:cxnLst/>
              <a:rect l="l" t="t" r="r" b="b"/>
              <a:pathLst>
                <a:path w="1032986" h="1709165" extrusionOk="0">
                  <a:moveTo>
                    <a:pt x="1030795" y="1709166"/>
                  </a:moveTo>
                  <a:lnTo>
                    <a:pt x="2191" y="1709166"/>
                  </a:lnTo>
                  <a:cubicBezTo>
                    <a:pt x="952" y="1709166"/>
                    <a:pt x="0" y="1708214"/>
                    <a:pt x="0" y="1706975"/>
                  </a:cubicBezTo>
                  <a:lnTo>
                    <a:pt x="0" y="2191"/>
                  </a:lnTo>
                  <a:cubicBezTo>
                    <a:pt x="0" y="953"/>
                    <a:pt x="1048" y="0"/>
                    <a:pt x="2191" y="0"/>
                  </a:cubicBezTo>
                  <a:lnTo>
                    <a:pt x="1030795" y="0"/>
                  </a:lnTo>
                  <a:cubicBezTo>
                    <a:pt x="1032034" y="0"/>
                    <a:pt x="1032986" y="953"/>
                    <a:pt x="1032986" y="2191"/>
                  </a:cubicBezTo>
                  <a:lnTo>
                    <a:pt x="1032986" y="1706975"/>
                  </a:lnTo>
                  <a:cubicBezTo>
                    <a:pt x="1032986" y="1708214"/>
                    <a:pt x="1031939" y="1709166"/>
                    <a:pt x="1030795" y="1709166"/>
                  </a:cubicBezTo>
                  <a:close/>
                  <a:moveTo>
                    <a:pt x="4381" y="1704689"/>
                  </a:moveTo>
                  <a:lnTo>
                    <a:pt x="1028510" y="1704689"/>
                  </a:lnTo>
                  <a:lnTo>
                    <a:pt x="1028510" y="4381"/>
                  </a:lnTo>
                  <a:lnTo>
                    <a:pt x="4477" y="4381"/>
                  </a:lnTo>
                  <a:lnTo>
                    <a:pt x="4477" y="1704689"/>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3" name="Google Shape;1813;p54">
              <a:extLst>
                <a:ext uri="{FF2B5EF4-FFF2-40B4-BE49-F238E27FC236}">
                  <a16:creationId xmlns:a16="http://schemas.microsoft.com/office/drawing/2014/main" id="{402AE1CF-DE0D-39A7-BC5D-F25C4DF69C61}"/>
                </a:ext>
              </a:extLst>
            </p:cNvPr>
            <p:cNvSpPr/>
            <p:nvPr/>
          </p:nvSpPr>
          <p:spPr>
            <a:xfrm>
              <a:off x="6825308" y="1730336"/>
              <a:ext cx="6812" cy="2657752"/>
            </a:xfrm>
            <a:custGeom>
              <a:avLst/>
              <a:gdLst/>
              <a:ahLst/>
              <a:cxnLst/>
              <a:rect l="l" t="t" r="r" b="b"/>
              <a:pathLst>
                <a:path w="4381" h="1709165" extrusionOk="0">
                  <a:moveTo>
                    <a:pt x="2191" y="1709166"/>
                  </a:moveTo>
                  <a:cubicBezTo>
                    <a:pt x="953" y="1709166"/>
                    <a:pt x="0" y="1708214"/>
                    <a:pt x="0" y="1706975"/>
                  </a:cubicBezTo>
                  <a:lnTo>
                    <a:pt x="0" y="2191"/>
                  </a:lnTo>
                  <a:cubicBezTo>
                    <a:pt x="0" y="953"/>
                    <a:pt x="1048" y="0"/>
                    <a:pt x="2191" y="0"/>
                  </a:cubicBezTo>
                  <a:cubicBezTo>
                    <a:pt x="3334" y="0"/>
                    <a:pt x="4381" y="953"/>
                    <a:pt x="4381" y="2191"/>
                  </a:cubicBezTo>
                  <a:lnTo>
                    <a:pt x="4381" y="1706975"/>
                  </a:lnTo>
                  <a:cubicBezTo>
                    <a:pt x="4381"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4" name="Google Shape;1814;p54">
              <a:extLst>
                <a:ext uri="{FF2B5EF4-FFF2-40B4-BE49-F238E27FC236}">
                  <a16:creationId xmlns:a16="http://schemas.microsoft.com/office/drawing/2014/main" id="{CE445ED7-BECB-3769-8483-E88FCD96E2CF}"/>
                </a:ext>
              </a:extLst>
            </p:cNvPr>
            <p:cNvSpPr/>
            <p:nvPr/>
          </p:nvSpPr>
          <p:spPr>
            <a:xfrm>
              <a:off x="6900866" y="1730336"/>
              <a:ext cx="6812" cy="2657752"/>
            </a:xfrm>
            <a:custGeom>
              <a:avLst/>
              <a:gdLst/>
              <a:ahLst/>
              <a:cxnLst/>
              <a:rect l="l" t="t" r="r" b="b"/>
              <a:pathLst>
                <a:path w="4381" h="1709165" extrusionOk="0">
                  <a:moveTo>
                    <a:pt x="2191" y="1709166"/>
                  </a:moveTo>
                  <a:cubicBezTo>
                    <a:pt x="953" y="1709166"/>
                    <a:pt x="0" y="1708214"/>
                    <a:pt x="0" y="1706975"/>
                  </a:cubicBezTo>
                  <a:lnTo>
                    <a:pt x="0" y="2191"/>
                  </a:lnTo>
                  <a:cubicBezTo>
                    <a:pt x="0" y="953"/>
                    <a:pt x="1048" y="0"/>
                    <a:pt x="2191" y="0"/>
                  </a:cubicBezTo>
                  <a:cubicBezTo>
                    <a:pt x="3334" y="0"/>
                    <a:pt x="4382" y="953"/>
                    <a:pt x="4382" y="2191"/>
                  </a:cubicBezTo>
                  <a:lnTo>
                    <a:pt x="4382" y="1706975"/>
                  </a:lnTo>
                  <a:cubicBezTo>
                    <a:pt x="4382"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5" name="Google Shape;1815;p54">
              <a:extLst>
                <a:ext uri="{FF2B5EF4-FFF2-40B4-BE49-F238E27FC236}">
                  <a16:creationId xmlns:a16="http://schemas.microsoft.com/office/drawing/2014/main" id="{F84D53F5-2881-A134-FB23-72BAA9860509}"/>
                </a:ext>
              </a:extLst>
            </p:cNvPr>
            <p:cNvSpPr/>
            <p:nvPr/>
          </p:nvSpPr>
          <p:spPr>
            <a:xfrm>
              <a:off x="6971820" y="1730336"/>
              <a:ext cx="6812" cy="2657752"/>
            </a:xfrm>
            <a:custGeom>
              <a:avLst/>
              <a:gdLst/>
              <a:ahLst/>
              <a:cxnLst/>
              <a:rect l="l" t="t" r="r" b="b"/>
              <a:pathLst>
                <a:path w="4381" h="1709165" extrusionOk="0">
                  <a:moveTo>
                    <a:pt x="2191" y="1709166"/>
                  </a:moveTo>
                  <a:cubicBezTo>
                    <a:pt x="953" y="1709166"/>
                    <a:pt x="0" y="1708214"/>
                    <a:pt x="0" y="1706975"/>
                  </a:cubicBezTo>
                  <a:lnTo>
                    <a:pt x="0" y="2191"/>
                  </a:lnTo>
                  <a:cubicBezTo>
                    <a:pt x="0" y="953"/>
                    <a:pt x="1048" y="0"/>
                    <a:pt x="2191" y="0"/>
                  </a:cubicBezTo>
                  <a:cubicBezTo>
                    <a:pt x="3334" y="0"/>
                    <a:pt x="4382" y="953"/>
                    <a:pt x="4382" y="2191"/>
                  </a:cubicBezTo>
                  <a:lnTo>
                    <a:pt x="4382" y="1706975"/>
                  </a:lnTo>
                  <a:cubicBezTo>
                    <a:pt x="4382"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6" name="Google Shape;1816;p54">
              <a:extLst>
                <a:ext uri="{FF2B5EF4-FFF2-40B4-BE49-F238E27FC236}">
                  <a16:creationId xmlns:a16="http://schemas.microsoft.com/office/drawing/2014/main" id="{29FD0104-335A-9302-DB9B-1B2A9DA21B60}"/>
                </a:ext>
              </a:extLst>
            </p:cNvPr>
            <p:cNvSpPr/>
            <p:nvPr/>
          </p:nvSpPr>
          <p:spPr>
            <a:xfrm>
              <a:off x="7047378" y="1730336"/>
              <a:ext cx="6812" cy="2657752"/>
            </a:xfrm>
            <a:custGeom>
              <a:avLst/>
              <a:gdLst/>
              <a:ahLst/>
              <a:cxnLst/>
              <a:rect l="l" t="t" r="r" b="b"/>
              <a:pathLst>
                <a:path w="4381" h="1709165" extrusionOk="0">
                  <a:moveTo>
                    <a:pt x="2191" y="1709166"/>
                  </a:moveTo>
                  <a:cubicBezTo>
                    <a:pt x="952" y="1709166"/>
                    <a:pt x="0" y="1708214"/>
                    <a:pt x="0" y="1706975"/>
                  </a:cubicBezTo>
                  <a:lnTo>
                    <a:pt x="0" y="2191"/>
                  </a:lnTo>
                  <a:cubicBezTo>
                    <a:pt x="0" y="953"/>
                    <a:pt x="1048" y="0"/>
                    <a:pt x="2191" y="0"/>
                  </a:cubicBezTo>
                  <a:cubicBezTo>
                    <a:pt x="3334" y="0"/>
                    <a:pt x="4381" y="953"/>
                    <a:pt x="4381" y="2191"/>
                  </a:cubicBezTo>
                  <a:lnTo>
                    <a:pt x="4381" y="1706975"/>
                  </a:lnTo>
                  <a:cubicBezTo>
                    <a:pt x="4381"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7" name="Google Shape;1817;p54">
              <a:extLst>
                <a:ext uri="{FF2B5EF4-FFF2-40B4-BE49-F238E27FC236}">
                  <a16:creationId xmlns:a16="http://schemas.microsoft.com/office/drawing/2014/main" id="{18EA6B4B-4179-FB18-FC00-51DA24CE5D41}"/>
                </a:ext>
              </a:extLst>
            </p:cNvPr>
            <p:cNvSpPr/>
            <p:nvPr/>
          </p:nvSpPr>
          <p:spPr>
            <a:xfrm>
              <a:off x="7111949" y="1730336"/>
              <a:ext cx="6812" cy="2657752"/>
            </a:xfrm>
            <a:custGeom>
              <a:avLst/>
              <a:gdLst/>
              <a:ahLst/>
              <a:cxnLst/>
              <a:rect l="l" t="t" r="r" b="b"/>
              <a:pathLst>
                <a:path w="4381" h="1709165" extrusionOk="0">
                  <a:moveTo>
                    <a:pt x="2191" y="1709166"/>
                  </a:moveTo>
                  <a:cubicBezTo>
                    <a:pt x="953" y="1709166"/>
                    <a:pt x="0" y="1708214"/>
                    <a:pt x="0" y="1706975"/>
                  </a:cubicBezTo>
                  <a:lnTo>
                    <a:pt x="0" y="2191"/>
                  </a:lnTo>
                  <a:cubicBezTo>
                    <a:pt x="0" y="953"/>
                    <a:pt x="1048" y="0"/>
                    <a:pt x="2191" y="0"/>
                  </a:cubicBezTo>
                  <a:cubicBezTo>
                    <a:pt x="3334" y="0"/>
                    <a:pt x="4382" y="953"/>
                    <a:pt x="4382" y="2191"/>
                  </a:cubicBezTo>
                  <a:lnTo>
                    <a:pt x="4382" y="1706975"/>
                  </a:lnTo>
                  <a:cubicBezTo>
                    <a:pt x="4382"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8" name="Google Shape;1818;p54">
              <a:extLst>
                <a:ext uri="{FF2B5EF4-FFF2-40B4-BE49-F238E27FC236}">
                  <a16:creationId xmlns:a16="http://schemas.microsoft.com/office/drawing/2014/main" id="{B7C8FE67-E896-2FB4-5D74-23ABB37801AA}"/>
                </a:ext>
              </a:extLst>
            </p:cNvPr>
            <p:cNvSpPr/>
            <p:nvPr/>
          </p:nvSpPr>
          <p:spPr>
            <a:xfrm>
              <a:off x="7187506" y="1730336"/>
              <a:ext cx="6812" cy="2657752"/>
            </a:xfrm>
            <a:custGeom>
              <a:avLst/>
              <a:gdLst/>
              <a:ahLst/>
              <a:cxnLst/>
              <a:rect l="l" t="t" r="r" b="b"/>
              <a:pathLst>
                <a:path w="4381" h="1709165" extrusionOk="0">
                  <a:moveTo>
                    <a:pt x="2191" y="1709166"/>
                  </a:moveTo>
                  <a:cubicBezTo>
                    <a:pt x="952" y="1709166"/>
                    <a:pt x="0" y="1708214"/>
                    <a:pt x="0" y="1706975"/>
                  </a:cubicBezTo>
                  <a:lnTo>
                    <a:pt x="0" y="2191"/>
                  </a:lnTo>
                  <a:cubicBezTo>
                    <a:pt x="0" y="953"/>
                    <a:pt x="1048" y="0"/>
                    <a:pt x="2191" y="0"/>
                  </a:cubicBezTo>
                  <a:cubicBezTo>
                    <a:pt x="3334" y="0"/>
                    <a:pt x="4381" y="953"/>
                    <a:pt x="4381" y="2191"/>
                  </a:cubicBezTo>
                  <a:lnTo>
                    <a:pt x="4381" y="1706975"/>
                  </a:lnTo>
                  <a:cubicBezTo>
                    <a:pt x="4381"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9" name="Google Shape;1819;p54">
              <a:extLst>
                <a:ext uri="{FF2B5EF4-FFF2-40B4-BE49-F238E27FC236}">
                  <a16:creationId xmlns:a16="http://schemas.microsoft.com/office/drawing/2014/main" id="{2274FA67-50F0-6B9E-0476-3BC9898C2890}"/>
                </a:ext>
              </a:extLst>
            </p:cNvPr>
            <p:cNvSpPr/>
            <p:nvPr/>
          </p:nvSpPr>
          <p:spPr>
            <a:xfrm>
              <a:off x="7258312" y="1730336"/>
              <a:ext cx="6812" cy="2657752"/>
            </a:xfrm>
            <a:custGeom>
              <a:avLst/>
              <a:gdLst/>
              <a:ahLst/>
              <a:cxnLst/>
              <a:rect l="l" t="t" r="r" b="b"/>
              <a:pathLst>
                <a:path w="4381" h="1709165" extrusionOk="0">
                  <a:moveTo>
                    <a:pt x="2191" y="1709166"/>
                  </a:moveTo>
                  <a:cubicBezTo>
                    <a:pt x="953" y="1709166"/>
                    <a:pt x="0" y="1708214"/>
                    <a:pt x="0" y="1706975"/>
                  </a:cubicBezTo>
                  <a:lnTo>
                    <a:pt x="0" y="2191"/>
                  </a:lnTo>
                  <a:cubicBezTo>
                    <a:pt x="0" y="953"/>
                    <a:pt x="1048" y="0"/>
                    <a:pt x="2191" y="0"/>
                  </a:cubicBezTo>
                  <a:cubicBezTo>
                    <a:pt x="3334" y="0"/>
                    <a:pt x="4382" y="953"/>
                    <a:pt x="4382" y="2191"/>
                  </a:cubicBezTo>
                  <a:lnTo>
                    <a:pt x="4382" y="1706975"/>
                  </a:lnTo>
                  <a:cubicBezTo>
                    <a:pt x="4382"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0" name="Google Shape;1820;p54">
              <a:extLst>
                <a:ext uri="{FF2B5EF4-FFF2-40B4-BE49-F238E27FC236}">
                  <a16:creationId xmlns:a16="http://schemas.microsoft.com/office/drawing/2014/main" id="{EE7C4504-0497-0F05-1361-ED889FDA6269}"/>
                </a:ext>
              </a:extLst>
            </p:cNvPr>
            <p:cNvSpPr/>
            <p:nvPr/>
          </p:nvSpPr>
          <p:spPr>
            <a:xfrm>
              <a:off x="7333869" y="1730336"/>
              <a:ext cx="6812" cy="2657752"/>
            </a:xfrm>
            <a:custGeom>
              <a:avLst/>
              <a:gdLst/>
              <a:ahLst/>
              <a:cxnLst/>
              <a:rect l="l" t="t" r="r" b="b"/>
              <a:pathLst>
                <a:path w="4381" h="1709165" extrusionOk="0">
                  <a:moveTo>
                    <a:pt x="2191" y="1709166"/>
                  </a:moveTo>
                  <a:cubicBezTo>
                    <a:pt x="952" y="1709166"/>
                    <a:pt x="0" y="1708214"/>
                    <a:pt x="0" y="1706975"/>
                  </a:cubicBezTo>
                  <a:lnTo>
                    <a:pt x="0" y="2191"/>
                  </a:lnTo>
                  <a:cubicBezTo>
                    <a:pt x="0" y="953"/>
                    <a:pt x="1048" y="0"/>
                    <a:pt x="2191" y="0"/>
                  </a:cubicBezTo>
                  <a:cubicBezTo>
                    <a:pt x="3334" y="0"/>
                    <a:pt x="4381" y="953"/>
                    <a:pt x="4381" y="2191"/>
                  </a:cubicBezTo>
                  <a:lnTo>
                    <a:pt x="4381" y="1706975"/>
                  </a:lnTo>
                  <a:cubicBezTo>
                    <a:pt x="4381"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1" name="Google Shape;1821;p54">
              <a:extLst>
                <a:ext uri="{FF2B5EF4-FFF2-40B4-BE49-F238E27FC236}">
                  <a16:creationId xmlns:a16="http://schemas.microsoft.com/office/drawing/2014/main" id="{93578564-4EA3-DD66-5093-27EDD22EE275}"/>
                </a:ext>
              </a:extLst>
            </p:cNvPr>
            <p:cNvSpPr/>
            <p:nvPr/>
          </p:nvSpPr>
          <p:spPr>
            <a:xfrm>
              <a:off x="7396066" y="1730336"/>
              <a:ext cx="6812" cy="2657752"/>
            </a:xfrm>
            <a:custGeom>
              <a:avLst/>
              <a:gdLst/>
              <a:ahLst/>
              <a:cxnLst/>
              <a:rect l="l" t="t" r="r" b="b"/>
              <a:pathLst>
                <a:path w="4381" h="1709165" extrusionOk="0">
                  <a:moveTo>
                    <a:pt x="2191" y="1709166"/>
                  </a:moveTo>
                  <a:cubicBezTo>
                    <a:pt x="953" y="1709166"/>
                    <a:pt x="0" y="1708214"/>
                    <a:pt x="0" y="1706975"/>
                  </a:cubicBezTo>
                  <a:lnTo>
                    <a:pt x="0" y="2191"/>
                  </a:lnTo>
                  <a:cubicBezTo>
                    <a:pt x="0" y="953"/>
                    <a:pt x="1048" y="0"/>
                    <a:pt x="2191" y="0"/>
                  </a:cubicBezTo>
                  <a:cubicBezTo>
                    <a:pt x="3334" y="0"/>
                    <a:pt x="4382" y="953"/>
                    <a:pt x="4382" y="2191"/>
                  </a:cubicBezTo>
                  <a:lnTo>
                    <a:pt x="4382" y="1706975"/>
                  </a:lnTo>
                  <a:cubicBezTo>
                    <a:pt x="4382"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2" name="Google Shape;1822;p54">
              <a:extLst>
                <a:ext uri="{FF2B5EF4-FFF2-40B4-BE49-F238E27FC236}">
                  <a16:creationId xmlns:a16="http://schemas.microsoft.com/office/drawing/2014/main" id="{577039D6-711E-7B8E-CDEF-19E914E886D4}"/>
                </a:ext>
              </a:extLst>
            </p:cNvPr>
            <p:cNvSpPr/>
            <p:nvPr/>
          </p:nvSpPr>
          <p:spPr>
            <a:xfrm>
              <a:off x="7471770" y="1730336"/>
              <a:ext cx="6812" cy="2657752"/>
            </a:xfrm>
            <a:custGeom>
              <a:avLst/>
              <a:gdLst/>
              <a:ahLst/>
              <a:cxnLst/>
              <a:rect l="l" t="t" r="r" b="b"/>
              <a:pathLst>
                <a:path w="4381" h="1709165" extrusionOk="0">
                  <a:moveTo>
                    <a:pt x="2191" y="1709166"/>
                  </a:moveTo>
                  <a:cubicBezTo>
                    <a:pt x="953" y="1709166"/>
                    <a:pt x="0" y="1708214"/>
                    <a:pt x="0" y="1706975"/>
                  </a:cubicBezTo>
                  <a:lnTo>
                    <a:pt x="0" y="2191"/>
                  </a:lnTo>
                  <a:cubicBezTo>
                    <a:pt x="0" y="953"/>
                    <a:pt x="1048" y="0"/>
                    <a:pt x="2191" y="0"/>
                  </a:cubicBezTo>
                  <a:cubicBezTo>
                    <a:pt x="3334" y="0"/>
                    <a:pt x="4382" y="953"/>
                    <a:pt x="4382" y="2191"/>
                  </a:cubicBezTo>
                  <a:lnTo>
                    <a:pt x="4382" y="1706975"/>
                  </a:lnTo>
                  <a:cubicBezTo>
                    <a:pt x="4382"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3" name="Google Shape;1823;p54">
              <a:extLst>
                <a:ext uri="{FF2B5EF4-FFF2-40B4-BE49-F238E27FC236}">
                  <a16:creationId xmlns:a16="http://schemas.microsoft.com/office/drawing/2014/main" id="{68FF051D-42B0-53B3-BB4E-7670D9E42FF7}"/>
                </a:ext>
              </a:extLst>
            </p:cNvPr>
            <p:cNvSpPr/>
            <p:nvPr/>
          </p:nvSpPr>
          <p:spPr>
            <a:xfrm>
              <a:off x="7542578" y="1730336"/>
              <a:ext cx="6812" cy="2657752"/>
            </a:xfrm>
            <a:custGeom>
              <a:avLst/>
              <a:gdLst/>
              <a:ahLst/>
              <a:cxnLst/>
              <a:rect l="l" t="t" r="r" b="b"/>
              <a:pathLst>
                <a:path w="4381" h="1709165" extrusionOk="0">
                  <a:moveTo>
                    <a:pt x="2191" y="1709166"/>
                  </a:moveTo>
                  <a:cubicBezTo>
                    <a:pt x="952" y="1709166"/>
                    <a:pt x="0" y="1708214"/>
                    <a:pt x="0" y="1706975"/>
                  </a:cubicBezTo>
                  <a:lnTo>
                    <a:pt x="0" y="2191"/>
                  </a:lnTo>
                  <a:cubicBezTo>
                    <a:pt x="0" y="953"/>
                    <a:pt x="1048" y="0"/>
                    <a:pt x="2191" y="0"/>
                  </a:cubicBezTo>
                  <a:cubicBezTo>
                    <a:pt x="3334" y="0"/>
                    <a:pt x="4381" y="953"/>
                    <a:pt x="4381" y="2191"/>
                  </a:cubicBezTo>
                  <a:lnTo>
                    <a:pt x="4381" y="1706975"/>
                  </a:lnTo>
                  <a:cubicBezTo>
                    <a:pt x="4381"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4" name="Google Shape;1824;p54">
              <a:extLst>
                <a:ext uri="{FF2B5EF4-FFF2-40B4-BE49-F238E27FC236}">
                  <a16:creationId xmlns:a16="http://schemas.microsoft.com/office/drawing/2014/main" id="{4AC84949-4B82-519B-C2B6-BFAE96CBD4CA}"/>
                </a:ext>
              </a:extLst>
            </p:cNvPr>
            <p:cNvSpPr/>
            <p:nvPr/>
          </p:nvSpPr>
          <p:spPr>
            <a:xfrm>
              <a:off x="7618134" y="1730336"/>
              <a:ext cx="6812" cy="2657752"/>
            </a:xfrm>
            <a:custGeom>
              <a:avLst/>
              <a:gdLst/>
              <a:ahLst/>
              <a:cxnLst/>
              <a:rect l="l" t="t" r="r" b="b"/>
              <a:pathLst>
                <a:path w="4381" h="1709165" extrusionOk="0">
                  <a:moveTo>
                    <a:pt x="2191" y="1709166"/>
                  </a:moveTo>
                  <a:cubicBezTo>
                    <a:pt x="953" y="1709166"/>
                    <a:pt x="0" y="1708214"/>
                    <a:pt x="0" y="1706975"/>
                  </a:cubicBezTo>
                  <a:lnTo>
                    <a:pt x="0" y="2191"/>
                  </a:lnTo>
                  <a:cubicBezTo>
                    <a:pt x="0" y="953"/>
                    <a:pt x="1048" y="0"/>
                    <a:pt x="2191" y="0"/>
                  </a:cubicBezTo>
                  <a:cubicBezTo>
                    <a:pt x="3334" y="0"/>
                    <a:pt x="4381" y="953"/>
                    <a:pt x="4381" y="2191"/>
                  </a:cubicBezTo>
                  <a:lnTo>
                    <a:pt x="4381" y="1706975"/>
                  </a:lnTo>
                  <a:cubicBezTo>
                    <a:pt x="4381"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5" name="Google Shape;1825;p54">
              <a:extLst>
                <a:ext uri="{FF2B5EF4-FFF2-40B4-BE49-F238E27FC236}">
                  <a16:creationId xmlns:a16="http://schemas.microsoft.com/office/drawing/2014/main" id="{9BE0D0CB-9061-20AB-AAF0-DEC457CB0BF6}"/>
                </a:ext>
              </a:extLst>
            </p:cNvPr>
            <p:cNvSpPr/>
            <p:nvPr/>
          </p:nvSpPr>
          <p:spPr>
            <a:xfrm>
              <a:off x="7682707" y="1730336"/>
              <a:ext cx="6812" cy="2657752"/>
            </a:xfrm>
            <a:custGeom>
              <a:avLst/>
              <a:gdLst/>
              <a:ahLst/>
              <a:cxnLst/>
              <a:rect l="l" t="t" r="r" b="b"/>
              <a:pathLst>
                <a:path w="4381" h="1709165" extrusionOk="0">
                  <a:moveTo>
                    <a:pt x="2191" y="1709166"/>
                  </a:moveTo>
                  <a:cubicBezTo>
                    <a:pt x="952" y="1709166"/>
                    <a:pt x="0" y="1708214"/>
                    <a:pt x="0" y="1706975"/>
                  </a:cubicBezTo>
                  <a:lnTo>
                    <a:pt x="0" y="2191"/>
                  </a:lnTo>
                  <a:cubicBezTo>
                    <a:pt x="0" y="953"/>
                    <a:pt x="1048" y="0"/>
                    <a:pt x="2191" y="0"/>
                  </a:cubicBezTo>
                  <a:cubicBezTo>
                    <a:pt x="3334" y="0"/>
                    <a:pt x="4381" y="953"/>
                    <a:pt x="4381" y="2191"/>
                  </a:cubicBezTo>
                  <a:lnTo>
                    <a:pt x="4381" y="1706975"/>
                  </a:lnTo>
                  <a:cubicBezTo>
                    <a:pt x="4381"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6" name="Google Shape;1826;p54">
              <a:extLst>
                <a:ext uri="{FF2B5EF4-FFF2-40B4-BE49-F238E27FC236}">
                  <a16:creationId xmlns:a16="http://schemas.microsoft.com/office/drawing/2014/main" id="{F4A0167E-F524-81A9-B021-AF81DCFA6413}"/>
                </a:ext>
              </a:extLst>
            </p:cNvPr>
            <p:cNvSpPr/>
            <p:nvPr/>
          </p:nvSpPr>
          <p:spPr>
            <a:xfrm>
              <a:off x="7758263" y="1730336"/>
              <a:ext cx="6812" cy="2657752"/>
            </a:xfrm>
            <a:custGeom>
              <a:avLst/>
              <a:gdLst/>
              <a:ahLst/>
              <a:cxnLst/>
              <a:rect l="l" t="t" r="r" b="b"/>
              <a:pathLst>
                <a:path w="4381" h="1709165" extrusionOk="0">
                  <a:moveTo>
                    <a:pt x="2191" y="1709166"/>
                  </a:moveTo>
                  <a:cubicBezTo>
                    <a:pt x="952" y="1709166"/>
                    <a:pt x="0" y="1708214"/>
                    <a:pt x="0" y="1706975"/>
                  </a:cubicBezTo>
                  <a:lnTo>
                    <a:pt x="0" y="2191"/>
                  </a:lnTo>
                  <a:cubicBezTo>
                    <a:pt x="0" y="953"/>
                    <a:pt x="1048" y="0"/>
                    <a:pt x="2191" y="0"/>
                  </a:cubicBezTo>
                  <a:cubicBezTo>
                    <a:pt x="3334" y="0"/>
                    <a:pt x="4381" y="953"/>
                    <a:pt x="4381" y="2191"/>
                  </a:cubicBezTo>
                  <a:lnTo>
                    <a:pt x="4381" y="1706975"/>
                  </a:lnTo>
                  <a:cubicBezTo>
                    <a:pt x="4381"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7" name="Google Shape;1827;p54">
              <a:extLst>
                <a:ext uri="{FF2B5EF4-FFF2-40B4-BE49-F238E27FC236}">
                  <a16:creationId xmlns:a16="http://schemas.microsoft.com/office/drawing/2014/main" id="{1C4CEC42-38F5-4219-5084-1696EEB63443}"/>
                </a:ext>
              </a:extLst>
            </p:cNvPr>
            <p:cNvSpPr/>
            <p:nvPr/>
          </p:nvSpPr>
          <p:spPr>
            <a:xfrm>
              <a:off x="7829217" y="1730336"/>
              <a:ext cx="6812" cy="2657752"/>
            </a:xfrm>
            <a:custGeom>
              <a:avLst/>
              <a:gdLst/>
              <a:ahLst/>
              <a:cxnLst/>
              <a:rect l="l" t="t" r="r" b="b"/>
              <a:pathLst>
                <a:path w="4381" h="1709165" extrusionOk="0">
                  <a:moveTo>
                    <a:pt x="2191" y="1709166"/>
                  </a:moveTo>
                  <a:cubicBezTo>
                    <a:pt x="952" y="1709166"/>
                    <a:pt x="0" y="1708214"/>
                    <a:pt x="0" y="1706975"/>
                  </a:cubicBezTo>
                  <a:lnTo>
                    <a:pt x="0" y="2191"/>
                  </a:lnTo>
                  <a:cubicBezTo>
                    <a:pt x="0" y="953"/>
                    <a:pt x="1048" y="0"/>
                    <a:pt x="2191" y="0"/>
                  </a:cubicBezTo>
                  <a:cubicBezTo>
                    <a:pt x="3334" y="0"/>
                    <a:pt x="4381" y="953"/>
                    <a:pt x="4381" y="2191"/>
                  </a:cubicBezTo>
                  <a:lnTo>
                    <a:pt x="4381" y="1706975"/>
                  </a:lnTo>
                  <a:cubicBezTo>
                    <a:pt x="4381"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8" name="Google Shape;1828;p54">
              <a:extLst>
                <a:ext uri="{FF2B5EF4-FFF2-40B4-BE49-F238E27FC236}">
                  <a16:creationId xmlns:a16="http://schemas.microsoft.com/office/drawing/2014/main" id="{CFAD3611-B50F-0735-394B-27721C3D3E9A}"/>
                </a:ext>
              </a:extLst>
            </p:cNvPr>
            <p:cNvSpPr/>
            <p:nvPr/>
          </p:nvSpPr>
          <p:spPr>
            <a:xfrm>
              <a:off x="7904773" y="1730336"/>
              <a:ext cx="6812" cy="2657752"/>
            </a:xfrm>
            <a:custGeom>
              <a:avLst/>
              <a:gdLst/>
              <a:ahLst/>
              <a:cxnLst/>
              <a:rect l="l" t="t" r="r" b="b"/>
              <a:pathLst>
                <a:path w="4381" h="1709165" extrusionOk="0">
                  <a:moveTo>
                    <a:pt x="2191" y="1709166"/>
                  </a:moveTo>
                  <a:cubicBezTo>
                    <a:pt x="953" y="1709166"/>
                    <a:pt x="0" y="1708214"/>
                    <a:pt x="0" y="1706975"/>
                  </a:cubicBezTo>
                  <a:lnTo>
                    <a:pt x="0" y="2191"/>
                  </a:lnTo>
                  <a:cubicBezTo>
                    <a:pt x="0" y="953"/>
                    <a:pt x="1048" y="0"/>
                    <a:pt x="2191" y="0"/>
                  </a:cubicBezTo>
                  <a:cubicBezTo>
                    <a:pt x="3334" y="0"/>
                    <a:pt x="4382" y="953"/>
                    <a:pt x="4382" y="2191"/>
                  </a:cubicBezTo>
                  <a:lnTo>
                    <a:pt x="4382" y="1706975"/>
                  </a:lnTo>
                  <a:cubicBezTo>
                    <a:pt x="4382"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9" name="Google Shape;1829;p54">
              <a:extLst>
                <a:ext uri="{FF2B5EF4-FFF2-40B4-BE49-F238E27FC236}">
                  <a16:creationId xmlns:a16="http://schemas.microsoft.com/office/drawing/2014/main" id="{6C2D8EF0-BA5A-A8AD-D962-C9D70685C835}"/>
                </a:ext>
              </a:extLst>
            </p:cNvPr>
            <p:cNvSpPr/>
            <p:nvPr/>
          </p:nvSpPr>
          <p:spPr>
            <a:xfrm>
              <a:off x="7966971" y="1730336"/>
              <a:ext cx="6812" cy="2657752"/>
            </a:xfrm>
            <a:custGeom>
              <a:avLst/>
              <a:gdLst/>
              <a:ahLst/>
              <a:cxnLst/>
              <a:rect l="l" t="t" r="r" b="b"/>
              <a:pathLst>
                <a:path w="4381" h="1709165" extrusionOk="0">
                  <a:moveTo>
                    <a:pt x="2191" y="1709166"/>
                  </a:moveTo>
                  <a:cubicBezTo>
                    <a:pt x="953" y="1709166"/>
                    <a:pt x="0" y="1708214"/>
                    <a:pt x="0" y="1706975"/>
                  </a:cubicBezTo>
                  <a:lnTo>
                    <a:pt x="0" y="2191"/>
                  </a:lnTo>
                  <a:cubicBezTo>
                    <a:pt x="0" y="953"/>
                    <a:pt x="1048" y="0"/>
                    <a:pt x="2191" y="0"/>
                  </a:cubicBezTo>
                  <a:cubicBezTo>
                    <a:pt x="3334" y="0"/>
                    <a:pt x="4381" y="953"/>
                    <a:pt x="4381" y="2191"/>
                  </a:cubicBezTo>
                  <a:lnTo>
                    <a:pt x="4381" y="1706975"/>
                  </a:lnTo>
                  <a:cubicBezTo>
                    <a:pt x="4381"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0" name="Google Shape;1830;p54">
              <a:extLst>
                <a:ext uri="{FF2B5EF4-FFF2-40B4-BE49-F238E27FC236}">
                  <a16:creationId xmlns:a16="http://schemas.microsoft.com/office/drawing/2014/main" id="{E064E3E5-0767-45C4-C34C-222213725510}"/>
                </a:ext>
              </a:extLst>
            </p:cNvPr>
            <p:cNvSpPr/>
            <p:nvPr/>
          </p:nvSpPr>
          <p:spPr>
            <a:xfrm>
              <a:off x="8042527" y="1730336"/>
              <a:ext cx="6812" cy="2657752"/>
            </a:xfrm>
            <a:custGeom>
              <a:avLst/>
              <a:gdLst/>
              <a:ahLst/>
              <a:cxnLst/>
              <a:rect l="l" t="t" r="r" b="b"/>
              <a:pathLst>
                <a:path w="4381" h="1709165" extrusionOk="0">
                  <a:moveTo>
                    <a:pt x="2191" y="1709166"/>
                  </a:moveTo>
                  <a:cubicBezTo>
                    <a:pt x="953" y="1709166"/>
                    <a:pt x="0" y="1708214"/>
                    <a:pt x="0" y="1706975"/>
                  </a:cubicBezTo>
                  <a:lnTo>
                    <a:pt x="0" y="2191"/>
                  </a:lnTo>
                  <a:cubicBezTo>
                    <a:pt x="0" y="953"/>
                    <a:pt x="1048" y="0"/>
                    <a:pt x="2191" y="0"/>
                  </a:cubicBezTo>
                  <a:cubicBezTo>
                    <a:pt x="3334" y="0"/>
                    <a:pt x="4382" y="953"/>
                    <a:pt x="4382" y="2191"/>
                  </a:cubicBezTo>
                  <a:lnTo>
                    <a:pt x="4382" y="1706975"/>
                  </a:lnTo>
                  <a:cubicBezTo>
                    <a:pt x="4382"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1" name="Google Shape;1831;p54">
              <a:extLst>
                <a:ext uri="{FF2B5EF4-FFF2-40B4-BE49-F238E27FC236}">
                  <a16:creationId xmlns:a16="http://schemas.microsoft.com/office/drawing/2014/main" id="{68A39D07-1FAC-49BA-F1FA-9E8C64050101}"/>
                </a:ext>
              </a:extLst>
            </p:cNvPr>
            <p:cNvSpPr/>
            <p:nvPr/>
          </p:nvSpPr>
          <p:spPr>
            <a:xfrm>
              <a:off x="8113334" y="1730336"/>
              <a:ext cx="6812" cy="2657752"/>
            </a:xfrm>
            <a:custGeom>
              <a:avLst/>
              <a:gdLst/>
              <a:ahLst/>
              <a:cxnLst/>
              <a:rect l="l" t="t" r="r" b="b"/>
              <a:pathLst>
                <a:path w="4381" h="1709165" extrusionOk="0">
                  <a:moveTo>
                    <a:pt x="2191" y="1709166"/>
                  </a:moveTo>
                  <a:cubicBezTo>
                    <a:pt x="952" y="1709166"/>
                    <a:pt x="0" y="1708214"/>
                    <a:pt x="0" y="1706975"/>
                  </a:cubicBezTo>
                  <a:lnTo>
                    <a:pt x="0" y="2191"/>
                  </a:lnTo>
                  <a:cubicBezTo>
                    <a:pt x="0" y="953"/>
                    <a:pt x="1048" y="0"/>
                    <a:pt x="2191" y="0"/>
                  </a:cubicBezTo>
                  <a:cubicBezTo>
                    <a:pt x="3334" y="0"/>
                    <a:pt x="4381" y="953"/>
                    <a:pt x="4381" y="2191"/>
                  </a:cubicBezTo>
                  <a:lnTo>
                    <a:pt x="4381" y="1706975"/>
                  </a:lnTo>
                  <a:cubicBezTo>
                    <a:pt x="4381"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2" name="Google Shape;1832;p54">
              <a:extLst>
                <a:ext uri="{FF2B5EF4-FFF2-40B4-BE49-F238E27FC236}">
                  <a16:creationId xmlns:a16="http://schemas.microsoft.com/office/drawing/2014/main" id="{3A36E402-1021-C8B5-D94F-D2157C7A64C1}"/>
                </a:ext>
              </a:extLst>
            </p:cNvPr>
            <p:cNvSpPr/>
            <p:nvPr/>
          </p:nvSpPr>
          <p:spPr>
            <a:xfrm>
              <a:off x="8188891" y="1730336"/>
              <a:ext cx="6812" cy="2657752"/>
            </a:xfrm>
            <a:custGeom>
              <a:avLst/>
              <a:gdLst/>
              <a:ahLst/>
              <a:cxnLst/>
              <a:rect l="l" t="t" r="r" b="b"/>
              <a:pathLst>
                <a:path w="4381" h="1709165" extrusionOk="0">
                  <a:moveTo>
                    <a:pt x="2191" y="1709166"/>
                  </a:moveTo>
                  <a:cubicBezTo>
                    <a:pt x="953" y="1709166"/>
                    <a:pt x="0" y="1708214"/>
                    <a:pt x="0" y="1706975"/>
                  </a:cubicBezTo>
                  <a:lnTo>
                    <a:pt x="0" y="2191"/>
                  </a:lnTo>
                  <a:cubicBezTo>
                    <a:pt x="0" y="953"/>
                    <a:pt x="1048" y="0"/>
                    <a:pt x="2191" y="0"/>
                  </a:cubicBezTo>
                  <a:cubicBezTo>
                    <a:pt x="3334" y="0"/>
                    <a:pt x="4382" y="953"/>
                    <a:pt x="4382" y="2191"/>
                  </a:cubicBezTo>
                  <a:lnTo>
                    <a:pt x="4382" y="1706975"/>
                  </a:lnTo>
                  <a:cubicBezTo>
                    <a:pt x="4382"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3" name="Google Shape;1833;p54">
              <a:extLst>
                <a:ext uri="{FF2B5EF4-FFF2-40B4-BE49-F238E27FC236}">
                  <a16:creationId xmlns:a16="http://schemas.microsoft.com/office/drawing/2014/main" id="{CEFC94C1-FACA-D941-C891-8FB9780BA2B7}"/>
                </a:ext>
              </a:extLst>
            </p:cNvPr>
            <p:cNvSpPr/>
            <p:nvPr/>
          </p:nvSpPr>
          <p:spPr>
            <a:xfrm>
              <a:off x="8256728" y="1730336"/>
              <a:ext cx="6812" cy="2657752"/>
            </a:xfrm>
            <a:custGeom>
              <a:avLst/>
              <a:gdLst/>
              <a:ahLst/>
              <a:cxnLst/>
              <a:rect l="l" t="t" r="r" b="b"/>
              <a:pathLst>
                <a:path w="4381" h="1709165" extrusionOk="0">
                  <a:moveTo>
                    <a:pt x="2191" y="1709166"/>
                  </a:moveTo>
                  <a:cubicBezTo>
                    <a:pt x="952" y="1709166"/>
                    <a:pt x="0" y="1708214"/>
                    <a:pt x="0" y="1706975"/>
                  </a:cubicBezTo>
                  <a:lnTo>
                    <a:pt x="0" y="2191"/>
                  </a:lnTo>
                  <a:cubicBezTo>
                    <a:pt x="0" y="953"/>
                    <a:pt x="1048" y="0"/>
                    <a:pt x="2191" y="0"/>
                  </a:cubicBezTo>
                  <a:cubicBezTo>
                    <a:pt x="3334" y="0"/>
                    <a:pt x="4381" y="953"/>
                    <a:pt x="4381" y="2191"/>
                  </a:cubicBezTo>
                  <a:lnTo>
                    <a:pt x="4381" y="1706975"/>
                  </a:lnTo>
                  <a:cubicBezTo>
                    <a:pt x="4381" y="1708214"/>
                    <a:pt x="3334" y="1709166"/>
                    <a:pt x="2191" y="170916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4" name="Google Shape;1834;p54">
              <a:extLst>
                <a:ext uri="{FF2B5EF4-FFF2-40B4-BE49-F238E27FC236}">
                  <a16:creationId xmlns:a16="http://schemas.microsoft.com/office/drawing/2014/main" id="{D37C08A7-371D-1D14-6B08-75DDE2B93ADA}"/>
                </a:ext>
              </a:extLst>
            </p:cNvPr>
            <p:cNvSpPr/>
            <p:nvPr/>
          </p:nvSpPr>
          <p:spPr>
            <a:xfrm>
              <a:off x="6629069" y="4352407"/>
              <a:ext cx="1801656" cy="125303"/>
            </a:xfrm>
            <a:custGeom>
              <a:avLst/>
              <a:gdLst/>
              <a:ahLst/>
              <a:cxnLst/>
              <a:rect l="l" t="t" r="r" b="b"/>
              <a:pathLst>
                <a:path w="1158621" h="80581" extrusionOk="0">
                  <a:moveTo>
                    <a:pt x="0" y="0"/>
                  </a:moveTo>
                  <a:lnTo>
                    <a:pt x="1158621" y="0"/>
                  </a:lnTo>
                  <a:lnTo>
                    <a:pt x="1158621" y="80582"/>
                  </a:lnTo>
                  <a:lnTo>
                    <a:pt x="0" y="8058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5" name="Google Shape;1835;p54">
              <a:extLst>
                <a:ext uri="{FF2B5EF4-FFF2-40B4-BE49-F238E27FC236}">
                  <a16:creationId xmlns:a16="http://schemas.microsoft.com/office/drawing/2014/main" id="{337B15C0-5638-2817-D287-D607F2B88BDC}"/>
                </a:ext>
              </a:extLst>
            </p:cNvPr>
            <p:cNvSpPr/>
            <p:nvPr/>
          </p:nvSpPr>
          <p:spPr>
            <a:xfrm>
              <a:off x="6765339" y="4477990"/>
              <a:ext cx="78500" cy="361396"/>
            </a:xfrm>
            <a:custGeom>
              <a:avLst/>
              <a:gdLst/>
              <a:ahLst/>
              <a:cxnLst/>
              <a:rect l="l" t="t" r="r" b="b"/>
              <a:pathLst>
                <a:path w="50482" h="232409" extrusionOk="0">
                  <a:moveTo>
                    <a:pt x="0" y="0"/>
                  </a:moveTo>
                  <a:lnTo>
                    <a:pt x="50482" y="0"/>
                  </a:lnTo>
                  <a:lnTo>
                    <a:pt x="50482" y="232410"/>
                  </a:lnTo>
                  <a:lnTo>
                    <a:pt x="0" y="2324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6" name="Google Shape;1836;p54">
              <a:extLst>
                <a:ext uri="{FF2B5EF4-FFF2-40B4-BE49-F238E27FC236}">
                  <a16:creationId xmlns:a16="http://schemas.microsoft.com/office/drawing/2014/main" id="{5D200C0A-C51E-6225-77E1-59E52D32FD54}"/>
                </a:ext>
              </a:extLst>
            </p:cNvPr>
            <p:cNvSpPr/>
            <p:nvPr/>
          </p:nvSpPr>
          <p:spPr>
            <a:xfrm>
              <a:off x="8219766" y="4466856"/>
              <a:ext cx="78500" cy="361396"/>
            </a:xfrm>
            <a:custGeom>
              <a:avLst/>
              <a:gdLst/>
              <a:ahLst/>
              <a:cxnLst/>
              <a:rect l="l" t="t" r="r" b="b"/>
              <a:pathLst>
                <a:path w="50482" h="232409" extrusionOk="0">
                  <a:moveTo>
                    <a:pt x="0" y="0"/>
                  </a:moveTo>
                  <a:lnTo>
                    <a:pt x="50483" y="0"/>
                  </a:lnTo>
                  <a:lnTo>
                    <a:pt x="50483" y="232410"/>
                  </a:lnTo>
                  <a:lnTo>
                    <a:pt x="0" y="2324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7" name="Google Shape;1837;p54">
              <a:extLst>
                <a:ext uri="{FF2B5EF4-FFF2-40B4-BE49-F238E27FC236}">
                  <a16:creationId xmlns:a16="http://schemas.microsoft.com/office/drawing/2014/main" id="{E69EA782-11CB-C6A0-4F0C-3D148C74D70F}"/>
                </a:ext>
              </a:extLst>
            </p:cNvPr>
            <p:cNvSpPr/>
            <p:nvPr/>
          </p:nvSpPr>
          <p:spPr>
            <a:xfrm>
              <a:off x="6730307" y="1382834"/>
              <a:ext cx="1599629" cy="350139"/>
            </a:xfrm>
            <a:custGeom>
              <a:avLst/>
              <a:gdLst/>
              <a:ahLst/>
              <a:cxnLst/>
              <a:rect l="l" t="t" r="r" b="b"/>
              <a:pathLst>
                <a:path w="1028700" h="225170" extrusionOk="0">
                  <a:moveTo>
                    <a:pt x="1028605" y="225171"/>
                  </a:moveTo>
                  <a:lnTo>
                    <a:pt x="0" y="225171"/>
                  </a:lnTo>
                  <a:cubicBezTo>
                    <a:pt x="173069" y="150114"/>
                    <a:pt x="346138" y="75057"/>
                    <a:pt x="519303" y="0"/>
                  </a:cubicBezTo>
                  <a:cubicBezTo>
                    <a:pt x="689134" y="75057"/>
                    <a:pt x="858869" y="150114"/>
                    <a:pt x="1028700" y="22517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8" name="Google Shape;1838;p54">
              <a:extLst>
                <a:ext uri="{FF2B5EF4-FFF2-40B4-BE49-F238E27FC236}">
                  <a16:creationId xmlns:a16="http://schemas.microsoft.com/office/drawing/2014/main" id="{34042317-E077-027D-7C42-043E31108D03}"/>
                </a:ext>
              </a:extLst>
            </p:cNvPr>
            <p:cNvSpPr/>
            <p:nvPr/>
          </p:nvSpPr>
          <p:spPr>
            <a:xfrm>
              <a:off x="7494185" y="2537858"/>
              <a:ext cx="687543" cy="779522"/>
            </a:xfrm>
            <a:custGeom>
              <a:avLst/>
              <a:gdLst/>
              <a:ahLst/>
              <a:cxnLst/>
              <a:rect l="l" t="t" r="r" b="b"/>
              <a:pathLst>
                <a:path w="442150" h="501300" extrusionOk="0">
                  <a:moveTo>
                    <a:pt x="221075" y="501301"/>
                  </a:moveTo>
                  <a:cubicBezTo>
                    <a:pt x="99155" y="501301"/>
                    <a:pt x="0" y="388906"/>
                    <a:pt x="0" y="250603"/>
                  </a:cubicBezTo>
                  <a:cubicBezTo>
                    <a:pt x="0" y="112300"/>
                    <a:pt x="99155" y="0"/>
                    <a:pt x="221075" y="0"/>
                  </a:cubicBezTo>
                  <a:cubicBezTo>
                    <a:pt x="342995" y="0"/>
                    <a:pt x="442150" y="112395"/>
                    <a:pt x="442150" y="250603"/>
                  </a:cubicBezTo>
                  <a:cubicBezTo>
                    <a:pt x="442150" y="388811"/>
                    <a:pt x="342995" y="501301"/>
                    <a:pt x="221075" y="501301"/>
                  </a:cubicBezTo>
                  <a:close/>
                  <a:moveTo>
                    <a:pt x="221075" y="4477"/>
                  </a:moveTo>
                  <a:cubicBezTo>
                    <a:pt x="101632" y="4477"/>
                    <a:pt x="4477" y="114871"/>
                    <a:pt x="4477" y="250698"/>
                  </a:cubicBezTo>
                  <a:cubicBezTo>
                    <a:pt x="4477" y="386524"/>
                    <a:pt x="101632" y="496919"/>
                    <a:pt x="221075" y="496919"/>
                  </a:cubicBezTo>
                  <a:cubicBezTo>
                    <a:pt x="340519" y="496919"/>
                    <a:pt x="437674" y="386524"/>
                    <a:pt x="437674" y="250698"/>
                  </a:cubicBezTo>
                  <a:cubicBezTo>
                    <a:pt x="437674" y="114871"/>
                    <a:pt x="340519" y="4477"/>
                    <a:pt x="221075" y="4477"/>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9" name="Google Shape;1839;p54">
              <a:extLst>
                <a:ext uri="{FF2B5EF4-FFF2-40B4-BE49-F238E27FC236}">
                  <a16:creationId xmlns:a16="http://schemas.microsoft.com/office/drawing/2014/main" id="{B65159AF-9705-35CA-DA27-812D7524981F}"/>
                </a:ext>
              </a:extLst>
            </p:cNvPr>
            <p:cNvSpPr/>
            <p:nvPr/>
          </p:nvSpPr>
          <p:spPr>
            <a:xfrm>
              <a:off x="7970385" y="2877196"/>
              <a:ext cx="131523" cy="73760"/>
            </a:xfrm>
            <a:custGeom>
              <a:avLst/>
              <a:gdLst/>
              <a:ahLst/>
              <a:cxnLst/>
              <a:rect l="l" t="t" r="r" b="b"/>
              <a:pathLst>
                <a:path w="84581" h="47434" extrusionOk="0">
                  <a:moveTo>
                    <a:pt x="84582" y="23717"/>
                  </a:moveTo>
                  <a:cubicBezTo>
                    <a:pt x="84582" y="36816"/>
                    <a:pt x="65648" y="47434"/>
                    <a:pt x="42291" y="47434"/>
                  </a:cubicBezTo>
                  <a:cubicBezTo>
                    <a:pt x="18934" y="47434"/>
                    <a:pt x="0" y="36816"/>
                    <a:pt x="0" y="23717"/>
                  </a:cubicBezTo>
                  <a:cubicBezTo>
                    <a:pt x="0" y="10619"/>
                    <a:pt x="18934" y="0"/>
                    <a:pt x="42291" y="0"/>
                  </a:cubicBezTo>
                  <a:cubicBezTo>
                    <a:pt x="65648" y="0"/>
                    <a:pt x="84582" y="10619"/>
                    <a:pt x="84582" y="237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0" name="Google Shape;1840;p54">
              <a:extLst>
                <a:ext uri="{FF2B5EF4-FFF2-40B4-BE49-F238E27FC236}">
                  <a16:creationId xmlns:a16="http://schemas.microsoft.com/office/drawing/2014/main" id="{2C1D71E6-A52A-5434-4499-A0ADB457686F}"/>
                </a:ext>
              </a:extLst>
            </p:cNvPr>
            <p:cNvSpPr/>
            <p:nvPr/>
          </p:nvSpPr>
          <p:spPr>
            <a:xfrm>
              <a:off x="6009635" y="1450387"/>
              <a:ext cx="112840" cy="53901"/>
            </a:xfrm>
            <a:custGeom>
              <a:avLst/>
              <a:gdLst/>
              <a:ahLst/>
              <a:cxnLst/>
              <a:rect l="l" t="t" r="r" b="b"/>
              <a:pathLst>
                <a:path w="72566" h="34663" extrusionOk="0">
                  <a:moveTo>
                    <a:pt x="70383" y="34664"/>
                  </a:moveTo>
                  <a:cubicBezTo>
                    <a:pt x="70383" y="34664"/>
                    <a:pt x="69811" y="34664"/>
                    <a:pt x="69430" y="34473"/>
                  </a:cubicBezTo>
                  <a:lnTo>
                    <a:pt x="1326" y="4279"/>
                  </a:lnTo>
                  <a:cubicBezTo>
                    <a:pt x="183" y="3803"/>
                    <a:pt x="-293" y="2469"/>
                    <a:pt x="183" y="1326"/>
                  </a:cubicBezTo>
                  <a:cubicBezTo>
                    <a:pt x="660" y="183"/>
                    <a:pt x="1993" y="-293"/>
                    <a:pt x="3136" y="183"/>
                  </a:cubicBezTo>
                  <a:lnTo>
                    <a:pt x="71240" y="30377"/>
                  </a:lnTo>
                  <a:cubicBezTo>
                    <a:pt x="72383" y="30854"/>
                    <a:pt x="72859" y="32187"/>
                    <a:pt x="72383" y="33330"/>
                  </a:cubicBezTo>
                  <a:cubicBezTo>
                    <a:pt x="72002" y="34187"/>
                    <a:pt x="71240" y="34664"/>
                    <a:pt x="70383" y="3466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1" name="Google Shape;1841;p54">
              <a:extLst>
                <a:ext uri="{FF2B5EF4-FFF2-40B4-BE49-F238E27FC236}">
                  <a16:creationId xmlns:a16="http://schemas.microsoft.com/office/drawing/2014/main" id="{606603D3-41D3-DE62-0390-C12AB827B817}"/>
                </a:ext>
              </a:extLst>
            </p:cNvPr>
            <p:cNvSpPr/>
            <p:nvPr/>
          </p:nvSpPr>
          <p:spPr>
            <a:xfrm>
              <a:off x="5617591" y="1822706"/>
              <a:ext cx="741752" cy="1283685"/>
            </a:xfrm>
            <a:custGeom>
              <a:avLst/>
              <a:gdLst/>
              <a:ahLst/>
              <a:cxnLst/>
              <a:rect l="l" t="t" r="r" b="b"/>
              <a:pathLst>
                <a:path w="477011" h="825521" extrusionOk="0">
                  <a:moveTo>
                    <a:pt x="410623" y="593382"/>
                  </a:moveTo>
                  <a:cubicBezTo>
                    <a:pt x="421767" y="716635"/>
                    <a:pt x="348806" y="814267"/>
                    <a:pt x="276701" y="824554"/>
                  </a:cubicBezTo>
                  <a:cubicBezTo>
                    <a:pt x="194977" y="836269"/>
                    <a:pt x="83534" y="740638"/>
                    <a:pt x="87154" y="593382"/>
                  </a:cubicBezTo>
                  <a:cubicBezTo>
                    <a:pt x="89345" y="538423"/>
                    <a:pt x="91535" y="483463"/>
                    <a:pt x="93726" y="428409"/>
                  </a:cubicBezTo>
                  <a:cubicBezTo>
                    <a:pt x="85439" y="412597"/>
                    <a:pt x="77438" y="396024"/>
                    <a:pt x="69723" y="378688"/>
                  </a:cubicBezTo>
                  <a:cubicBezTo>
                    <a:pt x="20288" y="266389"/>
                    <a:pt x="3334" y="157423"/>
                    <a:pt x="0" y="66935"/>
                  </a:cubicBezTo>
                  <a:cubicBezTo>
                    <a:pt x="22574" y="58077"/>
                    <a:pt x="55435" y="46075"/>
                    <a:pt x="95726" y="34074"/>
                  </a:cubicBezTo>
                  <a:cubicBezTo>
                    <a:pt x="119824" y="26930"/>
                    <a:pt x="188595" y="6451"/>
                    <a:pt x="236887" y="1403"/>
                  </a:cubicBezTo>
                  <a:cubicBezTo>
                    <a:pt x="272320" y="-2312"/>
                    <a:pt x="360045" y="-4217"/>
                    <a:pt x="477012" y="71793"/>
                  </a:cubicBezTo>
                  <a:cubicBezTo>
                    <a:pt x="473393" y="147135"/>
                    <a:pt x="461010" y="237814"/>
                    <a:pt x="429101" y="335826"/>
                  </a:cubicBezTo>
                  <a:cubicBezTo>
                    <a:pt x="419672" y="364877"/>
                    <a:pt x="409385" y="391928"/>
                    <a:pt x="398621" y="417169"/>
                  </a:cubicBezTo>
                  <a:lnTo>
                    <a:pt x="410623" y="593382"/>
                  </a:lnTo>
                  <a:close/>
                </a:path>
              </a:pathLst>
            </a:custGeom>
            <a:solidFill>
              <a:srgbClr val="FF5A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2" name="Google Shape;1842;p54">
              <a:extLst>
                <a:ext uri="{FF2B5EF4-FFF2-40B4-BE49-F238E27FC236}">
                  <a16:creationId xmlns:a16="http://schemas.microsoft.com/office/drawing/2014/main" id="{D15A95C5-B4E8-ACA8-4A53-69F18053998A}"/>
                </a:ext>
              </a:extLst>
            </p:cNvPr>
            <p:cNvSpPr/>
            <p:nvPr/>
          </p:nvSpPr>
          <p:spPr>
            <a:xfrm>
              <a:off x="6015644" y="2695206"/>
              <a:ext cx="369257" cy="1232970"/>
            </a:xfrm>
            <a:custGeom>
              <a:avLst/>
              <a:gdLst/>
              <a:ahLst/>
              <a:cxnLst/>
              <a:rect l="l" t="t" r="r" b="b"/>
              <a:pathLst>
                <a:path w="237464" h="792907" extrusionOk="0">
                  <a:moveTo>
                    <a:pt x="235596" y="617696"/>
                  </a:moveTo>
                  <a:cubicBezTo>
                    <a:pt x="234167" y="641890"/>
                    <a:pt x="231595" y="661702"/>
                    <a:pt x="229023" y="677513"/>
                  </a:cubicBezTo>
                  <a:cubicBezTo>
                    <a:pt x="224261" y="709041"/>
                    <a:pt x="211783" y="789051"/>
                    <a:pt x="182446" y="792766"/>
                  </a:cubicBezTo>
                  <a:cubicBezTo>
                    <a:pt x="147966" y="797147"/>
                    <a:pt x="110532" y="698468"/>
                    <a:pt x="104627" y="683800"/>
                  </a:cubicBezTo>
                  <a:cubicBezTo>
                    <a:pt x="101674" y="676085"/>
                    <a:pt x="98340" y="667988"/>
                    <a:pt x="95483" y="659606"/>
                  </a:cubicBezTo>
                  <a:cubicBezTo>
                    <a:pt x="92149" y="650843"/>
                    <a:pt x="88911" y="641604"/>
                    <a:pt x="85577" y="632079"/>
                  </a:cubicBezTo>
                  <a:cubicBezTo>
                    <a:pt x="59478" y="557212"/>
                    <a:pt x="34237" y="466915"/>
                    <a:pt x="18045" y="362712"/>
                  </a:cubicBezTo>
                  <a:cubicBezTo>
                    <a:pt x="-1386" y="238315"/>
                    <a:pt x="-2529" y="128206"/>
                    <a:pt x="2614" y="41148"/>
                  </a:cubicBezTo>
                  <a:cubicBezTo>
                    <a:pt x="52906" y="27527"/>
                    <a:pt x="102817" y="13621"/>
                    <a:pt x="153109" y="0"/>
                  </a:cubicBezTo>
                  <a:cubicBezTo>
                    <a:pt x="233881" y="326326"/>
                    <a:pt x="242263" y="513493"/>
                    <a:pt x="235691" y="617696"/>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3" name="Google Shape;1843;p54">
              <a:extLst>
                <a:ext uri="{FF2B5EF4-FFF2-40B4-BE49-F238E27FC236}">
                  <a16:creationId xmlns:a16="http://schemas.microsoft.com/office/drawing/2014/main" id="{C56C0ACB-7935-ED72-38D3-972CCDED0CDB}"/>
                </a:ext>
              </a:extLst>
            </p:cNvPr>
            <p:cNvSpPr/>
            <p:nvPr/>
          </p:nvSpPr>
          <p:spPr>
            <a:xfrm>
              <a:off x="6148861" y="3657851"/>
              <a:ext cx="233427" cy="65021"/>
            </a:xfrm>
            <a:custGeom>
              <a:avLst/>
              <a:gdLst/>
              <a:ahLst/>
              <a:cxnLst/>
              <a:rect l="l" t="t" r="r" b="b"/>
              <a:pathLst>
                <a:path w="150114" h="41814" extrusionOk="0">
                  <a:moveTo>
                    <a:pt x="150114" y="0"/>
                  </a:moveTo>
                  <a:cubicBezTo>
                    <a:pt x="103156" y="13906"/>
                    <a:pt x="56864" y="27908"/>
                    <a:pt x="9906" y="41815"/>
                  </a:cubicBezTo>
                  <a:cubicBezTo>
                    <a:pt x="6572" y="33051"/>
                    <a:pt x="3334" y="23813"/>
                    <a:pt x="0" y="14288"/>
                  </a:cubicBezTo>
                  <a:cubicBezTo>
                    <a:pt x="50292" y="9525"/>
                    <a:pt x="99822" y="4763"/>
                    <a:pt x="150114"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4" name="Google Shape;1844;p54">
              <a:extLst>
                <a:ext uri="{FF2B5EF4-FFF2-40B4-BE49-F238E27FC236}">
                  <a16:creationId xmlns:a16="http://schemas.microsoft.com/office/drawing/2014/main" id="{430C9290-7039-221A-5883-D434752BFBF4}"/>
                </a:ext>
              </a:extLst>
            </p:cNvPr>
            <p:cNvSpPr/>
            <p:nvPr/>
          </p:nvSpPr>
          <p:spPr>
            <a:xfrm>
              <a:off x="6337154" y="4632369"/>
              <a:ext cx="404281" cy="192993"/>
            </a:xfrm>
            <a:custGeom>
              <a:avLst/>
              <a:gdLst/>
              <a:ahLst/>
              <a:cxnLst/>
              <a:rect l="l" t="t" r="r" b="b"/>
              <a:pathLst>
                <a:path w="259988" h="124111" extrusionOk="0">
                  <a:moveTo>
                    <a:pt x="259893" y="123349"/>
                  </a:moveTo>
                  <a:cubicBezTo>
                    <a:pt x="174073" y="123635"/>
                    <a:pt x="88253" y="123825"/>
                    <a:pt x="2433" y="124111"/>
                  </a:cubicBezTo>
                  <a:cubicBezTo>
                    <a:pt x="-44" y="114491"/>
                    <a:pt x="-2044" y="100013"/>
                    <a:pt x="3861" y="84582"/>
                  </a:cubicBezTo>
                  <a:cubicBezTo>
                    <a:pt x="6052" y="78963"/>
                    <a:pt x="8433" y="75343"/>
                    <a:pt x="9957" y="72771"/>
                  </a:cubicBezTo>
                  <a:cubicBezTo>
                    <a:pt x="16244" y="62389"/>
                    <a:pt x="23483" y="45530"/>
                    <a:pt x="26245" y="17240"/>
                  </a:cubicBezTo>
                  <a:cubicBezTo>
                    <a:pt x="47010" y="11525"/>
                    <a:pt x="67869" y="5715"/>
                    <a:pt x="88634" y="0"/>
                  </a:cubicBezTo>
                  <a:cubicBezTo>
                    <a:pt x="141879" y="77724"/>
                    <a:pt x="171025" y="97441"/>
                    <a:pt x="187884" y="99822"/>
                  </a:cubicBezTo>
                  <a:cubicBezTo>
                    <a:pt x="201695" y="101728"/>
                    <a:pt x="215221" y="106680"/>
                    <a:pt x="229223" y="106871"/>
                  </a:cubicBezTo>
                  <a:cubicBezTo>
                    <a:pt x="238176" y="106871"/>
                    <a:pt x="249225" y="106109"/>
                    <a:pt x="255607" y="113252"/>
                  </a:cubicBezTo>
                  <a:cubicBezTo>
                    <a:pt x="258560" y="116491"/>
                    <a:pt x="259608" y="120491"/>
                    <a:pt x="259989" y="123444"/>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5" name="Google Shape;1845;p54">
              <a:extLst>
                <a:ext uri="{FF2B5EF4-FFF2-40B4-BE49-F238E27FC236}">
                  <a16:creationId xmlns:a16="http://schemas.microsoft.com/office/drawing/2014/main" id="{05B5BB51-F5FD-8B4D-3BB2-71E20662330D}"/>
                </a:ext>
              </a:extLst>
            </p:cNvPr>
            <p:cNvSpPr/>
            <p:nvPr/>
          </p:nvSpPr>
          <p:spPr>
            <a:xfrm>
              <a:off x="6172375" y="3747983"/>
              <a:ext cx="302832" cy="915638"/>
            </a:xfrm>
            <a:custGeom>
              <a:avLst/>
              <a:gdLst/>
              <a:ahLst/>
              <a:cxnLst/>
              <a:rect l="l" t="t" r="r" b="b"/>
              <a:pathLst>
                <a:path w="194747" h="588835" extrusionOk="0">
                  <a:moveTo>
                    <a:pt x="194748" y="573500"/>
                  </a:moveTo>
                  <a:cubicBezTo>
                    <a:pt x="173793" y="578644"/>
                    <a:pt x="152933" y="583787"/>
                    <a:pt x="131978" y="588836"/>
                  </a:cubicBezTo>
                  <a:cubicBezTo>
                    <a:pt x="128358" y="573119"/>
                    <a:pt x="122358" y="548926"/>
                    <a:pt x="113595" y="519684"/>
                  </a:cubicBezTo>
                  <a:cubicBezTo>
                    <a:pt x="68541" y="368808"/>
                    <a:pt x="22440" y="322516"/>
                    <a:pt x="5676" y="231362"/>
                  </a:cubicBezTo>
                  <a:cubicBezTo>
                    <a:pt x="-1753" y="190690"/>
                    <a:pt x="-5658" y="128683"/>
                    <a:pt x="18535" y="46958"/>
                  </a:cubicBezTo>
                  <a:cubicBezTo>
                    <a:pt x="54921" y="31337"/>
                    <a:pt x="91401" y="15621"/>
                    <a:pt x="127787" y="0"/>
                  </a:cubicBezTo>
                  <a:cubicBezTo>
                    <a:pt x="130263" y="65055"/>
                    <a:pt x="134550" y="132969"/>
                    <a:pt x="141122" y="203359"/>
                  </a:cubicBezTo>
                  <a:cubicBezTo>
                    <a:pt x="153600" y="336709"/>
                    <a:pt x="172459" y="460343"/>
                    <a:pt x="194652" y="57340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6" name="Google Shape;1846;p54">
              <a:extLst>
                <a:ext uri="{FF2B5EF4-FFF2-40B4-BE49-F238E27FC236}">
                  <a16:creationId xmlns:a16="http://schemas.microsoft.com/office/drawing/2014/main" id="{57449EFA-202E-6D17-AA1D-2217A63A5768}"/>
                </a:ext>
              </a:extLst>
            </p:cNvPr>
            <p:cNvSpPr/>
            <p:nvPr/>
          </p:nvSpPr>
          <p:spPr>
            <a:xfrm>
              <a:off x="5981123" y="2857898"/>
              <a:ext cx="442415" cy="842619"/>
            </a:xfrm>
            <a:custGeom>
              <a:avLst/>
              <a:gdLst/>
              <a:ahLst/>
              <a:cxnLst/>
              <a:rect l="l" t="t" r="r" b="b"/>
              <a:pathLst>
                <a:path w="284511" h="541877" extrusionOk="0">
                  <a:moveTo>
                    <a:pt x="284417" y="509302"/>
                  </a:moveTo>
                  <a:cubicBezTo>
                    <a:pt x="210217" y="520160"/>
                    <a:pt x="136112" y="531019"/>
                    <a:pt x="61913" y="541877"/>
                  </a:cubicBezTo>
                  <a:cubicBezTo>
                    <a:pt x="41243" y="394525"/>
                    <a:pt x="20574" y="247174"/>
                    <a:pt x="0" y="99822"/>
                  </a:cubicBezTo>
                  <a:cubicBezTo>
                    <a:pt x="71533" y="66580"/>
                    <a:pt x="142970" y="33338"/>
                    <a:pt x="214503" y="0"/>
                  </a:cubicBezTo>
                  <a:cubicBezTo>
                    <a:pt x="237839" y="169736"/>
                    <a:pt x="261175" y="339471"/>
                    <a:pt x="284512" y="509302"/>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7" name="Google Shape;1847;p54">
              <a:extLst>
                <a:ext uri="{FF2B5EF4-FFF2-40B4-BE49-F238E27FC236}">
                  <a16:creationId xmlns:a16="http://schemas.microsoft.com/office/drawing/2014/main" id="{E6B550FB-9FB9-88F3-5DDA-B18CA8FA729C}"/>
                </a:ext>
              </a:extLst>
            </p:cNvPr>
            <p:cNvSpPr/>
            <p:nvPr/>
          </p:nvSpPr>
          <p:spPr>
            <a:xfrm>
              <a:off x="6323344" y="4692126"/>
              <a:ext cx="431391" cy="145512"/>
            </a:xfrm>
            <a:custGeom>
              <a:avLst/>
              <a:gdLst/>
              <a:ahLst/>
              <a:cxnLst/>
              <a:rect l="l" t="t" r="r" b="b"/>
              <a:pathLst>
                <a:path w="277422" h="93577" extrusionOk="0">
                  <a:moveTo>
                    <a:pt x="277423" y="93482"/>
                  </a:moveTo>
                  <a:cubicBezTo>
                    <a:pt x="185125" y="92435"/>
                    <a:pt x="92828" y="91482"/>
                    <a:pt x="531" y="90434"/>
                  </a:cubicBezTo>
                  <a:cubicBezTo>
                    <a:pt x="-422" y="81004"/>
                    <a:pt x="-993" y="62717"/>
                    <a:pt x="7103" y="41952"/>
                  </a:cubicBezTo>
                  <a:cubicBezTo>
                    <a:pt x="13866" y="24617"/>
                    <a:pt x="23867" y="12900"/>
                    <a:pt x="30249" y="6519"/>
                  </a:cubicBezTo>
                  <a:cubicBezTo>
                    <a:pt x="47013" y="22807"/>
                    <a:pt x="66730" y="37284"/>
                    <a:pt x="80922" y="31570"/>
                  </a:cubicBezTo>
                  <a:cubicBezTo>
                    <a:pt x="92828" y="26807"/>
                    <a:pt x="91876" y="11472"/>
                    <a:pt x="101591" y="4042"/>
                  </a:cubicBezTo>
                  <a:cubicBezTo>
                    <a:pt x="114831" y="-6054"/>
                    <a:pt x="145692" y="233"/>
                    <a:pt x="215510" y="52239"/>
                  </a:cubicBezTo>
                  <a:cubicBezTo>
                    <a:pt x="217891" y="51953"/>
                    <a:pt x="250657" y="48334"/>
                    <a:pt x="268279" y="71384"/>
                  </a:cubicBezTo>
                  <a:cubicBezTo>
                    <a:pt x="274375" y="79290"/>
                    <a:pt x="276565" y="87767"/>
                    <a:pt x="277423" y="9357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8" name="Google Shape;1848;p54">
              <a:extLst>
                <a:ext uri="{FF2B5EF4-FFF2-40B4-BE49-F238E27FC236}">
                  <a16:creationId xmlns:a16="http://schemas.microsoft.com/office/drawing/2014/main" id="{BA71B01B-F45F-53FC-A08E-E704F4250496}"/>
                </a:ext>
              </a:extLst>
            </p:cNvPr>
            <p:cNvSpPr/>
            <p:nvPr/>
          </p:nvSpPr>
          <p:spPr>
            <a:xfrm>
              <a:off x="5584692" y="2695206"/>
              <a:ext cx="369257" cy="1232970"/>
            </a:xfrm>
            <a:custGeom>
              <a:avLst/>
              <a:gdLst/>
              <a:ahLst/>
              <a:cxnLst/>
              <a:rect l="l" t="t" r="r" b="b"/>
              <a:pathLst>
                <a:path w="237464" h="792907" extrusionOk="0">
                  <a:moveTo>
                    <a:pt x="1869" y="617696"/>
                  </a:moveTo>
                  <a:cubicBezTo>
                    <a:pt x="3298" y="641890"/>
                    <a:pt x="5870" y="661702"/>
                    <a:pt x="8442" y="677513"/>
                  </a:cubicBezTo>
                  <a:cubicBezTo>
                    <a:pt x="13204" y="709041"/>
                    <a:pt x="25682" y="789051"/>
                    <a:pt x="55019" y="792766"/>
                  </a:cubicBezTo>
                  <a:cubicBezTo>
                    <a:pt x="89499" y="797147"/>
                    <a:pt x="126933" y="698468"/>
                    <a:pt x="132838" y="683800"/>
                  </a:cubicBezTo>
                  <a:cubicBezTo>
                    <a:pt x="135791" y="676085"/>
                    <a:pt x="139125" y="667988"/>
                    <a:pt x="141982" y="659606"/>
                  </a:cubicBezTo>
                  <a:cubicBezTo>
                    <a:pt x="145316" y="650843"/>
                    <a:pt x="148554" y="641604"/>
                    <a:pt x="151888" y="632079"/>
                  </a:cubicBezTo>
                  <a:cubicBezTo>
                    <a:pt x="177987" y="557212"/>
                    <a:pt x="203228" y="466915"/>
                    <a:pt x="219420" y="362712"/>
                  </a:cubicBezTo>
                  <a:cubicBezTo>
                    <a:pt x="238851" y="238315"/>
                    <a:pt x="239994" y="128206"/>
                    <a:pt x="234851" y="41148"/>
                  </a:cubicBezTo>
                  <a:cubicBezTo>
                    <a:pt x="184559" y="27527"/>
                    <a:pt x="134648" y="13621"/>
                    <a:pt x="84356" y="0"/>
                  </a:cubicBezTo>
                  <a:cubicBezTo>
                    <a:pt x="3584" y="326326"/>
                    <a:pt x="-4798" y="513493"/>
                    <a:pt x="1774" y="617696"/>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9" name="Google Shape;1849;p54">
              <a:extLst>
                <a:ext uri="{FF2B5EF4-FFF2-40B4-BE49-F238E27FC236}">
                  <a16:creationId xmlns:a16="http://schemas.microsoft.com/office/drawing/2014/main" id="{A3EF891A-5866-DC88-34DE-C39A110B90E2}"/>
                </a:ext>
              </a:extLst>
            </p:cNvPr>
            <p:cNvSpPr/>
            <p:nvPr/>
          </p:nvSpPr>
          <p:spPr>
            <a:xfrm>
              <a:off x="5587605" y="3657851"/>
              <a:ext cx="233426" cy="65021"/>
            </a:xfrm>
            <a:custGeom>
              <a:avLst/>
              <a:gdLst/>
              <a:ahLst/>
              <a:cxnLst/>
              <a:rect l="l" t="t" r="r" b="b"/>
              <a:pathLst>
                <a:path w="150113" h="41814" extrusionOk="0">
                  <a:moveTo>
                    <a:pt x="0" y="0"/>
                  </a:moveTo>
                  <a:cubicBezTo>
                    <a:pt x="46958" y="13906"/>
                    <a:pt x="93250" y="27908"/>
                    <a:pt x="140208" y="41815"/>
                  </a:cubicBezTo>
                  <a:cubicBezTo>
                    <a:pt x="143542" y="33051"/>
                    <a:pt x="146780" y="23813"/>
                    <a:pt x="150114" y="14288"/>
                  </a:cubicBezTo>
                  <a:cubicBezTo>
                    <a:pt x="99822" y="9525"/>
                    <a:pt x="50292" y="4763"/>
                    <a:pt x="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0" name="Google Shape;1850;p54">
              <a:extLst>
                <a:ext uri="{FF2B5EF4-FFF2-40B4-BE49-F238E27FC236}">
                  <a16:creationId xmlns:a16="http://schemas.microsoft.com/office/drawing/2014/main" id="{944CC0AE-B56D-C86A-CA87-D05C442C004B}"/>
                </a:ext>
              </a:extLst>
            </p:cNvPr>
            <p:cNvSpPr/>
            <p:nvPr/>
          </p:nvSpPr>
          <p:spPr>
            <a:xfrm>
              <a:off x="5227931" y="4632369"/>
              <a:ext cx="404281" cy="192993"/>
            </a:xfrm>
            <a:custGeom>
              <a:avLst/>
              <a:gdLst/>
              <a:ahLst/>
              <a:cxnLst/>
              <a:rect l="l" t="t" r="r" b="b"/>
              <a:pathLst>
                <a:path w="259988" h="124111" extrusionOk="0">
                  <a:moveTo>
                    <a:pt x="95" y="123349"/>
                  </a:moveTo>
                  <a:cubicBezTo>
                    <a:pt x="85915" y="123635"/>
                    <a:pt x="171736" y="123825"/>
                    <a:pt x="257556" y="124111"/>
                  </a:cubicBezTo>
                  <a:cubicBezTo>
                    <a:pt x="260033" y="114491"/>
                    <a:pt x="262033" y="100013"/>
                    <a:pt x="256127" y="84582"/>
                  </a:cubicBezTo>
                  <a:cubicBezTo>
                    <a:pt x="253937" y="78963"/>
                    <a:pt x="251555" y="75343"/>
                    <a:pt x="250031" y="72771"/>
                  </a:cubicBezTo>
                  <a:cubicBezTo>
                    <a:pt x="243745" y="62389"/>
                    <a:pt x="236506" y="45530"/>
                    <a:pt x="233744" y="17240"/>
                  </a:cubicBezTo>
                  <a:cubicBezTo>
                    <a:pt x="212979" y="11525"/>
                    <a:pt x="192119" y="5715"/>
                    <a:pt x="171355" y="0"/>
                  </a:cubicBezTo>
                  <a:cubicBezTo>
                    <a:pt x="118110" y="77724"/>
                    <a:pt x="88964" y="97441"/>
                    <a:pt x="72104" y="99822"/>
                  </a:cubicBezTo>
                  <a:cubicBezTo>
                    <a:pt x="58293" y="101728"/>
                    <a:pt x="44767" y="106680"/>
                    <a:pt x="30766" y="106871"/>
                  </a:cubicBezTo>
                  <a:cubicBezTo>
                    <a:pt x="21812" y="106871"/>
                    <a:pt x="10763" y="106109"/>
                    <a:pt x="4381" y="113252"/>
                  </a:cubicBezTo>
                  <a:cubicBezTo>
                    <a:pt x="1429" y="116491"/>
                    <a:pt x="381" y="120491"/>
                    <a:pt x="0" y="123444"/>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1" name="Google Shape;1851;p54">
              <a:extLst>
                <a:ext uri="{FF2B5EF4-FFF2-40B4-BE49-F238E27FC236}">
                  <a16:creationId xmlns:a16="http://schemas.microsoft.com/office/drawing/2014/main" id="{9879CA12-22C3-B8E8-98CC-50B7480969DB}"/>
                </a:ext>
              </a:extLst>
            </p:cNvPr>
            <p:cNvSpPr/>
            <p:nvPr/>
          </p:nvSpPr>
          <p:spPr>
            <a:xfrm>
              <a:off x="5494532" y="3747983"/>
              <a:ext cx="302832" cy="915638"/>
            </a:xfrm>
            <a:custGeom>
              <a:avLst/>
              <a:gdLst/>
              <a:ahLst/>
              <a:cxnLst/>
              <a:rect l="l" t="t" r="r" b="b"/>
              <a:pathLst>
                <a:path w="194747" h="588835" extrusionOk="0">
                  <a:moveTo>
                    <a:pt x="0" y="573500"/>
                  </a:moveTo>
                  <a:cubicBezTo>
                    <a:pt x="20955" y="578644"/>
                    <a:pt x="41815" y="583787"/>
                    <a:pt x="62770" y="588836"/>
                  </a:cubicBezTo>
                  <a:cubicBezTo>
                    <a:pt x="66389" y="573119"/>
                    <a:pt x="72390" y="548926"/>
                    <a:pt x="81153" y="519684"/>
                  </a:cubicBezTo>
                  <a:cubicBezTo>
                    <a:pt x="126206" y="368808"/>
                    <a:pt x="172307" y="322516"/>
                    <a:pt x="189071" y="231362"/>
                  </a:cubicBezTo>
                  <a:cubicBezTo>
                    <a:pt x="196501" y="190690"/>
                    <a:pt x="200406" y="128683"/>
                    <a:pt x="176213" y="46958"/>
                  </a:cubicBezTo>
                  <a:cubicBezTo>
                    <a:pt x="139827" y="31337"/>
                    <a:pt x="103346" y="15621"/>
                    <a:pt x="66961" y="0"/>
                  </a:cubicBezTo>
                  <a:cubicBezTo>
                    <a:pt x="64484" y="65055"/>
                    <a:pt x="60198" y="132969"/>
                    <a:pt x="53626" y="203359"/>
                  </a:cubicBezTo>
                  <a:cubicBezTo>
                    <a:pt x="41148" y="336709"/>
                    <a:pt x="22289" y="460343"/>
                    <a:pt x="95" y="57340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2" name="Google Shape;1852;p54">
              <a:extLst>
                <a:ext uri="{FF2B5EF4-FFF2-40B4-BE49-F238E27FC236}">
                  <a16:creationId xmlns:a16="http://schemas.microsoft.com/office/drawing/2014/main" id="{CC77F94E-382B-7DF6-72E3-24919DC1B6D6}"/>
                </a:ext>
              </a:extLst>
            </p:cNvPr>
            <p:cNvSpPr/>
            <p:nvPr/>
          </p:nvSpPr>
          <p:spPr>
            <a:xfrm>
              <a:off x="5545894" y="2857898"/>
              <a:ext cx="442415" cy="842619"/>
            </a:xfrm>
            <a:custGeom>
              <a:avLst/>
              <a:gdLst/>
              <a:ahLst/>
              <a:cxnLst/>
              <a:rect l="l" t="t" r="r" b="b"/>
              <a:pathLst>
                <a:path w="284511" h="541877" extrusionOk="0">
                  <a:moveTo>
                    <a:pt x="95" y="509302"/>
                  </a:moveTo>
                  <a:cubicBezTo>
                    <a:pt x="74295" y="520160"/>
                    <a:pt x="148400" y="531019"/>
                    <a:pt x="222599" y="541877"/>
                  </a:cubicBezTo>
                  <a:cubicBezTo>
                    <a:pt x="243269" y="394525"/>
                    <a:pt x="263938" y="247174"/>
                    <a:pt x="284512" y="99822"/>
                  </a:cubicBezTo>
                  <a:cubicBezTo>
                    <a:pt x="212979" y="66580"/>
                    <a:pt x="141542" y="33338"/>
                    <a:pt x="70009" y="0"/>
                  </a:cubicBezTo>
                  <a:cubicBezTo>
                    <a:pt x="46673" y="169736"/>
                    <a:pt x="23336" y="339471"/>
                    <a:pt x="0" y="509302"/>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3" name="Google Shape;1853;p54">
              <a:extLst>
                <a:ext uri="{FF2B5EF4-FFF2-40B4-BE49-F238E27FC236}">
                  <a16:creationId xmlns:a16="http://schemas.microsoft.com/office/drawing/2014/main" id="{44557390-6F05-A421-8CDE-D00D7AA92A77}"/>
                </a:ext>
              </a:extLst>
            </p:cNvPr>
            <p:cNvSpPr/>
            <p:nvPr/>
          </p:nvSpPr>
          <p:spPr>
            <a:xfrm>
              <a:off x="5214721" y="4692126"/>
              <a:ext cx="431391" cy="145512"/>
            </a:xfrm>
            <a:custGeom>
              <a:avLst/>
              <a:gdLst/>
              <a:ahLst/>
              <a:cxnLst/>
              <a:rect l="l" t="t" r="r" b="b"/>
              <a:pathLst>
                <a:path w="277422" h="93577" extrusionOk="0">
                  <a:moveTo>
                    <a:pt x="0" y="93482"/>
                  </a:moveTo>
                  <a:cubicBezTo>
                    <a:pt x="92297" y="92435"/>
                    <a:pt x="184594" y="91482"/>
                    <a:pt x="276892" y="90434"/>
                  </a:cubicBezTo>
                  <a:cubicBezTo>
                    <a:pt x="277844" y="81004"/>
                    <a:pt x="278416" y="62717"/>
                    <a:pt x="270320" y="41952"/>
                  </a:cubicBezTo>
                  <a:cubicBezTo>
                    <a:pt x="263557" y="24617"/>
                    <a:pt x="253556" y="12900"/>
                    <a:pt x="247174" y="6519"/>
                  </a:cubicBezTo>
                  <a:cubicBezTo>
                    <a:pt x="230410" y="22807"/>
                    <a:pt x="210693" y="37284"/>
                    <a:pt x="196501" y="31570"/>
                  </a:cubicBezTo>
                  <a:cubicBezTo>
                    <a:pt x="184594" y="26807"/>
                    <a:pt x="185547" y="11472"/>
                    <a:pt x="175832" y="4042"/>
                  </a:cubicBezTo>
                  <a:cubicBezTo>
                    <a:pt x="162592" y="-6054"/>
                    <a:pt x="131731" y="233"/>
                    <a:pt x="61913" y="52239"/>
                  </a:cubicBezTo>
                  <a:cubicBezTo>
                    <a:pt x="59531" y="51953"/>
                    <a:pt x="26765" y="48334"/>
                    <a:pt x="9144" y="71384"/>
                  </a:cubicBezTo>
                  <a:cubicBezTo>
                    <a:pt x="3048" y="79290"/>
                    <a:pt x="857" y="87767"/>
                    <a:pt x="0" y="9357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4" name="Google Shape;1854;p54">
              <a:extLst>
                <a:ext uri="{FF2B5EF4-FFF2-40B4-BE49-F238E27FC236}">
                  <a16:creationId xmlns:a16="http://schemas.microsoft.com/office/drawing/2014/main" id="{54C08806-C44B-B392-6325-FFB9C268ECFF}"/>
                </a:ext>
              </a:extLst>
            </p:cNvPr>
            <p:cNvSpPr/>
            <p:nvPr/>
          </p:nvSpPr>
          <p:spPr>
            <a:xfrm>
              <a:off x="5654849" y="2748793"/>
              <a:ext cx="652293" cy="429466"/>
            </a:xfrm>
            <a:custGeom>
              <a:avLst/>
              <a:gdLst/>
              <a:ahLst/>
              <a:cxnLst/>
              <a:rect l="l" t="t" r="r" b="b"/>
              <a:pathLst>
                <a:path w="419481" h="276184" extrusionOk="0">
                  <a:moveTo>
                    <a:pt x="419481" y="260033"/>
                  </a:moveTo>
                  <a:cubicBezTo>
                    <a:pt x="394240" y="268129"/>
                    <a:pt x="291560" y="297847"/>
                    <a:pt x="177165" y="247841"/>
                  </a:cubicBezTo>
                  <a:cubicBezTo>
                    <a:pt x="57626" y="195548"/>
                    <a:pt x="10097" y="93154"/>
                    <a:pt x="0" y="70104"/>
                  </a:cubicBezTo>
                  <a:cubicBezTo>
                    <a:pt x="6096" y="46768"/>
                    <a:pt x="12192" y="23336"/>
                    <a:pt x="18288" y="0"/>
                  </a:cubicBezTo>
                  <a:cubicBezTo>
                    <a:pt x="152019" y="12287"/>
                    <a:pt x="285750" y="24575"/>
                    <a:pt x="419481" y="36862"/>
                  </a:cubicBezTo>
                  <a:lnTo>
                    <a:pt x="419481" y="26012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5" name="Google Shape;1855;p54">
              <a:extLst>
                <a:ext uri="{FF2B5EF4-FFF2-40B4-BE49-F238E27FC236}">
                  <a16:creationId xmlns:a16="http://schemas.microsoft.com/office/drawing/2014/main" id="{FDE0486E-2790-E30C-1D9F-4F2E8A278AEB}"/>
                </a:ext>
              </a:extLst>
            </p:cNvPr>
            <p:cNvSpPr/>
            <p:nvPr/>
          </p:nvSpPr>
          <p:spPr>
            <a:xfrm>
              <a:off x="5522587" y="1883527"/>
              <a:ext cx="228983" cy="695690"/>
            </a:xfrm>
            <a:custGeom>
              <a:avLst/>
              <a:gdLst/>
              <a:ahLst/>
              <a:cxnLst/>
              <a:rect l="l" t="t" r="r" b="b"/>
              <a:pathLst>
                <a:path w="147256" h="447389" extrusionOk="0">
                  <a:moveTo>
                    <a:pt x="95631" y="447294"/>
                  </a:moveTo>
                  <a:lnTo>
                    <a:pt x="0" y="440436"/>
                  </a:lnTo>
                  <a:cubicBezTo>
                    <a:pt x="667" y="369189"/>
                    <a:pt x="4096" y="309467"/>
                    <a:pt x="7525" y="265081"/>
                  </a:cubicBezTo>
                  <a:cubicBezTo>
                    <a:pt x="22384" y="72104"/>
                    <a:pt x="47911" y="24193"/>
                    <a:pt x="83058" y="6286"/>
                  </a:cubicBezTo>
                  <a:cubicBezTo>
                    <a:pt x="90011" y="2762"/>
                    <a:pt x="96298" y="952"/>
                    <a:pt x="100298" y="0"/>
                  </a:cubicBezTo>
                  <a:cubicBezTo>
                    <a:pt x="115919" y="69056"/>
                    <a:pt x="131540" y="138208"/>
                    <a:pt x="147256" y="207264"/>
                  </a:cubicBezTo>
                  <a:cubicBezTo>
                    <a:pt x="130112" y="287274"/>
                    <a:pt x="112871" y="367379"/>
                    <a:pt x="95726" y="447389"/>
                  </a:cubicBezTo>
                  <a:close/>
                </a:path>
              </a:pathLst>
            </a:custGeom>
            <a:solidFill>
              <a:srgbClr val="FF5A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6" name="Google Shape;1856;p54">
              <a:extLst>
                <a:ext uri="{FF2B5EF4-FFF2-40B4-BE49-F238E27FC236}">
                  <a16:creationId xmlns:a16="http://schemas.microsoft.com/office/drawing/2014/main" id="{3AFF1CE0-53D2-67CC-D103-C0C3EC151DD2}"/>
                </a:ext>
              </a:extLst>
            </p:cNvPr>
            <p:cNvSpPr/>
            <p:nvPr/>
          </p:nvSpPr>
          <p:spPr>
            <a:xfrm>
              <a:off x="6073899" y="1818801"/>
              <a:ext cx="621781" cy="468934"/>
            </a:xfrm>
            <a:custGeom>
              <a:avLst/>
              <a:gdLst/>
              <a:ahLst/>
              <a:cxnLst/>
              <a:rect l="l" t="t" r="r" b="b"/>
              <a:pathLst>
                <a:path w="399859" h="301565" extrusionOk="0">
                  <a:moveTo>
                    <a:pt x="342995" y="301566"/>
                  </a:moveTo>
                  <a:lnTo>
                    <a:pt x="399859" y="224413"/>
                  </a:lnTo>
                  <a:cubicBezTo>
                    <a:pt x="345281" y="178598"/>
                    <a:pt x="297656" y="142403"/>
                    <a:pt x="261747" y="116114"/>
                  </a:cubicBezTo>
                  <a:cubicBezTo>
                    <a:pt x="105442" y="1909"/>
                    <a:pt x="52483" y="-9807"/>
                    <a:pt x="16002" y="5243"/>
                  </a:cubicBezTo>
                  <a:cubicBezTo>
                    <a:pt x="8763" y="8196"/>
                    <a:pt x="3334" y="11815"/>
                    <a:pt x="0" y="14196"/>
                  </a:cubicBezTo>
                  <a:cubicBezTo>
                    <a:pt x="42291" y="70965"/>
                    <a:pt x="84677" y="127830"/>
                    <a:pt x="126968" y="184599"/>
                  </a:cubicBezTo>
                  <a:cubicBezTo>
                    <a:pt x="198977" y="223556"/>
                    <a:pt x="270986" y="262608"/>
                    <a:pt x="342995" y="301566"/>
                  </a:cubicBezTo>
                  <a:close/>
                </a:path>
              </a:pathLst>
            </a:custGeom>
            <a:solidFill>
              <a:srgbClr val="FF5A4D"/>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7" name="Google Shape;1857;p54">
              <a:extLst>
                <a:ext uri="{FF2B5EF4-FFF2-40B4-BE49-F238E27FC236}">
                  <a16:creationId xmlns:a16="http://schemas.microsoft.com/office/drawing/2014/main" id="{6780CC5D-4EEE-55EF-3703-5FC151360C93}"/>
                </a:ext>
              </a:extLst>
            </p:cNvPr>
            <p:cNvSpPr/>
            <p:nvPr/>
          </p:nvSpPr>
          <p:spPr>
            <a:xfrm>
              <a:off x="5751188" y="1553097"/>
              <a:ext cx="262901" cy="329996"/>
            </a:xfrm>
            <a:custGeom>
              <a:avLst/>
              <a:gdLst/>
              <a:ahLst/>
              <a:cxnLst/>
              <a:rect l="l" t="t" r="r" b="b"/>
              <a:pathLst>
                <a:path w="169068" h="212216" extrusionOk="0">
                  <a:moveTo>
                    <a:pt x="169069" y="186499"/>
                  </a:moveTo>
                  <a:lnTo>
                    <a:pt x="12859" y="212217"/>
                  </a:lnTo>
                  <a:cubicBezTo>
                    <a:pt x="8572" y="148304"/>
                    <a:pt x="4286" y="84391"/>
                    <a:pt x="0" y="20383"/>
                  </a:cubicBezTo>
                  <a:lnTo>
                    <a:pt x="123539" y="0"/>
                  </a:lnTo>
                  <a:cubicBezTo>
                    <a:pt x="122206" y="9144"/>
                    <a:pt x="121063" y="20860"/>
                    <a:pt x="120968" y="34671"/>
                  </a:cubicBezTo>
                  <a:cubicBezTo>
                    <a:pt x="120682" y="56102"/>
                    <a:pt x="123158" y="82391"/>
                    <a:pt x="131826" y="111062"/>
                  </a:cubicBezTo>
                  <a:cubicBezTo>
                    <a:pt x="133160" y="115729"/>
                    <a:pt x="134779" y="120205"/>
                    <a:pt x="136303" y="124492"/>
                  </a:cubicBezTo>
                  <a:cubicBezTo>
                    <a:pt x="146114" y="151352"/>
                    <a:pt x="158782" y="172212"/>
                    <a:pt x="169069" y="186499"/>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8" name="Google Shape;1858;p54">
              <a:extLst>
                <a:ext uri="{FF2B5EF4-FFF2-40B4-BE49-F238E27FC236}">
                  <a16:creationId xmlns:a16="http://schemas.microsoft.com/office/drawing/2014/main" id="{C0C07A90-273D-A32B-5F36-7910EC984A33}"/>
                </a:ext>
              </a:extLst>
            </p:cNvPr>
            <p:cNvSpPr/>
            <p:nvPr/>
          </p:nvSpPr>
          <p:spPr>
            <a:xfrm>
              <a:off x="5863985" y="1607278"/>
              <a:ext cx="99402" cy="141101"/>
            </a:xfrm>
            <a:custGeom>
              <a:avLst/>
              <a:gdLst/>
              <a:ahLst/>
              <a:cxnLst/>
              <a:rect l="l" t="t" r="r" b="b"/>
              <a:pathLst>
                <a:path w="63924" h="90740" extrusionOk="0">
                  <a:moveTo>
                    <a:pt x="63925" y="89726"/>
                  </a:moveTo>
                  <a:cubicBezTo>
                    <a:pt x="63163" y="90011"/>
                    <a:pt x="62305" y="90202"/>
                    <a:pt x="61448" y="90297"/>
                  </a:cubicBezTo>
                  <a:cubicBezTo>
                    <a:pt x="34873" y="94679"/>
                    <a:pt x="8013" y="66104"/>
                    <a:pt x="1441" y="26194"/>
                  </a:cubicBezTo>
                  <a:cubicBezTo>
                    <a:pt x="393" y="20003"/>
                    <a:pt x="-83" y="13811"/>
                    <a:pt x="12" y="8001"/>
                  </a:cubicBezTo>
                  <a:lnTo>
                    <a:pt x="48589" y="0"/>
                  </a:lnTo>
                  <a:cubicBezTo>
                    <a:pt x="48304" y="21431"/>
                    <a:pt x="50780" y="47720"/>
                    <a:pt x="59448" y="76390"/>
                  </a:cubicBezTo>
                  <a:cubicBezTo>
                    <a:pt x="60781" y="81058"/>
                    <a:pt x="62401" y="85535"/>
                    <a:pt x="63925" y="8982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9" name="Google Shape;1859;p54">
              <a:extLst>
                <a:ext uri="{FF2B5EF4-FFF2-40B4-BE49-F238E27FC236}">
                  <a16:creationId xmlns:a16="http://schemas.microsoft.com/office/drawing/2014/main" id="{59C2046A-DF72-1597-4857-EBB5CB2123E7}"/>
                </a:ext>
              </a:extLst>
            </p:cNvPr>
            <p:cNvSpPr/>
            <p:nvPr/>
          </p:nvSpPr>
          <p:spPr>
            <a:xfrm>
              <a:off x="5700897" y="1311367"/>
              <a:ext cx="335297" cy="408062"/>
            </a:xfrm>
            <a:custGeom>
              <a:avLst/>
              <a:gdLst/>
              <a:ahLst/>
              <a:cxnLst/>
              <a:rect l="l" t="t" r="r" b="b"/>
              <a:pathLst>
                <a:path w="215625" h="262419" extrusionOk="0">
                  <a:moveTo>
                    <a:pt x="215530" y="165016"/>
                  </a:moveTo>
                  <a:cubicBezTo>
                    <a:pt x="214768" y="205021"/>
                    <a:pt x="214768" y="224833"/>
                    <a:pt x="204196" y="239882"/>
                  </a:cubicBezTo>
                  <a:cubicBezTo>
                    <a:pt x="176668" y="277697"/>
                    <a:pt x="93325" y="260838"/>
                    <a:pt x="63607" y="240645"/>
                  </a:cubicBezTo>
                  <a:cubicBezTo>
                    <a:pt x="49700" y="231120"/>
                    <a:pt x="39032" y="218261"/>
                    <a:pt x="39032" y="218261"/>
                  </a:cubicBezTo>
                  <a:cubicBezTo>
                    <a:pt x="32746" y="210546"/>
                    <a:pt x="28364" y="202830"/>
                    <a:pt x="25126" y="197020"/>
                  </a:cubicBezTo>
                  <a:cubicBezTo>
                    <a:pt x="18172" y="182351"/>
                    <a:pt x="10457" y="163301"/>
                    <a:pt x="5314" y="140156"/>
                  </a:cubicBezTo>
                  <a:cubicBezTo>
                    <a:pt x="-3164" y="100913"/>
                    <a:pt x="170" y="67099"/>
                    <a:pt x="3885" y="45477"/>
                  </a:cubicBezTo>
                  <a:cubicBezTo>
                    <a:pt x="14934" y="35190"/>
                    <a:pt x="46081" y="8806"/>
                    <a:pt x="94944" y="1757"/>
                  </a:cubicBezTo>
                  <a:cubicBezTo>
                    <a:pt x="139711" y="-4815"/>
                    <a:pt x="174192" y="8711"/>
                    <a:pt x="188194" y="14997"/>
                  </a:cubicBezTo>
                  <a:cubicBezTo>
                    <a:pt x="191146" y="27475"/>
                    <a:pt x="194480" y="42524"/>
                    <a:pt x="197719" y="59384"/>
                  </a:cubicBezTo>
                  <a:cubicBezTo>
                    <a:pt x="198481" y="63098"/>
                    <a:pt x="199147" y="66718"/>
                    <a:pt x="199909" y="70718"/>
                  </a:cubicBezTo>
                  <a:cubicBezTo>
                    <a:pt x="200290" y="73671"/>
                    <a:pt x="201052" y="76243"/>
                    <a:pt x="201338" y="79196"/>
                  </a:cubicBezTo>
                  <a:cubicBezTo>
                    <a:pt x="201719" y="80624"/>
                    <a:pt x="201719" y="82148"/>
                    <a:pt x="202100" y="83958"/>
                  </a:cubicBezTo>
                  <a:lnTo>
                    <a:pt x="202481" y="86530"/>
                  </a:lnTo>
                  <a:cubicBezTo>
                    <a:pt x="204291" y="96817"/>
                    <a:pt x="205053" y="103008"/>
                    <a:pt x="205434" y="108152"/>
                  </a:cubicBezTo>
                  <a:cubicBezTo>
                    <a:pt x="206577" y="116915"/>
                    <a:pt x="205815" y="118820"/>
                    <a:pt x="206863" y="124344"/>
                  </a:cubicBezTo>
                  <a:cubicBezTo>
                    <a:pt x="208672" y="133488"/>
                    <a:pt x="211244" y="135679"/>
                    <a:pt x="213435" y="143775"/>
                  </a:cubicBezTo>
                  <a:cubicBezTo>
                    <a:pt x="215626" y="151490"/>
                    <a:pt x="215626" y="157396"/>
                    <a:pt x="215626" y="165016"/>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0" name="Google Shape;1860;p54">
              <a:extLst>
                <a:ext uri="{FF2B5EF4-FFF2-40B4-BE49-F238E27FC236}">
                  <a16:creationId xmlns:a16="http://schemas.microsoft.com/office/drawing/2014/main" id="{A0D493D8-A1F7-7EE7-4ECD-9EE40FDB257E}"/>
                </a:ext>
              </a:extLst>
            </p:cNvPr>
            <p:cNvSpPr/>
            <p:nvPr/>
          </p:nvSpPr>
          <p:spPr>
            <a:xfrm>
              <a:off x="5826702" y="1497064"/>
              <a:ext cx="85573" cy="23768"/>
            </a:xfrm>
            <a:custGeom>
              <a:avLst/>
              <a:gdLst/>
              <a:ahLst/>
              <a:cxnLst/>
              <a:rect l="l" t="t" r="r" b="b"/>
              <a:pathLst>
                <a:path w="55031" h="15285" extrusionOk="0">
                  <a:moveTo>
                    <a:pt x="13742" y="15286"/>
                  </a:moveTo>
                  <a:cubicBezTo>
                    <a:pt x="9837" y="15286"/>
                    <a:pt x="5932" y="15000"/>
                    <a:pt x="1932" y="14429"/>
                  </a:cubicBezTo>
                  <a:cubicBezTo>
                    <a:pt x="693" y="14238"/>
                    <a:pt x="-164" y="13095"/>
                    <a:pt x="27" y="11857"/>
                  </a:cubicBezTo>
                  <a:cubicBezTo>
                    <a:pt x="217" y="10619"/>
                    <a:pt x="1265" y="9761"/>
                    <a:pt x="2598" y="9952"/>
                  </a:cubicBezTo>
                  <a:cubicBezTo>
                    <a:pt x="13933" y="11571"/>
                    <a:pt x="25077" y="10714"/>
                    <a:pt x="35745" y="7475"/>
                  </a:cubicBezTo>
                  <a:cubicBezTo>
                    <a:pt x="41270" y="5761"/>
                    <a:pt x="46604" y="3380"/>
                    <a:pt x="51652" y="332"/>
                  </a:cubicBezTo>
                  <a:cubicBezTo>
                    <a:pt x="52700" y="-335"/>
                    <a:pt x="54033" y="46"/>
                    <a:pt x="54700" y="1094"/>
                  </a:cubicBezTo>
                  <a:cubicBezTo>
                    <a:pt x="55367" y="2141"/>
                    <a:pt x="54986" y="3570"/>
                    <a:pt x="53938" y="4142"/>
                  </a:cubicBezTo>
                  <a:cubicBezTo>
                    <a:pt x="48604" y="7285"/>
                    <a:pt x="42889" y="9857"/>
                    <a:pt x="37079" y="11666"/>
                  </a:cubicBezTo>
                  <a:cubicBezTo>
                    <a:pt x="29554" y="14047"/>
                    <a:pt x="21743" y="15191"/>
                    <a:pt x="13742" y="151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1" name="Google Shape;1861;p54">
              <a:extLst>
                <a:ext uri="{FF2B5EF4-FFF2-40B4-BE49-F238E27FC236}">
                  <a16:creationId xmlns:a16="http://schemas.microsoft.com/office/drawing/2014/main" id="{4EC6EBF7-9DA5-1C8B-427D-851434432BC4}"/>
                </a:ext>
              </a:extLst>
            </p:cNvPr>
            <p:cNvSpPr/>
            <p:nvPr/>
          </p:nvSpPr>
          <p:spPr>
            <a:xfrm>
              <a:off x="5867809" y="1507998"/>
              <a:ext cx="30321" cy="32828"/>
            </a:xfrm>
            <a:custGeom>
              <a:avLst/>
              <a:gdLst/>
              <a:ahLst/>
              <a:cxnLst/>
              <a:rect l="l" t="t" r="r" b="b"/>
              <a:pathLst>
                <a:path w="19499" h="21111" extrusionOk="0">
                  <a:moveTo>
                    <a:pt x="225" y="8651"/>
                  </a:moveTo>
                  <a:cubicBezTo>
                    <a:pt x="-918" y="14366"/>
                    <a:pt x="2415" y="19890"/>
                    <a:pt x="7654" y="20938"/>
                  </a:cubicBezTo>
                  <a:cubicBezTo>
                    <a:pt x="12893" y="21985"/>
                    <a:pt x="18132" y="18176"/>
                    <a:pt x="19275" y="12460"/>
                  </a:cubicBezTo>
                  <a:cubicBezTo>
                    <a:pt x="20418" y="6745"/>
                    <a:pt x="17084" y="1221"/>
                    <a:pt x="11845" y="173"/>
                  </a:cubicBezTo>
                  <a:cubicBezTo>
                    <a:pt x="6606" y="-874"/>
                    <a:pt x="1368" y="2935"/>
                    <a:pt x="225" y="865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2" name="Google Shape;1862;p54">
              <a:extLst>
                <a:ext uri="{FF2B5EF4-FFF2-40B4-BE49-F238E27FC236}">
                  <a16:creationId xmlns:a16="http://schemas.microsoft.com/office/drawing/2014/main" id="{8919731B-0F46-4CA0-CBD3-524F299386D6}"/>
                </a:ext>
              </a:extLst>
            </p:cNvPr>
            <p:cNvSpPr/>
            <p:nvPr/>
          </p:nvSpPr>
          <p:spPr>
            <a:xfrm>
              <a:off x="5956885" y="1473526"/>
              <a:ext cx="85573" cy="23703"/>
            </a:xfrm>
            <a:custGeom>
              <a:avLst/>
              <a:gdLst/>
              <a:ahLst/>
              <a:cxnLst/>
              <a:rect l="l" t="t" r="r" b="b"/>
              <a:pathLst>
                <a:path w="55031" h="15243" extrusionOk="0">
                  <a:moveTo>
                    <a:pt x="13552" y="15244"/>
                  </a:moveTo>
                  <a:cubicBezTo>
                    <a:pt x="9647" y="15244"/>
                    <a:pt x="5742" y="14958"/>
                    <a:pt x="1932" y="14386"/>
                  </a:cubicBezTo>
                  <a:cubicBezTo>
                    <a:pt x="693" y="14196"/>
                    <a:pt x="-164" y="13053"/>
                    <a:pt x="26" y="11815"/>
                  </a:cubicBezTo>
                  <a:cubicBezTo>
                    <a:pt x="217" y="10577"/>
                    <a:pt x="1265" y="9719"/>
                    <a:pt x="2598" y="9910"/>
                  </a:cubicBezTo>
                  <a:cubicBezTo>
                    <a:pt x="13743" y="11529"/>
                    <a:pt x="25172" y="10672"/>
                    <a:pt x="35745" y="7433"/>
                  </a:cubicBezTo>
                  <a:cubicBezTo>
                    <a:pt x="41270" y="5719"/>
                    <a:pt x="46604" y="3337"/>
                    <a:pt x="51652" y="289"/>
                  </a:cubicBezTo>
                  <a:cubicBezTo>
                    <a:pt x="52700" y="-282"/>
                    <a:pt x="54033" y="4"/>
                    <a:pt x="54700" y="1052"/>
                  </a:cubicBezTo>
                  <a:cubicBezTo>
                    <a:pt x="55367" y="2099"/>
                    <a:pt x="54986" y="3433"/>
                    <a:pt x="53938" y="4100"/>
                  </a:cubicBezTo>
                  <a:cubicBezTo>
                    <a:pt x="48604" y="7338"/>
                    <a:pt x="42889" y="9814"/>
                    <a:pt x="37079" y="11624"/>
                  </a:cubicBezTo>
                  <a:cubicBezTo>
                    <a:pt x="29554" y="13910"/>
                    <a:pt x="21648" y="15149"/>
                    <a:pt x="13647" y="1514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3" name="Google Shape;1863;p54">
              <a:extLst>
                <a:ext uri="{FF2B5EF4-FFF2-40B4-BE49-F238E27FC236}">
                  <a16:creationId xmlns:a16="http://schemas.microsoft.com/office/drawing/2014/main" id="{F22B1C43-ED59-4604-2EBE-E742C72D9FC6}"/>
                </a:ext>
              </a:extLst>
            </p:cNvPr>
            <p:cNvSpPr/>
            <p:nvPr/>
          </p:nvSpPr>
          <p:spPr>
            <a:xfrm>
              <a:off x="5997844" y="1484395"/>
              <a:ext cx="30321" cy="32828"/>
            </a:xfrm>
            <a:custGeom>
              <a:avLst/>
              <a:gdLst/>
              <a:ahLst/>
              <a:cxnLst/>
              <a:rect l="l" t="t" r="r" b="b"/>
              <a:pathLst>
                <a:path w="19499" h="21111" extrusionOk="0">
                  <a:moveTo>
                    <a:pt x="225" y="8651"/>
                  </a:moveTo>
                  <a:cubicBezTo>
                    <a:pt x="-918" y="14366"/>
                    <a:pt x="2415" y="19890"/>
                    <a:pt x="7654" y="20938"/>
                  </a:cubicBezTo>
                  <a:cubicBezTo>
                    <a:pt x="12893" y="21986"/>
                    <a:pt x="18132" y="18176"/>
                    <a:pt x="19275" y="12461"/>
                  </a:cubicBezTo>
                  <a:cubicBezTo>
                    <a:pt x="20418" y="6746"/>
                    <a:pt x="17084" y="1221"/>
                    <a:pt x="11845" y="173"/>
                  </a:cubicBezTo>
                  <a:cubicBezTo>
                    <a:pt x="6606" y="-874"/>
                    <a:pt x="1368" y="2936"/>
                    <a:pt x="225" y="865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4" name="Google Shape;1864;p54">
              <a:extLst>
                <a:ext uri="{FF2B5EF4-FFF2-40B4-BE49-F238E27FC236}">
                  <a16:creationId xmlns:a16="http://schemas.microsoft.com/office/drawing/2014/main" id="{D0364EBF-7640-0D4D-9B17-2D1C63E74AE0}"/>
                </a:ext>
              </a:extLst>
            </p:cNvPr>
            <p:cNvSpPr/>
            <p:nvPr/>
          </p:nvSpPr>
          <p:spPr>
            <a:xfrm>
              <a:off x="5791561" y="1414600"/>
              <a:ext cx="121313" cy="54209"/>
            </a:xfrm>
            <a:custGeom>
              <a:avLst/>
              <a:gdLst/>
              <a:ahLst/>
              <a:cxnLst/>
              <a:rect l="l" t="t" r="r" b="b"/>
              <a:pathLst>
                <a:path w="78015" h="34861" extrusionOk="0">
                  <a:moveTo>
                    <a:pt x="12575" y="28670"/>
                  </a:moveTo>
                  <a:cubicBezTo>
                    <a:pt x="12575" y="28670"/>
                    <a:pt x="17813" y="26003"/>
                    <a:pt x="23147" y="24860"/>
                  </a:cubicBezTo>
                  <a:cubicBezTo>
                    <a:pt x="31815" y="22955"/>
                    <a:pt x="50865" y="22384"/>
                    <a:pt x="75535" y="24384"/>
                  </a:cubicBezTo>
                  <a:cubicBezTo>
                    <a:pt x="76487" y="22574"/>
                    <a:pt x="78678" y="17526"/>
                    <a:pt x="77821" y="11049"/>
                  </a:cubicBezTo>
                  <a:cubicBezTo>
                    <a:pt x="77154" y="5525"/>
                    <a:pt x="74582" y="1715"/>
                    <a:pt x="73249" y="0"/>
                  </a:cubicBezTo>
                  <a:cubicBezTo>
                    <a:pt x="57437" y="3239"/>
                    <a:pt x="45626" y="4382"/>
                    <a:pt x="37244" y="4763"/>
                  </a:cubicBezTo>
                  <a:cubicBezTo>
                    <a:pt x="34101" y="4858"/>
                    <a:pt x="24767" y="5239"/>
                    <a:pt x="14384" y="9811"/>
                  </a:cubicBezTo>
                  <a:cubicBezTo>
                    <a:pt x="9431" y="12002"/>
                    <a:pt x="7336" y="13907"/>
                    <a:pt x="6479" y="14859"/>
                  </a:cubicBezTo>
                  <a:cubicBezTo>
                    <a:pt x="-284" y="21622"/>
                    <a:pt x="-189" y="31528"/>
                    <a:pt x="97" y="34862"/>
                  </a:cubicBezTo>
                  <a:cubicBezTo>
                    <a:pt x="3240" y="33052"/>
                    <a:pt x="7431" y="30861"/>
                    <a:pt x="12575" y="286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5" name="Google Shape;1865;p54">
              <a:extLst>
                <a:ext uri="{FF2B5EF4-FFF2-40B4-BE49-F238E27FC236}">
                  <a16:creationId xmlns:a16="http://schemas.microsoft.com/office/drawing/2014/main" id="{F454D397-5DF8-CDE5-C83D-BBAF3175E720}"/>
                </a:ext>
              </a:extLst>
            </p:cNvPr>
            <p:cNvSpPr/>
            <p:nvPr/>
          </p:nvSpPr>
          <p:spPr>
            <a:xfrm>
              <a:off x="5957591" y="1404506"/>
              <a:ext cx="56806" cy="49024"/>
            </a:xfrm>
            <a:custGeom>
              <a:avLst/>
              <a:gdLst/>
              <a:ahLst/>
              <a:cxnLst/>
              <a:rect l="l" t="t" r="r" b="b"/>
              <a:pathLst>
                <a:path w="36531" h="31527" extrusionOk="0">
                  <a:moveTo>
                    <a:pt x="36531" y="19812"/>
                  </a:moveTo>
                  <a:cubicBezTo>
                    <a:pt x="28054" y="22765"/>
                    <a:pt x="18148" y="26765"/>
                    <a:pt x="7575" y="31528"/>
                  </a:cubicBezTo>
                  <a:cubicBezTo>
                    <a:pt x="5765" y="29718"/>
                    <a:pt x="2051" y="25622"/>
                    <a:pt x="622" y="18669"/>
                  </a:cubicBezTo>
                  <a:cubicBezTo>
                    <a:pt x="-807" y="13145"/>
                    <a:pt x="622" y="8382"/>
                    <a:pt x="1003" y="6191"/>
                  </a:cubicBezTo>
                  <a:cubicBezTo>
                    <a:pt x="14624" y="4381"/>
                    <a:pt x="24815" y="2191"/>
                    <a:pt x="32911" y="0"/>
                  </a:cubicBezTo>
                  <a:cubicBezTo>
                    <a:pt x="33674" y="3715"/>
                    <a:pt x="34340" y="7334"/>
                    <a:pt x="35102" y="11335"/>
                  </a:cubicBezTo>
                  <a:cubicBezTo>
                    <a:pt x="35483" y="14288"/>
                    <a:pt x="36245" y="16859"/>
                    <a:pt x="36531" y="198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6" name="Google Shape;1866;p54">
              <a:extLst>
                <a:ext uri="{FF2B5EF4-FFF2-40B4-BE49-F238E27FC236}">
                  <a16:creationId xmlns:a16="http://schemas.microsoft.com/office/drawing/2014/main" id="{6193A2CE-76C1-AB94-E298-90598C55B4A6}"/>
                </a:ext>
              </a:extLst>
            </p:cNvPr>
            <p:cNvSpPr/>
            <p:nvPr/>
          </p:nvSpPr>
          <p:spPr>
            <a:xfrm>
              <a:off x="5970286" y="1574769"/>
              <a:ext cx="34806" cy="13435"/>
            </a:xfrm>
            <a:custGeom>
              <a:avLst/>
              <a:gdLst/>
              <a:ahLst/>
              <a:cxnLst/>
              <a:rect l="l" t="t" r="r" b="b"/>
              <a:pathLst>
                <a:path w="22383" h="8640" extrusionOk="0">
                  <a:moveTo>
                    <a:pt x="0" y="6953"/>
                  </a:moveTo>
                  <a:cubicBezTo>
                    <a:pt x="1048" y="7429"/>
                    <a:pt x="7715" y="10382"/>
                    <a:pt x="14764" y="7144"/>
                  </a:cubicBezTo>
                  <a:cubicBezTo>
                    <a:pt x="19336" y="5048"/>
                    <a:pt x="21622" y="1429"/>
                    <a:pt x="22384" y="0"/>
                  </a:cubicBezTo>
                  <a:lnTo>
                    <a:pt x="0" y="70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7" name="Google Shape;1867;p54">
              <a:extLst>
                <a:ext uri="{FF2B5EF4-FFF2-40B4-BE49-F238E27FC236}">
                  <a16:creationId xmlns:a16="http://schemas.microsoft.com/office/drawing/2014/main" id="{AFFD5988-453B-68AB-896B-DB5CEF23E6A0}"/>
                </a:ext>
              </a:extLst>
            </p:cNvPr>
            <p:cNvSpPr/>
            <p:nvPr/>
          </p:nvSpPr>
          <p:spPr>
            <a:xfrm>
              <a:off x="5928324" y="1620991"/>
              <a:ext cx="98459" cy="23938"/>
            </a:xfrm>
            <a:custGeom>
              <a:avLst/>
              <a:gdLst/>
              <a:ahLst/>
              <a:cxnLst/>
              <a:rect l="l" t="t" r="r" b="b"/>
              <a:pathLst>
                <a:path w="63318" h="15394" extrusionOk="0">
                  <a:moveTo>
                    <a:pt x="18830" y="15394"/>
                  </a:moveTo>
                  <a:cubicBezTo>
                    <a:pt x="13877" y="15394"/>
                    <a:pt x="8257" y="14632"/>
                    <a:pt x="1685" y="13013"/>
                  </a:cubicBezTo>
                  <a:cubicBezTo>
                    <a:pt x="447" y="12727"/>
                    <a:pt x="-220" y="11489"/>
                    <a:pt x="66" y="10346"/>
                  </a:cubicBezTo>
                  <a:cubicBezTo>
                    <a:pt x="351" y="9108"/>
                    <a:pt x="1494" y="8345"/>
                    <a:pt x="2733" y="8727"/>
                  </a:cubicBezTo>
                  <a:cubicBezTo>
                    <a:pt x="15401" y="11775"/>
                    <a:pt x="24640" y="11775"/>
                    <a:pt x="30260" y="8631"/>
                  </a:cubicBezTo>
                  <a:cubicBezTo>
                    <a:pt x="31974" y="7584"/>
                    <a:pt x="36546" y="5012"/>
                    <a:pt x="42738" y="2821"/>
                  </a:cubicBezTo>
                  <a:cubicBezTo>
                    <a:pt x="45595" y="1868"/>
                    <a:pt x="48357" y="1107"/>
                    <a:pt x="50834" y="726"/>
                  </a:cubicBezTo>
                  <a:cubicBezTo>
                    <a:pt x="54263" y="154"/>
                    <a:pt x="57692" y="-132"/>
                    <a:pt x="61216" y="59"/>
                  </a:cubicBezTo>
                  <a:cubicBezTo>
                    <a:pt x="62454" y="59"/>
                    <a:pt x="63407" y="1202"/>
                    <a:pt x="63312" y="2345"/>
                  </a:cubicBezTo>
                  <a:cubicBezTo>
                    <a:pt x="63312" y="3583"/>
                    <a:pt x="62264" y="4440"/>
                    <a:pt x="61121" y="4440"/>
                  </a:cubicBezTo>
                  <a:cubicBezTo>
                    <a:pt x="57882" y="4250"/>
                    <a:pt x="54644" y="4440"/>
                    <a:pt x="51596" y="5012"/>
                  </a:cubicBezTo>
                  <a:cubicBezTo>
                    <a:pt x="49310" y="5393"/>
                    <a:pt x="46833" y="6060"/>
                    <a:pt x="44166" y="6917"/>
                  </a:cubicBezTo>
                  <a:cubicBezTo>
                    <a:pt x="38356" y="8917"/>
                    <a:pt x="34260" y="11298"/>
                    <a:pt x="32736" y="12156"/>
                  </a:cubicBezTo>
                  <a:cubicBezTo>
                    <a:pt x="29022" y="14251"/>
                    <a:pt x="24354" y="15299"/>
                    <a:pt x="18735" y="152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8" name="Google Shape;1868;p54">
              <a:extLst>
                <a:ext uri="{FF2B5EF4-FFF2-40B4-BE49-F238E27FC236}">
                  <a16:creationId xmlns:a16="http://schemas.microsoft.com/office/drawing/2014/main" id="{9BB6CEAE-09F6-0FB8-6B05-A49561204F20}"/>
                </a:ext>
              </a:extLst>
            </p:cNvPr>
            <p:cNvSpPr/>
            <p:nvPr/>
          </p:nvSpPr>
          <p:spPr>
            <a:xfrm>
              <a:off x="5980375" y="1647997"/>
              <a:ext cx="25931" cy="12395"/>
            </a:xfrm>
            <a:custGeom>
              <a:avLst/>
              <a:gdLst/>
              <a:ahLst/>
              <a:cxnLst/>
              <a:rect l="l" t="t" r="r" b="b"/>
              <a:pathLst>
                <a:path w="16676" h="7971" extrusionOk="0">
                  <a:moveTo>
                    <a:pt x="2290" y="7972"/>
                  </a:moveTo>
                  <a:cubicBezTo>
                    <a:pt x="1337" y="7972"/>
                    <a:pt x="385" y="7305"/>
                    <a:pt x="99" y="6353"/>
                  </a:cubicBezTo>
                  <a:cubicBezTo>
                    <a:pt x="-282" y="5210"/>
                    <a:pt x="480" y="3971"/>
                    <a:pt x="1623" y="3590"/>
                  </a:cubicBezTo>
                  <a:lnTo>
                    <a:pt x="13815" y="66"/>
                  </a:lnTo>
                  <a:cubicBezTo>
                    <a:pt x="15053" y="-220"/>
                    <a:pt x="16292" y="447"/>
                    <a:pt x="16577" y="1590"/>
                  </a:cubicBezTo>
                  <a:cubicBezTo>
                    <a:pt x="16958" y="2733"/>
                    <a:pt x="16196" y="3971"/>
                    <a:pt x="15053" y="4352"/>
                  </a:cubicBezTo>
                  <a:lnTo>
                    <a:pt x="2861" y="7877"/>
                  </a:lnTo>
                  <a:cubicBezTo>
                    <a:pt x="2861" y="7877"/>
                    <a:pt x="2480" y="7877"/>
                    <a:pt x="2290" y="78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9" name="Google Shape;1869;p54">
              <a:extLst>
                <a:ext uri="{FF2B5EF4-FFF2-40B4-BE49-F238E27FC236}">
                  <a16:creationId xmlns:a16="http://schemas.microsoft.com/office/drawing/2014/main" id="{600FDFDB-83FE-D590-ABBD-F56E42F7CFD9}"/>
                </a:ext>
              </a:extLst>
            </p:cNvPr>
            <p:cNvSpPr/>
            <p:nvPr/>
          </p:nvSpPr>
          <p:spPr>
            <a:xfrm>
              <a:off x="5585972" y="1796735"/>
              <a:ext cx="773152" cy="1151820"/>
            </a:xfrm>
            <a:custGeom>
              <a:avLst/>
              <a:gdLst/>
              <a:ahLst/>
              <a:cxnLst/>
              <a:rect l="l" t="t" r="r" b="b"/>
              <a:pathLst>
                <a:path w="497204" h="740720" extrusionOk="0">
                  <a:moveTo>
                    <a:pt x="480632" y="705011"/>
                  </a:moveTo>
                  <a:cubicBezTo>
                    <a:pt x="405003" y="729777"/>
                    <a:pt x="278606" y="758066"/>
                    <a:pt x="131921" y="727205"/>
                  </a:cubicBezTo>
                  <a:cubicBezTo>
                    <a:pt x="92678" y="718918"/>
                    <a:pt x="57341" y="707583"/>
                    <a:pt x="26384" y="695105"/>
                  </a:cubicBezTo>
                  <a:cubicBezTo>
                    <a:pt x="17621" y="502510"/>
                    <a:pt x="8763" y="309914"/>
                    <a:pt x="0" y="117319"/>
                  </a:cubicBezTo>
                  <a:cubicBezTo>
                    <a:pt x="4477" y="106937"/>
                    <a:pt x="10858" y="95221"/>
                    <a:pt x="20288" y="83601"/>
                  </a:cubicBezTo>
                  <a:cubicBezTo>
                    <a:pt x="53054" y="43024"/>
                    <a:pt x="98870" y="31785"/>
                    <a:pt x="117062" y="28451"/>
                  </a:cubicBezTo>
                  <a:cubicBezTo>
                    <a:pt x="134207" y="33213"/>
                    <a:pt x="164783" y="39214"/>
                    <a:pt x="201930" y="32927"/>
                  </a:cubicBezTo>
                  <a:cubicBezTo>
                    <a:pt x="228600" y="28355"/>
                    <a:pt x="249269" y="19021"/>
                    <a:pt x="262890" y="11496"/>
                  </a:cubicBezTo>
                  <a:cubicBezTo>
                    <a:pt x="276892" y="6924"/>
                    <a:pt x="364141" y="-20222"/>
                    <a:pt x="440436" y="29499"/>
                  </a:cubicBezTo>
                  <a:cubicBezTo>
                    <a:pt x="469011" y="48072"/>
                    <a:pt x="486728" y="71409"/>
                    <a:pt x="497205" y="88553"/>
                  </a:cubicBezTo>
                  <a:cubicBezTo>
                    <a:pt x="491681" y="294103"/>
                    <a:pt x="486061" y="499557"/>
                    <a:pt x="480536" y="70510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0" name="Google Shape;1870;p54">
              <a:extLst>
                <a:ext uri="{FF2B5EF4-FFF2-40B4-BE49-F238E27FC236}">
                  <a16:creationId xmlns:a16="http://schemas.microsoft.com/office/drawing/2014/main" id="{03DDBCD7-C4C1-EEF6-ABC4-1863AA81B90F}"/>
                </a:ext>
              </a:extLst>
            </p:cNvPr>
            <p:cNvSpPr/>
            <p:nvPr/>
          </p:nvSpPr>
          <p:spPr>
            <a:xfrm>
              <a:off x="5524220" y="1962944"/>
              <a:ext cx="531580" cy="708685"/>
            </a:xfrm>
            <a:custGeom>
              <a:avLst/>
              <a:gdLst/>
              <a:ahLst/>
              <a:cxnLst/>
              <a:rect l="l" t="t" r="r" b="b"/>
              <a:pathLst>
                <a:path w="341852" h="455746" extrusionOk="0">
                  <a:moveTo>
                    <a:pt x="275177" y="0"/>
                  </a:moveTo>
                  <a:cubicBezTo>
                    <a:pt x="297370" y="17812"/>
                    <a:pt x="319659" y="35528"/>
                    <a:pt x="341852" y="53340"/>
                  </a:cubicBezTo>
                  <a:cubicBezTo>
                    <a:pt x="314420" y="106490"/>
                    <a:pt x="294608" y="151352"/>
                    <a:pt x="281464" y="182880"/>
                  </a:cubicBezTo>
                  <a:cubicBezTo>
                    <a:pt x="232505" y="300609"/>
                    <a:pt x="222409" y="362236"/>
                    <a:pt x="164211" y="413766"/>
                  </a:cubicBezTo>
                  <a:cubicBezTo>
                    <a:pt x="140875" y="434435"/>
                    <a:pt x="117824" y="446342"/>
                    <a:pt x="102203" y="453104"/>
                  </a:cubicBezTo>
                  <a:cubicBezTo>
                    <a:pt x="96679" y="454533"/>
                    <a:pt x="68104" y="461486"/>
                    <a:pt x="39529" y="444722"/>
                  </a:cubicBezTo>
                  <a:cubicBezTo>
                    <a:pt x="6953" y="425577"/>
                    <a:pt x="762" y="391287"/>
                    <a:pt x="0" y="386525"/>
                  </a:cubicBezTo>
                  <a:cubicBezTo>
                    <a:pt x="20193" y="345472"/>
                    <a:pt x="40196" y="315087"/>
                    <a:pt x="53435" y="296132"/>
                  </a:cubicBezTo>
                  <a:cubicBezTo>
                    <a:pt x="126778" y="191357"/>
                    <a:pt x="191262" y="162687"/>
                    <a:pt x="248031" y="58484"/>
                  </a:cubicBezTo>
                  <a:cubicBezTo>
                    <a:pt x="261557" y="33623"/>
                    <a:pt x="270320" y="12478"/>
                    <a:pt x="275082" y="0"/>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1" name="Google Shape;1871;p54">
              <a:extLst>
                <a:ext uri="{FF2B5EF4-FFF2-40B4-BE49-F238E27FC236}">
                  <a16:creationId xmlns:a16="http://schemas.microsoft.com/office/drawing/2014/main" id="{DCC5B2D0-882D-71AE-D494-FC9B4B379B6F}"/>
                </a:ext>
              </a:extLst>
            </p:cNvPr>
            <p:cNvSpPr/>
            <p:nvPr/>
          </p:nvSpPr>
          <p:spPr>
            <a:xfrm>
              <a:off x="6082064" y="2133949"/>
              <a:ext cx="655516" cy="475740"/>
            </a:xfrm>
            <a:custGeom>
              <a:avLst/>
              <a:gdLst/>
              <a:ahLst/>
              <a:cxnLst/>
              <a:rect l="l" t="t" r="r" b="b"/>
              <a:pathLst>
                <a:path w="421554" h="305942" extrusionOk="0">
                  <a:moveTo>
                    <a:pt x="0" y="238887"/>
                  </a:moveTo>
                  <a:cubicBezTo>
                    <a:pt x="12764" y="261271"/>
                    <a:pt x="25622" y="283559"/>
                    <a:pt x="38386" y="305943"/>
                  </a:cubicBezTo>
                  <a:cubicBezTo>
                    <a:pt x="94107" y="284226"/>
                    <a:pt x="139827" y="268510"/>
                    <a:pt x="170212" y="258604"/>
                  </a:cubicBezTo>
                  <a:cubicBezTo>
                    <a:pt x="285179" y="220789"/>
                    <a:pt x="338519" y="212026"/>
                    <a:pt x="383572" y="161639"/>
                  </a:cubicBezTo>
                  <a:cubicBezTo>
                    <a:pt x="402527" y="140494"/>
                    <a:pt x="413290" y="118967"/>
                    <a:pt x="419386" y="104204"/>
                  </a:cubicBezTo>
                  <a:cubicBezTo>
                    <a:pt x="420624" y="98965"/>
                    <a:pt x="426720" y="71723"/>
                    <a:pt x="410718" y="42672"/>
                  </a:cubicBezTo>
                  <a:cubicBezTo>
                    <a:pt x="392525" y="9620"/>
                    <a:pt x="360521" y="1048"/>
                    <a:pt x="356045" y="0"/>
                  </a:cubicBezTo>
                  <a:cubicBezTo>
                    <a:pt x="318135" y="16669"/>
                    <a:pt x="290036" y="33814"/>
                    <a:pt x="272606" y="45244"/>
                  </a:cubicBezTo>
                  <a:cubicBezTo>
                    <a:pt x="176022" y="108871"/>
                    <a:pt x="150209" y="169450"/>
                    <a:pt x="54007" y="216884"/>
                  </a:cubicBezTo>
                  <a:cubicBezTo>
                    <a:pt x="31052" y="228219"/>
                    <a:pt x="11525" y="235172"/>
                    <a:pt x="0" y="238887"/>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2" name="Google Shape;1872;p54">
              <a:extLst>
                <a:ext uri="{FF2B5EF4-FFF2-40B4-BE49-F238E27FC236}">
                  <a16:creationId xmlns:a16="http://schemas.microsoft.com/office/drawing/2014/main" id="{5DDFAFE2-6E4D-1140-A50B-0A148BD5DFE8}"/>
                </a:ext>
              </a:extLst>
            </p:cNvPr>
            <p:cNvSpPr/>
            <p:nvPr/>
          </p:nvSpPr>
          <p:spPr>
            <a:xfrm>
              <a:off x="5413906" y="1863639"/>
              <a:ext cx="340952" cy="834324"/>
            </a:xfrm>
            <a:custGeom>
              <a:avLst/>
              <a:gdLst/>
              <a:ahLst/>
              <a:cxnLst/>
              <a:rect l="l" t="t" r="r" b="b"/>
              <a:pathLst>
                <a:path w="219262" h="536543" extrusionOk="0">
                  <a:moveTo>
                    <a:pt x="198801" y="270699"/>
                  </a:moveTo>
                  <a:cubicBezTo>
                    <a:pt x="232043" y="407478"/>
                    <a:pt x="224519" y="508157"/>
                    <a:pt x="178132" y="531303"/>
                  </a:cubicBezTo>
                  <a:cubicBezTo>
                    <a:pt x="149176" y="545781"/>
                    <a:pt x="113076" y="526064"/>
                    <a:pt x="106409" y="522350"/>
                  </a:cubicBezTo>
                  <a:cubicBezTo>
                    <a:pt x="-27703" y="448721"/>
                    <a:pt x="-39705" y="92391"/>
                    <a:pt x="97074" y="16001"/>
                  </a:cubicBezTo>
                  <a:cubicBezTo>
                    <a:pt x="125744" y="-2"/>
                    <a:pt x="156796" y="-1430"/>
                    <a:pt x="181275" y="856"/>
                  </a:cubicBezTo>
                  <a:cubicBezTo>
                    <a:pt x="182228" y="48195"/>
                    <a:pt x="183180" y="95534"/>
                    <a:pt x="184037" y="142969"/>
                  </a:cubicBezTo>
                  <a:cubicBezTo>
                    <a:pt x="188895" y="185545"/>
                    <a:pt x="193848" y="228122"/>
                    <a:pt x="198706" y="27079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3" name="Google Shape;1873;p54">
              <a:extLst>
                <a:ext uri="{FF2B5EF4-FFF2-40B4-BE49-F238E27FC236}">
                  <a16:creationId xmlns:a16="http://schemas.microsoft.com/office/drawing/2014/main" id="{29C9E7ED-2317-B7F5-3BE0-DEF824B56FEA}"/>
                </a:ext>
              </a:extLst>
            </p:cNvPr>
            <p:cNvSpPr/>
            <p:nvPr/>
          </p:nvSpPr>
          <p:spPr>
            <a:xfrm>
              <a:off x="6228130" y="1819253"/>
              <a:ext cx="537783" cy="542837"/>
            </a:xfrm>
            <a:custGeom>
              <a:avLst/>
              <a:gdLst/>
              <a:ahLst/>
              <a:cxnLst/>
              <a:rect l="l" t="t" r="r" b="b"/>
              <a:pathLst>
                <a:path w="345841" h="349091" extrusionOk="0">
                  <a:moveTo>
                    <a:pt x="102965" y="307467"/>
                  </a:moveTo>
                  <a:cubicBezTo>
                    <a:pt x="73152" y="297561"/>
                    <a:pt x="43339" y="287655"/>
                    <a:pt x="13525" y="277654"/>
                  </a:cubicBezTo>
                  <a:cubicBezTo>
                    <a:pt x="9049" y="185071"/>
                    <a:pt x="4477" y="92583"/>
                    <a:pt x="0" y="0"/>
                  </a:cubicBezTo>
                  <a:cubicBezTo>
                    <a:pt x="57436" y="33814"/>
                    <a:pt x="117824" y="72200"/>
                    <a:pt x="179832" y="115919"/>
                  </a:cubicBezTo>
                  <a:cubicBezTo>
                    <a:pt x="224028" y="147066"/>
                    <a:pt x="265271" y="178118"/>
                    <a:pt x="303752" y="208788"/>
                  </a:cubicBezTo>
                  <a:cubicBezTo>
                    <a:pt x="335471" y="228505"/>
                    <a:pt x="351473" y="264128"/>
                    <a:pt x="344043" y="296704"/>
                  </a:cubicBezTo>
                  <a:cubicBezTo>
                    <a:pt x="336232" y="330708"/>
                    <a:pt x="306324" y="346615"/>
                    <a:pt x="301561" y="349091"/>
                  </a:cubicBezTo>
                  <a:cubicBezTo>
                    <a:pt x="297180" y="322421"/>
                    <a:pt x="285750" y="307848"/>
                    <a:pt x="278511" y="300609"/>
                  </a:cubicBezTo>
                  <a:cubicBezTo>
                    <a:pt x="243459" y="265271"/>
                    <a:pt x="171355" y="265557"/>
                    <a:pt x="102965" y="307467"/>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4" name="Google Shape;1874;p54">
              <a:extLst>
                <a:ext uri="{FF2B5EF4-FFF2-40B4-BE49-F238E27FC236}">
                  <a16:creationId xmlns:a16="http://schemas.microsoft.com/office/drawing/2014/main" id="{DE4E8D45-B141-1781-AB96-DC45BEB60B56}"/>
                </a:ext>
              </a:extLst>
            </p:cNvPr>
            <p:cNvSpPr/>
            <p:nvPr/>
          </p:nvSpPr>
          <p:spPr>
            <a:xfrm>
              <a:off x="6060428" y="1553694"/>
              <a:ext cx="392096" cy="391748"/>
            </a:xfrm>
            <a:custGeom>
              <a:avLst/>
              <a:gdLst/>
              <a:ahLst/>
              <a:cxnLst/>
              <a:rect l="l" t="t" r="r" b="b"/>
              <a:pathLst>
                <a:path w="252152" h="251928" extrusionOk="0">
                  <a:moveTo>
                    <a:pt x="236196" y="182592"/>
                  </a:moveTo>
                  <a:cubicBezTo>
                    <a:pt x="209145" y="231932"/>
                    <a:pt x="148280" y="264221"/>
                    <a:pt x="89321" y="247457"/>
                  </a:cubicBezTo>
                  <a:cubicBezTo>
                    <a:pt x="39124" y="233170"/>
                    <a:pt x="1881" y="186688"/>
                    <a:pt x="71" y="141063"/>
                  </a:cubicBezTo>
                  <a:cubicBezTo>
                    <a:pt x="-3453" y="53243"/>
                    <a:pt x="124563" y="-27910"/>
                    <a:pt x="195620" y="9237"/>
                  </a:cubicBezTo>
                  <a:cubicBezTo>
                    <a:pt x="244388" y="34669"/>
                    <a:pt x="271343" y="118394"/>
                    <a:pt x="236101" y="182592"/>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5" name="Google Shape;1875;p54">
              <a:extLst>
                <a:ext uri="{FF2B5EF4-FFF2-40B4-BE49-F238E27FC236}">
                  <a16:creationId xmlns:a16="http://schemas.microsoft.com/office/drawing/2014/main" id="{A383B35C-980E-5ABD-CC12-5D291CA39DE0}"/>
                </a:ext>
              </a:extLst>
            </p:cNvPr>
            <p:cNvSpPr/>
            <p:nvPr/>
          </p:nvSpPr>
          <p:spPr>
            <a:xfrm>
              <a:off x="6075432" y="1538269"/>
              <a:ext cx="86206" cy="174319"/>
            </a:xfrm>
            <a:custGeom>
              <a:avLst/>
              <a:gdLst/>
              <a:ahLst/>
              <a:cxnLst/>
              <a:rect l="l" t="t" r="r" b="b"/>
              <a:pathLst>
                <a:path w="55438" h="112102" extrusionOk="0">
                  <a:moveTo>
                    <a:pt x="54738" y="59426"/>
                  </a:moveTo>
                  <a:cubicBezTo>
                    <a:pt x="51118" y="90382"/>
                    <a:pt x="36164" y="113813"/>
                    <a:pt x="21210" y="112004"/>
                  </a:cubicBezTo>
                  <a:cubicBezTo>
                    <a:pt x="14637" y="111242"/>
                    <a:pt x="9399" y="105813"/>
                    <a:pt x="6255" y="97717"/>
                  </a:cubicBezTo>
                  <a:cubicBezTo>
                    <a:pt x="921" y="86763"/>
                    <a:pt x="-1269" y="70570"/>
                    <a:pt x="731" y="53139"/>
                  </a:cubicBezTo>
                  <a:cubicBezTo>
                    <a:pt x="4160" y="23993"/>
                    <a:pt x="17495" y="1133"/>
                    <a:pt x="31687" y="180"/>
                  </a:cubicBezTo>
                  <a:cubicBezTo>
                    <a:pt x="32449" y="-105"/>
                    <a:pt x="33592" y="-10"/>
                    <a:pt x="34259" y="180"/>
                  </a:cubicBezTo>
                  <a:cubicBezTo>
                    <a:pt x="49213" y="1895"/>
                    <a:pt x="58262" y="28470"/>
                    <a:pt x="54642" y="5952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6" name="Google Shape;1876;p54">
              <a:extLst>
                <a:ext uri="{FF2B5EF4-FFF2-40B4-BE49-F238E27FC236}">
                  <a16:creationId xmlns:a16="http://schemas.microsoft.com/office/drawing/2014/main" id="{222747C6-49C0-8FDF-39F2-CAF24AA52171}"/>
                </a:ext>
              </a:extLst>
            </p:cNvPr>
            <p:cNvSpPr/>
            <p:nvPr/>
          </p:nvSpPr>
          <p:spPr>
            <a:xfrm>
              <a:off x="6075432" y="1538549"/>
              <a:ext cx="58171" cy="151668"/>
            </a:xfrm>
            <a:custGeom>
              <a:avLst/>
              <a:gdLst/>
              <a:ahLst/>
              <a:cxnLst/>
              <a:rect l="l" t="t" r="r" b="b"/>
              <a:pathLst>
                <a:path w="37409" h="97536" extrusionOk="0">
                  <a:moveTo>
                    <a:pt x="36640" y="43053"/>
                  </a:moveTo>
                  <a:cubicBezTo>
                    <a:pt x="33783" y="64199"/>
                    <a:pt x="21972" y="92297"/>
                    <a:pt x="6255" y="97536"/>
                  </a:cubicBezTo>
                  <a:cubicBezTo>
                    <a:pt x="921" y="86582"/>
                    <a:pt x="-1269" y="70390"/>
                    <a:pt x="731" y="52959"/>
                  </a:cubicBezTo>
                  <a:cubicBezTo>
                    <a:pt x="4160" y="23813"/>
                    <a:pt x="17495" y="953"/>
                    <a:pt x="31687" y="0"/>
                  </a:cubicBezTo>
                  <a:cubicBezTo>
                    <a:pt x="38450" y="11906"/>
                    <a:pt x="37878" y="32099"/>
                    <a:pt x="36640" y="4305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7" name="Google Shape;1877;p54">
              <a:extLst>
                <a:ext uri="{FF2B5EF4-FFF2-40B4-BE49-F238E27FC236}">
                  <a16:creationId xmlns:a16="http://schemas.microsoft.com/office/drawing/2014/main" id="{B339800C-05EB-3C8D-D811-011BC4F069E7}"/>
                </a:ext>
              </a:extLst>
            </p:cNvPr>
            <p:cNvSpPr/>
            <p:nvPr/>
          </p:nvSpPr>
          <p:spPr>
            <a:xfrm>
              <a:off x="6231387" y="1618600"/>
              <a:ext cx="114656" cy="127148"/>
            </a:xfrm>
            <a:custGeom>
              <a:avLst/>
              <a:gdLst/>
              <a:ahLst/>
              <a:cxnLst/>
              <a:rect l="l" t="t" r="r" b="b"/>
              <a:pathLst>
                <a:path w="73734" h="81767" extrusionOk="0">
                  <a:moveTo>
                    <a:pt x="69443" y="2736"/>
                  </a:moveTo>
                  <a:cubicBezTo>
                    <a:pt x="78968" y="10832"/>
                    <a:pt x="72110" y="34550"/>
                    <a:pt x="54108" y="55600"/>
                  </a:cubicBezTo>
                  <a:cubicBezTo>
                    <a:pt x="36105" y="76650"/>
                    <a:pt x="13817" y="87128"/>
                    <a:pt x="4292" y="79031"/>
                  </a:cubicBezTo>
                  <a:cubicBezTo>
                    <a:pt x="-5233" y="70935"/>
                    <a:pt x="1625" y="47218"/>
                    <a:pt x="19627" y="26168"/>
                  </a:cubicBezTo>
                  <a:cubicBezTo>
                    <a:pt x="37629" y="5117"/>
                    <a:pt x="59918" y="-5360"/>
                    <a:pt x="69443" y="273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8" name="Google Shape;1878;p54">
              <a:extLst>
                <a:ext uri="{FF2B5EF4-FFF2-40B4-BE49-F238E27FC236}">
                  <a16:creationId xmlns:a16="http://schemas.microsoft.com/office/drawing/2014/main" id="{AAD02551-3597-C6F3-29DA-C71F91FF515F}"/>
                </a:ext>
              </a:extLst>
            </p:cNvPr>
            <p:cNvSpPr/>
            <p:nvPr/>
          </p:nvSpPr>
          <p:spPr>
            <a:xfrm>
              <a:off x="6100034" y="1727376"/>
              <a:ext cx="32863" cy="32862"/>
            </a:xfrm>
            <a:custGeom>
              <a:avLst/>
              <a:gdLst/>
              <a:ahLst/>
              <a:cxnLst/>
              <a:rect l="l" t="t" r="r" b="b"/>
              <a:pathLst>
                <a:path w="21134" h="21133" extrusionOk="0">
                  <a:moveTo>
                    <a:pt x="21045" y="11805"/>
                  </a:moveTo>
                  <a:cubicBezTo>
                    <a:pt x="20378" y="17616"/>
                    <a:pt x="15139" y="21807"/>
                    <a:pt x="9329" y="21044"/>
                  </a:cubicBezTo>
                  <a:cubicBezTo>
                    <a:pt x="3519" y="20378"/>
                    <a:pt x="-673" y="15139"/>
                    <a:pt x="90" y="9329"/>
                  </a:cubicBezTo>
                  <a:cubicBezTo>
                    <a:pt x="756" y="3518"/>
                    <a:pt x="5995" y="-673"/>
                    <a:pt x="11805" y="90"/>
                  </a:cubicBezTo>
                  <a:cubicBezTo>
                    <a:pt x="17616" y="756"/>
                    <a:pt x="21806" y="5995"/>
                    <a:pt x="21045" y="1180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9" name="Google Shape;1879;p54">
              <a:extLst>
                <a:ext uri="{FF2B5EF4-FFF2-40B4-BE49-F238E27FC236}">
                  <a16:creationId xmlns:a16="http://schemas.microsoft.com/office/drawing/2014/main" id="{1DF8F5ED-A705-3030-3559-36CB87EEAF11}"/>
                </a:ext>
              </a:extLst>
            </p:cNvPr>
            <p:cNvSpPr/>
            <p:nvPr/>
          </p:nvSpPr>
          <p:spPr>
            <a:xfrm>
              <a:off x="6189989" y="1751425"/>
              <a:ext cx="32863" cy="32863"/>
            </a:xfrm>
            <a:custGeom>
              <a:avLst/>
              <a:gdLst/>
              <a:ahLst/>
              <a:cxnLst/>
              <a:rect l="l" t="t" r="r" b="b"/>
              <a:pathLst>
                <a:path w="21134" h="21134" extrusionOk="0">
                  <a:moveTo>
                    <a:pt x="21045" y="11805"/>
                  </a:moveTo>
                  <a:cubicBezTo>
                    <a:pt x="20378" y="17615"/>
                    <a:pt x="15139" y="21806"/>
                    <a:pt x="9329" y="21045"/>
                  </a:cubicBezTo>
                  <a:cubicBezTo>
                    <a:pt x="3518" y="20378"/>
                    <a:pt x="-672" y="15139"/>
                    <a:pt x="89" y="9329"/>
                  </a:cubicBezTo>
                  <a:cubicBezTo>
                    <a:pt x="756" y="3519"/>
                    <a:pt x="5995" y="-672"/>
                    <a:pt x="11805" y="89"/>
                  </a:cubicBezTo>
                  <a:cubicBezTo>
                    <a:pt x="17616" y="756"/>
                    <a:pt x="21807" y="5995"/>
                    <a:pt x="21045" y="1180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0" name="Google Shape;1880;p54">
              <a:extLst>
                <a:ext uri="{FF2B5EF4-FFF2-40B4-BE49-F238E27FC236}">
                  <a16:creationId xmlns:a16="http://schemas.microsoft.com/office/drawing/2014/main" id="{D794AD89-3D71-61AD-1ACF-776D0D7EDA05}"/>
                </a:ext>
              </a:extLst>
            </p:cNvPr>
            <p:cNvSpPr/>
            <p:nvPr/>
          </p:nvSpPr>
          <p:spPr>
            <a:xfrm>
              <a:off x="6133135" y="1771172"/>
              <a:ext cx="34221" cy="30878"/>
            </a:xfrm>
            <a:custGeom>
              <a:avLst/>
              <a:gdLst/>
              <a:ahLst/>
              <a:cxnLst/>
              <a:rect l="l" t="t" r="r" b="b"/>
              <a:pathLst>
                <a:path w="22007" h="19857" extrusionOk="0">
                  <a:moveTo>
                    <a:pt x="21998" y="6278"/>
                  </a:moveTo>
                  <a:cubicBezTo>
                    <a:pt x="22093" y="7230"/>
                    <a:pt x="21617" y="8088"/>
                    <a:pt x="15330" y="13136"/>
                  </a:cubicBezTo>
                  <a:cubicBezTo>
                    <a:pt x="6948" y="19899"/>
                    <a:pt x="5710" y="20184"/>
                    <a:pt x="4948" y="19708"/>
                  </a:cubicBezTo>
                  <a:cubicBezTo>
                    <a:pt x="3710" y="18946"/>
                    <a:pt x="5234" y="16469"/>
                    <a:pt x="4567" y="12088"/>
                  </a:cubicBezTo>
                  <a:cubicBezTo>
                    <a:pt x="3519" y="5706"/>
                    <a:pt x="-958" y="3134"/>
                    <a:pt x="185" y="1134"/>
                  </a:cubicBezTo>
                  <a:cubicBezTo>
                    <a:pt x="1233" y="-675"/>
                    <a:pt x="5519" y="86"/>
                    <a:pt x="9139" y="658"/>
                  </a:cubicBezTo>
                  <a:cubicBezTo>
                    <a:pt x="12377" y="1230"/>
                    <a:pt x="21521" y="2658"/>
                    <a:pt x="21998" y="627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1" name="Google Shape;1881;p54">
              <a:extLst>
                <a:ext uri="{FF2B5EF4-FFF2-40B4-BE49-F238E27FC236}">
                  <a16:creationId xmlns:a16="http://schemas.microsoft.com/office/drawing/2014/main" id="{BEA4DA27-EC6B-3B43-01ED-048EA841FF45}"/>
                </a:ext>
              </a:extLst>
            </p:cNvPr>
            <p:cNvSpPr/>
            <p:nvPr/>
          </p:nvSpPr>
          <p:spPr>
            <a:xfrm>
              <a:off x="6133384" y="1794265"/>
              <a:ext cx="41152" cy="53666"/>
            </a:xfrm>
            <a:custGeom>
              <a:avLst/>
              <a:gdLst/>
              <a:ahLst/>
              <a:cxnLst/>
              <a:rect l="l" t="t" r="r" b="b"/>
              <a:pathLst>
                <a:path w="26464" h="34512" extrusionOk="0">
                  <a:moveTo>
                    <a:pt x="20504" y="34417"/>
                  </a:moveTo>
                  <a:cubicBezTo>
                    <a:pt x="13455" y="34417"/>
                    <a:pt x="6788" y="30798"/>
                    <a:pt x="2978" y="24606"/>
                  </a:cubicBezTo>
                  <a:cubicBezTo>
                    <a:pt x="-1594" y="17082"/>
                    <a:pt x="-832" y="7557"/>
                    <a:pt x="4787" y="794"/>
                  </a:cubicBezTo>
                  <a:cubicBezTo>
                    <a:pt x="5549" y="-159"/>
                    <a:pt x="6978" y="-254"/>
                    <a:pt x="7931" y="508"/>
                  </a:cubicBezTo>
                  <a:cubicBezTo>
                    <a:pt x="8883" y="1270"/>
                    <a:pt x="8978" y="2699"/>
                    <a:pt x="8216" y="3651"/>
                  </a:cubicBezTo>
                  <a:cubicBezTo>
                    <a:pt x="3740" y="8985"/>
                    <a:pt x="3168" y="16415"/>
                    <a:pt x="6788" y="22320"/>
                  </a:cubicBezTo>
                  <a:cubicBezTo>
                    <a:pt x="10312" y="28130"/>
                    <a:pt x="17075" y="30988"/>
                    <a:pt x="23742" y="29654"/>
                  </a:cubicBezTo>
                  <a:cubicBezTo>
                    <a:pt x="24981" y="29369"/>
                    <a:pt x="26124" y="30226"/>
                    <a:pt x="26409" y="31369"/>
                  </a:cubicBezTo>
                  <a:cubicBezTo>
                    <a:pt x="26695" y="32607"/>
                    <a:pt x="25838" y="33750"/>
                    <a:pt x="24695" y="34036"/>
                  </a:cubicBezTo>
                  <a:cubicBezTo>
                    <a:pt x="23266" y="34322"/>
                    <a:pt x="21933" y="34512"/>
                    <a:pt x="20504" y="3451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2" name="Google Shape;1882;p54">
              <a:extLst>
                <a:ext uri="{FF2B5EF4-FFF2-40B4-BE49-F238E27FC236}">
                  <a16:creationId xmlns:a16="http://schemas.microsoft.com/office/drawing/2014/main" id="{AF324845-FDDC-D225-35B1-B92F56047FF6}"/>
                </a:ext>
              </a:extLst>
            </p:cNvPr>
            <p:cNvSpPr/>
            <p:nvPr/>
          </p:nvSpPr>
          <p:spPr>
            <a:xfrm>
              <a:off x="6098373" y="1784883"/>
              <a:ext cx="49477" cy="28962"/>
            </a:xfrm>
            <a:custGeom>
              <a:avLst/>
              <a:gdLst/>
              <a:ahLst/>
              <a:cxnLst/>
              <a:rect l="l" t="t" r="r" b="b"/>
              <a:pathLst>
                <a:path w="31818" h="18625" extrusionOk="0">
                  <a:moveTo>
                    <a:pt x="9156" y="18626"/>
                  </a:moveTo>
                  <a:cubicBezTo>
                    <a:pt x="6585" y="18626"/>
                    <a:pt x="4108" y="18245"/>
                    <a:pt x="1536" y="17387"/>
                  </a:cubicBezTo>
                  <a:cubicBezTo>
                    <a:pt x="393" y="17006"/>
                    <a:pt x="-273" y="15768"/>
                    <a:pt x="108" y="14530"/>
                  </a:cubicBezTo>
                  <a:cubicBezTo>
                    <a:pt x="489" y="13387"/>
                    <a:pt x="1727" y="12720"/>
                    <a:pt x="2870" y="13101"/>
                  </a:cubicBezTo>
                  <a:cubicBezTo>
                    <a:pt x="6204" y="14244"/>
                    <a:pt x="9633" y="14435"/>
                    <a:pt x="12776" y="13768"/>
                  </a:cubicBezTo>
                  <a:cubicBezTo>
                    <a:pt x="22301" y="11863"/>
                    <a:pt x="26778" y="3004"/>
                    <a:pt x="27540" y="1290"/>
                  </a:cubicBezTo>
                  <a:cubicBezTo>
                    <a:pt x="28111" y="147"/>
                    <a:pt x="29349" y="-329"/>
                    <a:pt x="30492" y="242"/>
                  </a:cubicBezTo>
                  <a:cubicBezTo>
                    <a:pt x="31635" y="814"/>
                    <a:pt x="32112" y="2052"/>
                    <a:pt x="31635" y="3195"/>
                  </a:cubicBezTo>
                  <a:cubicBezTo>
                    <a:pt x="30683" y="5290"/>
                    <a:pt x="25254" y="15768"/>
                    <a:pt x="13633" y="18149"/>
                  </a:cubicBezTo>
                  <a:cubicBezTo>
                    <a:pt x="12109" y="18435"/>
                    <a:pt x="10585" y="18626"/>
                    <a:pt x="9061" y="18626"/>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3" name="Google Shape;1883;p54">
              <a:extLst>
                <a:ext uri="{FF2B5EF4-FFF2-40B4-BE49-F238E27FC236}">
                  <a16:creationId xmlns:a16="http://schemas.microsoft.com/office/drawing/2014/main" id="{BF9867FB-0E86-2847-4115-F351BC37C2DB}"/>
                </a:ext>
              </a:extLst>
            </p:cNvPr>
            <p:cNvSpPr/>
            <p:nvPr/>
          </p:nvSpPr>
          <p:spPr>
            <a:xfrm>
              <a:off x="6216541" y="1605296"/>
              <a:ext cx="113772" cy="100621"/>
            </a:xfrm>
            <a:custGeom>
              <a:avLst/>
              <a:gdLst/>
              <a:ahLst/>
              <a:cxnLst/>
              <a:rect l="l" t="t" r="r" b="b"/>
              <a:pathLst>
                <a:path w="73165" h="64708" extrusionOk="0">
                  <a:moveTo>
                    <a:pt x="2197" y="64518"/>
                  </a:moveTo>
                  <a:cubicBezTo>
                    <a:pt x="864" y="64518"/>
                    <a:pt x="-89" y="63375"/>
                    <a:pt x="7" y="62232"/>
                  </a:cubicBezTo>
                  <a:cubicBezTo>
                    <a:pt x="292" y="55279"/>
                    <a:pt x="2864" y="31180"/>
                    <a:pt x="24105" y="14131"/>
                  </a:cubicBezTo>
                  <a:cubicBezTo>
                    <a:pt x="42583" y="-728"/>
                    <a:pt x="63157" y="-538"/>
                    <a:pt x="71158" y="319"/>
                  </a:cubicBezTo>
                  <a:cubicBezTo>
                    <a:pt x="72397" y="415"/>
                    <a:pt x="73254" y="1558"/>
                    <a:pt x="73159" y="2796"/>
                  </a:cubicBezTo>
                  <a:cubicBezTo>
                    <a:pt x="73063" y="4034"/>
                    <a:pt x="72016" y="5082"/>
                    <a:pt x="70682" y="4796"/>
                  </a:cubicBezTo>
                  <a:cubicBezTo>
                    <a:pt x="63253" y="4034"/>
                    <a:pt x="44012" y="3844"/>
                    <a:pt x="26772" y="17750"/>
                  </a:cubicBezTo>
                  <a:cubicBezTo>
                    <a:pt x="7055" y="33562"/>
                    <a:pt x="4579" y="56041"/>
                    <a:pt x="4388" y="62518"/>
                  </a:cubicBezTo>
                  <a:cubicBezTo>
                    <a:pt x="4388" y="63756"/>
                    <a:pt x="3340" y="64708"/>
                    <a:pt x="2197" y="6470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4" name="Google Shape;1884;p54">
              <a:extLst>
                <a:ext uri="{FF2B5EF4-FFF2-40B4-BE49-F238E27FC236}">
                  <a16:creationId xmlns:a16="http://schemas.microsoft.com/office/drawing/2014/main" id="{4715DFAE-5F53-AA58-FB08-10F43AA2CB7B}"/>
                </a:ext>
              </a:extLst>
            </p:cNvPr>
            <p:cNvSpPr/>
            <p:nvPr/>
          </p:nvSpPr>
          <p:spPr>
            <a:xfrm>
              <a:off x="6262185" y="1606126"/>
              <a:ext cx="83040" cy="149558"/>
            </a:xfrm>
            <a:custGeom>
              <a:avLst/>
              <a:gdLst/>
              <a:ahLst/>
              <a:cxnLst/>
              <a:rect l="l" t="t" r="r" b="b"/>
              <a:pathLst>
                <a:path w="53402" h="96179" extrusionOk="0">
                  <a:moveTo>
                    <a:pt x="2246" y="96180"/>
                  </a:moveTo>
                  <a:cubicBezTo>
                    <a:pt x="1198" y="96180"/>
                    <a:pt x="246" y="95418"/>
                    <a:pt x="55" y="94370"/>
                  </a:cubicBezTo>
                  <a:cubicBezTo>
                    <a:pt x="-230" y="93132"/>
                    <a:pt x="627" y="91989"/>
                    <a:pt x="1770" y="91703"/>
                  </a:cubicBezTo>
                  <a:cubicBezTo>
                    <a:pt x="12343" y="89512"/>
                    <a:pt x="21487" y="85131"/>
                    <a:pt x="28821" y="78559"/>
                  </a:cubicBezTo>
                  <a:cubicBezTo>
                    <a:pt x="47585" y="61890"/>
                    <a:pt x="53776" y="32934"/>
                    <a:pt x="45109" y="2835"/>
                  </a:cubicBezTo>
                  <a:cubicBezTo>
                    <a:pt x="44728" y="1692"/>
                    <a:pt x="45490" y="453"/>
                    <a:pt x="46633" y="72"/>
                  </a:cubicBezTo>
                  <a:cubicBezTo>
                    <a:pt x="47871" y="-213"/>
                    <a:pt x="49014" y="358"/>
                    <a:pt x="49395" y="1596"/>
                  </a:cubicBezTo>
                  <a:cubicBezTo>
                    <a:pt x="58539" y="33315"/>
                    <a:pt x="51776" y="64080"/>
                    <a:pt x="31774" y="81892"/>
                  </a:cubicBezTo>
                  <a:cubicBezTo>
                    <a:pt x="23773" y="88941"/>
                    <a:pt x="13962" y="93703"/>
                    <a:pt x="2627" y="96085"/>
                  </a:cubicBezTo>
                  <a:cubicBezTo>
                    <a:pt x="2437" y="96085"/>
                    <a:pt x="2341" y="96085"/>
                    <a:pt x="2151" y="96085"/>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5" name="Google Shape;1885;p54">
              <a:extLst>
                <a:ext uri="{FF2B5EF4-FFF2-40B4-BE49-F238E27FC236}">
                  <a16:creationId xmlns:a16="http://schemas.microsoft.com/office/drawing/2014/main" id="{658B5295-0E54-D41A-938A-F6F0AA982F4E}"/>
                </a:ext>
              </a:extLst>
            </p:cNvPr>
            <p:cNvSpPr/>
            <p:nvPr/>
          </p:nvSpPr>
          <p:spPr>
            <a:xfrm>
              <a:off x="6117766" y="1593073"/>
              <a:ext cx="49819" cy="105115"/>
            </a:xfrm>
            <a:custGeom>
              <a:avLst/>
              <a:gdLst/>
              <a:ahLst/>
              <a:cxnLst/>
              <a:rect l="l" t="t" r="r" b="b"/>
              <a:pathLst>
                <a:path w="32038" h="67598" extrusionOk="0">
                  <a:moveTo>
                    <a:pt x="2237" y="67598"/>
                  </a:moveTo>
                  <a:cubicBezTo>
                    <a:pt x="1475" y="67598"/>
                    <a:pt x="713" y="67217"/>
                    <a:pt x="332" y="66550"/>
                  </a:cubicBezTo>
                  <a:cubicBezTo>
                    <a:pt x="-335" y="65503"/>
                    <a:pt x="46" y="64169"/>
                    <a:pt x="1094" y="63502"/>
                  </a:cubicBezTo>
                  <a:cubicBezTo>
                    <a:pt x="7475" y="59692"/>
                    <a:pt x="16238" y="52644"/>
                    <a:pt x="22049" y="40928"/>
                  </a:cubicBezTo>
                  <a:cubicBezTo>
                    <a:pt x="30145" y="24545"/>
                    <a:pt x="27383" y="8829"/>
                    <a:pt x="25763" y="2828"/>
                  </a:cubicBezTo>
                  <a:cubicBezTo>
                    <a:pt x="25478" y="1685"/>
                    <a:pt x="26144" y="447"/>
                    <a:pt x="27383" y="66"/>
                  </a:cubicBezTo>
                  <a:cubicBezTo>
                    <a:pt x="28621" y="-220"/>
                    <a:pt x="29764" y="447"/>
                    <a:pt x="30145" y="1685"/>
                  </a:cubicBezTo>
                  <a:cubicBezTo>
                    <a:pt x="31859" y="8162"/>
                    <a:pt x="34812" y="25212"/>
                    <a:pt x="26049" y="42833"/>
                  </a:cubicBezTo>
                  <a:cubicBezTo>
                    <a:pt x="19763" y="55597"/>
                    <a:pt x="10238" y="63121"/>
                    <a:pt x="3380" y="67312"/>
                  </a:cubicBezTo>
                  <a:cubicBezTo>
                    <a:pt x="2999" y="67503"/>
                    <a:pt x="2618" y="67598"/>
                    <a:pt x="2237" y="67598"/>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6" name="Google Shape;1886;p54">
              <a:extLst>
                <a:ext uri="{FF2B5EF4-FFF2-40B4-BE49-F238E27FC236}">
                  <a16:creationId xmlns:a16="http://schemas.microsoft.com/office/drawing/2014/main" id="{99696D4A-3A29-97EA-3745-649393D5DBFC}"/>
                </a:ext>
              </a:extLst>
            </p:cNvPr>
            <p:cNvSpPr/>
            <p:nvPr/>
          </p:nvSpPr>
          <p:spPr>
            <a:xfrm>
              <a:off x="6403624" y="1462223"/>
              <a:ext cx="203682" cy="338698"/>
            </a:xfrm>
            <a:custGeom>
              <a:avLst/>
              <a:gdLst/>
              <a:ahLst/>
              <a:cxnLst/>
              <a:rect l="l" t="t" r="r" b="b"/>
              <a:pathLst>
                <a:path w="130985" h="217812" extrusionOk="0">
                  <a:moveTo>
                    <a:pt x="52650" y="2304"/>
                  </a:moveTo>
                  <a:cubicBezTo>
                    <a:pt x="64651" y="-4268"/>
                    <a:pt x="88083" y="4018"/>
                    <a:pt x="94846" y="17068"/>
                  </a:cubicBezTo>
                  <a:cubicBezTo>
                    <a:pt x="101227" y="29450"/>
                    <a:pt x="91607" y="44500"/>
                    <a:pt x="99513" y="51072"/>
                  </a:cubicBezTo>
                  <a:cubicBezTo>
                    <a:pt x="105514" y="56120"/>
                    <a:pt x="113229" y="49358"/>
                    <a:pt x="118848" y="53358"/>
                  </a:cubicBezTo>
                  <a:cubicBezTo>
                    <a:pt x="133231" y="63645"/>
                    <a:pt x="106085" y="125558"/>
                    <a:pt x="110752" y="127463"/>
                  </a:cubicBezTo>
                  <a:cubicBezTo>
                    <a:pt x="112848" y="128320"/>
                    <a:pt x="118467" y="115271"/>
                    <a:pt x="123611" y="116223"/>
                  </a:cubicBezTo>
                  <a:cubicBezTo>
                    <a:pt x="129040" y="117175"/>
                    <a:pt x="131326" y="133082"/>
                    <a:pt x="130945" y="142512"/>
                  </a:cubicBezTo>
                  <a:cubicBezTo>
                    <a:pt x="129231" y="179564"/>
                    <a:pt x="79034" y="228713"/>
                    <a:pt x="40362" y="215664"/>
                  </a:cubicBezTo>
                  <a:cubicBezTo>
                    <a:pt x="7787" y="204710"/>
                    <a:pt x="-5643" y="153466"/>
                    <a:pt x="2167" y="147656"/>
                  </a:cubicBezTo>
                  <a:cubicBezTo>
                    <a:pt x="9120" y="142417"/>
                    <a:pt x="32171" y="174992"/>
                    <a:pt x="45887" y="168801"/>
                  </a:cubicBezTo>
                  <a:cubicBezTo>
                    <a:pt x="72462" y="156895"/>
                    <a:pt x="19122" y="20687"/>
                    <a:pt x="52650" y="2304"/>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7" name="Google Shape;1887;p54">
              <a:extLst>
                <a:ext uri="{FF2B5EF4-FFF2-40B4-BE49-F238E27FC236}">
                  <a16:creationId xmlns:a16="http://schemas.microsoft.com/office/drawing/2014/main" id="{2588500A-4EDF-F52D-5259-2BFA718232EF}"/>
                </a:ext>
              </a:extLst>
            </p:cNvPr>
            <p:cNvSpPr/>
            <p:nvPr/>
          </p:nvSpPr>
          <p:spPr>
            <a:xfrm>
              <a:off x="5959495" y="1847055"/>
              <a:ext cx="158835" cy="140469"/>
            </a:xfrm>
            <a:custGeom>
              <a:avLst/>
              <a:gdLst/>
              <a:ahLst/>
              <a:cxnLst/>
              <a:rect l="l" t="t" r="r" b="b"/>
              <a:pathLst>
                <a:path w="102145" h="90334" extrusionOk="0">
                  <a:moveTo>
                    <a:pt x="96936" y="25784"/>
                  </a:moveTo>
                  <a:lnTo>
                    <a:pt x="23974" y="86935"/>
                  </a:lnTo>
                  <a:cubicBezTo>
                    <a:pt x="17783" y="92078"/>
                    <a:pt x="8544" y="91316"/>
                    <a:pt x="3400" y="85125"/>
                  </a:cubicBezTo>
                  <a:cubicBezTo>
                    <a:pt x="-1743" y="78934"/>
                    <a:pt x="-981" y="69694"/>
                    <a:pt x="5210" y="64551"/>
                  </a:cubicBezTo>
                  <a:lnTo>
                    <a:pt x="78172" y="3400"/>
                  </a:lnTo>
                  <a:cubicBezTo>
                    <a:pt x="84363" y="-1743"/>
                    <a:pt x="93602" y="-981"/>
                    <a:pt x="98746" y="5210"/>
                  </a:cubicBezTo>
                  <a:cubicBezTo>
                    <a:pt x="103889" y="11401"/>
                    <a:pt x="103127" y="20641"/>
                    <a:pt x="96936" y="25784"/>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8" name="Google Shape;1888;p54">
              <a:extLst>
                <a:ext uri="{FF2B5EF4-FFF2-40B4-BE49-F238E27FC236}">
                  <a16:creationId xmlns:a16="http://schemas.microsoft.com/office/drawing/2014/main" id="{376C1AEA-E9AC-2687-1DFD-31DA87E6B252}"/>
                </a:ext>
              </a:extLst>
            </p:cNvPr>
            <p:cNvSpPr/>
            <p:nvPr/>
          </p:nvSpPr>
          <p:spPr>
            <a:xfrm>
              <a:off x="5934247" y="1898224"/>
              <a:ext cx="188903" cy="273714"/>
            </a:xfrm>
            <a:custGeom>
              <a:avLst/>
              <a:gdLst/>
              <a:ahLst/>
              <a:cxnLst/>
              <a:rect l="l" t="t" r="r" b="b"/>
              <a:pathLst>
                <a:path w="121481" h="176022" extrusionOk="0">
                  <a:moveTo>
                    <a:pt x="39508" y="176022"/>
                  </a:moveTo>
                  <a:cubicBezTo>
                    <a:pt x="35603" y="169164"/>
                    <a:pt x="31698" y="162211"/>
                    <a:pt x="27792" y="155353"/>
                  </a:cubicBezTo>
                  <a:cubicBezTo>
                    <a:pt x="23030" y="150686"/>
                    <a:pt x="1503" y="128873"/>
                    <a:pt x="75" y="93916"/>
                  </a:cubicBezTo>
                  <a:cubicBezTo>
                    <a:pt x="-1545" y="54483"/>
                    <a:pt x="23697" y="29146"/>
                    <a:pt x="27792" y="25146"/>
                  </a:cubicBezTo>
                  <a:cubicBezTo>
                    <a:pt x="47604" y="16764"/>
                    <a:pt x="67512" y="8382"/>
                    <a:pt x="87324" y="0"/>
                  </a:cubicBezTo>
                  <a:cubicBezTo>
                    <a:pt x="123614" y="38005"/>
                    <a:pt x="131424" y="91821"/>
                    <a:pt x="108660" y="130112"/>
                  </a:cubicBezTo>
                  <a:cubicBezTo>
                    <a:pt x="87324" y="166116"/>
                    <a:pt x="47223" y="174593"/>
                    <a:pt x="39508" y="176022"/>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9" name="Google Shape;1889;p54">
              <a:extLst>
                <a:ext uri="{FF2B5EF4-FFF2-40B4-BE49-F238E27FC236}">
                  <a16:creationId xmlns:a16="http://schemas.microsoft.com/office/drawing/2014/main" id="{A2014A9C-3D31-F4C1-8510-00B2D500CA4F}"/>
                </a:ext>
              </a:extLst>
            </p:cNvPr>
            <p:cNvSpPr/>
            <p:nvPr/>
          </p:nvSpPr>
          <p:spPr>
            <a:xfrm>
              <a:off x="5969722" y="2505944"/>
              <a:ext cx="186149" cy="316418"/>
            </a:xfrm>
            <a:custGeom>
              <a:avLst/>
              <a:gdLst/>
              <a:ahLst/>
              <a:cxnLst/>
              <a:rect l="l" t="t" r="r" b="b"/>
              <a:pathLst>
                <a:path w="119710" h="203484" extrusionOk="0">
                  <a:moveTo>
                    <a:pt x="66942" y="116110"/>
                  </a:moveTo>
                  <a:cubicBezTo>
                    <a:pt x="74753" y="171450"/>
                    <a:pt x="74277" y="200501"/>
                    <a:pt x="65418" y="203263"/>
                  </a:cubicBezTo>
                  <a:cubicBezTo>
                    <a:pt x="55131" y="206502"/>
                    <a:pt x="33414" y="174212"/>
                    <a:pt x="458" y="106108"/>
                  </a:cubicBezTo>
                  <a:cubicBezTo>
                    <a:pt x="-685" y="93154"/>
                    <a:pt x="-399" y="73152"/>
                    <a:pt x="9888" y="51911"/>
                  </a:cubicBezTo>
                  <a:cubicBezTo>
                    <a:pt x="9888" y="51911"/>
                    <a:pt x="11126" y="49244"/>
                    <a:pt x="12555" y="46768"/>
                  </a:cubicBezTo>
                  <a:cubicBezTo>
                    <a:pt x="25985" y="23146"/>
                    <a:pt x="54274" y="7906"/>
                    <a:pt x="72181" y="0"/>
                  </a:cubicBezTo>
                  <a:cubicBezTo>
                    <a:pt x="87993" y="21622"/>
                    <a:pt x="103899" y="43148"/>
                    <a:pt x="119711" y="64770"/>
                  </a:cubicBezTo>
                  <a:cubicBezTo>
                    <a:pt x="102090" y="81820"/>
                    <a:pt x="84564" y="98870"/>
                    <a:pt x="66942" y="115919"/>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0" name="Google Shape;1890;p54">
              <a:extLst>
                <a:ext uri="{FF2B5EF4-FFF2-40B4-BE49-F238E27FC236}">
                  <a16:creationId xmlns:a16="http://schemas.microsoft.com/office/drawing/2014/main" id="{59FE3EC8-7979-FB4B-C827-87E0AD88C2AC}"/>
                </a:ext>
              </a:extLst>
            </p:cNvPr>
            <p:cNvSpPr/>
            <p:nvPr/>
          </p:nvSpPr>
          <p:spPr>
            <a:xfrm>
              <a:off x="5582523" y="2281851"/>
              <a:ext cx="144332" cy="55636"/>
            </a:xfrm>
            <a:custGeom>
              <a:avLst/>
              <a:gdLst/>
              <a:ahLst/>
              <a:cxnLst/>
              <a:rect l="l" t="t" r="r" b="b"/>
              <a:pathLst>
                <a:path w="92818" h="35779" extrusionOk="0">
                  <a:moveTo>
                    <a:pt x="2213" y="35779"/>
                  </a:moveTo>
                  <a:cubicBezTo>
                    <a:pt x="1261" y="35779"/>
                    <a:pt x="403" y="35208"/>
                    <a:pt x="118" y="34255"/>
                  </a:cubicBezTo>
                  <a:cubicBezTo>
                    <a:pt x="-263" y="33112"/>
                    <a:pt x="308" y="31778"/>
                    <a:pt x="1451" y="31397"/>
                  </a:cubicBezTo>
                  <a:lnTo>
                    <a:pt x="89843" y="155"/>
                  </a:lnTo>
                  <a:cubicBezTo>
                    <a:pt x="90986" y="-321"/>
                    <a:pt x="92320" y="346"/>
                    <a:pt x="92701" y="1489"/>
                  </a:cubicBezTo>
                  <a:cubicBezTo>
                    <a:pt x="93082" y="2632"/>
                    <a:pt x="92510" y="3966"/>
                    <a:pt x="91367" y="4346"/>
                  </a:cubicBezTo>
                  <a:lnTo>
                    <a:pt x="2975" y="35588"/>
                  </a:lnTo>
                  <a:cubicBezTo>
                    <a:pt x="2975" y="35588"/>
                    <a:pt x="2499" y="35684"/>
                    <a:pt x="2213" y="35684"/>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1" name="Google Shape;1891;p54">
              <a:extLst>
                <a:ext uri="{FF2B5EF4-FFF2-40B4-BE49-F238E27FC236}">
                  <a16:creationId xmlns:a16="http://schemas.microsoft.com/office/drawing/2014/main" id="{AE634320-8872-FAE6-C3F6-CE53818E9825}"/>
                </a:ext>
              </a:extLst>
            </p:cNvPr>
            <p:cNvSpPr/>
            <p:nvPr/>
          </p:nvSpPr>
          <p:spPr>
            <a:xfrm>
              <a:off x="5620145" y="2646701"/>
              <a:ext cx="113389" cy="54472"/>
            </a:xfrm>
            <a:custGeom>
              <a:avLst/>
              <a:gdLst/>
              <a:ahLst/>
              <a:cxnLst/>
              <a:rect l="l" t="t" r="r" b="b"/>
              <a:pathLst>
                <a:path w="72919" h="35030" extrusionOk="0">
                  <a:moveTo>
                    <a:pt x="27126" y="35030"/>
                  </a:moveTo>
                  <a:cubicBezTo>
                    <a:pt x="13315" y="35030"/>
                    <a:pt x="2742" y="29410"/>
                    <a:pt x="1123" y="28458"/>
                  </a:cubicBezTo>
                  <a:cubicBezTo>
                    <a:pt x="75" y="27886"/>
                    <a:pt x="-306" y="26457"/>
                    <a:pt x="265" y="25410"/>
                  </a:cubicBezTo>
                  <a:cubicBezTo>
                    <a:pt x="837" y="24267"/>
                    <a:pt x="2266" y="23981"/>
                    <a:pt x="3313" y="24553"/>
                  </a:cubicBezTo>
                  <a:cubicBezTo>
                    <a:pt x="5409" y="25791"/>
                    <a:pt x="24459" y="35887"/>
                    <a:pt x="44842" y="26743"/>
                  </a:cubicBezTo>
                  <a:cubicBezTo>
                    <a:pt x="60082" y="19885"/>
                    <a:pt x="66559" y="6741"/>
                    <a:pt x="68655" y="1407"/>
                  </a:cubicBezTo>
                  <a:cubicBezTo>
                    <a:pt x="69131" y="264"/>
                    <a:pt x="70369" y="-308"/>
                    <a:pt x="71512" y="169"/>
                  </a:cubicBezTo>
                  <a:cubicBezTo>
                    <a:pt x="72655" y="645"/>
                    <a:pt x="73227" y="1883"/>
                    <a:pt x="72751" y="3026"/>
                  </a:cubicBezTo>
                  <a:cubicBezTo>
                    <a:pt x="70465" y="8836"/>
                    <a:pt x="63321" y="23219"/>
                    <a:pt x="46557" y="30744"/>
                  </a:cubicBezTo>
                  <a:cubicBezTo>
                    <a:pt x="39699" y="33792"/>
                    <a:pt x="33031" y="34935"/>
                    <a:pt x="26935" y="34935"/>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2" name="Google Shape;1892;p54">
              <a:extLst>
                <a:ext uri="{FF2B5EF4-FFF2-40B4-BE49-F238E27FC236}">
                  <a16:creationId xmlns:a16="http://schemas.microsoft.com/office/drawing/2014/main" id="{5C4A9D1C-2170-EA5B-240D-78B599EECB2E}"/>
                </a:ext>
              </a:extLst>
            </p:cNvPr>
            <p:cNvSpPr/>
            <p:nvPr/>
          </p:nvSpPr>
          <p:spPr>
            <a:xfrm>
              <a:off x="6338422" y="2050525"/>
              <a:ext cx="16292" cy="241425"/>
            </a:xfrm>
            <a:custGeom>
              <a:avLst/>
              <a:gdLst/>
              <a:ahLst/>
              <a:cxnLst/>
              <a:rect l="l" t="t" r="r" b="b"/>
              <a:pathLst>
                <a:path w="10477" h="155257" extrusionOk="0">
                  <a:moveTo>
                    <a:pt x="8287" y="155162"/>
                  </a:moveTo>
                  <a:cubicBezTo>
                    <a:pt x="7048" y="155162"/>
                    <a:pt x="6096" y="154209"/>
                    <a:pt x="6096" y="153067"/>
                  </a:cubicBezTo>
                  <a:lnTo>
                    <a:pt x="0" y="2286"/>
                  </a:lnTo>
                  <a:cubicBezTo>
                    <a:pt x="0" y="1048"/>
                    <a:pt x="952" y="0"/>
                    <a:pt x="2096" y="0"/>
                  </a:cubicBezTo>
                  <a:cubicBezTo>
                    <a:pt x="3334" y="0"/>
                    <a:pt x="4381" y="952"/>
                    <a:pt x="4381" y="2191"/>
                  </a:cubicBezTo>
                  <a:lnTo>
                    <a:pt x="10477" y="152971"/>
                  </a:lnTo>
                  <a:cubicBezTo>
                    <a:pt x="10477" y="154209"/>
                    <a:pt x="9620" y="155257"/>
                    <a:pt x="8382" y="155257"/>
                  </a:cubicBezTo>
                  <a:lnTo>
                    <a:pt x="8382" y="155257"/>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3" name="Google Shape;1893;p54">
              <a:extLst>
                <a:ext uri="{FF2B5EF4-FFF2-40B4-BE49-F238E27FC236}">
                  <a16:creationId xmlns:a16="http://schemas.microsoft.com/office/drawing/2014/main" id="{A6295475-31FE-B556-8A03-95E17DA19387}"/>
                </a:ext>
              </a:extLst>
            </p:cNvPr>
            <p:cNvSpPr/>
            <p:nvPr/>
          </p:nvSpPr>
          <p:spPr>
            <a:xfrm>
              <a:off x="6463680" y="2173313"/>
              <a:ext cx="294736" cy="122315"/>
            </a:xfrm>
            <a:custGeom>
              <a:avLst/>
              <a:gdLst/>
              <a:ahLst/>
              <a:cxnLst/>
              <a:rect l="l" t="t" r="r" b="b"/>
              <a:pathLst>
                <a:path w="189541" h="78659" extrusionOk="0">
                  <a:moveTo>
                    <a:pt x="187373" y="78659"/>
                  </a:moveTo>
                  <a:cubicBezTo>
                    <a:pt x="186516" y="78659"/>
                    <a:pt x="185658" y="78088"/>
                    <a:pt x="185277" y="77230"/>
                  </a:cubicBezTo>
                  <a:cubicBezTo>
                    <a:pt x="181848" y="68468"/>
                    <a:pt x="162132" y="23986"/>
                    <a:pt x="111744" y="8936"/>
                  </a:cubicBezTo>
                  <a:cubicBezTo>
                    <a:pt x="52499" y="-8780"/>
                    <a:pt x="5731" y="31225"/>
                    <a:pt x="3731" y="32939"/>
                  </a:cubicBezTo>
                  <a:cubicBezTo>
                    <a:pt x="2778" y="33796"/>
                    <a:pt x="1445" y="33701"/>
                    <a:pt x="588" y="32749"/>
                  </a:cubicBezTo>
                  <a:cubicBezTo>
                    <a:pt x="-270" y="31796"/>
                    <a:pt x="-174" y="30463"/>
                    <a:pt x="778" y="29605"/>
                  </a:cubicBezTo>
                  <a:cubicBezTo>
                    <a:pt x="2778" y="27796"/>
                    <a:pt x="51451" y="-13638"/>
                    <a:pt x="112983" y="4650"/>
                  </a:cubicBezTo>
                  <a:cubicBezTo>
                    <a:pt x="165370" y="20271"/>
                    <a:pt x="185754" y="66467"/>
                    <a:pt x="189373" y="75516"/>
                  </a:cubicBezTo>
                  <a:cubicBezTo>
                    <a:pt x="189849" y="76659"/>
                    <a:pt x="189278" y="77993"/>
                    <a:pt x="188135" y="78374"/>
                  </a:cubicBezTo>
                  <a:cubicBezTo>
                    <a:pt x="187849" y="78469"/>
                    <a:pt x="187563" y="78564"/>
                    <a:pt x="187278" y="78564"/>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4" name="Google Shape;1894;p54">
              <a:extLst>
                <a:ext uri="{FF2B5EF4-FFF2-40B4-BE49-F238E27FC236}">
                  <a16:creationId xmlns:a16="http://schemas.microsoft.com/office/drawing/2014/main" id="{229BFC91-13FC-9675-160D-99C8FFDA6A1F}"/>
                </a:ext>
              </a:extLst>
            </p:cNvPr>
            <p:cNvSpPr/>
            <p:nvPr/>
          </p:nvSpPr>
          <p:spPr>
            <a:xfrm>
              <a:off x="5383864" y="4706510"/>
              <a:ext cx="46961" cy="44739"/>
            </a:xfrm>
            <a:custGeom>
              <a:avLst/>
              <a:gdLst/>
              <a:ahLst/>
              <a:cxnLst/>
              <a:rect l="l" t="t" r="r" b="b"/>
              <a:pathLst>
                <a:path w="30200" h="28771" extrusionOk="0">
                  <a:moveTo>
                    <a:pt x="28626" y="26911"/>
                  </a:moveTo>
                  <a:cubicBezTo>
                    <a:pt x="26435" y="29292"/>
                    <a:pt x="22815" y="29388"/>
                    <a:pt x="20434" y="27197"/>
                  </a:cubicBezTo>
                  <a:lnTo>
                    <a:pt x="1860" y="10052"/>
                  </a:lnTo>
                  <a:cubicBezTo>
                    <a:pt x="-521" y="7861"/>
                    <a:pt x="-616" y="4241"/>
                    <a:pt x="1575" y="1860"/>
                  </a:cubicBezTo>
                  <a:cubicBezTo>
                    <a:pt x="3765" y="-521"/>
                    <a:pt x="7385" y="-616"/>
                    <a:pt x="9766" y="1575"/>
                  </a:cubicBezTo>
                  <a:lnTo>
                    <a:pt x="28340" y="18720"/>
                  </a:lnTo>
                  <a:cubicBezTo>
                    <a:pt x="30721" y="20910"/>
                    <a:pt x="30816" y="24530"/>
                    <a:pt x="28626" y="2691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5" name="Google Shape;1895;p54">
              <a:extLst>
                <a:ext uri="{FF2B5EF4-FFF2-40B4-BE49-F238E27FC236}">
                  <a16:creationId xmlns:a16="http://schemas.microsoft.com/office/drawing/2014/main" id="{F7667D43-0484-D542-FBD0-1CB474D1EEC8}"/>
                </a:ext>
              </a:extLst>
            </p:cNvPr>
            <p:cNvSpPr/>
            <p:nvPr/>
          </p:nvSpPr>
          <p:spPr>
            <a:xfrm>
              <a:off x="5360411" y="4723136"/>
              <a:ext cx="46961" cy="44739"/>
            </a:xfrm>
            <a:custGeom>
              <a:avLst/>
              <a:gdLst/>
              <a:ahLst/>
              <a:cxnLst/>
              <a:rect l="l" t="t" r="r" b="b"/>
              <a:pathLst>
                <a:path w="30200" h="28771" extrusionOk="0">
                  <a:moveTo>
                    <a:pt x="28626" y="26911"/>
                  </a:moveTo>
                  <a:cubicBezTo>
                    <a:pt x="26435" y="29292"/>
                    <a:pt x="22815" y="29388"/>
                    <a:pt x="20434" y="27197"/>
                  </a:cubicBezTo>
                  <a:lnTo>
                    <a:pt x="1860" y="10052"/>
                  </a:lnTo>
                  <a:cubicBezTo>
                    <a:pt x="-521" y="7861"/>
                    <a:pt x="-616" y="4241"/>
                    <a:pt x="1575" y="1860"/>
                  </a:cubicBezTo>
                  <a:cubicBezTo>
                    <a:pt x="3765" y="-521"/>
                    <a:pt x="7385" y="-616"/>
                    <a:pt x="9766" y="1575"/>
                  </a:cubicBezTo>
                  <a:lnTo>
                    <a:pt x="28340" y="18720"/>
                  </a:lnTo>
                  <a:cubicBezTo>
                    <a:pt x="30721" y="20910"/>
                    <a:pt x="30816" y="24530"/>
                    <a:pt x="28626" y="2691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6" name="Google Shape;1896;p54">
              <a:extLst>
                <a:ext uri="{FF2B5EF4-FFF2-40B4-BE49-F238E27FC236}">
                  <a16:creationId xmlns:a16="http://schemas.microsoft.com/office/drawing/2014/main" id="{DF88421E-97E1-38A3-9044-F4A7C2800A34}"/>
                </a:ext>
              </a:extLst>
            </p:cNvPr>
            <p:cNvSpPr/>
            <p:nvPr/>
          </p:nvSpPr>
          <p:spPr>
            <a:xfrm>
              <a:off x="6523449" y="4701166"/>
              <a:ext cx="46961" cy="44739"/>
            </a:xfrm>
            <a:custGeom>
              <a:avLst/>
              <a:gdLst/>
              <a:ahLst/>
              <a:cxnLst/>
              <a:rect l="l" t="t" r="r" b="b"/>
              <a:pathLst>
                <a:path w="30200" h="28771" extrusionOk="0">
                  <a:moveTo>
                    <a:pt x="1575" y="26911"/>
                  </a:moveTo>
                  <a:cubicBezTo>
                    <a:pt x="3765" y="29292"/>
                    <a:pt x="7385" y="29388"/>
                    <a:pt x="9766" y="27197"/>
                  </a:cubicBezTo>
                  <a:lnTo>
                    <a:pt x="28340" y="10052"/>
                  </a:lnTo>
                  <a:cubicBezTo>
                    <a:pt x="30721" y="7861"/>
                    <a:pt x="30816" y="4242"/>
                    <a:pt x="28626" y="1860"/>
                  </a:cubicBezTo>
                  <a:cubicBezTo>
                    <a:pt x="26435" y="-521"/>
                    <a:pt x="22815" y="-616"/>
                    <a:pt x="20434" y="1575"/>
                  </a:cubicBezTo>
                  <a:lnTo>
                    <a:pt x="1860" y="18720"/>
                  </a:lnTo>
                  <a:cubicBezTo>
                    <a:pt x="-521" y="20910"/>
                    <a:pt x="-616" y="24530"/>
                    <a:pt x="1575" y="2691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7" name="Google Shape;1897;p54">
              <a:extLst>
                <a:ext uri="{FF2B5EF4-FFF2-40B4-BE49-F238E27FC236}">
                  <a16:creationId xmlns:a16="http://schemas.microsoft.com/office/drawing/2014/main" id="{5A7FC158-B8CC-FB23-0EB6-F7DEB2457682}"/>
                </a:ext>
              </a:extLst>
            </p:cNvPr>
            <p:cNvSpPr/>
            <p:nvPr/>
          </p:nvSpPr>
          <p:spPr>
            <a:xfrm>
              <a:off x="6546902" y="4717792"/>
              <a:ext cx="46961" cy="44739"/>
            </a:xfrm>
            <a:custGeom>
              <a:avLst/>
              <a:gdLst/>
              <a:ahLst/>
              <a:cxnLst/>
              <a:rect l="l" t="t" r="r" b="b"/>
              <a:pathLst>
                <a:path w="30200" h="28771" extrusionOk="0">
                  <a:moveTo>
                    <a:pt x="1575" y="26911"/>
                  </a:moveTo>
                  <a:cubicBezTo>
                    <a:pt x="3765" y="29292"/>
                    <a:pt x="7385" y="29388"/>
                    <a:pt x="9766" y="27197"/>
                  </a:cubicBezTo>
                  <a:lnTo>
                    <a:pt x="28340" y="10052"/>
                  </a:lnTo>
                  <a:cubicBezTo>
                    <a:pt x="30721" y="7861"/>
                    <a:pt x="30816" y="4242"/>
                    <a:pt x="28626" y="1860"/>
                  </a:cubicBezTo>
                  <a:cubicBezTo>
                    <a:pt x="26435" y="-521"/>
                    <a:pt x="22815" y="-616"/>
                    <a:pt x="20434" y="1575"/>
                  </a:cubicBezTo>
                  <a:lnTo>
                    <a:pt x="1860" y="18720"/>
                  </a:lnTo>
                  <a:cubicBezTo>
                    <a:pt x="-521" y="20910"/>
                    <a:pt x="-616" y="24530"/>
                    <a:pt x="1575" y="2691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8" name="Google Shape;1898;p54">
              <a:extLst>
                <a:ext uri="{FF2B5EF4-FFF2-40B4-BE49-F238E27FC236}">
                  <a16:creationId xmlns:a16="http://schemas.microsoft.com/office/drawing/2014/main" id="{D1D411E5-F29D-D729-6407-306574058C6D}"/>
                </a:ext>
              </a:extLst>
            </p:cNvPr>
            <p:cNvSpPr/>
            <p:nvPr/>
          </p:nvSpPr>
          <p:spPr>
            <a:xfrm>
              <a:off x="5666570" y="1206450"/>
              <a:ext cx="380373" cy="444417"/>
            </a:xfrm>
            <a:custGeom>
              <a:avLst/>
              <a:gdLst/>
              <a:ahLst/>
              <a:cxnLst/>
              <a:rect l="l" t="t" r="r" b="b"/>
              <a:pathLst>
                <a:path w="244613" h="285799" extrusionOk="0">
                  <a:moveTo>
                    <a:pt x="58107" y="150994"/>
                  </a:moveTo>
                  <a:cubicBezTo>
                    <a:pt x="21531" y="196143"/>
                    <a:pt x="72394" y="280725"/>
                    <a:pt x="61059" y="285583"/>
                  </a:cubicBezTo>
                  <a:cubicBezTo>
                    <a:pt x="50868" y="289964"/>
                    <a:pt x="-4473" y="227290"/>
                    <a:pt x="290" y="150994"/>
                  </a:cubicBezTo>
                  <a:cubicBezTo>
                    <a:pt x="766" y="143565"/>
                    <a:pt x="2957" y="117847"/>
                    <a:pt x="18292" y="88986"/>
                  </a:cubicBezTo>
                  <a:cubicBezTo>
                    <a:pt x="52106" y="25264"/>
                    <a:pt x="129163" y="-14360"/>
                    <a:pt x="158976" y="4881"/>
                  </a:cubicBezTo>
                  <a:cubicBezTo>
                    <a:pt x="172121" y="13358"/>
                    <a:pt x="172502" y="30789"/>
                    <a:pt x="187266" y="33170"/>
                  </a:cubicBezTo>
                  <a:cubicBezTo>
                    <a:pt x="202982" y="35742"/>
                    <a:pt x="212507" y="17549"/>
                    <a:pt x="226223" y="21740"/>
                  </a:cubicBezTo>
                  <a:cubicBezTo>
                    <a:pt x="239272" y="25645"/>
                    <a:pt x="243368" y="45933"/>
                    <a:pt x="243844" y="48505"/>
                  </a:cubicBezTo>
                  <a:cubicBezTo>
                    <a:pt x="248321" y="72508"/>
                    <a:pt x="232700" y="99178"/>
                    <a:pt x="211745" y="110418"/>
                  </a:cubicBezTo>
                  <a:cubicBezTo>
                    <a:pt x="194600" y="119657"/>
                    <a:pt x="186027" y="111846"/>
                    <a:pt x="153642" y="114228"/>
                  </a:cubicBezTo>
                  <a:cubicBezTo>
                    <a:pt x="124972" y="116323"/>
                    <a:pt x="78776" y="125562"/>
                    <a:pt x="58107" y="1509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9" name="Google Shape;1899;p54">
              <a:extLst>
                <a:ext uri="{FF2B5EF4-FFF2-40B4-BE49-F238E27FC236}">
                  <a16:creationId xmlns:a16="http://schemas.microsoft.com/office/drawing/2014/main" id="{14E65903-8675-3FAB-4044-49C61D6BFAC3}"/>
                </a:ext>
              </a:extLst>
            </p:cNvPr>
            <p:cNvSpPr/>
            <p:nvPr/>
          </p:nvSpPr>
          <p:spPr>
            <a:xfrm>
              <a:off x="5685689" y="1491558"/>
              <a:ext cx="81830" cy="93482"/>
            </a:xfrm>
            <a:custGeom>
              <a:avLst/>
              <a:gdLst/>
              <a:ahLst/>
              <a:cxnLst/>
              <a:rect l="l" t="t" r="r" b="b"/>
              <a:pathLst>
                <a:path w="52624" h="60117" extrusionOk="0">
                  <a:moveTo>
                    <a:pt x="50125" y="20724"/>
                  </a:moveTo>
                  <a:cubicBezTo>
                    <a:pt x="56316" y="36536"/>
                    <a:pt x="50601" y="53490"/>
                    <a:pt x="37456" y="58634"/>
                  </a:cubicBezTo>
                  <a:cubicBezTo>
                    <a:pt x="24312" y="63777"/>
                    <a:pt x="8596" y="55109"/>
                    <a:pt x="2500" y="39393"/>
                  </a:cubicBezTo>
                  <a:cubicBezTo>
                    <a:pt x="-3692" y="23581"/>
                    <a:pt x="2023" y="6627"/>
                    <a:pt x="15168" y="1484"/>
                  </a:cubicBezTo>
                  <a:cubicBezTo>
                    <a:pt x="28312" y="-3660"/>
                    <a:pt x="44029" y="5008"/>
                    <a:pt x="50125" y="20724"/>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0" name="Google Shape;1900;p54">
              <a:extLst>
                <a:ext uri="{FF2B5EF4-FFF2-40B4-BE49-F238E27FC236}">
                  <a16:creationId xmlns:a16="http://schemas.microsoft.com/office/drawing/2014/main" id="{8A075894-52B7-DF0B-DECA-817B20086326}"/>
                </a:ext>
              </a:extLst>
            </p:cNvPr>
            <p:cNvSpPr/>
            <p:nvPr/>
          </p:nvSpPr>
          <p:spPr>
            <a:xfrm>
              <a:off x="5780431" y="1469672"/>
              <a:ext cx="166775" cy="166775"/>
            </a:xfrm>
            <a:custGeom>
              <a:avLst/>
              <a:gdLst/>
              <a:ahLst/>
              <a:cxnLst/>
              <a:rect l="l" t="t" r="r" b="b"/>
              <a:pathLst>
                <a:path w="107251" h="107251" extrusionOk="0">
                  <a:moveTo>
                    <a:pt x="53626" y="107251"/>
                  </a:moveTo>
                  <a:cubicBezTo>
                    <a:pt x="24003" y="107251"/>
                    <a:pt x="0" y="83153"/>
                    <a:pt x="0" y="53626"/>
                  </a:cubicBezTo>
                  <a:cubicBezTo>
                    <a:pt x="0" y="24098"/>
                    <a:pt x="24098" y="0"/>
                    <a:pt x="53626" y="0"/>
                  </a:cubicBezTo>
                  <a:cubicBezTo>
                    <a:pt x="83153" y="0"/>
                    <a:pt x="107252" y="24098"/>
                    <a:pt x="107252" y="53626"/>
                  </a:cubicBezTo>
                  <a:cubicBezTo>
                    <a:pt x="107252" y="83153"/>
                    <a:pt x="83153" y="107251"/>
                    <a:pt x="53626" y="107251"/>
                  </a:cubicBezTo>
                  <a:close/>
                  <a:moveTo>
                    <a:pt x="53626" y="4381"/>
                  </a:moveTo>
                  <a:cubicBezTo>
                    <a:pt x="26480" y="4381"/>
                    <a:pt x="4382" y="26479"/>
                    <a:pt x="4382" y="53626"/>
                  </a:cubicBezTo>
                  <a:cubicBezTo>
                    <a:pt x="4382" y="80772"/>
                    <a:pt x="26480" y="102870"/>
                    <a:pt x="53626" y="102870"/>
                  </a:cubicBezTo>
                  <a:cubicBezTo>
                    <a:pt x="80772" y="102870"/>
                    <a:pt x="102870" y="80772"/>
                    <a:pt x="102870" y="53626"/>
                  </a:cubicBezTo>
                  <a:cubicBezTo>
                    <a:pt x="102870" y="26479"/>
                    <a:pt x="80772" y="4381"/>
                    <a:pt x="53626" y="438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1" name="Google Shape;1901;p54">
              <a:extLst>
                <a:ext uri="{FF2B5EF4-FFF2-40B4-BE49-F238E27FC236}">
                  <a16:creationId xmlns:a16="http://schemas.microsoft.com/office/drawing/2014/main" id="{0FFCCFFD-62A6-3A0D-B564-7176581875A3}"/>
                </a:ext>
              </a:extLst>
            </p:cNvPr>
            <p:cNvSpPr/>
            <p:nvPr/>
          </p:nvSpPr>
          <p:spPr>
            <a:xfrm>
              <a:off x="5955592" y="1417421"/>
              <a:ext cx="166775" cy="166775"/>
            </a:xfrm>
            <a:custGeom>
              <a:avLst/>
              <a:gdLst/>
              <a:ahLst/>
              <a:cxnLst/>
              <a:rect l="l" t="t" r="r" b="b"/>
              <a:pathLst>
                <a:path w="107251" h="107251" extrusionOk="0">
                  <a:moveTo>
                    <a:pt x="53626" y="107252"/>
                  </a:moveTo>
                  <a:cubicBezTo>
                    <a:pt x="24003" y="107252"/>
                    <a:pt x="0" y="83153"/>
                    <a:pt x="0" y="53626"/>
                  </a:cubicBezTo>
                  <a:cubicBezTo>
                    <a:pt x="0" y="24098"/>
                    <a:pt x="24098" y="0"/>
                    <a:pt x="53626" y="0"/>
                  </a:cubicBezTo>
                  <a:cubicBezTo>
                    <a:pt x="83153" y="0"/>
                    <a:pt x="107252" y="24098"/>
                    <a:pt x="107252" y="53626"/>
                  </a:cubicBezTo>
                  <a:cubicBezTo>
                    <a:pt x="107252" y="83153"/>
                    <a:pt x="83153" y="107252"/>
                    <a:pt x="53626" y="107252"/>
                  </a:cubicBezTo>
                  <a:close/>
                  <a:moveTo>
                    <a:pt x="53626" y="4382"/>
                  </a:moveTo>
                  <a:cubicBezTo>
                    <a:pt x="26479" y="4382"/>
                    <a:pt x="4381" y="26479"/>
                    <a:pt x="4381" y="53626"/>
                  </a:cubicBezTo>
                  <a:cubicBezTo>
                    <a:pt x="4381" y="80772"/>
                    <a:pt x="26479" y="102870"/>
                    <a:pt x="53626" y="102870"/>
                  </a:cubicBezTo>
                  <a:cubicBezTo>
                    <a:pt x="80772" y="102870"/>
                    <a:pt x="102870" y="80772"/>
                    <a:pt x="102870" y="53626"/>
                  </a:cubicBezTo>
                  <a:cubicBezTo>
                    <a:pt x="102870" y="26479"/>
                    <a:pt x="80772" y="4382"/>
                    <a:pt x="53626" y="4382"/>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2" name="Google Shape;1902;p54">
              <a:extLst>
                <a:ext uri="{FF2B5EF4-FFF2-40B4-BE49-F238E27FC236}">
                  <a16:creationId xmlns:a16="http://schemas.microsoft.com/office/drawing/2014/main" id="{A0483493-D5AD-AD3D-9D3D-058A4CA5C7AE}"/>
                </a:ext>
              </a:extLst>
            </p:cNvPr>
            <p:cNvSpPr/>
            <p:nvPr/>
          </p:nvSpPr>
          <p:spPr>
            <a:xfrm>
              <a:off x="5718361" y="1488059"/>
              <a:ext cx="68767" cy="53638"/>
            </a:xfrm>
            <a:custGeom>
              <a:avLst/>
              <a:gdLst/>
              <a:ahLst/>
              <a:cxnLst/>
              <a:rect l="l" t="t" r="r" b="b"/>
              <a:pathLst>
                <a:path w="44223" h="34494" extrusionOk="0">
                  <a:moveTo>
                    <a:pt x="42019" y="34494"/>
                  </a:moveTo>
                  <a:cubicBezTo>
                    <a:pt x="42019" y="34494"/>
                    <a:pt x="41066" y="34399"/>
                    <a:pt x="40685" y="34018"/>
                  </a:cubicBezTo>
                  <a:lnTo>
                    <a:pt x="871" y="4014"/>
                  </a:lnTo>
                  <a:cubicBezTo>
                    <a:pt x="-82" y="3252"/>
                    <a:pt x="-272" y="1919"/>
                    <a:pt x="395" y="871"/>
                  </a:cubicBezTo>
                  <a:cubicBezTo>
                    <a:pt x="1157" y="-82"/>
                    <a:pt x="2585" y="-272"/>
                    <a:pt x="3538" y="395"/>
                  </a:cubicBezTo>
                  <a:lnTo>
                    <a:pt x="43352" y="30399"/>
                  </a:lnTo>
                  <a:cubicBezTo>
                    <a:pt x="44305" y="31160"/>
                    <a:pt x="44495" y="32494"/>
                    <a:pt x="43829" y="33542"/>
                  </a:cubicBezTo>
                  <a:cubicBezTo>
                    <a:pt x="43352" y="34113"/>
                    <a:pt x="42686" y="34399"/>
                    <a:pt x="42019" y="34399"/>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3" name="Google Shape;1903;p54">
              <a:extLst>
                <a:ext uri="{FF2B5EF4-FFF2-40B4-BE49-F238E27FC236}">
                  <a16:creationId xmlns:a16="http://schemas.microsoft.com/office/drawing/2014/main" id="{4E0C4150-E1C9-7AAC-245F-3F266C376FE0}"/>
                </a:ext>
              </a:extLst>
            </p:cNvPr>
            <p:cNvSpPr/>
            <p:nvPr/>
          </p:nvSpPr>
          <p:spPr>
            <a:xfrm>
              <a:off x="5940727" y="1520810"/>
              <a:ext cx="23143" cy="12516"/>
            </a:xfrm>
            <a:custGeom>
              <a:avLst/>
              <a:gdLst/>
              <a:ahLst/>
              <a:cxnLst/>
              <a:rect l="l" t="t" r="r" b="b"/>
              <a:pathLst>
                <a:path w="14883" h="8049" extrusionOk="0">
                  <a:moveTo>
                    <a:pt x="2203" y="8050"/>
                  </a:moveTo>
                  <a:cubicBezTo>
                    <a:pt x="1251" y="8050"/>
                    <a:pt x="393" y="7478"/>
                    <a:pt x="108" y="6526"/>
                  </a:cubicBezTo>
                  <a:cubicBezTo>
                    <a:pt x="-273" y="5383"/>
                    <a:pt x="393" y="4049"/>
                    <a:pt x="1536" y="3668"/>
                  </a:cubicBezTo>
                  <a:lnTo>
                    <a:pt x="11919" y="144"/>
                  </a:lnTo>
                  <a:cubicBezTo>
                    <a:pt x="13062" y="-332"/>
                    <a:pt x="14395" y="430"/>
                    <a:pt x="14776" y="1573"/>
                  </a:cubicBezTo>
                  <a:cubicBezTo>
                    <a:pt x="15157" y="2716"/>
                    <a:pt x="14490" y="4049"/>
                    <a:pt x="13347" y="4431"/>
                  </a:cubicBezTo>
                  <a:lnTo>
                    <a:pt x="2965" y="7955"/>
                  </a:lnTo>
                  <a:cubicBezTo>
                    <a:pt x="2965" y="7955"/>
                    <a:pt x="2489" y="8050"/>
                    <a:pt x="2298" y="805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 name="TextBox 4">
            <a:extLst>
              <a:ext uri="{FF2B5EF4-FFF2-40B4-BE49-F238E27FC236}">
                <a16:creationId xmlns:a16="http://schemas.microsoft.com/office/drawing/2014/main" id="{2401413E-E1E2-D5E9-79F3-426D022C8111}"/>
              </a:ext>
            </a:extLst>
          </p:cNvPr>
          <p:cNvSpPr txBox="1"/>
          <p:nvPr/>
        </p:nvSpPr>
        <p:spPr>
          <a:xfrm>
            <a:off x="379228" y="1556087"/>
            <a:ext cx="6205869" cy="2092881"/>
          </a:xfrm>
          <a:prstGeom prst="rect">
            <a:avLst/>
          </a:prstGeom>
          <a:noFill/>
        </p:spPr>
        <p:txBody>
          <a:bodyPr wrap="square">
            <a:spAutoFit/>
          </a:bodyPr>
          <a:lstStyle/>
          <a:p>
            <a:r>
              <a:rPr lang="en-US" sz="1800" b="1" u="sng" dirty="0"/>
              <a:t>The vision</a:t>
            </a:r>
          </a:p>
          <a:p>
            <a:endParaRPr lang="en-US" dirty="0"/>
          </a:p>
          <a:p>
            <a:pPr marL="285750" indent="-285750">
              <a:buFont typeface="Arial" panose="020B0604020202020204" pitchFamily="34" charset="0"/>
              <a:buChar char="•"/>
            </a:pPr>
            <a:r>
              <a:rPr lang="en-US" dirty="0"/>
              <a:t>IoT Pet Wearables: Real-time health data </a:t>
            </a:r>
          </a:p>
          <a:p>
            <a:pPr marL="285750" indent="-285750">
              <a:buFont typeface="Arial" panose="020B0604020202020204" pitchFamily="34" charset="0"/>
              <a:buChar char="•"/>
            </a:pPr>
            <a:r>
              <a:rPr lang="en-US" dirty="0"/>
              <a:t>Genetic Testing: Predicting disease risk</a:t>
            </a:r>
          </a:p>
          <a:p>
            <a:pPr marL="285750" indent="-285750">
              <a:buFont typeface="Arial" panose="020B0604020202020204" pitchFamily="34" charset="0"/>
              <a:buChar char="•"/>
            </a:pPr>
            <a:r>
              <a:rPr lang="en-US" dirty="0"/>
              <a:t>Telemedicine: Remote vet consultations</a:t>
            </a:r>
          </a:p>
          <a:p>
            <a:pPr marL="285750" indent="-285750">
              <a:buFont typeface="Arial" panose="020B0604020202020204" pitchFamily="34" charset="0"/>
              <a:buChar char="•"/>
            </a:pPr>
            <a:r>
              <a:rPr lang="en-US" dirty="0"/>
              <a:t>Smart Home: Behavioral monitoring </a:t>
            </a:r>
          </a:p>
          <a:p>
            <a:pPr marL="285750" indent="-285750">
              <a:buFont typeface="Arial" panose="020B0604020202020204" pitchFamily="34" charset="0"/>
              <a:buChar char="•"/>
            </a:pPr>
            <a:r>
              <a:rPr lang="en-US" dirty="0"/>
              <a:t>Microchip Registries: Identity verification </a:t>
            </a:r>
          </a:p>
          <a:p>
            <a:endParaRPr lang="en-US" dirty="0"/>
          </a:p>
          <a:p>
            <a:r>
              <a:rPr lang="en-US" dirty="0"/>
              <a:t>I didn't just solve today's problem — I mapped tomorrow's landscape</a:t>
            </a:r>
          </a:p>
        </p:txBody>
      </p:sp>
      <p:sp>
        <p:nvSpPr>
          <p:cNvPr id="2" name="TextBox 1">
            <a:extLst>
              <a:ext uri="{FF2B5EF4-FFF2-40B4-BE49-F238E27FC236}">
                <a16:creationId xmlns:a16="http://schemas.microsoft.com/office/drawing/2014/main" id="{0228F80C-9E88-9913-E4DF-343A8CBA36BD}"/>
              </a:ext>
            </a:extLst>
          </p:cNvPr>
          <p:cNvSpPr txBox="1"/>
          <p:nvPr/>
        </p:nvSpPr>
        <p:spPr>
          <a:xfrm>
            <a:off x="8779614" y="4489498"/>
            <a:ext cx="474389" cy="307777"/>
          </a:xfrm>
          <a:prstGeom prst="rect">
            <a:avLst/>
          </a:prstGeom>
          <a:noFill/>
        </p:spPr>
        <p:txBody>
          <a:bodyPr wrap="square" rtlCol="0">
            <a:spAutoFit/>
          </a:bodyPr>
          <a:lstStyle/>
          <a:p>
            <a:r>
              <a:rPr lang="en-US" dirty="0"/>
              <a:t>21</a:t>
            </a:r>
          </a:p>
        </p:txBody>
      </p:sp>
    </p:spTree>
    <p:extLst>
      <p:ext uri="{BB962C8B-B14F-4D97-AF65-F5344CB8AC3E}">
        <p14:creationId xmlns:p14="http://schemas.microsoft.com/office/powerpoint/2010/main" val="41722181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98"/>
        <p:cNvGrpSpPr/>
        <p:nvPr/>
      </p:nvGrpSpPr>
      <p:grpSpPr>
        <a:xfrm>
          <a:off x="0" y="0"/>
          <a:ext cx="0" cy="0"/>
          <a:chOff x="0" y="0"/>
          <a:chExt cx="0" cy="0"/>
        </a:xfrm>
      </p:grpSpPr>
      <p:sp>
        <p:nvSpPr>
          <p:cNvPr id="1499" name="Google Shape;1499;p47"/>
          <p:cNvSpPr/>
          <p:nvPr/>
        </p:nvSpPr>
        <p:spPr>
          <a:xfrm>
            <a:off x="601931" y="1303881"/>
            <a:ext cx="487200" cy="48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icksand Medium"/>
              <a:ea typeface="Quicksand Medium"/>
              <a:cs typeface="Quicksand Medium"/>
              <a:sym typeface="Quicksand Medium"/>
            </a:endParaRPr>
          </a:p>
        </p:txBody>
      </p:sp>
      <p:sp>
        <p:nvSpPr>
          <p:cNvPr id="1500" name="Google Shape;1500;p47"/>
          <p:cNvSpPr/>
          <p:nvPr/>
        </p:nvSpPr>
        <p:spPr>
          <a:xfrm>
            <a:off x="601931" y="2405993"/>
            <a:ext cx="487200" cy="48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icksand Medium"/>
              <a:ea typeface="Quicksand Medium"/>
              <a:cs typeface="Quicksand Medium"/>
              <a:sym typeface="Quicksand Medium"/>
            </a:endParaRPr>
          </a:p>
        </p:txBody>
      </p:sp>
      <p:sp>
        <p:nvSpPr>
          <p:cNvPr id="1501" name="Google Shape;1501;p47"/>
          <p:cNvSpPr/>
          <p:nvPr/>
        </p:nvSpPr>
        <p:spPr>
          <a:xfrm>
            <a:off x="601931" y="3508093"/>
            <a:ext cx="487200" cy="48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icksand Medium"/>
              <a:ea typeface="Quicksand Medium"/>
              <a:cs typeface="Quicksand Medium"/>
              <a:sym typeface="Quicksand Medium"/>
            </a:endParaRPr>
          </a:p>
        </p:txBody>
      </p:sp>
      <p:sp>
        <p:nvSpPr>
          <p:cNvPr id="1502" name="Google Shape;1502;p47"/>
          <p:cNvSpPr/>
          <p:nvPr/>
        </p:nvSpPr>
        <p:spPr>
          <a:xfrm>
            <a:off x="7898923" y="1261350"/>
            <a:ext cx="487200" cy="48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icksand Medium"/>
              <a:ea typeface="Quicksand Medium"/>
              <a:cs typeface="Quicksand Medium"/>
              <a:sym typeface="Quicksand Medium"/>
            </a:endParaRPr>
          </a:p>
        </p:txBody>
      </p:sp>
      <p:sp>
        <p:nvSpPr>
          <p:cNvPr id="1503" name="Google Shape;1503;p47"/>
          <p:cNvSpPr/>
          <p:nvPr/>
        </p:nvSpPr>
        <p:spPr>
          <a:xfrm>
            <a:off x="7898923" y="2363462"/>
            <a:ext cx="487200" cy="48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icksand Medium"/>
              <a:ea typeface="Quicksand Medium"/>
              <a:cs typeface="Quicksand Medium"/>
              <a:sym typeface="Quicksand Medium"/>
            </a:endParaRPr>
          </a:p>
        </p:txBody>
      </p:sp>
      <p:sp>
        <p:nvSpPr>
          <p:cNvPr id="1504" name="Google Shape;1504;p47"/>
          <p:cNvSpPr/>
          <p:nvPr/>
        </p:nvSpPr>
        <p:spPr>
          <a:xfrm>
            <a:off x="7898923" y="3465562"/>
            <a:ext cx="487200" cy="48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icksand Medium"/>
              <a:ea typeface="Quicksand Medium"/>
              <a:cs typeface="Quicksand Medium"/>
              <a:sym typeface="Quicksand Medium"/>
            </a:endParaRPr>
          </a:p>
        </p:txBody>
      </p:sp>
      <p:sp>
        <p:nvSpPr>
          <p:cNvPr id="1505" name="Google Shape;1505;p47"/>
          <p:cNvSpPr txBox="1">
            <a:spLocks noGrp="1"/>
          </p:cNvSpPr>
          <p:nvPr>
            <p:ph type="subTitle" idx="2"/>
          </p:nvPr>
        </p:nvSpPr>
        <p:spPr>
          <a:xfrm>
            <a:off x="1204316" y="2757970"/>
            <a:ext cx="2942381" cy="572700"/>
          </a:xfrm>
          <a:prstGeom prst="rect">
            <a:avLst/>
          </a:prstGeom>
        </p:spPr>
        <p:txBody>
          <a:bodyPr spcFirstLastPara="1" wrap="square" lIns="91425" tIns="91425" rIns="91425" bIns="91425" anchor="t" anchorCtr="0">
            <a:noAutofit/>
          </a:bodyPr>
          <a:lstStyle/>
          <a:p>
            <a:pPr marL="0" lvl="0" indent="0"/>
            <a:r>
              <a:rPr lang="en-US" dirty="0"/>
              <a:t>Seamless data exchange across ecosystem</a:t>
            </a:r>
            <a:endParaRPr dirty="0"/>
          </a:p>
        </p:txBody>
      </p:sp>
      <p:sp>
        <p:nvSpPr>
          <p:cNvPr id="1506" name="Google Shape;1506;p47"/>
          <p:cNvSpPr txBox="1">
            <a:spLocks noGrp="1"/>
          </p:cNvSpPr>
          <p:nvPr>
            <p:ph type="subTitle" idx="5"/>
          </p:nvPr>
        </p:nvSpPr>
        <p:spPr>
          <a:xfrm>
            <a:off x="4772545" y="1612492"/>
            <a:ext cx="3012946" cy="572700"/>
          </a:xfrm>
          <a:prstGeom prst="rect">
            <a:avLst/>
          </a:prstGeom>
        </p:spPr>
        <p:txBody>
          <a:bodyPr spcFirstLastPara="1" wrap="square" lIns="91425" tIns="91425" rIns="91425" bIns="91425" anchor="t" anchorCtr="0">
            <a:noAutofit/>
          </a:bodyPr>
          <a:lstStyle/>
          <a:p>
            <a:pPr marL="0" lvl="0" indent="0"/>
            <a:r>
              <a:rPr lang="en-US" dirty="0"/>
              <a:t>AI underwriting, automated processing </a:t>
            </a:r>
          </a:p>
        </p:txBody>
      </p:sp>
      <p:sp>
        <p:nvSpPr>
          <p:cNvPr id="1507" name="Google Shape;1507;p47"/>
          <p:cNvSpPr txBox="1">
            <a:spLocks noGrp="1"/>
          </p:cNvSpPr>
          <p:nvPr>
            <p:ph type="title"/>
          </p:nvPr>
        </p:nvSpPr>
        <p:spPr>
          <a:xfrm>
            <a:off x="634977" y="0"/>
            <a:ext cx="7704000" cy="662398"/>
          </a:xfrm>
          <a:prstGeom prst="rect">
            <a:avLst/>
          </a:prstGeom>
        </p:spPr>
        <p:txBody>
          <a:bodyPr spcFirstLastPara="1" wrap="square" lIns="91425" tIns="91425" rIns="91425" bIns="91425" anchor="t" anchorCtr="0">
            <a:noAutofit/>
          </a:bodyPr>
          <a:lstStyle/>
          <a:p>
            <a:pPr lvl="0"/>
            <a:r>
              <a:rPr lang="en-US" b="1" dirty="0"/>
              <a:t>WHY THIS MATTERS</a:t>
            </a:r>
          </a:p>
        </p:txBody>
      </p:sp>
      <p:sp>
        <p:nvSpPr>
          <p:cNvPr id="1508" name="Google Shape;1508;p47"/>
          <p:cNvSpPr txBox="1">
            <a:spLocks noGrp="1"/>
          </p:cNvSpPr>
          <p:nvPr>
            <p:ph type="subTitle" idx="1"/>
          </p:nvPr>
        </p:nvSpPr>
        <p:spPr>
          <a:xfrm>
            <a:off x="1204316" y="1655035"/>
            <a:ext cx="2992001" cy="572700"/>
          </a:xfrm>
          <a:prstGeom prst="rect">
            <a:avLst/>
          </a:prstGeom>
        </p:spPr>
        <p:txBody>
          <a:bodyPr spcFirstLastPara="1" wrap="square" lIns="91425" tIns="91425" rIns="91425" bIns="91425" anchor="t" anchorCtr="0">
            <a:noAutofit/>
          </a:bodyPr>
          <a:lstStyle/>
          <a:p>
            <a:pPr marL="0" lvl="0" indent="0"/>
            <a:r>
              <a:rPr lang="en-US" dirty="0"/>
              <a:t>Carriers save 6-12 months of research </a:t>
            </a:r>
          </a:p>
        </p:txBody>
      </p:sp>
      <p:sp>
        <p:nvSpPr>
          <p:cNvPr id="1509" name="Google Shape;1509;p47"/>
          <p:cNvSpPr txBox="1">
            <a:spLocks noGrp="1"/>
          </p:cNvSpPr>
          <p:nvPr>
            <p:ph type="subTitle" idx="3"/>
          </p:nvPr>
        </p:nvSpPr>
        <p:spPr>
          <a:xfrm>
            <a:off x="1204316" y="3860880"/>
            <a:ext cx="2566697" cy="572700"/>
          </a:xfrm>
          <a:prstGeom prst="rect">
            <a:avLst/>
          </a:prstGeom>
        </p:spPr>
        <p:txBody>
          <a:bodyPr spcFirstLastPara="1" wrap="square" lIns="91425" tIns="91425" rIns="91425" bIns="91425" anchor="t" anchorCtr="0">
            <a:noAutofit/>
          </a:bodyPr>
          <a:lstStyle/>
          <a:p>
            <a:pPr marL="0" lvl="0" indent="0"/>
            <a:r>
              <a:rPr lang="en-US" dirty="0"/>
              <a:t>No more reinventing the wheel </a:t>
            </a:r>
          </a:p>
        </p:txBody>
      </p:sp>
      <p:sp>
        <p:nvSpPr>
          <p:cNvPr id="1510" name="Google Shape;1510;p47"/>
          <p:cNvSpPr txBox="1">
            <a:spLocks noGrp="1"/>
          </p:cNvSpPr>
          <p:nvPr>
            <p:ph type="subTitle" idx="4"/>
          </p:nvPr>
        </p:nvSpPr>
        <p:spPr>
          <a:xfrm>
            <a:off x="5620991" y="3818199"/>
            <a:ext cx="2164500" cy="572700"/>
          </a:xfrm>
          <a:prstGeom prst="rect">
            <a:avLst/>
          </a:prstGeom>
        </p:spPr>
        <p:txBody>
          <a:bodyPr spcFirstLastPara="1" wrap="square" lIns="91425" tIns="91425" rIns="91425" bIns="91425" anchor="t" anchorCtr="0">
            <a:noAutofit/>
          </a:bodyPr>
          <a:lstStyle/>
          <a:p>
            <a:pPr marL="0" lvl="0" indent="0"/>
            <a:r>
              <a:rPr lang="en-US" dirty="0"/>
              <a:t>Not just  theoretical</a:t>
            </a:r>
          </a:p>
        </p:txBody>
      </p:sp>
      <p:sp>
        <p:nvSpPr>
          <p:cNvPr id="1511" name="Google Shape;1511;p47"/>
          <p:cNvSpPr txBox="1">
            <a:spLocks noGrp="1"/>
          </p:cNvSpPr>
          <p:nvPr>
            <p:ph type="subTitle" idx="6"/>
          </p:nvPr>
        </p:nvSpPr>
        <p:spPr>
          <a:xfrm>
            <a:off x="5238306" y="2850662"/>
            <a:ext cx="2660617" cy="325566"/>
          </a:xfrm>
          <a:prstGeom prst="rect">
            <a:avLst/>
          </a:prstGeom>
        </p:spPr>
        <p:txBody>
          <a:bodyPr spcFirstLastPara="1" wrap="square" lIns="91425" tIns="91425" rIns="91425" bIns="91425" anchor="t" anchorCtr="0">
            <a:noAutofit/>
          </a:bodyPr>
          <a:lstStyle/>
          <a:p>
            <a:pPr marL="0" lvl="0" indent="0"/>
            <a:r>
              <a:rPr lang="en-US" dirty="0"/>
              <a:t>Industry-wide adoption pathway </a:t>
            </a:r>
          </a:p>
        </p:txBody>
      </p:sp>
      <p:sp>
        <p:nvSpPr>
          <p:cNvPr id="1512" name="Google Shape;1512;p47"/>
          <p:cNvSpPr txBox="1">
            <a:spLocks noGrp="1"/>
          </p:cNvSpPr>
          <p:nvPr>
            <p:ph type="subTitle" idx="7"/>
          </p:nvPr>
        </p:nvSpPr>
        <p:spPr>
          <a:xfrm>
            <a:off x="1204318" y="1283432"/>
            <a:ext cx="3629952" cy="487200"/>
          </a:xfrm>
          <a:prstGeom prst="rect">
            <a:avLst/>
          </a:prstGeom>
        </p:spPr>
        <p:txBody>
          <a:bodyPr spcFirstLastPara="1" wrap="square" lIns="91425" tIns="91425" rIns="91425" bIns="91425" anchor="b" anchorCtr="0">
            <a:noAutofit/>
          </a:bodyPr>
          <a:lstStyle/>
          <a:p>
            <a:pPr marL="0" lvl="0" indent="0"/>
            <a:r>
              <a:rPr lang="en-US" sz="1600" b="1" dirty="0"/>
              <a:t>Accelerates digital transformation</a:t>
            </a:r>
            <a:r>
              <a:rPr lang="en" sz="1600" b="1" dirty="0"/>
              <a:t> </a:t>
            </a:r>
            <a:endParaRPr sz="1600" b="1" dirty="0"/>
          </a:p>
        </p:txBody>
      </p:sp>
      <p:sp>
        <p:nvSpPr>
          <p:cNvPr id="1513" name="Google Shape;1513;p47"/>
          <p:cNvSpPr txBox="1">
            <a:spLocks noGrp="1"/>
          </p:cNvSpPr>
          <p:nvPr>
            <p:ph type="subTitle" idx="8"/>
          </p:nvPr>
        </p:nvSpPr>
        <p:spPr>
          <a:xfrm>
            <a:off x="1204317" y="2385724"/>
            <a:ext cx="2743905" cy="487200"/>
          </a:xfrm>
          <a:prstGeom prst="rect">
            <a:avLst/>
          </a:prstGeom>
        </p:spPr>
        <p:txBody>
          <a:bodyPr spcFirstLastPara="1" wrap="square" lIns="91425" tIns="91425" rIns="91425" bIns="91425" anchor="b" anchorCtr="0">
            <a:noAutofit/>
          </a:bodyPr>
          <a:lstStyle/>
          <a:p>
            <a:pPr marL="0" lvl="0" indent="0"/>
            <a:r>
              <a:rPr lang="en-US" sz="1600" b="1" dirty="0"/>
              <a:t>Enables standardization</a:t>
            </a:r>
            <a:endParaRPr sz="1600" b="1" dirty="0"/>
          </a:p>
        </p:txBody>
      </p:sp>
      <p:sp>
        <p:nvSpPr>
          <p:cNvPr id="1514" name="Google Shape;1514;p47"/>
          <p:cNvSpPr txBox="1">
            <a:spLocks noGrp="1"/>
          </p:cNvSpPr>
          <p:nvPr>
            <p:ph type="subTitle" idx="9"/>
          </p:nvPr>
        </p:nvSpPr>
        <p:spPr>
          <a:xfrm>
            <a:off x="5618010" y="1240901"/>
            <a:ext cx="2167500" cy="487200"/>
          </a:xfrm>
          <a:prstGeom prst="rect">
            <a:avLst/>
          </a:prstGeom>
        </p:spPr>
        <p:txBody>
          <a:bodyPr spcFirstLastPara="1" wrap="square" lIns="91425" tIns="91425" rIns="91425" bIns="91425" anchor="b" anchorCtr="0">
            <a:noAutofit/>
          </a:bodyPr>
          <a:lstStyle/>
          <a:p>
            <a:pPr marL="0" lvl="0" indent="0"/>
            <a:r>
              <a:rPr lang="en-US" sz="1600" b="1" dirty="0"/>
              <a:t>Unlocks innovation</a:t>
            </a:r>
            <a:r>
              <a:rPr lang="en" dirty="0"/>
              <a:t> </a:t>
            </a:r>
            <a:endParaRPr dirty="0"/>
          </a:p>
        </p:txBody>
      </p:sp>
      <p:sp>
        <p:nvSpPr>
          <p:cNvPr id="1515" name="Google Shape;1515;p47"/>
          <p:cNvSpPr txBox="1">
            <a:spLocks noGrp="1"/>
          </p:cNvSpPr>
          <p:nvPr>
            <p:ph type="subTitle" idx="13"/>
          </p:nvPr>
        </p:nvSpPr>
        <p:spPr>
          <a:xfrm>
            <a:off x="1204318" y="3488016"/>
            <a:ext cx="2167500" cy="487200"/>
          </a:xfrm>
          <a:prstGeom prst="rect">
            <a:avLst/>
          </a:prstGeom>
          <a:noFill/>
          <a:ln>
            <a:noFill/>
          </a:ln>
        </p:spPr>
        <p:txBody>
          <a:bodyPr spcFirstLastPara="1" wrap="square" lIns="91425" tIns="91425" rIns="91425" bIns="91425" anchor="b" anchorCtr="0">
            <a:noAutofit/>
          </a:bodyPr>
          <a:lstStyle/>
          <a:p>
            <a:pPr marL="0" indent="0"/>
            <a:r>
              <a:rPr lang="en-US" sz="1600" b="1" dirty="0"/>
              <a:t>Reduces costs </a:t>
            </a:r>
            <a:r>
              <a:rPr lang="en" sz="1600" b="1" dirty="0"/>
              <a:t> </a:t>
            </a:r>
            <a:endParaRPr sz="1600" b="1" dirty="0"/>
          </a:p>
        </p:txBody>
      </p:sp>
      <p:sp>
        <p:nvSpPr>
          <p:cNvPr id="1516" name="Google Shape;1516;p47"/>
          <p:cNvSpPr txBox="1">
            <a:spLocks noGrp="1"/>
          </p:cNvSpPr>
          <p:nvPr>
            <p:ph type="subTitle" idx="14"/>
          </p:nvPr>
        </p:nvSpPr>
        <p:spPr>
          <a:xfrm>
            <a:off x="5124893" y="3445475"/>
            <a:ext cx="2660617" cy="487200"/>
          </a:xfrm>
          <a:prstGeom prst="rect">
            <a:avLst/>
          </a:prstGeom>
        </p:spPr>
        <p:txBody>
          <a:bodyPr spcFirstLastPara="1" wrap="square" lIns="91425" tIns="91425" rIns="91425" bIns="91425" anchor="b" anchorCtr="0">
            <a:noAutofit/>
          </a:bodyPr>
          <a:lstStyle/>
          <a:p>
            <a:pPr marL="0" lvl="0" indent="0"/>
            <a:r>
              <a:rPr lang="en-US" sz="1600" b="1" dirty="0"/>
              <a:t>Immediately implementable</a:t>
            </a:r>
            <a:r>
              <a:rPr lang="en" dirty="0"/>
              <a:t> </a:t>
            </a:r>
            <a:endParaRPr dirty="0"/>
          </a:p>
        </p:txBody>
      </p:sp>
      <p:sp>
        <p:nvSpPr>
          <p:cNvPr id="1517" name="Google Shape;1517;p47"/>
          <p:cNvSpPr txBox="1">
            <a:spLocks noGrp="1"/>
          </p:cNvSpPr>
          <p:nvPr>
            <p:ph type="subTitle" idx="15"/>
          </p:nvPr>
        </p:nvSpPr>
        <p:spPr>
          <a:xfrm>
            <a:off x="4893833" y="2415745"/>
            <a:ext cx="3005079" cy="487200"/>
          </a:xfrm>
          <a:prstGeom prst="rect">
            <a:avLst/>
          </a:prstGeom>
        </p:spPr>
        <p:txBody>
          <a:bodyPr spcFirstLastPara="1" wrap="square" lIns="91425" tIns="91425" rIns="91425" bIns="91425" anchor="b" anchorCtr="0">
            <a:noAutofit/>
          </a:bodyPr>
          <a:lstStyle/>
          <a:p>
            <a:pPr marL="0" lvl="0" indent="0"/>
            <a:r>
              <a:rPr lang="en-US" sz="1600" b="1" dirty="0"/>
              <a:t>Foundation for ACORD standards</a:t>
            </a:r>
            <a:r>
              <a:rPr lang="en" dirty="0"/>
              <a:t> </a:t>
            </a:r>
            <a:endParaRPr dirty="0"/>
          </a:p>
        </p:txBody>
      </p:sp>
      <p:sp>
        <p:nvSpPr>
          <p:cNvPr id="1518" name="Google Shape;1518;p47"/>
          <p:cNvSpPr/>
          <p:nvPr/>
        </p:nvSpPr>
        <p:spPr>
          <a:xfrm>
            <a:off x="704178" y="1406306"/>
            <a:ext cx="282507" cy="282386"/>
          </a:xfrm>
          <a:custGeom>
            <a:avLst/>
            <a:gdLst/>
            <a:ahLst/>
            <a:cxnLst/>
            <a:rect l="l" t="t" r="r" b="b"/>
            <a:pathLst>
              <a:path w="361031" h="360877" extrusionOk="0">
                <a:moveTo>
                  <a:pt x="356382" y="105783"/>
                </a:moveTo>
                <a:lnTo>
                  <a:pt x="209984" y="8240"/>
                </a:lnTo>
                <a:cubicBezTo>
                  <a:pt x="193463" y="-2747"/>
                  <a:pt x="167621" y="-2747"/>
                  <a:pt x="151100" y="8240"/>
                </a:cubicBezTo>
                <a:lnTo>
                  <a:pt x="4702" y="105783"/>
                </a:lnTo>
                <a:cubicBezTo>
                  <a:pt x="-167" y="109029"/>
                  <a:pt x="-1457" y="115604"/>
                  <a:pt x="1789" y="120431"/>
                </a:cubicBezTo>
                <a:cubicBezTo>
                  <a:pt x="5034" y="125300"/>
                  <a:pt x="11610" y="126590"/>
                  <a:pt x="16436" y="123344"/>
                </a:cubicBezTo>
                <a:lnTo>
                  <a:pt x="22637" y="119225"/>
                </a:lnTo>
                <a:lnTo>
                  <a:pt x="22637" y="356841"/>
                </a:lnTo>
                <a:cubicBezTo>
                  <a:pt x="22637" y="359046"/>
                  <a:pt x="24427" y="360836"/>
                  <a:pt x="26632" y="360836"/>
                </a:cubicBezTo>
                <a:lnTo>
                  <a:pt x="124841" y="360836"/>
                </a:lnTo>
                <a:lnTo>
                  <a:pt x="124841" y="271657"/>
                </a:lnTo>
                <a:cubicBezTo>
                  <a:pt x="124841" y="243234"/>
                  <a:pt x="145898" y="218848"/>
                  <a:pt x="174112" y="215561"/>
                </a:cubicBezTo>
                <a:cubicBezTo>
                  <a:pt x="207986" y="211608"/>
                  <a:pt x="236867" y="238033"/>
                  <a:pt x="236867" y="271033"/>
                </a:cubicBezTo>
                <a:lnTo>
                  <a:pt x="236867" y="360877"/>
                </a:lnTo>
                <a:lnTo>
                  <a:pt x="334368" y="360877"/>
                </a:lnTo>
                <a:cubicBezTo>
                  <a:pt x="336574" y="360877"/>
                  <a:pt x="338363" y="359088"/>
                  <a:pt x="338363" y="356883"/>
                </a:cubicBezTo>
                <a:lnTo>
                  <a:pt x="338363" y="119266"/>
                </a:lnTo>
                <a:lnTo>
                  <a:pt x="344564" y="123386"/>
                </a:lnTo>
                <a:cubicBezTo>
                  <a:pt x="346353" y="124593"/>
                  <a:pt x="348392" y="125175"/>
                  <a:pt x="350431" y="125175"/>
                </a:cubicBezTo>
                <a:cubicBezTo>
                  <a:pt x="353844" y="125175"/>
                  <a:pt x="357214" y="123511"/>
                  <a:pt x="359253" y="120473"/>
                </a:cubicBezTo>
                <a:cubicBezTo>
                  <a:pt x="362499" y="115604"/>
                  <a:pt x="361168" y="109071"/>
                  <a:pt x="356341" y="105825"/>
                </a:cubicBezTo>
                <a:close/>
                <a:moveTo>
                  <a:pt x="267495" y="166331"/>
                </a:moveTo>
                <a:cubicBezTo>
                  <a:pt x="267495" y="186015"/>
                  <a:pt x="251473" y="201995"/>
                  <a:pt x="231831" y="201995"/>
                </a:cubicBezTo>
                <a:cubicBezTo>
                  <a:pt x="222302" y="201995"/>
                  <a:pt x="213355" y="198291"/>
                  <a:pt x="206613" y="191550"/>
                </a:cubicBezTo>
                <a:cubicBezTo>
                  <a:pt x="202452" y="187388"/>
                  <a:pt x="199414" y="182353"/>
                  <a:pt x="197749" y="176860"/>
                </a:cubicBezTo>
                <a:lnTo>
                  <a:pt x="164000" y="176860"/>
                </a:lnTo>
                <a:cubicBezTo>
                  <a:pt x="159506" y="191383"/>
                  <a:pt x="145898" y="201995"/>
                  <a:pt x="129918" y="201995"/>
                </a:cubicBezTo>
                <a:cubicBezTo>
                  <a:pt x="110235" y="201995"/>
                  <a:pt x="94255" y="185973"/>
                  <a:pt x="94255" y="166331"/>
                </a:cubicBezTo>
                <a:cubicBezTo>
                  <a:pt x="94255" y="159132"/>
                  <a:pt x="96502" y="152100"/>
                  <a:pt x="100497" y="146232"/>
                </a:cubicBezTo>
                <a:cubicBezTo>
                  <a:pt x="96502" y="140364"/>
                  <a:pt x="94255" y="133332"/>
                  <a:pt x="94255" y="126132"/>
                </a:cubicBezTo>
                <a:cubicBezTo>
                  <a:pt x="94255" y="106449"/>
                  <a:pt x="110276" y="90469"/>
                  <a:pt x="129918" y="90469"/>
                </a:cubicBezTo>
                <a:cubicBezTo>
                  <a:pt x="139448" y="90469"/>
                  <a:pt x="148395" y="94173"/>
                  <a:pt x="155137" y="100914"/>
                </a:cubicBezTo>
                <a:cubicBezTo>
                  <a:pt x="159298" y="105076"/>
                  <a:pt x="162336" y="110111"/>
                  <a:pt x="164000" y="115604"/>
                </a:cubicBezTo>
                <a:lnTo>
                  <a:pt x="197749" y="115604"/>
                </a:lnTo>
                <a:cubicBezTo>
                  <a:pt x="202243" y="101081"/>
                  <a:pt x="215851" y="90469"/>
                  <a:pt x="231831" y="90469"/>
                </a:cubicBezTo>
                <a:cubicBezTo>
                  <a:pt x="251514" y="90469"/>
                  <a:pt x="267536" y="106490"/>
                  <a:pt x="267536" y="126132"/>
                </a:cubicBezTo>
                <a:cubicBezTo>
                  <a:pt x="267536" y="133332"/>
                  <a:pt x="265289" y="140364"/>
                  <a:pt x="261294" y="146232"/>
                </a:cubicBezTo>
                <a:cubicBezTo>
                  <a:pt x="265289" y="152100"/>
                  <a:pt x="267536" y="159132"/>
                  <a:pt x="267536" y="16633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19" name="Google Shape;1519;p47"/>
          <p:cNvGrpSpPr/>
          <p:nvPr/>
        </p:nvGrpSpPr>
        <p:grpSpPr>
          <a:xfrm>
            <a:off x="8001534" y="1368086"/>
            <a:ext cx="281980" cy="273769"/>
            <a:chOff x="8190727" y="3383141"/>
            <a:chExt cx="360128" cy="349641"/>
          </a:xfrm>
        </p:grpSpPr>
        <p:sp>
          <p:nvSpPr>
            <p:cNvPr id="1520" name="Google Shape;1520;p47"/>
            <p:cNvSpPr/>
            <p:nvPr/>
          </p:nvSpPr>
          <p:spPr>
            <a:xfrm>
              <a:off x="8437332" y="3641148"/>
              <a:ext cx="91634" cy="91634"/>
            </a:xfrm>
            <a:custGeom>
              <a:avLst/>
              <a:gdLst/>
              <a:ahLst/>
              <a:cxnLst/>
              <a:rect l="l" t="t" r="r" b="b"/>
              <a:pathLst>
                <a:path w="91634" h="91634" extrusionOk="0">
                  <a:moveTo>
                    <a:pt x="42" y="91593"/>
                  </a:moveTo>
                  <a:lnTo>
                    <a:pt x="52767" y="91593"/>
                  </a:lnTo>
                  <a:cubicBezTo>
                    <a:pt x="74239" y="91593"/>
                    <a:pt x="91634" y="74198"/>
                    <a:pt x="91634" y="52725"/>
                  </a:cubicBezTo>
                  <a:lnTo>
                    <a:pt x="91634" y="0"/>
                  </a:lnTo>
                  <a:lnTo>
                    <a:pt x="0" y="0"/>
                  </a:lnTo>
                  <a:lnTo>
                    <a:pt x="0" y="9163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1" name="Google Shape;1521;p47"/>
            <p:cNvSpPr/>
            <p:nvPr/>
          </p:nvSpPr>
          <p:spPr>
            <a:xfrm>
              <a:off x="8437416" y="3563163"/>
              <a:ext cx="91634" cy="56844"/>
            </a:xfrm>
            <a:custGeom>
              <a:avLst/>
              <a:gdLst/>
              <a:ahLst/>
              <a:cxnLst/>
              <a:rect l="l" t="t" r="r" b="b"/>
              <a:pathLst>
                <a:path w="91634" h="56844" extrusionOk="0">
                  <a:moveTo>
                    <a:pt x="35621" y="0"/>
                  </a:moveTo>
                  <a:cubicBezTo>
                    <a:pt x="25468" y="6159"/>
                    <a:pt x="13732" y="9488"/>
                    <a:pt x="1581" y="9488"/>
                  </a:cubicBezTo>
                  <a:cubicBezTo>
                    <a:pt x="1040" y="9488"/>
                    <a:pt x="499" y="9488"/>
                    <a:pt x="0" y="9488"/>
                  </a:cubicBezTo>
                  <a:lnTo>
                    <a:pt x="0" y="56845"/>
                  </a:lnTo>
                  <a:lnTo>
                    <a:pt x="91634" y="56845"/>
                  </a:lnTo>
                  <a:lnTo>
                    <a:pt x="91634" y="5743"/>
                  </a:lnTo>
                  <a:cubicBezTo>
                    <a:pt x="84768" y="8156"/>
                    <a:pt x="77360" y="9488"/>
                    <a:pt x="69704" y="9488"/>
                  </a:cubicBezTo>
                  <a:cubicBezTo>
                    <a:pt x="57552" y="9488"/>
                    <a:pt x="45817" y="6159"/>
                    <a:pt x="35663"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2" name="Google Shape;1522;p47"/>
            <p:cNvSpPr/>
            <p:nvPr/>
          </p:nvSpPr>
          <p:spPr>
            <a:xfrm>
              <a:off x="8213324" y="3563205"/>
              <a:ext cx="202951" cy="169535"/>
            </a:xfrm>
            <a:custGeom>
              <a:avLst/>
              <a:gdLst/>
              <a:ahLst/>
              <a:cxnLst/>
              <a:rect l="l" t="t" r="r" b="b"/>
              <a:pathLst>
                <a:path w="202951" h="169535" extrusionOk="0">
                  <a:moveTo>
                    <a:pt x="157717" y="9488"/>
                  </a:moveTo>
                  <a:cubicBezTo>
                    <a:pt x="145608" y="9488"/>
                    <a:pt x="133872" y="6159"/>
                    <a:pt x="123760" y="0"/>
                  </a:cubicBezTo>
                  <a:cubicBezTo>
                    <a:pt x="113606" y="6159"/>
                    <a:pt x="101913" y="9488"/>
                    <a:pt x="89803" y="9488"/>
                  </a:cubicBezTo>
                  <a:cubicBezTo>
                    <a:pt x="77693" y="9488"/>
                    <a:pt x="65958" y="6159"/>
                    <a:pt x="55846" y="0"/>
                  </a:cubicBezTo>
                  <a:cubicBezTo>
                    <a:pt x="45692" y="6159"/>
                    <a:pt x="33998" y="9488"/>
                    <a:pt x="21889" y="9488"/>
                  </a:cubicBezTo>
                  <a:cubicBezTo>
                    <a:pt x="14232" y="9488"/>
                    <a:pt x="6866" y="8156"/>
                    <a:pt x="0" y="5743"/>
                  </a:cubicBezTo>
                  <a:lnTo>
                    <a:pt x="0" y="130668"/>
                  </a:lnTo>
                  <a:cubicBezTo>
                    <a:pt x="0" y="152141"/>
                    <a:pt x="17394" y="169536"/>
                    <a:pt x="38867" y="169536"/>
                  </a:cubicBezTo>
                  <a:lnTo>
                    <a:pt x="202951" y="169536"/>
                  </a:lnTo>
                  <a:lnTo>
                    <a:pt x="202951" y="5451"/>
                  </a:lnTo>
                  <a:cubicBezTo>
                    <a:pt x="199040" y="3995"/>
                    <a:pt x="195295" y="2206"/>
                    <a:pt x="191716" y="42"/>
                  </a:cubicBezTo>
                  <a:cubicBezTo>
                    <a:pt x="181562" y="6200"/>
                    <a:pt x="169868" y="9530"/>
                    <a:pt x="157759" y="9530"/>
                  </a:cubicBezTo>
                  <a:close/>
                  <a:moveTo>
                    <a:pt x="142070" y="48397"/>
                  </a:moveTo>
                  <a:cubicBezTo>
                    <a:pt x="144026" y="46441"/>
                    <a:pt x="146772" y="45318"/>
                    <a:pt x="149561" y="45318"/>
                  </a:cubicBezTo>
                  <a:cubicBezTo>
                    <a:pt x="152349" y="45318"/>
                    <a:pt x="155054" y="46441"/>
                    <a:pt x="157052" y="48397"/>
                  </a:cubicBezTo>
                  <a:cubicBezTo>
                    <a:pt x="159007" y="50353"/>
                    <a:pt x="160131" y="53100"/>
                    <a:pt x="160131" y="55888"/>
                  </a:cubicBezTo>
                  <a:cubicBezTo>
                    <a:pt x="160131" y="58676"/>
                    <a:pt x="159007" y="61381"/>
                    <a:pt x="157052" y="63378"/>
                  </a:cubicBezTo>
                  <a:cubicBezTo>
                    <a:pt x="155095" y="65334"/>
                    <a:pt x="152349" y="66458"/>
                    <a:pt x="149561" y="66458"/>
                  </a:cubicBezTo>
                  <a:cubicBezTo>
                    <a:pt x="146772" y="66458"/>
                    <a:pt x="144068" y="65334"/>
                    <a:pt x="142070" y="63378"/>
                  </a:cubicBezTo>
                  <a:cubicBezTo>
                    <a:pt x="140114" y="61422"/>
                    <a:pt x="138991" y="58676"/>
                    <a:pt x="138991" y="55888"/>
                  </a:cubicBezTo>
                  <a:cubicBezTo>
                    <a:pt x="138991" y="53100"/>
                    <a:pt x="140114" y="50395"/>
                    <a:pt x="142070" y="48397"/>
                  </a:cubicBezTo>
                  <a:close/>
                  <a:moveTo>
                    <a:pt x="117393" y="35289"/>
                  </a:moveTo>
                  <a:cubicBezTo>
                    <a:pt x="119349" y="33333"/>
                    <a:pt x="122096" y="32209"/>
                    <a:pt x="124884" y="32209"/>
                  </a:cubicBezTo>
                  <a:cubicBezTo>
                    <a:pt x="127672" y="32209"/>
                    <a:pt x="130377" y="33333"/>
                    <a:pt x="132332" y="35289"/>
                  </a:cubicBezTo>
                  <a:cubicBezTo>
                    <a:pt x="134288" y="37245"/>
                    <a:pt x="135412" y="39991"/>
                    <a:pt x="135412" y="42779"/>
                  </a:cubicBezTo>
                  <a:cubicBezTo>
                    <a:pt x="135412" y="45567"/>
                    <a:pt x="134288" y="48272"/>
                    <a:pt x="132332" y="50270"/>
                  </a:cubicBezTo>
                  <a:cubicBezTo>
                    <a:pt x="130377" y="52226"/>
                    <a:pt x="127630" y="53349"/>
                    <a:pt x="124884" y="53349"/>
                  </a:cubicBezTo>
                  <a:cubicBezTo>
                    <a:pt x="122137" y="53349"/>
                    <a:pt x="119391" y="52226"/>
                    <a:pt x="117393" y="50270"/>
                  </a:cubicBezTo>
                  <a:cubicBezTo>
                    <a:pt x="115437" y="48314"/>
                    <a:pt x="114272" y="45567"/>
                    <a:pt x="114272" y="42779"/>
                  </a:cubicBezTo>
                  <a:cubicBezTo>
                    <a:pt x="114272" y="39991"/>
                    <a:pt x="115396" y="37286"/>
                    <a:pt x="117393" y="35289"/>
                  </a:cubicBezTo>
                  <a:close/>
                  <a:moveTo>
                    <a:pt x="91218" y="35289"/>
                  </a:moveTo>
                  <a:cubicBezTo>
                    <a:pt x="93173" y="33333"/>
                    <a:pt x="95920" y="32209"/>
                    <a:pt x="98708" y="32209"/>
                  </a:cubicBezTo>
                  <a:cubicBezTo>
                    <a:pt x="101496" y="32209"/>
                    <a:pt x="104201" y="33333"/>
                    <a:pt x="106199" y="35289"/>
                  </a:cubicBezTo>
                  <a:cubicBezTo>
                    <a:pt x="108197" y="37245"/>
                    <a:pt x="109279" y="39991"/>
                    <a:pt x="109279" y="42779"/>
                  </a:cubicBezTo>
                  <a:cubicBezTo>
                    <a:pt x="109279" y="45567"/>
                    <a:pt x="108155" y="48272"/>
                    <a:pt x="106199" y="50270"/>
                  </a:cubicBezTo>
                  <a:cubicBezTo>
                    <a:pt x="104243" y="52226"/>
                    <a:pt x="101496" y="53349"/>
                    <a:pt x="98708" y="53349"/>
                  </a:cubicBezTo>
                  <a:cubicBezTo>
                    <a:pt x="95920" y="53349"/>
                    <a:pt x="93215" y="52226"/>
                    <a:pt x="91218" y="50270"/>
                  </a:cubicBezTo>
                  <a:cubicBezTo>
                    <a:pt x="89262" y="48314"/>
                    <a:pt x="88138" y="45567"/>
                    <a:pt x="88138" y="42779"/>
                  </a:cubicBezTo>
                  <a:cubicBezTo>
                    <a:pt x="88138" y="39991"/>
                    <a:pt x="89262" y="37286"/>
                    <a:pt x="91218" y="35289"/>
                  </a:cubicBezTo>
                  <a:close/>
                  <a:moveTo>
                    <a:pt x="66541" y="48397"/>
                  </a:moveTo>
                  <a:cubicBezTo>
                    <a:pt x="68497" y="46441"/>
                    <a:pt x="71243" y="45318"/>
                    <a:pt x="73989" y="45318"/>
                  </a:cubicBezTo>
                  <a:cubicBezTo>
                    <a:pt x="76736" y="45318"/>
                    <a:pt x="79483" y="46441"/>
                    <a:pt x="81480" y="48397"/>
                  </a:cubicBezTo>
                  <a:cubicBezTo>
                    <a:pt x="83436" y="50353"/>
                    <a:pt x="84560" y="53100"/>
                    <a:pt x="84560" y="55888"/>
                  </a:cubicBezTo>
                  <a:cubicBezTo>
                    <a:pt x="84560" y="58676"/>
                    <a:pt x="83436" y="61381"/>
                    <a:pt x="81480" y="63378"/>
                  </a:cubicBezTo>
                  <a:cubicBezTo>
                    <a:pt x="79524" y="65376"/>
                    <a:pt x="76778" y="66458"/>
                    <a:pt x="73989" y="66458"/>
                  </a:cubicBezTo>
                  <a:cubicBezTo>
                    <a:pt x="71202" y="66458"/>
                    <a:pt x="68497" y="65334"/>
                    <a:pt x="66541" y="63378"/>
                  </a:cubicBezTo>
                  <a:cubicBezTo>
                    <a:pt x="64585" y="61422"/>
                    <a:pt x="63420" y="58676"/>
                    <a:pt x="63420" y="55888"/>
                  </a:cubicBezTo>
                  <a:cubicBezTo>
                    <a:pt x="63420" y="53100"/>
                    <a:pt x="64543" y="50395"/>
                    <a:pt x="66541" y="48397"/>
                  </a:cubicBezTo>
                  <a:close/>
                  <a:moveTo>
                    <a:pt x="156219" y="132458"/>
                  </a:moveTo>
                  <a:cubicBezTo>
                    <a:pt x="151517" y="139657"/>
                    <a:pt x="143569" y="143943"/>
                    <a:pt x="134996" y="143943"/>
                  </a:cubicBezTo>
                  <a:cubicBezTo>
                    <a:pt x="128962" y="143943"/>
                    <a:pt x="124218" y="142528"/>
                    <a:pt x="120389" y="141405"/>
                  </a:cubicBezTo>
                  <a:cubicBezTo>
                    <a:pt x="117227" y="140489"/>
                    <a:pt x="114730" y="139740"/>
                    <a:pt x="111775" y="139740"/>
                  </a:cubicBezTo>
                  <a:cubicBezTo>
                    <a:pt x="108820" y="139740"/>
                    <a:pt x="106324" y="140489"/>
                    <a:pt x="103161" y="141405"/>
                  </a:cubicBezTo>
                  <a:cubicBezTo>
                    <a:pt x="99333" y="142528"/>
                    <a:pt x="94547" y="143943"/>
                    <a:pt x="88554" y="143943"/>
                  </a:cubicBezTo>
                  <a:cubicBezTo>
                    <a:pt x="79982" y="143943"/>
                    <a:pt x="72034" y="139657"/>
                    <a:pt x="67331" y="132458"/>
                  </a:cubicBezTo>
                  <a:cubicBezTo>
                    <a:pt x="64626" y="128338"/>
                    <a:pt x="63212" y="123511"/>
                    <a:pt x="63212" y="118600"/>
                  </a:cubicBezTo>
                  <a:cubicBezTo>
                    <a:pt x="63212" y="91801"/>
                    <a:pt x="85017" y="69995"/>
                    <a:pt x="111817" y="69995"/>
                  </a:cubicBezTo>
                  <a:cubicBezTo>
                    <a:pt x="138616" y="69995"/>
                    <a:pt x="160422" y="91801"/>
                    <a:pt x="160422" y="118600"/>
                  </a:cubicBezTo>
                  <a:cubicBezTo>
                    <a:pt x="160422" y="123552"/>
                    <a:pt x="159007" y="128338"/>
                    <a:pt x="156302" y="13245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3" name="Google Shape;1523;p47"/>
            <p:cNvSpPr/>
            <p:nvPr/>
          </p:nvSpPr>
          <p:spPr>
            <a:xfrm>
              <a:off x="8190727" y="3483972"/>
              <a:ext cx="67664" cy="67937"/>
            </a:xfrm>
            <a:custGeom>
              <a:avLst/>
              <a:gdLst/>
              <a:ahLst/>
              <a:cxnLst/>
              <a:rect l="l" t="t" r="r" b="b"/>
              <a:pathLst>
                <a:path w="67664" h="67937" extrusionOk="0">
                  <a:moveTo>
                    <a:pt x="67665" y="61256"/>
                  </a:moveTo>
                  <a:lnTo>
                    <a:pt x="67665" y="0"/>
                  </a:lnTo>
                  <a:lnTo>
                    <a:pt x="0" y="0"/>
                  </a:lnTo>
                  <a:lnTo>
                    <a:pt x="0" y="22888"/>
                  </a:lnTo>
                  <a:cubicBezTo>
                    <a:pt x="0" y="46525"/>
                    <a:pt x="19309" y="67165"/>
                    <a:pt x="42946" y="67914"/>
                  </a:cubicBezTo>
                  <a:cubicBezTo>
                    <a:pt x="52018" y="68205"/>
                    <a:pt x="60507" y="65709"/>
                    <a:pt x="67665" y="6125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4" name="Google Shape;1524;p47"/>
            <p:cNvSpPr/>
            <p:nvPr/>
          </p:nvSpPr>
          <p:spPr>
            <a:xfrm>
              <a:off x="8279532" y="3483972"/>
              <a:ext cx="46524" cy="67955"/>
            </a:xfrm>
            <a:custGeom>
              <a:avLst/>
              <a:gdLst/>
              <a:ahLst/>
              <a:cxnLst/>
              <a:rect l="l" t="t" r="r" b="b"/>
              <a:pathLst>
                <a:path w="46524" h="67955" extrusionOk="0">
                  <a:moveTo>
                    <a:pt x="23263" y="67914"/>
                  </a:moveTo>
                  <a:cubicBezTo>
                    <a:pt x="31793" y="67914"/>
                    <a:pt x="39742" y="65459"/>
                    <a:pt x="46525" y="61256"/>
                  </a:cubicBezTo>
                  <a:lnTo>
                    <a:pt x="46525" y="0"/>
                  </a:lnTo>
                  <a:lnTo>
                    <a:pt x="0" y="0"/>
                  </a:lnTo>
                  <a:lnTo>
                    <a:pt x="0" y="61297"/>
                  </a:lnTo>
                  <a:cubicBezTo>
                    <a:pt x="6783" y="65501"/>
                    <a:pt x="14732" y="67956"/>
                    <a:pt x="23263" y="6795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5" name="Google Shape;1525;p47"/>
            <p:cNvSpPr/>
            <p:nvPr/>
          </p:nvSpPr>
          <p:spPr>
            <a:xfrm>
              <a:off x="8193723" y="3383141"/>
              <a:ext cx="354177" cy="78942"/>
            </a:xfrm>
            <a:custGeom>
              <a:avLst/>
              <a:gdLst/>
              <a:ahLst/>
              <a:cxnLst/>
              <a:rect l="l" t="t" r="r" b="b"/>
              <a:pathLst>
                <a:path w="354177" h="78942" extrusionOk="0">
                  <a:moveTo>
                    <a:pt x="341527" y="34748"/>
                  </a:moveTo>
                  <a:cubicBezTo>
                    <a:pt x="335950" y="15273"/>
                    <a:pt x="315726" y="0"/>
                    <a:pt x="295460" y="0"/>
                  </a:cubicBezTo>
                  <a:lnTo>
                    <a:pt x="58676" y="0"/>
                  </a:lnTo>
                  <a:cubicBezTo>
                    <a:pt x="38410" y="0"/>
                    <a:pt x="18185" y="15273"/>
                    <a:pt x="12609" y="34748"/>
                  </a:cubicBezTo>
                  <a:lnTo>
                    <a:pt x="0" y="78942"/>
                  </a:lnTo>
                  <a:lnTo>
                    <a:pt x="354177" y="78942"/>
                  </a:lnTo>
                  <a:lnTo>
                    <a:pt x="341569" y="3474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6" name="Google Shape;1526;p47"/>
            <p:cNvSpPr/>
            <p:nvPr/>
          </p:nvSpPr>
          <p:spPr>
            <a:xfrm>
              <a:off x="8483191" y="3483930"/>
              <a:ext cx="67664" cy="67931"/>
            </a:xfrm>
            <a:custGeom>
              <a:avLst/>
              <a:gdLst/>
              <a:ahLst/>
              <a:cxnLst/>
              <a:rect l="l" t="t" r="r" b="b"/>
              <a:pathLst>
                <a:path w="67664" h="67931" extrusionOk="0">
                  <a:moveTo>
                    <a:pt x="0" y="0"/>
                  </a:moveTo>
                  <a:lnTo>
                    <a:pt x="0" y="61256"/>
                  </a:lnTo>
                  <a:cubicBezTo>
                    <a:pt x="7157" y="65709"/>
                    <a:pt x="15647" y="68164"/>
                    <a:pt x="24719" y="67914"/>
                  </a:cubicBezTo>
                  <a:cubicBezTo>
                    <a:pt x="48356" y="67165"/>
                    <a:pt x="67665" y="46525"/>
                    <a:pt x="67665" y="22888"/>
                  </a:cubicBezTo>
                  <a:lnTo>
                    <a:pt x="67665"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7" name="Google Shape;1527;p47"/>
            <p:cNvSpPr/>
            <p:nvPr/>
          </p:nvSpPr>
          <p:spPr>
            <a:xfrm>
              <a:off x="8347862" y="3483930"/>
              <a:ext cx="46524" cy="67955"/>
            </a:xfrm>
            <a:custGeom>
              <a:avLst/>
              <a:gdLst/>
              <a:ahLst/>
              <a:cxnLst/>
              <a:rect l="l" t="t" r="r" b="b"/>
              <a:pathLst>
                <a:path w="46524" h="67955" extrusionOk="0">
                  <a:moveTo>
                    <a:pt x="23262" y="67956"/>
                  </a:moveTo>
                  <a:cubicBezTo>
                    <a:pt x="31793" y="67956"/>
                    <a:pt x="39742" y="65501"/>
                    <a:pt x="46525" y="61297"/>
                  </a:cubicBezTo>
                  <a:lnTo>
                    <a:pt x="46525" y="0"/>
                  </a:lnTo>
                  <a:lnTo>
                    <a:pt x="0" y="0"/>
                  </a:lnTo>
                  <a:lnTo>
                    <a:pt x="0" y="61256"/>
                  </a:lnTo>
                  <a:cubicBezTo>
                    <a:pt x="6741" y="65459"/>
                    <a:pt x="14732" y="67914"/>
                    <a:pt x="23262" y="6791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8" name="Google Shape;1528;p47"/>
            <p:cNvSpPr/>
            <p:nvPr/>
          </p:nvSpPr>
          <p:spPr>
            <a:xfrm>
              <a:off x="8415527" y="3483930"/>
              <a:ext cx="46524" cy="67955"/>
            </a:xfrm>
            <a:custGeom>
              <a:avLst/>
              <a:gdLst/>
              <a:ahLst/>
              <a:cxnLst/>
              <a:rect l="l" t="t" r="r" b="b"/>
              <a:pathLst>
                <a:path w="46524" h="67955" extrusionOk="0">
                  <a:moveTo>
                    <a:pt x="23262" y="67956"/>
                  </a:moveTo>
                  <a:cubicBezTo>
                    <a:pt x="31793" y="67956"/>
                    <a:pt x="39741" y="65501"/>
                    <a:pt x="46524" y="61297"/>
                  </a:cubicBezTo>
                  <a:lnTo>
                    <a:pt x="46524" y="0"/>
                  </a:lnTo>
                  <a:lnTo>
                    <a:pt x="0" y="0"/>
                  </a:lnTo>
                  <a:lnTo>
                    <a:pt x="0" y="61256"/>
                  </a:lnTo>
                  <a:cubicBezTo>
                    <a:pt x="6783" y="65459"/>
                    <a:pt x="14732" y="67914"/>
                    <a:pt x="23262" y="6791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29" name="Google Shape;1529;p47"/>
          <p:cNvGrpSpPr/>
          <p:nvPr/>
        </p:nvGrpSpPr>
        <p:grpSpPr>
          <a:xfrm>
            <a:off x="704351" y="2508613"/>
            <a:ext cx="282531" cy="282501"/>
            <a:chOff x="7618704" y="3879597"/>
            <a:chExt cx="360831" cy="360793"/>
          </a:xfrm>
        </p:grpSpPr>
        <p:sp>
          <p:nvSpPr>
            <p:cNvPr id="1530" name="Google Shape;1530;p47"/>
            <p:cNvSpPr/>
            <p:nvPr/>
          </p:nvSpPr>
          <p:spPr>
            <a:xfrm>
              <a:off x="7706298" y="3959246"/>
              <a:ext cx="72533" cy="56844"/>
            </a:xfrm>
            <a:custGeom>
              <a:avLst/>
              <a:gdLst/>
              <a:ahLst/>
              <a:cxnLst/>
              <a:rect l="l" t="t" r="r" b="b"/>
              <a:pathLst>
                <a:path w="72533" h="56844" extrusionOk="0">
                  <a:moveTo>
                    <a:pt x="72534" y="56845"/>
                  </a:moveTo>
                  <a:cubicBezTo>
                    <a:pt x="58759" y="27465"/>
                    <a:pt x="31835" y="6367"/>
                    <a:pt x="0" y="0"/>
                  </a:cubicBezTo>
                  <a:cubicBezTo>
                    <a:pt x="13775" y="28963"/>
                    <a:pt x="40782" y="50353"/>
                    <a:pt x="72534" y="5684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1" name="Google Shape;1531;p47"/>
            <p:cNvSpPr/>
            <p:nvPr/>
          </p:nvSpPr>
          <p:spPr>
            <a:xfrm>
              <a:off x="7618704" y="3879597"/>
              <a:ext cx="360831" cy="360793"/>
            </a:xfrm>
            <a:custGeom>
              <a:avLst/>
              <a:gdLst/>
              <a:ahLst/>
              <a:cxnLst/>
              <a:rect l="l" t="t" r="r" b="b"/>
              <a:pathLst>
                <a:path w="360831" h="360793" extrusionOk="0">
                  <a:moveTo>
                    <a:pt x="308024" y="52850"/>
                  </a:moveTo>
                  <a:cubicBezTo>
                    <a:pt x="273942" y="18768"/>
                    <a:pt x="228624" y="0"/>
                    <a:pt x="180435" y="0"/>
                  </a:cubicBezTo>
                  <a:cubicBezTo>
                    <a:pt x="132245" y="0"/>
                    <a:pt x="86928" y="18768"/>
                    <a:pt x="52846" y="52850"/>
                  </a:cubicBezTo>
                  <a:cubicBezTo>
                    <a:pt x="2701" y="102995"/>
                    <a:pt x="-14278" y="177401"/>
                    <a:pt x="12855" y="249560"/>
                  </a:cubicBezTo>
                  <a:cubicBezTo>
                    <a:pt x="12938" y="249851"/>
                    <a:pt x="13063" y="250101"/>
                    <a:pt x="13188" y="250350"/>
                  </a:cubicBezTo>
                  <a:cubicBezTo>
                    <a:pt x="31540" y="290549"/>
                    <a:pt x="60628" y="321011"/>
                    <a:pt x="95500" y="339654"/>
                  </a:cubicBezTo>
                  <a:lnTo>
                    <a:pt x="5781" y="339654"/>
                  </a:lnTo>
                  <a:cubicBezTo>
                    <a:pt x="5781" y="339654"/>
                    <a:pt x="5447" y="339695"/>
                    <a:pt x="5322" y="339820"/>
                  </a:cubicBezTo>
                  <a:cubicBezTo>
                    <a:pt x="-5039" y="349100"/>
                    <a:pt x="1411" y="360794"/>
                    <a:pt x="10566" y="360794"/>
                  </a:cubicBezTo>
                  <a:lnTo>
                    <a:pt x="211188" y="360794"/>
                  </a:lnTo>
                  <a:cubicBezTo>
                    <a:pt x="212103" y="360794"/>
                    <a:pt x="213060" y="360669"/>
                    <a:pt x="213934" y="360461"/>
                  </a:cubicBezTo>
                  <a:cubicBezTo>
                    <a:pt x="306109" y="336533"/>
                    <a:pt x="360832" y="262668"/>
                    <a:pt x="360832" y="180397"/>
                  </a:cubicBezTo>
                  <a:cubicBezTo>
                    <a:pt x="360832" y="132208"/>
                    <a:pt x="342064" y="86890"/>
                    <a:pt x="307982" y="52808"/>
                  </a:cubicBezTo>
                  <a:close/>
                  <a:moveTo>
                    <a:pt x="295872" y="243026"/>
                  </a:moveTo>
                  <a:cubicBezTo>
                    <a:pt x="288465" y="270117"/>
                    <a:pt x="276314" y="295543"/>
                    <a:pt x="260001" y="318264"/>
                  </a:cubicBezTo>
                  <a:cubicBezTo>
                    <a:pt x="246934" y="325838"/>
                    <a:pt x="232660" y="331581"/>
                    <a:pt x="217596" y="335201"/>
                  </a:cubicBezTo>
                  <a:cubicBezTo>
                    <a:pt x="240775" y="312688"/>
                    <a:pt x="258461" y="285556"/>
                    <a:pt x="269614" y="255594"/>
                  </a:cubicBezTo>
                  <a:cubicBezTo>
                    <a:pt x="254966" y="261544"/>
                    <a:pt x="239860" y="265997"/>
                    <a:pt x="224421" y="268910"/>
                  </a:cubicBezTo>
                  <a:cubicBezTo>
                    <a:pt x="208067" y="297957"/>
                    <a:pt x="184263" y="321593"/>
                    <a:pt x="155591" y="337656"/>
                  </a:cubicBezTo>
                  <a:cubicBezTo>
                    <a:pt x="144647" y="335950"/>
                    <a:pt x="134035" y="333121"/>
                    <a:pt x="123798" y="329251"/>
                  </a:cubicBezTo>
                  <a:cubicBezTo>
                    <a:pt x="153552" y="317973"/>
                    <a:pt x="178978" y="298165"/>
                    <a:pt x="197247" y="272364"/>
                  </a:cubicBezTo>
                  <a:cubicBezTo>
                    <a:pt x="191670" y="272739"/>
                    <a:pt x="186094" y="272947"/>
                    <a:pt x="180476" y="272947"/>
                  </a:cubicBezTo>
                  <a:cubicBezTo>
                    <a:pt x="170656" y="272947"/>
                    <a:pt x="160918" y="272364"/>
                    <a:pt x="151305" y="271199"/>
                  </a:cubicBezTo>
                  <a:cubicBezTo>
                    <a:pt x="131372" y="289676"/>
                    <a:pt x="106362" y="300911"/>
                    <a:pt x="79521" y="303533"/>
                  </a:cubicBezTo>
                  <a:cubicBezTo>
                    <a:pt x="75484" y="300204"/>
                    <a:pt x="71614" y="296708"/>
                    <a:pt x="67869" y="292963"/>
                  </a:cubicBezTo>
                  <a:cubicBezTo>
                    <a:pt x="64540" y="289634"/>
                    <a:pt x="61377" y="286180"/>
                    <a:pt x="58380" y="282601"/>
                  </a:cubicBezTo>
                  <a:cubicBezTo>
                    <a:pt x="61335" y="282851"/>
                    <a:pt x="64290" y="282976"/>
                    <a:pt x="67244" y="282976"/>
                  </a:cubicBezTo>
                  <a:cubicBezTo>
                    <a:pt x="87594" y="282976"/>
                    <a:pt x="107069" y="277108"/>
                    <a:pt x="123631" y="266122"/>
                  </a:cubicBezTo>
                  <a:cubicBezTo>
                    <a:pt x="109192" y="262543"/>
                    <a:pt x="95043" y="257633"/>
                    <a:pt x="81351" y="251307"/>
                  </a:cubicBezTo>
                  <a:cubicBezTo>
                    <a:pt x="60711" y="241819"/>
                    <a:pt x="41818" y="229543"/>
                    <a:pt x="24881" y="214770"/>
                  </a:cubicBezTo>
                  <a:cubicBezTo>
                    <a:pt x="22509" y="203992"/>
                    <a:pt x="21261" y="192923"/>
                    <a:pt x="21178" y="181645"/>
                  </a:cubicBezTo>
                  <a:cubicBezTo>
                    <a:pt x="62042" y="226256"/>
                    <a:pt x="119844" y="251807"/>
                    <a:pt x="180435" y="251807"/>
                  </a:cubicBezTo>
                  <a:cubicBezTo>
                    <a:pt x="241025" y="251807"/>
                    <a:pt x="298827" y="226297"/>
                    <a:pt x="339692" y="181645"/>
                  </a:cubicBezTo>
                  <a:cubicBezTo>
                    <a:pt x="339609" y="193048"/>
                    <a:pt x="338318" y="204117"/>
                    <a:pt x="335947" y="214812"/>
                  </a:cubicBezTo>
                  <a:cubicBezTo>
                    <a:pt x="323587" y="225590"/>
                    <a:pt x="310187" y="234995"/>
                    <a:pt x="295872" y="242984"/>
                  </a:cubicBezTo>
                  <a:close/>
                  <a:moveTo>
                    <a:pt x="38489" y="108197"/>
                  </a:moveTo>
                  <a:cubicBezTo>
                    <a:pt x="65538" y="161213"/>
                    <a:pt x="120719" y="195212"/>
                    <a:pt x="180476" y="195212"/>
                  </a:cubicBezTo>
                  <a:cubicBezTo>
                    <a:pt x="240234" y="195212"/>
                    <a:pt x="295415" y="161213"/>
                    <a:pt x="322464" y="108197"/>
                  </a:cubicBezTo>
                  <a:cubicBezTo>
                    <a:pt x="326500" y="116103"/>
                    <a:pt x="329912" y="124384"/>
                    <a:pt x="332576" y="132998"/>
                  </a:cubicBezTo>
                  <a:cubicBezTo>
                    <a:pt x="318718" y="154721"/>
                    <a:pt x="300283" y="173322"/>
                    <a:pt x="278436" y="187471"/>
                  </a:cubicBezTo>
                  <a:cubicBezTo>
                    <a:pt x="249265" y="206364"/>
                    <a:pt x="215391" y="216352"/>
                    <a:pt x="180476" y="216352"/>
                  </a:cubicBezTo>
                  <a:cubicBezTo>
                    <a:pt x="145562" y="216352"/>
                    <a:pt x="111688" y="206364"/>
                    <a:pt x="82517" y="187471"/>
                  </a:cubicBezTo>
                  <a:cubicBezTo>
                    <a:pt x="60669" y="173322"/>
                    <a:pt x="42276" y="154721"/>
                    <a:pt x="28377" y="132998"/>
                  </a:cubicBezTo>
                  <a:cubicBezTo>
                    <a:pt x="31040" y="124384"/>
                    <a:pt x="34452" y="116103"/>
                    <a:pt x="38489" y="108197"/>
                  </a:cubicBezTo>
                  <a:close/>
                  <a:moveTo>
                    <a:pt x="79937" y="56886"/>
                  </a:moveTo>
                  <a:cubicBezTo>
                    <a:pt x="79937" y="56886"/>
                    <a:pt x="79937" y="57094"/>
                    <a:pt x="79978" y="57178"/>
                  </a:cubicBezTo>
                  <a:cubicBezTo>
                    <a:pt x="103449" y="59591"/>
                    <a:pt x="125463" y="68538"/>
                    <a:pt x="144106" y="83311"/>
                  </a:cubicBezTo>
                  <a:cubicBezTo>
                    <a:pt x="162416" y="97834"/>
                    <a:pt x="175982" y="116810"/>
                    <a:pt x="183764" y="138533"/>
                  </a:cubicBezTo>
                  <a:cubicBezTo>
                    <a:pt x="195998" y="138117"/>
                    <a:pt x="207775" y="135537"/>
                    <a:pt x="218720" y="131084"/>
                  </a:cubicBezTo>
                  <a:cubicBezTo>
                    <a:pt x="203864" y="85309"/>
                    <a:pt x="169116" y="48647"/>
                    <a:pt x="123881" y="31419"/>
                  </a:cubicBezTo>
                  <a:cubicBezTo>
                    <a:pt x="133993" y="27590"/>
                    <a:pt x="144564" y="24719"/>
                    <a:pt x="155508" y="22971"/>
                  </a:cubicBezTo>
                  <a:cubicBezTo>
                    <a:pt x="171945" y="32209"/>
                    <a:pt x="186926" y="44028"/>
                    <a:pt x="199785" y="57927"/>
                  </a:cubicBezTo>
                  <a:cubicBezTo>
                    <a:pt x="216597" y="76112"/>
                    <a:pt x="229539" y="97710"/>
                    <a:pt x="237654" y="120972"/>
                  </a:cubicBezTo>
                  <a:cubicBezTo>
                    <a:pt x="248390" y="113731"/>
                    <a:pt x="257712" y="104535"/>
                    <a:pt x="265119" y="93840"/>
                  </a:cubicBezTo>
                  <a:cubicBezTo>
                    <a:pt x="253967" y="68372"/>
                    <a:pt x="237613" y="44860"/>
                    <a:pt x="217596" y="25426"/>
                  </a:cubicBezTo>
                  <a:cubicBezTo>
                    <a:pt x="232619" y="29047"/>
                    <a:pt x="246851" y="34789"/>
                    <a:pt x="259918" y="42321"/>
                  </a:cubicBezTo>
                  <a:cubicBezTo>
                    <a:pt x="266326" y="51227"/>
                    <a:pt x="272111" y="60590"/>
                    <a:pt x="277188" y="70286"/>
                  </a:cubicBezTo>
                  <a:cubicBezTo>
                    <a:pt x="278727" y="65958"/>
                    <a:pt x="280017" y="61464"/>
                    <a:pt x="280975" y="56845"/>
                  </a:cubicBezTo>
                  <a:cubicBezTo>
                    <a:pt x="287217" y="61922"/>
                    <a:pt x="293042" y="67456"/>
                    <a:pt x="298452" y="73407"/>
                  </a:cubicBezTo>
                  <a:cubicBezTo>
                    <a:pt x="295456" y="82854"/>
                    <a:pt x="291295" y="91925"/>
                    <a:pt x="286135" y="100373"/>
                  </a:cubicBezTo>
                  <a:cubicBezTo>
                    <a:pt x="286010" y="100581"/>
                    <a:pt x="285885" y="100748"/>
                    <a:pt x="285760" y="100956"/>
                  </a:cubicBezTo>
                  <a:cubicBezTo>
                    <a:pt x="279268" y="111484"/>
                    <a:pt x="271153" y="121055"/>
                    <a:pt x="261666" y="129336"/>
                  </a:cubicBezTo>
                  <a:cubicBezTo>
                    <a:pt x="253967" y="136036"/>
                    <a:pt x="245561" y="141696"/>
                    <a:pt x="236614" y="146232"/>
                  </a:cubicBezTo>
                  <a:cubicBezTo>
                    <a:pt x="236364" y="146357"/>
                    <a:pt x="236073" y="146523"/>
                    <a:pt x="235823" y="146648"/>
                  </a:cubicBezTo>
                  <a:cubicBezTo>
                    <a:pt x="218761" y="155179"/>
                    <a:pt x="199827" y="159715"/>
                    <a:pt x="180476" y="159715"/>
                  </a:cubicBezTo>
                  <a:cubicBezTo>
                    <a:pt x="150597" y="159715"/>
                    <a:pt x="121759" y="148937"/>
                    <a:pt x="99246" y="129336"/>
                  </a:cubicBezTo>
                  <a:cubicBezTo>
                    <a:pt x="81976" y="114314"/>
                    <a:pt x="69325" y="94922"/>
                    <a:pt x="62501" y="73407"/>
                  </a:cubicBezTo>
                  <a:cubicBezTo>
                    <a:pt x="67910" y="67456"/>
                    <a:pt x="73736" y="61922"/>
                    <a:pt x="79978" y="5684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32" name="Google Shape;1532;p47"/>
          <p:cNvSpPr/>
          <p:nvPr/>
        </p:nvSpPr>
        <p:spPr>
          <a:xfrm>
            <a:off x="8020211" y="2465900"/>
            <a:ext cx="244613" cy="282321"/>
          </a:xfrm>
          <a:custGeom>
            <a:avLst/>
            <a:gdLst/>
            <a:ahLst/>
            <a:cxnLst/>
            <a:rect l="l" t="t" r="r" b="b"/>
            <a:pathLst>
              <a:path w="312604" h="360793" extrusionOk="0">
                <a:moveTo>
                  <a:pt x="266829" y="45775"/>
                </a:moveTo>
                <a:cubicBezTo>
                  <a:pt x="237284" y="16229"/>
                  <a:pt x="198042" y="0"/>
                  <a:pt x="156303" y="0"/>
                </a:cubicBezTo>
                <a:cubicBezTo>
                  <a:pt x="114564" y="0"/>
                  <a:pt x="75280" y="16271"/>
                  <a:pt x="45775" y="45775"/>
                </a:cubicBezTo>
                <a:cubicBezTo>
                  <a:pt x="16230" y="75321"/>
                  <a:pt x="0" y="114563"/>
                  <a:pt x="0" y="156302"/>
                </a:cubicBezTo>
                <a:cubicBezTo>
                  <a:pt x="0" y="198041"/>
                  <a:pt x="16271" y="237325"/>
                  <a:pt x="45775" y="266829"/>
                </a:cubicBezTo>
                <a:lnTo>
                  <a:pt x="128088" y="349142"/>
                </a:lnTo>
                <a:cubicBezTo>
                  <a:pt x="135621" y="356674"/>
                  <a:pt x="145608" y="360794"/>
                  <a:pt x="156303" y="360794"/>
                </a:cubicBezTo>
                <a:cubicBezTo>
                  <a:pt x="166997" y="360794"/>
                  <a:pt x="176985" y="356674"/>
                  <a:pt x="184517" y="349142"/>
                </a:cubicBezTo>
                <a:lnTo>
                  <a:pt x="266829" y="266829"/>
                </a:lnTo>
                <a:cubicBezTo>
                  <a:pt x="296376" y="237283"/>
                  <a:pt x="312605" y="198041"/>
                  <a:pt x="312605" y="156302"/>
                </a:cubicBezTo>
                <a:cubicBezTo>
                  <a:pt x="312605" y="114563"/>
                  <a:pt x="296334" y="75280"/>
                  <a:pt x="266829" y="45775"/>
                </a:cubicBezTo>
                <a:close/>
                <a:moveTo>
                  <a:pt x="196003" y="103536"/>
                </a:moveTo>
                <a:cubicBezTo>
                  <a:pt x="197958" y="101580"/>
                  <a:pt x="200705" y="100456"/>
                  <a:pt x="203493" y="100456"/>
                </a:cubicBezTo>
                <a:cubicBezTo>
                  <a:pt x="206281" y="100456"/>
                  <a:pt x="208986" y="101580"/>
                  <a:pt x="210984" y="103536"/>
                </a:cubicBezTo>
                <a:cubicBezTo>
                  <a:pt x="212939" y="105492"/>
                  <a:pt x="214063" y="108238"/>
                  <a:pt x="214063" y="111026"/>
                </a:cubicBezTo>
                <a:cubicBezTo>
                  <a:pt x="214063" y="113814"/>
                  <a:pt x="212939" y="116519"/>
                  <a:pt x="210984" y="118517"/>
                </a:cubicBezTo>
                <a:cubicBezTo>
                  <a:pt x="209028" y="120473"/>
                  <a:pt x="206281" y="121596"/>
                  <a:pt x="203493" y="121596"/>
                </a:cubicBezTo>
                <a:cubicBezTo>
                  <a:pt x="200705" y="121596"/>
                  <a:pt x="198000" y="120473"/>
                  <a:pt x="196003" y="118517"/>
                </a:cubicBezTo>
                <a:cubicBezTo>
                  <a:pt x="194046" y="116561"/>
                  <a:pt x="192923" y="113814"/>
                  <a:pt x="192923" y="111026"/>
                </a:cubicBezTo>
                <a:cubicBezTo>
                  <a:pt x="192923" y="108238"/>
                  <a:pt x="194046" y="105533"/>
                  <a:pt x="196003" y="103536"/>
                </a:cubicBezTo>
                <a:close/>
                <a:moveTo>
                  <a:pt x="165167" y="87181"/>
                </a:moveTo>
                <a:cubicBezTo>
                  <a:pt x="167122" y="85226"/>
                  <a:pt x="169869" y="84060"/>
                  <a:pt x="172657" y="84060"/>
                </a:cubicBezTo>
                <a:cubicBezTo>
                  <a:pt x="175445" y="84060"/>
                  <a:pt x="178150" y="85184"/>
                  <a:pt x="180148" y="87181"/>
                </a:cubicBezTo>
                <a:cubicBezTo>
                  <a:pt x="182103" y="89137"/>
                  <a:pt x="183227" y="91884"/>
                  <a:pt x="183227" y="94630"/>
                </a:cubicBezTo>
                <a:cubicBezTo>
                  <a:pt x="183227" y="97377"/>
                  <a:pt x="182103" y="100123"/>
                  <a:pt x="180148" y="102121"/>
                </a:cubicBezTo>
                <a:cubicBezTo>
                  <a:pt x="178192" y="104077"/>
                  <a:pt x="175445" y="105200"/>
                  <a:pt x="172657" y="105200"/>
                </a:cubicBezTo>
                <a:cubicBezTo>
                  <a:pt x="169869" y="105200"/>
                  <a:pt x="167164" y="104077"/>
                  <a:pt x="165167" y="102121"/>
                </a:cubicBezTo>
                <a:cubicBezTo>
                  <a:pt x="163211" y="100165"/>
                  <a:pt x="162087" y="97418"/>
                  <a:pt x="162087" y="94630"/>
                </a:cubicBezTo>
                <a:cubicBezTo>
                  <a:pt x="162087" y="91842"/>
                  <a:pt x="163211" y="89137"/>
                  <a:pt x="165167" y="87181"/>
                </a:cubicBezTo>
                <a:close/>
                <a:moveTo>
                  <a:pt x="132458" y="87181"/>
                </a:moveTo>
                <a:cubicBezTo>
                  <a:pt x="134414" y="85226"/>
                  <a:pt x="137160" y="84060"/>
                  <a:pt x="139948" y="84060"/>
                </a:cubicBezTo>
                <a:cubicBezTo>
                  <a:pt x="142737" y="84060"/>
                  <a:pt x="145442" y="85184"/>
                  <a:pt x="147439" y="87181"/>
                </a:cubicBezTo>
                <a:cubicBezTo>
                  <a:pt x="149395" y="89137"/>
                  <a:pt x="150518" y="91884"/>
                  <a:pt x="150518" y="94630"/>
                </a:cubicBezTo>
                <a:cubicBezTo>
                  <a:pt x="150518" y="97377"/>
                  <a:pt x="149395" y="100123"/>
                  <a:pt x="147439" y="102121"/>
                </a:cubicBezTo>
                <a:cubicBezTo>
                  <a:pt x="145483" y="104077"/>
                  <a:pt x="142737" y="105200"/>
                  <a:pt x="139948" y="105200"/>
                </a:cubicBezTo>
                <a:cubicBezTo>
                  <a:pt x="137160" y="105200"/>
                  <a:pt x="134455" y="104077"/>
                  <a:pt x="132458" y="102121"/>
                </a:cubicBezTo>
                <a:cubicBezTo>
                  <a:pt x="130502" y="100165"/>
                  <a:pt x="129379" y="97418"/>
                  <a:pt x="129379" y="94630"/>
                </a:cubicBezTo>
                <a:cubicBezTo>
                  <a:pt x="129379" y="91842"/>
                  <a:pt x="130502" y="89137"/>
                  <a:pt x="132458" y="87181"/>
                </a:cubicBezTo>
                <a:close/>
                <a:moveTo>
                  <a:pt x="101622" y="103536"/>
                </a:moveTo>
                <a:cubicBezTo>
                  <a:pt x="103578" y="101580"/>
                  <a:pt x="106324" y="100456"/>
                  <a:pt x="109071" y="100456"/>
                </a:cubicBezTo>
                <a:cubicBezTo>
                  <a:pt x="111817" y="100456"/>
                  <a:pt x="114564" y="101580"/>
                  <a:pt x="116561" y="103536"/>
                </a:cubicBezTo>
                <a:cubicBezTo>
                  <a:pt x="118517" y="105492"/>
                  <a:pt x="119640" y="108238"/>
                  <a:pt x="119640" y="111026"/>
                </a:cubicBezTo>
                <a:cubicBezTo>
                  <a:pt x="119640" y="113814"/>
                  <a:pt x="118517" y="116519"/>
                  <a:pt x="116561" y="118517"/>
                </a:cubicBezTo>
                <a:cubicBezTo>
                  <a:pt x="114605" y="120473"/>
                  <a:pt x="111859" y="121596"/>
                  <a:pt x="109071" y="121596"/>
                </a:cubicBezTo>
                <a:cubicBezTo>
                  <a:pt x="106283" y="121596"/>
                  <a:pt x="103578" y="120473"/>
                  <a:pt x="101622" y="118517"/>
                </a:cubicBezTo>
                <a:cubicBezTo>
                  <a:pt x="99666" y="116561"/>
                  <a:pt x="98542" y="113814"/>
                  <a:pt x="98542" y="111026"/>
                </a:cubicBezTo>
                <a:cubicBezTo>
                  <a:pt x="98542" y="108238"/>
                  <a:pt x="99666" y="105533"/>
                  <a:pt x="101622" y="103536"/>
                </a:cubicBezTo>
                <a:close/>
                <a:moveTo>
                  <a:pt x="209652" y="205282"/>
                </a:moveTo>
                <a:cubicBezTo>
                  <a:pt x="204242" y="213522"/>
                  <a:pt x="195170" y="218432"/>
                  <a:pt x="185349" y="218432"/>
                </a:cubicBezTo>
                <a:cubicBezTo>
                  <a:pt x="178192" y="218432"/>
                  <a:pt x="172698" y="216809"/>
                  <a:pt x="167830" y="215353"/>
                </a:cubicBezTo>
                <a:cubicBezTo>
                  <a:pt x="163835" y="214188"/>
                  <a:pt x="160381" y="213147"/>
                  <a:pt x="156303" y="213147"/>
                </a:cubicBezTo>
                <a:cubicBezTo>
                  <a:pt x="152225" y="213147"/>
                  <a:pt x="148770" y="214188"/>
                  <a:pt x="144776" y="215353"/>
                </a:cubicBezTo>
                <a:cubicBezTo>
                  <a:pt x="139907" y="216809"/>
                  <a:pt x="134414" y="218432"/>
                  <a:pt x="127256" y="218432"/>
                </a:cubicBezTo>
                <a:cubicBezTo>
                  <a:pt x="117435" y="218432"/>
                  <a:pt x="108322" y="213522"/>
                  <a:pt x="102953" y="205282"/>
                </a:cubicBezTo>
                <a:cubicBezTo>
                  <a:pt x="99874" y="200538"/>
                  <a:pt x="98210" y="195045"/>
                  <a:pt x="98210" y="189385"/>
                </a:cubicBezTo>
                <a:cubicBezTo>
                  <a:pt x="98210" y="157343"/>
                  <a:pt x="124260" y="131292"/>
                  <a:pt x="156303" y="131292"/>
                </a:cubicBezTo>
                <a:cubicBezTo>
                  <a:pt x="188345" y="131292"/>
                  <a:pt x="214396" y="157343"/>
                  <a:pt x="214396" y="189385"/>
                </a:cubicBezTo>
                <a:cubicBezTo>
                  <a:pt x="214396" y="195045"/>
                  <a:pt x="212773" y="200538"/>
                  <a:pt x="209652" y="205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33" name="Google Shape;1533;p47"/>
          <p:cNvGrpSpPr/>
          <p:nvPr/>
        </p:nvGrpSpPr>
        <p:grpSpPr>
          <a:xfrm>
            <a:off x="748629" y="3610502"/>
            <a:ext cx="194037" cy="282567"/>
            <a:chOff x="7675254" y="4381671"/>
            <a:chExt cx="247812" cy="360877"/>
          </a:xfrm>
        </p:grpSpPr>
        <p:sp>
          <p:nvSpPr>
            <p:cNvPr id="1534" name="Google Shape;1534;p47"/>
            <p:cNvSpPr/>
            <p:nvPr/>
          </p:nvSpPr>
          <p:spPr>
            <a:xfrm>
              <a:off x="7760272" y="4381671"/>
              <a:ext cx="77527" cy="56386"/>
            </a:xfrm>
            <a:custGeom>
              <a:avLst/>
              <a:gdLst/>
              <a:ahLst/>
              <a:cxnLst/>
              <a:rect l="l" t="t" r="r" b="b"/>
              <a:pathLst>
                <a:path w="77527" h="56386" extrusionOk="0">
                  <a:moveTo>
                    <a:pt x="66957" y="0"/>
                  </a:moveTo>
                  <a:lnTo>
                    <a:pt x="10570" y="0"/>
                  </a:lnTo>
                  <a:cubicBezTo>
                    <a:pt x="4744" y="0"/>
                    <a:pt x="0" y="4744"/>
                    <a:pt x="0" y="10570"/>
                  </a:cubicBezTo>
                  <a:lnTo>
                    <a:pt x="0" y="56387"/>
                  </a:lnTo>
                  <a:lnTo>
                    <a:pt x="77527" y="56387"/>
                  </a:lnTo>
                  <a:lnTo>
                    <a:pt x="77527" y="10570"/>
                  </a:lnTo>
                  <a:cubicBezTo>
                    <a:pt x="77527" y="4744"/>
                    <a:pt x="72783" y="0"/>
                    <a:pt x="6695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5" name="Google Shape;1535;p47"/>
            <p:cNvSpPr/>
            <p:nvPr/>
          </p:nvSpPr>
          <p:spPr>
            <a:xfrm>
              <a:off x="7675254" y="4459198"/>
              <a:ext cx="247812" cy="283350"/>
            </a:xfrm>
            <a:custGeom>
              <a:avLst/>
              <a:gdLst/>
              <a:ahLst/>
              <a:cxnLst/>
              <a:rect l="l" t="t" r="r" b="b"/>
              <a:pathLst>
                <a:path w="247812" h="283350" extrusionOk="0">
                  <a:moveTo>
                    <a:pt x="222427" y="44194"/>
                  </a:moveTo>
                  <a:cubicBezTo>
                    <a:pt x="213147" y="26508"/>
                    <a:pt x="201662" y="11527"/>
                    <a:pt x="188761" y="0"/>
                  </a:cubicBezTo>
                  <a:lnTo>
                    <a:pt x="59050" y="0"/>
                  </a:lnTo>
                  <a:cubicBezTo>
                    <a:pt x="46108" y="11527"/>
                    <a:pt x="34623" y="26508"/>
                    <a:pt x="25384" y="44194"/>
                  </a:cubicBezTo>
                  <a:cubicBezTo>
                    <a:pt x="8781" y="75904"/>
                    <a:pt x="0" y="113856"/>
                    <a:pt x="0" y="154055"/>
                  </a:cubicBezTo>
                  <a:cubicBezTo>
                    <a:pt x="0" y="200663"/>
                    <a:pt x="12027" y="244857"/>
                    <a:pt x="33916" y="278523"/>
                  </a:cubicBezTo>
                  <a:cubicBezTo>
                    <a:pt x="35871" y="281519"/>
                    <a:pt x="39201" y="283350"/>
                    <a:pt x="42779" y="283350"/>
                  </a:cubicBezTo>
                  <a:lnTo>
                    <a:pt x="205033" y="283350"/>
                  </a:lnTo>
                  <a:cubicBezTo>
                    <a:pt x="208611" y="283350"/>
                    <a:pt x="211941" y="281560"/>
                    <a:pt x="213896" y="278523"/>
                  </a:cubicBezTo>
                  <a:cubicBezTo>
                    <a:pt x="235786" y="244899"/>
                    <a:pt x="247812" y="200705"/>
                    <a:pt x="247812" y="154055"/>
                  </a:cubicBezTo>
                  <a:cubicBezTo>
                    <a:pt x="247812" y="113898"/>
                    <a:pt x="239031" y="75904"/>
                    <a:pt x="222427" y="44194"/>
                  </a:cubicBezTo>
                  <a:close/>
                  <a:moveTo>
                    <a:pt x="163585" y="94547"/>
                  </a:moveTo>
                  <a:cubicBezTo>
                    <a:pt x="165541" y="92591"/>
                    <a:pt x="168287" y="91468"/>
                    <a:pt x="171075" y="91468"/>
                  </a:cubicBezTo>
                  <a:cubicBezTo>
                    <a:pt x="173864" y="91468"/>
                    <a:pt x="176569" y="92591"/>
                    <a:pt x="178566" y="94547"/>
                  </a:cubicBezTo>
                  <a:cubicBezTo>
                    <a:pt x="180564" y="96503"/>
                    <a:pt x="181646" y="99249"/>
                    <a:pt x="181646" y="102037"/>
                  </a:cubicBezTo>
                  <a:cubicBezTo>
                    <a:pt x="181646" y="104826"/>
                    <a:pt x="180522" y="107531"/>
                    <a:pt x="178566" y="109528"/>
                  </a:cubicBezTo>
                  <a:cubicBezTo>
                    <a:pt x="176610" y="111484"/>
                    <a:pt x="173864" y="112607"/>
                    <a:pt x="171075" y="112607"/>
                  </a:cubicBezTo>
                  <a:cubicBezTo>
                    <a:pt x="168287" y="112607"/>
                    <a:pt x="165583" y="111484"/>
                    <a:pt x="163585" y="109528"/>
                  </a:cubicBezTo>
                  <a:cubicBezTo>
                    <a:pt x="161629" y="107572"/>
                    <a:pt x="160505" y="104826"/>
                    <a:pt x="160505" y="102037"/>
                  </a:cubicBezTo>
                  <a:cubicBezTo>
                    <a:pt x="160505" y="99249"/>
                    <a:pt x="161629" y="96544"/>
                    <a:pt x="163585" y="94547"/>
                  </a:cubicBezTo>
                  <a:close/>
                  <a:moveTo>
                    <a:pt x="132749" y="78193"/>
                  </a:moveTo>
                  <a:cubicBezTo>
                    <a:pt x="134705" y="76237"/>
                    <a:pt x="137451" y="75113"/>
                    <a:pt x="140198" y="75113"/>
                  </a:cubicBezTo>
                  <a:cubicBezTo>
                    <a:pt x="142944" y="75113"/>
                    <a:pt x="145691" y="76237"/>
                    <a:pt x="147688" y="78193"/>
                  </a:cubicBezTo>
                  <a:cubicBezTo>
                    <a:pt x="149644" y="80148"/>
                    <a:pt x="150768" y="82895"/>
                    <a:pt x="150768" y="85683"/>
                  </a:cubicBezTo>
                  <a:cubicBezTo>
                    <a:pt x="150768" y="88471"/>
                    <a:pt x="149644" y="91176"/>
                    <a:pt x="147688" y="93173"/>
                  </a:cubicBezTo>
                  <a:cubicBezTo>
                    <a:pt x="145733" y="95171"/>
                    <a:pt x="142986" y="96253"/>
                    <a:pt x="140198" y="96253"/>
                  </a:cubicBezTo>
                  <a:cubicBezTo>
                    <a:pt x="137410" y="96253"/>
                    <a:pt x="134705" y="95130"/>
                    <a:pt x="132749" y="93173"/>
                  </a:cubicBezTo>
                  <a:cubicBezTo>
                    <a:pt x="130793" y="91218"/>
                    <a:pt x="129628" y="88471"/>
                    <a:pt x="129628" y="85683"/>
                  </a:cubicBezTo>
                  <a:cubicBezTo>
                    <a:pt x="129628" y="82895"/>
                    <a:pt x="130752" y="80190"/>
                    <a:pt x="132749" y="78193"/>
                  </a:cubicBezTo>
                  <a:close/>
                  <a:moveTo>
                    <a:pt x="100040" y="78193"/>
                  </a:moveTo>
                  <a:cubicBezTo>
                    <a:pt x="101996" y="76237"/>
                    <a:pt x="104743" y="75113"/>
                    <a:pt x="107531" y="75113"/>
                  </a:cubicBezTo>
                  <a:cubicBezTo>
                    <a:pt x="110319" y="75113"/>
                    <a:pt x="113024" y="76237"/>
                    <a:pt x="114980" y="78193"/>
                  </a:cubicBezTo>
                  <a:cubicBezTo>
                    <a:pt x="116935" y="80148"/>
                    <a:pt x="118101" y="82895"/>
                    <a:pt x="118101" y="85683"/>
                  </a:cubicBezTo>
                  <a:cubicBezTo>
                    <a:pt x="118101" y="88471"/>
                    <a:pt x="116977" y="91176"/>
                    <a:pt x="114980" y="93173"/>
                  </a:cubicBezTo>
                  <a:cubicBezTo>
                    <a:pt x="113024" y="95130"/>
                    <a:pt x="110277" y="96253"/>
                    <a:pt x="107531" y="96253"/>
                  </a:cubicBezTo>
                  <a:cubicBezTo>
                    <a:pt x="104784" y="96253"/>
                    <a:pt x="102038" y="95130"/>
                    <a:pt x="100040" y="93173"/>
                  </a:cubicBezTo>
                  <a:cubicBezTo>
                    <a:pt x="98084" y="91218"/>
                    <a:pt x="96961" y="88471"/>
                    <a:pt x="96961" y="85683"/>
                  </a:cubicBezTo>
                  <a:cubicBezTo>
                    <a:pt x="96961" y="82895"/>
                    <a:pt x="98084" y="80190"/>
                    <a:pt x="100040" y="78193"/>
                  </a:cubicBezTo>
                  <a:close/>
                  <a:moveTo>
                    <a:pt x="69204" y="94547"/>
                  </a:moveTo>
                  <a:cubicBezTo>
                    <a:pt x="71160" y="92591"/>
                    <a:pt x="73907" y="91468"/>
                    <a:pt x="76695" y="91468"/>
                  </a:cubicBezTo>
                  <a:cubicBezTo>
                    <a:pt x="79483" y="91468"/>
                    <a:pt x="82188" y="92591"/>
                    <a:pt x="84185" y="94547"/>
                  </a:cubicBezTo>
                  <a:cubicBezTo>
                    <a:pt x="86141" y="96503"/>
                    <a:pt x="87265" y="99249"/>
                    <a:pt x="87265" y="102037"/>
                  </a:cubicBezTo>
                  <a:cubicBezTo>
                    <a:pt x="87265" y="104826"/>
                    <a:pt x="86141" y="107531"/>
                    <a:pt x="84185" y="109528"/>
                  </a:cubicBezTo>
                  <a:cubicBezTo>
                    <a:pt x="82229" y="111484"/>
                    <a:pt x="79483" y="112607"/>
                    <a:pt x="76695" y="112607"/>
                  </a:cubicBezTo>
                  <a:cubicBezTo>
                    <a:pt x="73907" y="112607"/>
                    <a:pt x="71202" y="111484"/>
                    <a:pt x="69204" y="109528"/>
                  </a:cubicBezTo>
                  <a:cubicBezTo>
                    <a:pt x="67248" y="107572"/>
                    <a:pt x="66125" y="104826"/>
                    <a:pt x="66125" y="102037"/>
                  </a:cubicBezTo>
                  <a:cubicBezTo>
                    <a:pt x="66125" y="99249"/>
                    <a:pt x="67248" y="96544"/>
                    <a:pt x="69204" y="94547"/>
                  </a:cubicBezTo>
                  <a:close/>
                  <a:moveTo>
                    <a:pt x="177234" y="196293"/>
                  </a:moveTo>
                  <a:cubicBezTo>
                    <a:pt x="171825" y="204533"/>
                    <a:pt x="162753" y="209443"/>
                    <a:pt x="152890" y="209443"/>
                  </a:cubicBezTo>
                  <a:cubicBezTo>
                    <a:pt x="145733" y="209443"/>
                    <a:pt x="140239" y="207820"/>
                    <a:pt x="135371" y="206364"/>
                  </a:cubicBezTo>
                  <a:cubicBezTo>
                    <a:pt x="131375" y="205199"/>
                    <a:pt x="127922" y="204158"/>
                    <a:pt x="123844" y="204158"/>
                  </a:cubicBezTo>
                  <a:cubicBezTo>
                    <a:pt x="119765" y="204158"/>
                    <a:pt x="116311" y="205199"/>
                    <a:pt x="112316" y="206364"/>
                  </a:cubicBezTo>
                  <a:cubicBezTo>
                    <a:pt x="107447" y="207820"/>
                    <a:pt x="101954" y="209443"/>
                    <a:pt x="94797" y="209443"/>
                  </a:cubicBezTo>
                  <a:cubicBezTo>
                    <a:pt x="84976" y="209443"/>
                    <a:pt x="75862" y="204533"/>
                    <a:pt x="70494" y="196293"/>
                  </a:cubicBezTo>
                  <a:cubicBezTo>
                    <a:pt x="67415" y="191549"/>
                    <a:pt x="65750" y="186056"/>
                    <a:pt x="65750" y="180397"/>
                  </a:cubicBezTo>
                  <a:cubicBezTo>
                    <a:pt x="65750" y="148354"/>
                    <a:pt x="91801" y="122303"/>
                    <a:pt x="123844" y="122303"/>
                  </a:cubicBezTo>
                  <a:cubicBezTo>
                    <a:pt x="155886" y="122303"/>
                    <a:pt x="181937" y="148354"/>
                    <a:pt x="181937" y="180397"/>
                  </a:cubicBezTo>
                  <a:cubicBezTo>
                    <a:pt x="181937" y="186056"/>
                    <a:pt x="180314" y="191549"/>
                    <a:pt x="177193" y="19629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36" name="Google Shape;1536;p47"/>
          <p:cNvGrpSpPr/>
          <p:nvPr/>
        </p:nvGrpSpPr>
        <p:grpSpPr>
          <a:xfrm>
            <a:off x="8001241" y="3572274"/>
            <a:ext cx="282567" cy="282730"/>
            <a:chOff x="8190353" y="4381546"/>
            <a:chExt cx="360877" cy="361085"/>
          </a:xfrm>
        </p:grpSpPr>
        <p:sp>
          <p:nvSpPr>
            <p:cNvPr id="1537" name="Google Shape;1537;p47"/>
            <p:cNvSpPr/>
            <p:nvPr/>
          </p:nvSpPr>
          <p:spPr>
            <a:xfrm>
              <a:off x="8190415" y="4532781"/>
              <a:ext cx="209880" cy="209850"/>
            </a:xfrm>
            <a:custGeom>
              <a:avLst/>
              <a:gdLst/>
              <a:ahLst/>
              <a:cxnLst/>
              <a:rect l="l" t="t" r="r" b="b"/>
              <a:pathLst>
                <a:path w="209880" h="209850" extrusionOk="0">
                  <a:moveTo>
                    <a:pt x="167809" y="90210"/>
                  </a:moveTo>
                  <a:cubicBezTo>
                    <a:pt x="160193" y="90210"/>
                    <a:pt x="152911" y="92207"/>
                    <a:pt x="146502" y="95994"/>
                  </a:cubicBezTo>
                  <a:lnTo>
                    <a:pt x="113835" y="63327"/>
                  </a:lnTo>
                  <a:cubicBezTo>
                    <a:pt x="117622" y="56960"/>
                    <a:pt x="119620" y="49636"/>
                    <a:pt x="119620" y="42021"/>
                  </a:cubicBezTo>
                  <a:cubicBezTo>
                    <a:pt x="119620" y="30785"/>
                    <a:pt x="115250" y="20256"/>
                    <a:pt x="107302" y="12308"/>
                  </a:cubicBezTo>
                  <a:cubicBezTo>
                    <a:pt x="98771" y="3777"/>
                    <a:pt x="87244" y="-634"/>
                    <a:pt x="75092" y="74"/>
                  </a:cubicBezTo>
                  <a:cubicBezTo>
                    <a:pt x="65521" y="615"/>
                    <a:pt x="56324" y="4485"/>
                    <a:pt x="49250" y="10977"/>
                  </a:cubicBezTo>
                  <a:cubicBezTo>
                    <a:pt x="42176" y="17468"/>
                    <a:pt x="37307" y="26499"/>
                    <a:pt x="35975" y="35987"/>
                  </a:cubicBezTo>
                  <a:cubicBezTo>
                    <a:pt x="27028" y="37276"/>
                    <a:pt x="18789" y="41355"/>
                    <a:pt x="12297" y="47847"/>
                  </a:cubicBezTo>
                  <a:cubicBezTo>
                    <a:pt x="-4099" y="64243"/>
                    <a:pt x="-4099" y="90875"/>
                    <a:pt x="12297" y="107272"/>
                  </a:cubicBezTo>
                  <a:cubicBezTo>
                    <a:pt x="20245" y="115220"/>
                    <a:pt x="30773" y="119589"/>
                    <a:pt x="42009" y="119589"/>
                  </a:cubicBezTo>
                  <a:cubicBezTo>
                    <a:pt x="49624" y="119589"/>
                    <a:pt x="56907" y="117592"/>
                    <a:pt x="63316" y="113805"/>
                  </a:cubicBezTo>
                  <a:lnTo>
                    <a:pt x="96024" y="146513"/>
                  </a:lnTo>
                  <a:cubicBezTo>
                    <a:pt x="86578" y="162618"/>
                    <a:pt x="88742" y="183717"/>
                    <a:pt x="102557" y="197532"/>
                  </a:cubicBezTo>
                  <a:cubicBezTo>
                    <a:pt x="110506" y="205481"/>
                    <a:pt x="121034" y="209850"/>
                    <a:pt x="132270" y="209850"/>
                  </a:cubicBezTo>
                  <a:lnTo>
                    <a:pt x="132270" y="209850"/>
                  </a:lnTo>
                  <a:cubicBezTo>
                    <a:pt x="143506" y="209850"/>
                    <a:pt x="154035" y="205481"/>
                    <a:pt x="161983" y="197532"/>
                  </a:cubicBezTo>
                  <a:cubicBezTo>
                    <a:pt x="168433" y="191082"/>
                    <a:pt x="172553" y="182718"/>
                    <a:pt x="173842" y="173854"/>
                  </a:cubicBezTo>
                  <a:cubicBezTo>
                    <a:pt x="182790" y="172606"/>
                    <a:pt x="191071" y="168486"/>
                    <a:pt x="197563" y="161953"/>
                  </a:cubicBezTo>
                  <a:cubicBezTo>
                    <a:pt x="205511" y="154004"/>
                    <a:pt x="209880" y="143476"/>
                    <a:pt x="209880" y="132240"/>
                  </a:cubicBezTo>
                  <a:cubicBezTo>
                    <a:pt x="209880" y="121004"/>
                    <a:pt x="205511" y="110476"/>
                    <a:pt x="197563" y="102528"/>
                  </a:cubicBezTo>
                  <a:cubicBezTo>
                    <a:pt x="189614" y="94579"/>
                    <a:pt x="179086" y="90210"/>
                    <a:pt x="167850" y="9021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8" name="Google Shape;1538;p47"/>
            <p:cNvSpPr/>
            <p:nvPr/>
          </p:nvSpPr>
          <p:spPr>
            <a:xfrm>
              <a:off x="8269659" y="4381546"/>
              <a:ext cx="190979" cy="190925"/>
            </a:xfrm>
            <a:custGeom>
              <a:avLst/>
              <a:gdLst/>
              <a:ahLst/>
              <a:cxnLst/>
              <a:rect l="l" t="t" r="r" b="b"/>
              <a:pathLst>
                <a:path w="190979" h="190925" extrusionOk="0">
                  <a:moveTo>
                    <a:pt x="1966" y="106199"/>
                  </a:moveTo>
                  <a:cubicBezTo>
                    <a:pt x="2798" y="107322"/>
                    <a:pt x="21109" y="132541"/>
                    <a:pt x="46077" y="135454"/>
                  </a:cubicBezTo>
                  <a:lnTo>
                    <a:pt x="55482" y="144858"/>
                  </a:lnTo>
                  <a:cubicBezTo>
                    <a:pt x="58395" y="169827"/>
                    <a:pt x="83613" y="188179"/>
                    <a:pt x="84736" y="188970"/>
                  </a:cubicBezTo>
                  <a:cubicBezTo>
                    <a:pt x="86568" y="190301"/>
                    <a:pt x="88732" y="190925"/>
                    <a:pt x="90896" y="190925"/>
                  </a:cubicBezTo>
                  <a:cubicBezTo>
                    <a:pt x="93059" y="190925"/>
                    <a:pt x="95223" y="190259"/>
                    <a:pt x="97054" y="188970"/>
                  </a:cubicBezTo>
                  <a:cubicBezTo>
                    <a:pt x="98261" y="188095"/>
                    <a:pt x="126600" y="167497"/>
                    <a:pt x="126600" y="140198"/>
                  </a:cubicBezTo>
                  <a:cubicBezTo>
                    <a:pt x="126600" y="137867"/>
                    <a:pt x="126392" y="135578"/>
                    <a:pt x="126018" y="133207"/>
                  </a:cubicBezTo>
                  <a:cubicBezTo>
                    <a:pt x="142039" y="128920"/>
                    <a:pt x="155106" y="121804"/>
                    <a:pt x="165010" y="111900"/>
                  </a:cubicBezTo>
                  <a:cubicBezTo>
                    <a:pt x="199841" y="77069"/>
                    <a:pt x="189729" y="13067"/>
                    <a:pt x="189271" y="10362"/>
                  </a:cubicBezTo>
                  <a:cubicBezTo>
                    <a:pt x="188522" y="5909"/>
                    <a:pt x="185027" y="2413"/>
                    <a:pt x="180574" y="1665"/>
                  </a:cubicBezTo>
                  <a:cubicBezTo>
                    <a:pt x="180158" y="1581"/>
                    <a:pt x="170253" y="0"/>
                    <a:pt x="156313" y="0"/>
                  </a:cubicBezTo>
                  <a:cubicBezTo>
                    <a:pt x="132884" y="0"/>
                    <a:pt x="100466" y="4494"/>
                    <a:pt x="79035" y="25967"/>
                  </a:cubicBezTo>
                  <a:cubicBezTo>
                    <a:pt x="69131" y="35871"/>
                    <a:pt x="61973" y="48938"/>
                    <a:pt x="57729" y="64960"/>
                  </a:cubicBezTo>
                  <a:cubicBezTo>
                    <a:pt x="55399" y="64543"/>
                    <a:pt x="53068" y="64377"/>
                    <a:pt x="50738" y="64377"/>
                  </a:cubicBezTo>
                  <a:lnTo>
                    <a:pt x="50738" y="64377"/>
                  </a:lnTo>
                  <a:cubicBezTo>
                    <a:pt x="23439" y="64377"/>
                    <a:pt x="2840" y="92716"/>
                    <a:pt x="1966" y="93923"/>
                  </a:cubicBezTo>
                  <a:cubicBezTo>
                    <a:pt x="-655" y="97585"/>
                    <a:pt x="-655" y="102537"/>
                    <a:pt x="1966" y="10624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9" name="Google Shape;1539;p47"/>
            <p:cNvSpPr/>
            <p:nvPr/>
          </p:nvSpPr>
          <p:spPr>
            <a:xfrm>
              <a:off x="8394179" y="4540511"/>
              <a:ext cx="157051" cy="145358"/>
            </a:xfrm>
            <a:custGeom>
              <a:avLst/>
              <a:gdLst/>
              <a:ahLst/>
              <a:cxnLst/>
              <a:rect l="l" t="t" r="r" b="b"/>
              <a:pathLst>
                <a:path w="157051" h="145358" extrusionOk="0">
                  <a:moveTo>
                    <a:pt x="157010" y="50395"/>
                  </a:moveTo>
                  <a:cubicBezTo>
                    <a:pt x="157010" y="36953"/>
                    <a:pt x="151767" y="24302"/>
                    <a:pt x="142237" y="14773"/>
                  </a:cubicBezTo>
                  <a:cubicBezTo>
                    <a:pt x="132707" y="5243"/>
                    <a:pt x="120057" y="0"/>
                    <a:pt x="106615" y="0"/>
                  </a:cubicBezTo>
                  <a:cubicBezTo>
                    <a:pt x="96420" y="0"/>
                    <a:pt x="86724" y="2996"/>
                    <a:pt x="78484" y="8573"/>
                  </a:cubicBezTo>
                  <a:cubicBezTo>
                    <a:pt x="70245" y="2996"/>
                    <a:pt x="60507" y="0"/>
                    <a:pt x="50353" y="0"/>
                  </a:cubicBezTo>
                  <a:cubicBezTo>
                    <a:pt x="36912" y="0"/>
                    <a:pt x="24261" y="5243"/>
                    <a:pt x="14732" y="14773"/>
                  </a:cubicBezTo>
                  <a:cubicBezTo>
                    <a:pt x="-4911" y="34415"/>
                    <a:pt x="-4911" y="66375"/>
                    <a:pt x="14732" y="86016"/>
                  </a:cubicBezTo>
                  <a:lnTo>
                    <a:pt x="71035" y="142279"/>
                  </a:lnTo>
                  <a:cubicBezTo>
                    <a:pt x="73033" y="144276"/>
                    <a:pt x="75696" y="145358"/>
                    <a:pt x="78526" y="145358"/>
                  </a:cubicBezTo>
                  <a:cubicBezTo>
                    <a:pt x="81356" y="145358"/>
                    <a:pt x="84019" y="144235"/>
                    <a:pt x="86017" y="142279"/>
                  </a:cubicBezTo>
                  <a:lnTo>
                    <a:pt x="142278" y="86016"/>
                  </a:lnTo>
                  <a:cubicBezTo>
                    <a:pt x="151808" y="76487"/>
                    <a:pt x="157052" y="63836"/>
                    <a:pt x="157052" y="5039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0" name="Google Shape;1540;p47"/>
            <p:cNvSpPr/>
            <p:nvPr/>
          </p:nvSpPr>
          <p:spPr>
            <a:xfrm>
              <a:off x="8190353" y="4381671"/>
              <a:ext cx="21139" cy="21139"/>
            </a:xfrm>
            <a:custGeom>
              <a:avLst/>
              <a:gdLst/>
              <a:ahLst/>
              <a:cxnLst/>
              <a:rect l="l" t="t" r="r" b="b"/>
              <a:pathLst>
                <a:path w="21139" h="21139" extrusionOk="0">
                  <a:moveTo>
                    <a:pt x="10570" y="21140"/>
                  </a:moveTo>
                  <a:cubicBezTo>
                    <a:pt x="13358" y="21140"/>
                    <a:pt x="16063" y="20016"/>
                    <a:pt x="18060" y="18060"/>
                  </a:cubicBezTo>
                  <a:cubicBezTo>
                    <a:pt x="20016" y="16105"/>
                    <a:pt x="21140" y="13358"/>
                    <a:pt x="21140" y="10570"/>
                  </a:cubicBezTo>
                  <a:cubicBezTo>
                    <a:pt x="21140" y="7782"/>
                    <a:pt x="20016" y="5077"/>
                    <a:pt x="18060" y="3079"/>
                  </a:cubicBezTo>
                  <a:cubicBezTo>
                    <a:pt x="16105" y="1123"/>
                    <a:pt x="13358" y="0"/>
                    <a:pt x="10570" y="0"/>
                  </a:cubicBezTo>
                  <a:cubicBezTo>
                    <a:pt x="7782" y="0"/>
                    <a:pt x="5077" y="1123"/>
                    <a:pt x="3079" y="3079"/>
                  </a:cubicBezTo>
                  <a:cubicBezTo>
                    <a:pt x="1124" y="5035"/>
                    <a:pt x="0" y="7782"/>
                    <a:pt x="0" y="10570"/>
                  </a:cubicBezTo>
                  <a:cubicBezTo>
                    <a:pt x="0" y="13358"/>
                    <a:pt x="1124" y="16063"/>
                    <a:pt x="3079" y="18060"/>
                  </a:cubicBezTo>
                  <a:cubicBezTo>
                    <a:pt x="5035" y="20016"/>
                    <a:pt x="7782" y="21140"/>
                    <a:pt x="10570" y="2114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1" name="Google Shape;1541;p47"/>
            <p:cNvSpPr/>
            <p:nvPr/>
          </p:nvSpPr>
          <p:spPr>
            <a:xfrm>
              <a:off x="8201672" y="4483584"/>
              <a:ext cx="21139" cy="21139"/>
            </a:xfrm>
            <a:custGeom>
              <a:avLst/>
              <a:gdLst/>
              <a:ahLst/>
              <a:cxnLst/>
              <a:rect l="l" t="t" r="r" b="b"/>
              <a:pathLst>
                <a:path w="21139" h="21139" extrusionOk="0">
                  <a:moveTo>
                    <a:pt x="0" y="10570"/>
                  </a:moveTo>
                  <a:cubicBezTo>
                    <a:pt x="0" y="13358"/>
                    <a:pt x="1124" y="16063"/>
                    <a:pt x="3079" y="18060"/>
                  </a:cubicBezTo>
                  <a:cubicBezTo>
                    <a:pt x="5035" y="20016"/>
                    <a:pt x="7782" y="21140"/>
                    <a:pt x="10570" y="21140"/>
                  </a:cubicBezTo>
                  <a:cubicBezTo>
                    <a:pt x="13358" y="21140"/>
                    <a:pt x="16063" y="20016"/>
                    <a:pt x="18060" y="18060"/>
                  </a:cubicBezTo>
                  <a:cubicBezTo>
                    <a:pt x="20017" y="16105"/>
                    <a:pt x="21140" y="13358"/>
                    <a:pt x="21140" y="10570"/>
                  </a:cubicBezTo>
                  <a:cubicBezTo>
                    <a:pt x="21140" y="7782"/>
                    <a:pt x="20017" y="5077"/>
                    <a:pt x="18060" y="3079"/>
                  </a:cubicBezTo>
                  <a:cubicBezTo>
                    <a:pt x="16105" y="1123"/>
                    <a:pt x="13358" y="0"/>
                    <a:pt x="10570" y="0"/>
                  </a:cubicBezTo>
                  <a:cubicBezTo>
                    <a:pt x="7782" y="0"/>
                    <a:pt x="5077" y="1123"/>
                    <a:pt x="3079" y="3079"/>
                  </a:cubicBezTo>
                  <a:cubicBezTo>
                    <a:pt x="1124" y="5035"/>
                    <a:pt x="0" y="7782"/>
                    <a:pt x="0" y="105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2" name="Google Shape;1542;p47"/>
            <p:cNvSpPr/>
            <p:nvPr/>
          </p:nvSpPr>
          <p:spPr>
            <a:xfrm>
              <a:off x="8258309" y="4404309"/>
              <a:ext cx="21139" cy="21139"/>
            </a:xfrm>
            <a:custGeom>
              <a:avLst/>
              <a:gdLst/>
              <a:ahLst/>
              <a:cxnLst/>
              <a:rect l="l" t="t" r="r" b="b"/>
              <a:pathLst>
                <a:path w="21139" h="21139" extrusionOk="0">
                  <a:moveTo>
                    <a:pt x="10570" y="21140"/>
                  </a:moveTo>
                  <a:cubicBezTo>
                    <a:pt x="13358" y="21140"/>
                    <a:pt x="16063" y="20017"/>
                    <a:pt x="18060" y="18060"/>
                  </a:cubicBezTo>
                  <a:cubicBezTo>
                    <a:pt x="20058" y="16105"/>
                    <a:pt x="21140" y="13358"/>
                    <a:pt x="21140" y="10570"/>
                  </a:cubicBezTo>
                  <a:cubicBezTo>
                    <a:pt x="21140" y="7782"/>
                    <a:pt x="20017" y="5077"/>
                    <a:pt x="18060" y="3079"/>
                  </a:cubicBezTo>
                  <a:cubicBezTo>
                    <a:pt x="16105" y="1124"/>
                    <a:pt x="13358" y="0"/>
                    <a:pt x="10570" y="0"/>
                  </a:cubicBezTo>
                  <a:cubicBezTo>
                    <a:pt x="7782" y="0"/>
                    <a:pt x="5077" y="1124"/>
                    <a:pt x="3079" y="3079"/>
                  </a:cubicBezTo>
                  <a:cubicBezTo>
                    <a:pt x="1124" y="5035"/>
                    <a:pt x="0" y="7782"/>
                    <a:pt x="0" y="10570"/>
                  </a:cubicBezTo>
                  <a:cubicBezTo>
                    <a:pt x="0" y="13358"/>
                    <a:pt x="1124" y="16063"/>
                    <a:pt x="3079" y="18060"/>
                  </a:cubicBezTo>
                  <a:cubicBezTo>
                    <a:pt x="5035" y="20017"/>
                    <a:pt x="7782" y="21140"/>
                    <a:pt x="10570" y="2114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3" name="Google Shape;1543;p47"/>
            <p:cNvSpPr/>
            <p:nvPr/>
          </p:nvSpPr>
          <p:spPr>
            <a:xfrm>
              <a:off x="8530049" y="4381671"/>
              <a:ext cx="21098" cy="21139"/>
            </a:xfrm>
            <a:custGeom>
              <a:avLst/>
              <a:gdLst/>
              <a:ahLst/>
              <a:cxnLst/>
              <a:rect l="l" t="t" r="r" b="b"/>
              <a:pathLst>
                <a:path w="21098" h="21139" extrusionOk="0">
                  <a:moveTo>
                    <a:pt x="10570" y="21140"/>
                  </a:moveTo>
                  <a:cubicBezTo>
                    <a:pt x="13358" y="21140"/>
                    <a:pt x="16063" y="20016"/>
                    <a:pt x="18019" y="18060"/>
                  </a:cubicBezTo>
                  <a:cubicBezTo>
                    <a:pt x="19974" y="16105"/>
                    <a:pt x="21098" y="13358"/>
                    <a:pt x="21098" y="10570"/>
                  </a:cubicBezTo>
                  <a:cubicBezTo>
                    <a:pt x="21098" y="7782"/>
                    <a:pt x="19974" y="5077"/>
                    <a:pt x="18019" y="3079"/>
                  </a:cubicBezTo>
                  <a:cubicBezTo>
                    <a:pt x="16063" y="1123"/>
                    <a:pt x="13316" y="0"/>
                    <a:pt x="10570" y="0"/>
                  </a:cubicBezTo>
                  <a:cubicBezTo>
                    <a:pt x="7823" y="0"/>
                    <a:pt x="5077" y="1123"/>
                    <a:pt x="3079" y="3079"/>
                  </a:cubicBezTo>
                  <a:cubicBezTo>
                    <a:pt x="1124" y="5035"/>
                    <a:pt x="0" y="7782"/>
                    <a:pt x="0" y="10570"/>
                  </a:cubicBezTo>
                  <a:cubicBezTo>
                    <a:pt x="0" y="13358"/>
                    <a:pt x="1124" y="16063"/>
                    <a:pt x="3079" y="18060"/>
                  </a:cubicBezTo>
                  <a:cubicBezTo>
                    <a:pt x="5035" y="20016"/>
                    <a:pt x="7782" y="21140"/>
                    <a:pt x="10570" y="2114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4" name="Google Shape;1544;p47"/>
            <p:cNvSpPr/>
            <p:nvPr/>
          </p:nvSpPr>
          <p:spPr>
            <a:xfrm>
              <a:off x="8507410" y="4460945"/>
              <a:ext cx="21140" cy="21140"/>
            </a:xfrm>
            <a:custGeom>
              <a:avLst/>
              <a:gdLst/>
              <a:ahLst/>
              <a:cxnLst/>
              <a:rect l="l" t="t" r="r" b="b"/>
              <a:pathLst>
                <a:path w="21140" h="21140" extrusionOk="0">
                  <a:moveTo>
                    <a:pt x="10570" y="21140"/>
                  </a:moveTo>
                  <a:cubicBezTo>
                    <a:pt x="13358" y="21140"/>
                    <a:pt x="16063" y="20017"/>
                    <a:pt x="18061" y="18060"/>
                  </a:cubicBezTo>
                  <a:cubicBezTo>
                    <a:pt x="20058" y="16105"/>
                    <a:pt x="21140" y="13358"/>
                    <a:pt x="21140" y="10612"/>
                  </a:cubicBezTo>
                  <a:cubicBezTo>
                    <a:pt x="21140" y="7865"/>
                    <a:pt x="20017" y="5118"/>
                    <a:pt x="18061" y="3121"/>
                  </a:cubicBezTo>
                  <a:cubicBezTo>
                    <a:pt x="16105" y="1124"/>
                    <a:pt x="13358" y="0"/>
                    <a:pt x="10570" y="0"/>
                  </a:cubicBezTo>
                  <a:cubicBezTo>
                    <a:pt x="7782" y="0"/>
                    <a:pt x="5077" y="1124"/>
                    <a:pt x="3121" y="3121"/>
                  </a:cubicBezTo>
                  <a:cubicBezTo>
                    <a:pt x="1165" y="5077"/>
                    <a:pt x="0" y="7823"/>
                    <a:pt x="0" y="10612"/>
                  </a:cubicBezTo>
                  <a:cubicBezTo>
                    <a:pt x="0" y="13400"/>
                    <a:pt x="1124" y="16105"/>
                    <a:pt x="3121" y="18060"/>
                  </a:cubicBezTo>
                  <a:cubicBezTo>
                    <a:pt x="5077" y="20017"/>
                    <a:pt x="7823" y="21140"/>
                    <a:pt x="10570" y="2114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5" name="Google Shape;1545;p47"/>
            <p:cNvSpPr/>
            <p:nvPr/>
          </p:nvSpPr>
          <p:spPr>
            <a:xfrm>
              <a:off x="8190353" y="4721367"/>
              <a:ext cx="21139" cy="21139"/>
            </a:xfrm>
            <a:custGeom>
              <a:avLst/>
              <a:gdLst/>
              <a:ahLst/>
              <a:cxnLst/>
              <a:rect l="l" t="t" r="r" b="b"/>
              <a:pathLst>
                <a:path w="21139" h="21139" extrusionOk="0">
                  <a:moveTo>
                    <a:pt x="10570" y="0"/>
                  </a:moveTo>
                  <a:cubicBezTo>
                    <a:pt x="7782" y="0"/>
                    <a:pt x="5077" y="1123"/>
                    <a:pt x="3079" y="3079"/>
                  </a:cubicBezTo>
                  <a:cubicBezTo>
                    <a:pt x="1082" y="5035"/>
                    <a:pt x="0" y="7782"/>
                    <a:pt x="0" y="10570"/>
                  </a:cubicBezTo>
                  <a:cubicBezTo>
                    <a:pt x="0" y="13358"/>
                    <a:pt x="1124" y="16063"/>
                    <a:pt x="3079" y="18060"/>
                  </a:cubicBezTo>
                  <a:cubicBezTo>
                    <a:pt x="5035" y="20016"/>
                    <a:pt x="7782" y="21140"/>
                    <a:pt x="10570" y="21140"/>
                  </a:cubicBezTo>
                  <a:cubicBezTo>
                    <a:pt x="13358" y="21140"/>
                    <a:pt x="16063" y="20016"/>
                    <a:pt x="18060" y="18060"/>
                  </a:cubicBezTo>
                  <a:cubicBezTo>
                    <a:pt x="20016" y="16105"/>
                    <a:pt x="21140" y="13358"/>
                    <a:pt x="21140" y="10570"/>
                  </a:cubicBezTo>
                  <a:cubicBezTo>
                    <a:pt x="21140" y="7782"/>
                    <a:pt x="20016" y="5077"/>
                    <a:pt x="18060" y="3079"/>
                  </a:cubicBezTo>
                  <a:cubicBezTo>
                    <a:pt x="16105" y="1123"/>
                    <a:pt x="13358" y="0"/>
                    <a:pt x="1057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6" name="Google Shape;1546;p47"/>
            <p:cNvSpPr/>
            <p:nvPr/>
          </p:nvSpPr>
          <p:spPr>
            <a:xfrm>
              <a:off x="8530049" y="4721367"/>
              <a:ext cx="21098" cy="21139"/>
            </a:xfrm>
            <a:custGeom>
              <a:avLst/>
              <a:gdLst/>
              <a:ahLst/>
              <a:cxnLst/>
              <a:rect l="l" t="t" r="r" b="b"/>
              <a:pathLst>
                <a:path w="21098" h="21139" extrusionOk="0">
                  <a:moveTo>
                    <a:pt x="10570" y="0"/>
                  </a:moveTo>
                  <a:cubicBezTo>
                    <a:pt x="7782" y="0"/>
                    <a:pt x="5077" y="1123"/>
                    <a:pt x="3079" y="3079"/>
                  </a:cubicBezTo>
                  <a:cubicBezTo>
                    <a:pt x="1124" y="5035"/>
                    <a:pt x="0" y="7782"/>
                    <a:pt x="0" y="10570"/>
                  </a:cubicBezTo>
                  <a:cubicBezTo>
                    <a:pt x="0" y="13358"/>
                    <a:pt x="1124" y="16063"/>
                    <a:pt x="3079" y="18060"/>
                  </a:cubicBezTo>
                  <a:cubicBezTo>
                    <a:pt x="5035" y="20058"/>
                    <a:pt x="7782" y="21140"/>
                    <a:pt x="10570" y="21140"/>
                  </a:cubicBezTo>
                  <a:cubicBezTo>
                    <a:pt x="13358" y="21140"/>
                    <a:pt x="16063" y="20016"/>
                    <a:pt x="18019" y="18060"/>
                  </a:cubicBezTo>
                  <a:cubicBezTo>
                    <a:pt x="19974" y="16105"/>
                    <a:pt x="21098" y="13358"/>
                    <a:pt x="21098" y="10570"/>
                  </a:cubicBezTo>
                  <a:cubicBezTo>
                    <a:pt x="21098" y="7782"/>
                    <a:pt x="19974" y="5077"/>
                    <a:pt x="18019" y="3079"/>
                  </a:cubicBezTo>
                  <a:cubicBezTo>
                    <a:pt x="16063" y="1123"/>
                    <a:pt x="13316" y="0"/>
                    <a:pt x="1057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7" name="Google Shape;1547;p47"/>
            <p:cNvSpPr/>
            <p:nvPr/>
          </p:nvSpPr>
          <p:spPr>
            <a:xfrm>
              <a:off x="8428178" y="4710047"/>
              <a:ext cx="21139" cy="21140"/>
            </a:xfrm>
            <a:custGeom>
              <a:avLst/>
              <a:gdLst/>
              <a:ahLst/>
              <a:cxnLst/>
              <a:rect l="l" t="t" r="r" b="b"/>
              <a:pathLst>
                <a:path w="21139" h="21140" extrusionOk="0">
                  <a:moveTo>
                    <a:pt x="10570" y="0"/>
                  </a:moveTo>
                  <a:cubicBezTo>
                    <a:pt x="7782" y="0"/>
                    <a:pt x="5077" y="1124"/>
                    <a:pt x="3079" y="3079"/>
                  </a:cubicBezTo>
                  <a:cubicBezTo>
                    <a:pt x="1081" y="5036"/>
                    <a:pt x="0" y="7782"/>
                    <a:pt x="0" y="10570"/>
                  </a:cubicBezTo>
                  <a:cubicBezTo>
                    <a:pt x="0" y="13358"/>
                    <a:pt x="1123" y="16063"/>
                    <a:pt x="3079" y="18061"/>
                  </a:cubicBezTo>
                  <a:cubicBezTo>
                    <a:pt x="5035" y="20017"/>
                    <a:pt x="7782" y="21140"/>
                    <a:pt x="10570" y="21140"/>
                  </a:cubicBezTo>
                  <a:cubicBezTo>
                    <a:pt x="13358" y="21140"/>
                    <a:pt x="16063" y="20017"/>
                    <a:pt x="18060" y="18061"/>
                  </a:cubicBezTo>
                  <a:cubicBezTo>
                    <a:pt x="20016" y="16105"/>
                    <a:pt x="21140" y="13358"/>
                    <a:pt x="21140" y="10570"/>
                  </a:cubicBezTo>
                  <a:cubicBezTo>
                    <a:pt x="21140" y="7782"/>
                    <a:pt x="20016" y="5077"/>
                    <a:pt x="18060" y="3079"/>
                  </a:cubicBezTo>
                  <a:cubicBezTo>
                    <a:pt x="16105" y="1124"/>
                    <a:pt x="13358" y="0"/>
                    <a:pt x="1057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5879D037-A552-854E-3C07-483410B5AE2B}"/>
              </a:ext>
            </a:extLst>
          </p:cNvPr>
          <p:cNvSpPr txBox="1"/>
          <p:nvPr/>
        </p:nvSpPr>
        <p:spPr>
          <a:xfrm>
            <a:off x="8738363" y="4496373"/>
            <a:ext cx="474389" cy="307777"/>
          </a:xfrm>
          <a:prstGeom prst="rect">
            <a:avLst/>
          </a:prstGeom>
          <a:noFill/>
        </p:spPr>
        <p:txBody>
          <a:bodyPr wrap="square" rtlCol="0">
            <a:spAutoFit/>
          </a:bodyPr>
          <a:lstStyle/>
          <a:p>
            <a:r>
              <a:rPr lang="en-US" dirty="0"/>
              <a:t>22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63"/>
        <p:cNvGrpSpPr/>
        <p:nvPr/>
      </p:nvGrpSpPr>
      <p:grpSpPr>
        <a:xfrm>
          <a:off x="0" y="0"/>
          <a:ext cx="0" cy="0"/>
          <a:chOff x="0" y="0"/>
          <a:chExt cx="0" cy="0"/>
        </a:xfrm>
      </p:grpSpPr>
      <p:sp>
        <p:nvSpPr>
          <p:cNvPr id="1464" name="Google Shape;1464;p46"/>
          <p:cNvSpPr/>
          <p:nvPr/>
        </p:nvSpPr>
        <p:spPr>
          <a:xfrm>
            <a:off x="1366853" y="1368488"/>
            <a:ext cx="487200" cy="48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icksand Medium"/>
              <a:ea typeface="Quicksand Medium"/>
              <a:cs typeface="Quicksand Medium"/>
              <a:sym typeface="Quicksand Medium"/>
            </a:endParaRPr>
          </a:p>
        </p:txBody>
      </p:sp>
      <p:sp>
        <p:nvSpPr>
          <p:cNvPr id="1465" name="Google Shape;1465;p46"/>
          <p:cNvSpPr/>
          <p:nvPr/>
        </p:nvSpPr>
        <p:spPr>
          <a:xfrm>
            <a:off x="7254527" y="1368488"/>
            <a:ext cx="487200" cy="48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icksand Medium"/>
              <a:ea typeface="Quicksand Medium"/>
              <a:cs typeface="Quicksand Medium"/>
              <a:sym typeface="Quicksand Medium"/>
            </a:endParaRPr>
          </a:p>
        </p:txBody>
      </p:sp>
      <p:sp>
        <p:nvSpPr>
          <p:cNvPr id="1466" name="Google Shape;1466;p46"/>
          <p:cNvSpPr/>
          <p:nvPr/>
        </p:nvSpPr>
        <p:spPr>
          <a:xfrm>
            <a:off x="1373947" y="3093913"/>
            <a:ext cx="487200" cy="48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icksand Medium"/>
              <a:ea typeface="Quicksand Medium"/>
              <a:cs typeface="Quicksand Medium"/>
              <a:sym typeface="Quicksand Medium"/>
            </a:endParaRPr>
          </a:p>
        </p:txBody>
      </p:sp>
      <p:sp>
        <p:nvSpPr>
          <p:cNvPr id="1467" name="Google Shape;1467;p46"/>
          <p:cNvSpPr/>
          <p:nvPr/>
        </p:nvSpPr>
        <p:spPr>
          <a:xfrm>
            <a:off x="7254527" y="3093913"/>
            <a:ext cx="487200" cy="48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icksand Medium"/>
              <a:ea typeface="Quicksand Medium"/>
              <a:cs typeface="Quicksand Medium"/>
              <a:sym typeface="Quicksand Medium"/>
            </a:endParaRPr>
          </a:p>
        </p:txBody>
      </p:sp>
      <p:sp>
        <p:nvSpPr>
          <p:cNvPr id="1468" name="Google Shape;1468;p46"/>
          <p:cNvSpPr txBox="1">
            <a:spLocks noGrp="1"/>
          </p:cNvSpPr>
          <p:nvPr>
            <p:ph type="title"/>
          </p:nvPr>
        </p:nvSpPr>
        <p:spPr>
          <a:xfrm>
            <a:off x="2001887" y="80598"/>
            <a:ext cx="5192811" cy="1145400"/>
          </a:xfrm>
          <a:prstGeom prst="rect">
            <a:avLst/>
          </a:prstGeom>
        </p:spPr>
        <p:txBody>
          <a:bodyPr spcFirstLastPara="1" wrap="square" lIns="91425" tIns="91425" rIns="91425" bIns="91425" anchor="t" anchorCtr="0">
            <a:noAutofit/>
          </a:bodyPr>
          <a:lstStyle/>
          <a:p>
            <a:pPr lvl="0" algn="ctr"/>
            <a:r>
              <a:rPr lang="en-US" sz="3200" b="1" dirty="0"/>
              <a:t>WHAT MADE THIS DIFFERENT</a:t>
            </a:r>
            <a:br>
              <a:rPr lang="en-US" sz="3200" dirty="0"/>
            </a:br>
            <a:r>
              <a:rPr lang="en-US" sz="2400" dirty="0"/>
              <a:t>Technical Excellence</a:t>
            </a:r>
          </a:p>
        </p:txBody>
      </p:sp>
      <p:sp>
        <p:nvSpPr>
          <p:cNvPr id="1469" name="Google Shape;1469;p46"/>
          <p:cNvSpPr txBox="1">
            <a:spLocks noGrp="1"/>
          </p:cNvSpPr>
          <p:nvPr>
            <p:ph type="subTitle" idx="1"/>
          </p:nvPr>
        </p:nvSpPr>
        <p:spPr>
          <a:xfrm>
            <a:off x="0" y="2175813"/>
            <a:ext cx="3486300" cy="609600"/>
          </a:xfrm>
          <a:prstGeom prst="rect">
            <a:avLst/>
          </a:prstGeom>
        </p:spPr>
        <p:txBody>
          <a:bodyPr spcFirstLastPara="1" wrap="square" lIns="91425" tIns="91425" rIns="91425" bIns="91425" anchor="t" anchorCtr="0">
            <a:noAutofit/>
          </a:bodyPr>
          <a:lstStyle/>
          <a:p>
            <a:pPr marL="0" lvl="0" indent="0" algn="ctr"/>
            <a:r>
              <a:rPr lang="en-US" sz="1400" dirty="0"/>
              <a:t> Not just AI, not just carriers — BOTH for complete coverage </a:t>
            </a:r>
          </a:p>
        </p:txBody>
      </p:sp>
      <p:sp>
        <p:nvSpPr>
          <p:cNvPr id="1470" name="Google Shape;1470;p46"/>
          <p:cNvSpPr txBox="1">
            <a:spLocks noGrp="1"/>
          </p:cNvSpPr>
          <p:nvPr>
            <p:ph type="subTitle" idx="4294967295"/>
          </p:nvPr>
        </p:nvSpPr>
        <p:spPr>
          <a:xfrm>
            <a:off x="6025672" y="2268538"/>
            <a:ext cx="2976562" cy="609600"/>
          </a:xfrm>
          <a:prstGeom prst="rect">
            <a:avLst/>
          </a:prstGeom>
        </p:spPr>
        <p:txBody>
          <a:bodyPr spcFirstLastPara="1" wrap="square" lIns="91425" tIns="91425" rIns="91425" bIns="91425" anchor="t" anchorCtr="0">
            <a:noAutofit/>
          </a:bodyPr>
          <a:lstStyle/>
          <a:p>
            <a:pPr marL="0" lvl="0" indent="0" algn="ctr">
              <a:buNone/>
            </a:pPr>
            <a:r>
              <a:rPr lang="en-US" dirty="0"/>
              <a:t>Every field tells a story -purpose, risk, examples</a:t>
            </a:r>
            <a:endParaRPr dirty="0"/>
          </a:p>
        </p:txBody>
      </p:sp>
      <p:sp>
        <p:nvSpPr>
          <p:cNvPr id="1471" name="Google Shape;1471;p46"/>
          <p:cNvSpPr txBox="1">
            <a:spLocks noGrp="1"/>
          </p:cNvSpPr>
          <p:nvPr>
            <p:ph type="subTitle" idx="4294967295"/>
          </p:nvPr>
        </p:nvSpPr>
        <p:spPr>
          <a:xfrm>
            <a:off x="188247" y="4062228"/>
            <a:ext cx="2976563" cy="609600"/>
          </a:xfrm>
          <a:prstGeom prst="rect">
            <a:avLst/>
          </a:prstGeom>
        </p:spPr>
        <p:txBody>
          <a:bodyPr spcFirstLastPara="1" wrap="square" lIns="91425" tIns="91425" rIns="91425" bIns="91425" anchor="t" anchorCtr="0">
            <a:noAutofit/>
          </a:bodyPr>
          <a:lstStyle/>
          <a:p>
            <a:pPr marL="0" lvl="0" indent="0" algn="ctr">
              <a:buNone/>
            </a:pPr>
            <a:r>
              <a:rPr lang="en-US" dirty="0"/>
              <a:t>Fuzzy matching, intelligent normalization </a:t>
            </a:r>
          </a:p>
        </p:txBody>
      </p:sp>
      <p:sp>
        <p:nvSpPr>
          <p:cNvPr id="1472" name="Google Shape;1472;p46"/>
          <p:cNvSpPr txBox="1">
            <a:spLocks noGrp="1"/>
          </p:cNvSpPr>
          <p:nvPr>
            <p:ph type="subTitle" idx="4294967295"/>
          </p:nvPr>
        </p:nvSpPr>
        <p:spPr>
          <a:xfrm>
            <a:off x="6025672" y="3994150"/>
            <a:ext cx="2976562" cy="609600"/>
          </a:xfrm>
          <a:prstGeom prst="rect">
            <a:avLst/>
          </a:prstGeom>
        </p:spPr>
        <p:txBody>
          <a:bodyPr spcFirstLastPara="1" wrap="square" lIns="91425" tIns="91425" rIns="91425" bIns="91425" anchor="t" anchorCtr="0">
            <a:noAutofit/>
          </a:bodyPr>
          <a:lstStyle/>
          <a:p>
            <a:pPr marL="0" lvl="0" indent="0" algn="ctr">
              <a:buNone/>
            </a:pPr>
            <a:r>
              <a:rPr lang="en-US" dirty="0"/>
              <a:t>APIs, schemas, documentation</a:t>
            </a:r>
            <a:endParaRPr dirty="0"/>
          </a:p>
        </p:txBody>
      </p:sp>
      <p:sp>
        <p:nvSpPr>
          <p:cNvPr id="1473" name="Google Shape;1473;p46"/>
          <p:cNvSpPr txBox="1">
            <a:spLocks noGrp="1"/>
          </p:cNvSpPr>
          <p:nvPr>
            <p:ph type="subTitle" idx="4294967295"/>
          </p:nvPr>
        </p:nvSpPr>
        <p:spPr>
          <a:xfrm>
            <a:off x="191383" y="1855788"/>
            <a:ext cx="2976563" cy="377175"/>
          </a:xfrm>
          <a:prstGeom prst="rect">
            <a:avLst/>
          </a:prstGeom>
        </p:spPr>
        <p:txBody>
          <a:bodyPr spcFirstLastPara="1" wrap="square" lIns="91425" tIns="91425" rIns="91425" bIns="91425" anchor="b" anchorCtr="0">
            <a:noAutofit/>
          </a:bodyPr>
          <a:lstStyle/>
          <a:p>
            <a:pPr marL="0" lvl="0" indent="0" algn="ctr">
              <a:buNone/>
            </a:pPr>
            <a:r>
              <a:rPr lang="en-US" b="1" dirty="0"/>
              <a:t>Dual-Source Validation</a:t>
            </a:r>
            <a:r>
              <a:rPr lang="en" b="1" dirty="0"/>
              <a:t> </a:t>
            </a:r>
            <a:endParaRPr b="1" dirty="0"/>
          </a:p>
        </p:txBody>
      </p:sp>
      <p:sp>
        <p:nvSpPr>
          <p:cNvPr id="1474" name="Google Shape;1474;p46"/>
          <p:cNvSpPr txBox="1">
            <a:spLocks noGrp="1"/>
          </p:cNvSpPr>
          <p:nvPr>
            <p:ph type="subTitle" idx="4294967295"/>
          </p:nvPr>
        </p:nvSpPr>
        <p:spPr>
          <a:xfrm>
            <a:off x="198477" y="3581400"/>
            <a:ext cx="2976563" cy="527050"/>
          </a:xfrm>
          <a:prstGeom prst="rect">
            <a:avLst/>
          </a:prstGeom>
        </p:spPr>
        <p:txBody>
          <a:bodyPr spcFirstLastPara="1" wrap="square" lIns="91425" tIns="91425" rIns="91425" bIns="91425" anchor="b" anchorCtr="0">
            <a:noAutofit/>
          </a:bodyPr>
          <a:lstStyle/>
          <a:p>
            <a:pPr marL="0" lvl="0" indent="0" algn="ctr">
              <a:buNone/>
            </a:pPr>
            <a:r>
              <a:rPr lang="en-US" b="1" dirty="0"/>
              <a:t>Advanced Processing</a:t>
            </a:r>
            <a:endParaRPr b="1" dirty="0"/>
          </a:p>
        </p:txBody>
      </p:sp>
      <p:sp>
        <p:nvSpPr>
          <p:cNvPr id="1475" name="Google Shape;1475;p46"/>
          <p:cNvSpPr txBox="1">
            <a:spLocks noGrp="1"/>
          </p:cNvSpPr>
          <p:nvPr>
            <p:ph type="subTitle" idx="4294967295"/>
          </p:nvPr>
        </p:nvSpPr>
        <p:spPr>
          <a:xfrm>
            <a:off x="6025672" y="1855788"/>
            <a:ext cx="2976562" cy="527050"/>
          </a:xfrm>
          <a:prstGeom prst="rect">
            <a:avLst/>
          </a:prstGeom>
        </p:spPr>
        <p:txBody>
          <a:bodyPr spcFirstLastPara="1" wrap="square" lIns="91425" tIns="91425" rIns="91425" bIns="91425" anchor="b" anchorCtr="0">
            <a:noAutofit/>
          </a:bodyPr>
          <a:lstStyle/>
          <a:p>
            <a:pPr marL="0" lvl="0" indent="0" algn="ctr">
              <a:buNone/>
            </a:pPr>
            <a:r>
              <a:rPr lang="en-US" b="1" dirty="0"/>
              <a:t>Comprehensive Metadata</a:t>
            </a:r>
            <a:endParaRPr b="1" dirty="0"/>
          </a:p>
        </p:txBody>
      </p:sp>
      <p:sp>
        <p:nvSpPr>
          <p:cNvPr id="1476" name="Google Shape;1476;p46"/>
          <p:cNvSpPr txBox="1">
            <a:spLocks noGrp="1"/>
          </p:cNvSpPr>
          <p:nvPr>
            <p:ph type="subTitle" idx="4294967295"/>
          </p:nvPr>
        </p:nvSpPr>
        <p:spPr>
          <a:xfrm>
            <a:off x="6025672" y="3581400"/>
            <a:ext cx="2976562" cy="527050"/>
          </a:xfrm>
          <a:prstGeom prst="rect">
            <a:avLst/>
          </a:prstGeom>
        </p:spPr>
        <p:txBody>
          <a:bodyPr spcFirstLastPara="1" wrap="square" lIns="91425" tIns="91425" rIns="91425" bIns="91425" anchor="b" anchorCtr="0">
            <a:noAutofit/>
          </a:bodyPr>
          <a:lstStyle/>
          <a:p>
            <a:pPr marL="0" lvl="0" indent="0" algn="ctr">
              <a:buNone/>
            </a:pPr>
            <a:r>
              <a:rPr lang="en-US" b="1" dirty="0"/>
              <a:t>Production Ready</a:t>
            </a:r>
            <a:r>
              <a:rPr lang="en" dirty="0"/>
              <a:t> </a:t>
            </a:r>
            <a:endParaRPr dirty="0"/>
          </a:p>
        </p:txBody>
      </p:sp>
      <p:grpSp>
        <p:nvGrpSpPr>
          <p:cNvPr id="1477" name="Google Shape;1477;p46"/>
          <p:cNvGrpSpPr/>
          <p:nvPr/>
        </p:nvGrpSpPr>
        <p:grpSpPr>
          <a:xfrm>
            <a:off x="1483094" y="1484713"/>
            <a:ext cx="254721" cy="254749"/>
            <a:chOff x="4188826" y="3377565"/>
            <a:chExt cx="360794" cy="360834"/>
          </a:xfrm>
        </p:grpSpPr>
        <p:sp>
          <p:nvSpPr>
            <p:cNvPr id="1478" name="Google Shape;1478;p46"/>
            <p:cNvSpPr/>
            <p:nvPr/>
          </p:nvSpPr>
          <p:spPr>
            <a:xfrm>
              <a:off x="4216042" y="3519177"/>
              <a:ext cx="306279" cy="219222"/>
            </a:xfrm>
            <a:custGeom>
              <a:avLst/>
              <a:gdLst/>
              <a:ahLst/>
              <a:cxnLst/>
              <a:rect l="l" t="t" r="r" b="b"/>
              <a:pathLst>
                <a:path w="306279" h="219222" extrusionOk="0">
                  <a:moveTo>
                    <a:pt x="153181" y="0"/>
                  </a:moveTo>
                  <a:cubicBezTo>
                    <a:pt x="112275" y="0"/>
                    <a:pt x="73782" y="15938"/>
                    <a:pt x="44860" y="44860"/>
                  </a:cubicBezTo>
                  <a:cubicBezTo>
                    <a:pt x="15938" y="73782"/>
                    <a:pt x="0" y="112275"/>
                    <a:pt x="0" y="153181"/>
                  </a:cubicBezTo>
                  <a:cubicBezTo>
                    <a:pt x="0" y="166040"/>
                    <a:pt x="3704" y="178525"/>
                    <a:pt x="10737" y="189302"/>
                  </a:cubicBezTo>
                  <a:cubicBezTo>
                    <a:pt x="23013" y="208029"/>
                    <a:pt x="43653" y="219223"/>
                    <a:pt x="66000" y="219223"/>
                  </a:cubicBezTo>
                  <a:cubicBezTo>
                    <a:pt x="84352" y="219223"/>
                    <a:pt x="98709" y="214978"/>
                    <a:pt x="112566" y="210859"/>
                  </a:cubicBezTo>
                  <a:cubicBezTo>
                    <a:pt x="125550" y="207030"/>
                    <a:pt x="137826" y="203368"/>
                    <a:pt x="153140" y="203368"/>
                  </a:cubicBezTo>
                  <a:cubicBezTo>
                    <a:pt x="168454" y="203368"/>
                    <a:pt x="180730" y="206988"/>
                    <a:pt x="193714" y="210859"/>
                  </a:cubicBezTo>
                  <a:cubicBezTo>
                    <a:pt x="207571" y="214978"/>
                    <a:pt x="221928" y="219223"/>
                    <a:pt x="240280" y="219223"/>
                  </a:cubicBezTo>
                  <a:cubicBezTo>
                    <a:pt x="262627" y="219223"/>
                    <a:pt x="283309" y="208029"/>
                    <a:pt x="295543" y="189302"/>
                  </a:cubicBezTo>
                  <a:cubicBezTo>
                    <a:pt x="302576" y="178566"/>
                    <a:pt x="306280" y="166082"/>
                    <a:pt x="306280" y="153223"/>
                  </a:cubicBezTo>
                  <a:cubicBezTo>
                    <a:pt x="306280" y="112316"/>
                    <a:pt x="290342" y="73823"/>
                    <a:pt x="261420" y="44902"/>
                  </a:cubicBezTo>
                  <a:cubicBezTo>
                    <a:pt x="232498" y="15980"/>
                    <a:pt x="194005" y="42"/>
                    <a:pt x="153098" y="42"/>
                  </a:cubicBezTo>
                  <a:close/>
                  <a:moveTo>
                    <a:pt x="187055" y="111526"/>
                  </a:moveTo>
                  <a:lnTo>
                    <a:pt x="163918" y="111526"/>
                  </a:lnTo>
                  <a:cubicBezTo>
                    <a:pt x="163918" y="111526"/>
                    <a:pt x="163918" y="134663"/>
                    <a:pt x="163918" y="134663"/>
                  </a:cubicBezTo>
                  <a:cubicBezTo>
                    <a:pt x="163918" y="140073"/>
                    <a:pt x="159923" y="144859"/>
                    <a:pt x="154555" y="145441"/>
                  </a:cubicBezTo>
                  <a:cubicBezTo>
                    <a:pt x="148188" y="146149"/>
                    <a:pt x="142778" y="141155"/>
                    <a:pt x="142778" y="134954"/>
                  </a:cubicBezTo>
                  <a:lnTo>
                    <a:pt x="142778" y="111567"/>
                  </a:lnTo>
                  <a:lnTo>
                    <a:pt x="119640" y="111567"/>
                  </a:lnTo>
                  <a:cubicBezTo>
                    <a:pt x="114231" y="111567"/>
                    <a:pt x="109445" y="107573"/>
                    <a:pt x="108862" y="102204"/>
                  </a:cubicBezTo>
                  <a:cubicBezTo>
                    <a:pt x="108155" y="95837"/>
                    <a:pt x="113149" y="90428"/>
                    <a:pt x="119349" y="90428"/>
                  </a:cubicBezTo>
                  <a:lnTo>
                    <a:pt x="142736" y="90428"/>
                  </a:lnTo>
                  <a:lnTo>
                    <a:pt x="142736" y="67290"/>
                  </a:lnTo>
                  <a:cubicBezTo>
                    <a:pt x="142736" y="61880"/>
                    <a:pt x="146731" y="57095"/>
                    <a:pt x="152100" y="56512"/>
                  </a:cubicBezTo>
                  <a:cubicBezTo>
                    <a:pt x="158466" y="55805"/>
                    <a:pt x="163876" y="60798"/>
                    <a:pt x="163876" y="66999"/>
                  </a:cubicBezTo>
                  <a:lnTo>
                    <a:pt x="163876" y="90386"/>
                  </a:lnTo>
                  <a:lnTo>
                    <a:pt x="187263" y="90386"/>
                  </a:lnTo>
                  <a:cubicBezTo>
                    <a:pt x="193505" y="90386"/>
                    <a:pt x="198458" y="95796"/>
                    <a:pt x="197750" y="102163"/>
                  </a:cubicBezTo>
                  <a:cubicBezTo>
                    <a:pt x="197168" y="107573"/>
                    <a:pt x="192382" y="111526"/>
                    <a:pt x="186972" y="11152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9" name="Google Shape;1479;p46"/>
            <p:cNvSpPr/>
            <p:nvPr/>
          </p:nvSpPr>
          <p:spPr>
            <a:xfrm>
              <a:off x="4275633" y="3377565"/>
              <a:ext cx="89054" cy="111692"/>
            </a:xfrm>
            <a:custGeom>
              <a:avLst/>
              <a:gdLst/>
              <a:ahLst/>
              <a:cxnLst/>
              <a:rect l="l" t="t" r="r" b="b"/>
              <a:pathLst>
                <a:path w="89054" h="111692" extrusionOk="0">
                  <a:moveTo>
                    <a:pt x="44527" y="111692"/>
                  </a:moveTo>
                  <a:cubicBezTo>
                    <a:pt x="56845" y="111692"/>
                    <a:pt x="68663" y="105325"/>
                    <a:pt x="76986" y="94214"/>
                  </a:cubicBezTo>
                  <a:cubicBezTo>
                    <a:pt x="84768" y="83852"/>
                    <a:pt x="89054" y="70203"/>
                    <a:pt x="89054" y="55846"/>
                  </a:cubicBezTo>
                  <a:cubicBezTo>
                    <a:pt x="89054" y="41489"/>
                    <a:pt x="84768" y="27840"/>
                    <a:pt x="76986" y="17478"/>
                  </a:cubicBezTo>
                  <a:cubicBezTo>
                    <a:pt x="68663" y="6367"/>
                    <a:pt x="56803" y="0"/>
                    <a:pt x="44527" y="0"/>
                  </a:cubicBezTo>
                  <a:cubicBezTo>
                    <a:pt x="32251" y="0"/>
                    <a:pt x="20391" y="6367"/>
                    <a:pt x="12068" y="17478"/>
                  </a:cubicBezTo>
                  <a:cubicBezTo>
                    <a:pt x="4286" y="27840"/>
                    <a:pt x="0" y="41489"/>
                    <a:pt x="0" y="55846"/>
                  </a:cubicBezTo>
                  <a:cubicBezTo>
                    <a:pt x="0" y="70203"/>
                    <a:pt x="4286" y="83852"/>
                    <a:pt x="12068" y="94214"/>
                  </a:cubicBezTo>
                  <a:cubicBezTo>
                    <a:pt x="20391" y="105325"/>
                    <a:pt x="32251" y="111692"/>
                    <a:pt x="44527" y="1116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0" name="Google Shape;1480;p46"/>
            <p:cNvSpPr/>
            <p:nvPr/>
          </p:nvSpPr>
          <p:spPr>
            <a:xfrm>
              <a:off x="4373759" y="3377565"/>
              <a:ext cx="89054" cy="111692"/>
            </a:xfrm>
            <a:custGeom>
              <a:avLst/>
              <a:gdLst/>
              <a:ahLst/>
              <a:cxnLst/>
              <a:rect l="l" t="t" r="r" b="b"/>
              <a:pathLst>
                <a:path w="89054" h="111692" extrusionOk="0">
                  <a:moveTo>
                    <a:pt x="44527" y="111692"/>
                  </a:moveTo>
                  <a:cubicBezTo>
                    <a:pt x="56845" y="111692"/>
                    <a:pt x="68663" y="105325"/>
                    <a:pt x="76986" y="94214"/>
                  </a:cubicBezTo>
                  <a:cubicBezTo>
                    <a:pt x="84768" y="83852"/>
                    <a:pt x="89054" y="70203"/>
                    <a:pt x="89054" y="55846"/>
                  </a:cubicBezTo>
                  <a:cubicBezTo>
                    <a:pt x="89054" y="41489"/>
                    <a:pt x="84768" y="27840"/>
                    <a:pt x="76986" y="17478"/>
                  </a:cubicBezTo>
                  <a:cubicBezTo>
                    <a:pt x="68663" y="6367"/>
                    <a:pt x="56803" y="0"/>
                    <a:pt x="44527" y="0"/>
                  </a:cubicBezTo>
                  <a:cubicBezTo>
                    <a:pt x="32251" y="0"/>
                    <a:pt x="20391" y="6367"/>
                    <a:pt x="12068" y="17478"/>
                  </a:cubicBezTo>
                  <a:cubicBezTo>
                    <a:pt x="4286" y="27840"/>
                    <a:pt x="0" y="41489"/>
                    <a:pt x="0" y="55846"/>
                  </a:cubicBezTo>
                  <a:cubicBezTo>
                    <a:pt x="0" y="70203"/>
                    <a:pt x="4286" y="83852"/>
                    <a:pt x="12068" y="94214"/>
                  </a:cubicBezTo>
                  <a:cubicBezTo>
                    <a:pt x="20391" y="105325"/>
                    <a:pt x="32251" y="111692"/>
                    <a:pt x="44527" y="1116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1" name="Google Shape;1481;p46"/>
            <p:cNvSpPr/>
            <p:nvPr/>
          </p:nvSpPr>
          <p:spPr>
            <a:xfrm>
              <a:off x="4471885" y="3426586"/>
              <a:ext cx="77735" cy="96628"/>
            </a:xfrm>
            <a:custGeom>
              <a:avLst/>
              <a:gdLst/>
              <a:ahLst/>
              <a:cxnLst/>
              <a:rect l="l" t="t" r="r" b="b"/>
              <a:pathLst>
                <a:path w="77735" h="96628" extrusionOk="0">
                  <a:moveTo>
                    <a:pt x="67332" y="15273"/>
                  </a:moveTo>
                  <a:cubicBezTo>
                    <a:pt x="60049" y="5576"/>
                    <a:pt x="49687" y="0"/>
                    <a:pt x="38868" y="0"/>
                  </a:cubicBezTo>
                  <a:cubicBezTo>
                    <a:pt x="28048" y="0"/>
                    <a:pt x="17686" y="5576"/>
                    <a:pt x="10404" y="15273"/>
                  </a:cubicBezTo>
                  <a:cubicBezTo>
                    <a:pt x="3704" y="24219"/>
                    <a:pt x="0" y="35955"/>
                    <a:pt x="0" y="48314"/>
                  </a:cubicBezTo>
                  <a:cubicBezTo>
                    <a:pt x="0" y="60673"/>
                    <a:pt x="3704" y="72409"/>
                    <a:pt x="10404" y="81355"/>
                  </a:cubicBezTo>
                  <a:cubicBezTo>
                    <a:pt x="17686" y="91052"/>
                    <a:pt x="28048" y="96628"/>
                    <a:pt x="38868" y="96628"/>
                  </a:cubicBezTo>
                  <a:cubicBezTo>
                    <a:pt x="49687" y="96628"/>
                    <a:pt x="60049" y="91052"/>
                    <a:pt x="67332" y="81355"/>
                  </a:cubicBezTo>
                  <a:cubicBezTo>
                    <a:pt x="74031" y="72409"/>
                    <a:pt x="77735" y="60673"/>
                    <a:pt x="77735" y="48314"/>
                  </a:cubicBezTo>
                  <a:cubicBezTo>
                    <a:pt x="77735" y="35955"/>
                    <a:pt x="74031" y="24219"/>
                    <a:pt x="67332" y="1527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2" name="Google Shape;1482;p46"/>
            <p:cNvSpPr/>
            <p:nvPr/>
          </p:nvSpPr>
          <p:spPr>
            <a:xfrm>
              <a:off x="4188826" y="3426586"/>
              <a:ext cx="77735" cy="96628"/>
            </a:xfrm>
            <a:custGeom>
              <a:avLst/>
              <a:gdLst/>
              <a:ahLst/>
              <a:cxnLst/>
              <a:rect l="l" t="t" r="r" b="b"/>
              <a:pathLst>
                <a:path w="77735" h="96628" extrusionOk="0">
                  <a:moveTo>
                    <a:pt x="67332" y="81355"/>
                  </a:moveTo>
                  <a:cubicBezTo>
                    <a:pt x="74031" y="72409"/>
                    <a:pt x="77735" y="60673"/>
                    <a:pt x="77735" y="48314"/>
                  </a:cubicBezTo>
                  <a:cubicBezTo>
                    <a:pt x="77735" y="35955"/>
                    <a:pt x="74031" y="24219"/>
                    <a:pt x="67332" y="15273"/>
                  </a:cubicBezTo>
                  <a:cubicBezTo>
                    <a:pt x="60049" y="5576"/>
                    <a:pt x="49687" y="0"/>
                    <a:pt x="38868" y="0"/>
                  </a:cubicBezTo>
                  <a:cubicBezTo>
                    <a:pt x="28048" y="0"/>
                    <a:pt x="17686" y="5576"/>
                    <a:pt x="10404" y="15273"/>
                  </a:cubicBezTo>
                  <a:cubicBezTo>
                    <a:pt x="3704" y="24219"/>
                    <a:pt x="0" y="35955"/>
                    <a:pt x="0" y="48314"/>
                  </a:cubicBezTo>
                  <a:cubicBezTo>
                    <a:pt x="0" y="60673"/>
                    <a:pt x="3704" y="72409"/>
                    <a:pt x="10404" y="81355"/>
                  </a:cubicBezTo>
                  <a:cubicBezTo>
                    <a:pt x="17686" y="91052"/>
                    <a:pt x="28048" y="96628"/>
                    <a:pt x="38868" y="96628"/>
                  </a:cubicBezTo>
                  <a:cubicBezTo>
                    <a:pt x="49687" y="96628"/>
                    <a:pt x="60049" y="91052"/>
                    <a:pt x="67332" y="8135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483" name="Google Shape;1483;p46"/>
          <p:cNvGrpSpPr/>
          <p:nvPr/>
        </p:nvGrpSpPr>
        <p:grpSpPr>
          <a:xfrm>
            <a:off x="7370725" y="1484756"/>
            <a:ext cx="254809" cy="254690"/>
            <a:chOff x="3617132" y="3879597"/>
            <a:chExt cx="360919" cy="360751"/>
          </a:xfrm>
        </p:grpSpPr>
        <p:sp>
          <p:nvSpPr>
            <p:cNvPr id="1484" name="Google Shape;1484;p46"/>
            <p:cNvSpPr/>
            <p:nvPr/>
          </p:nvSpPr>
          <p:spPr>
            <a:xfrm>
              <a:off x="3617132" y="3879597"/>
              <a:ext cx="247686" cy="77776"/>
            </a:xfrm>
            <a:custGeom>
              <a:avLst/>
              <a:gdLst/>
              <a:ahLst/>
              <a:cxnLst/>
              <a:rect l="l" t="t" r="r" b="b"/>
              <a:pathLst>
                <a:path w="247686" h="77776" extrusionOk="0">
                  <a:moveTo>
                    <a:pt x="14107" y="59009"/>
                  </a:moveTo>
                  <a:cubicBezTo>
                    <a:pt x="20682" y="62879"/>
                    <a:pt x="29796" y="66333"/>
                    <a:pt x="41198" y="69163"/>
                  </a:cubicBezTo>
                  <a:cubicBezTo>
                    <a:pt x="63378" y="74697"/>
                    <a:pt x="92758" y="77776"/>
                    <a:pt x="123843" y="77776"/>
                  </a:cubicBezTo>
                  <a:cubicBezTo>
                    <a:pt x="154929" y="77776"/>
                    <a:pt x="184267" y="74739"/>
                    <a:pt x="206489" y="69163"/>
                  </a:cubicBezTo>
                  <a:cubicBezTo>
                    <a:pt x="217891" y="66333"/>
                    <a:pt x="227005" y="62879"/>
                    <a:pt x="233580" y="59009"/>
                  </a:cubicBezTo>
                  <a:cubicBezTo>
                    <a:pt x="245232" y="52142"/>
                    <a:pt x="247687" y="44277"/>
                    <a:pt x="247687" y="38867"/>
                  </a:cubicBezTo>
                  <a:cubicBezTo>
                    <a:pt x="247687" y="33458"/>
                    <a:pt x="245232" y="25634"/>
                    <a:pt x="233580" y="18768"/>
                  </a:cubicBezTo>
                  <a:cubicBezTo>
                    <a:pt x="227005" y="14898"/>
                    <a:pt x="217891" y="11444"/>
                    <a:pt x="206489" y="8614"/>
                  </a:cubicBezTo>
                  <a:cubicBezTo>
                    <a:pt x="184309" y="3079"/>
                    <a:pt x="154929" y="0"/>
                    <a:pt x="123843" y="0"/>
                  </a:cubicBezTo>
                  <a:cubicBezTo>
                    <a:pt x="92758" y="0"/>
                    <a:pt x="63420" y="3038"/>
                    <a:pt x="41198" y="8614"/>
                  </a:cubicBezTo>
                  <a:cubicBezTo>
                    <a:pt x="29796" y="11444"/>
                    <a:pt x="20682" y="14898"/>
                    <a:pt x="14107" y="18768"/>
                  </a:cubicBezTo>
                  <a:cubicBezTo>
                    <a:pt x="2455" y="25634"/>
                    <a:pt x="0" y="33499"/>
                    <a:pt x="0" y="38867"/>
                  </a:cubicBezTo>
                  <a:cubicBezTo>
                    <a:pt x="0" y="44236"/>
                    <a:pt x="2455" y="52101"/>
                    <a:pt x="14107" y="5900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5" name="Google Shape;1485;p46"/>
            <p:cNvSpPr/>
            <p:nvPr/>
          </p:nvSpPr>
          <p:spPr>
            <a:xfrm>
              <a:off x="3617548" y="3954710"/>
              <a:ext cx="247353" cy="59258"/>
            </a:xfrm>
            <a:custGeom>
              <a:avLst/>
              <a:gdLst/>
              <a:ahLst/>
              <a:cxnLst/>
              <a:rect l="l" t="t" r="r" b="b"/>
              <a:pathLst>
                <a:path w="247353" h="59258" extrusionOk="0">
                  <a:moveTo>
                    <a:pt x="206239" y="50644"/>
                  </a:moveTo>
                  <a:cubicBezTo>
                    <a:pt x="217600" y="47815"/>
                    <a:pt x="226713" y="44402"/>
                    <a:pt x="233289" y="40490"/>
                  </a:cubicBezTo>
                  <a:cubicBezTo>
                    <a:pt x="244940" y="33624"/>
                    <a:pt x="247354" y="25759"/>
                    <a:pt x="247354" y="20391"/>
                  </a:cubicBezTo>
                  <a:lnTo>
                    <a:pt x="247354" y="0"/>
                  </a:lnTo>
                  <a:cubicBezTo>
                    <a:pt x="246272" y="707"/>
                    <a:pt x="245190" y="1415"/>
                    <a:pt x="244025" y="2122"/>
                  </a:cubicBezTo>
                  <a:cubicBezTo>
                    <a:pt x="235702" y="7033"/>
                    <a:pt x="224716" y="11236"/>
                    <a:pt x="211358" y="14565"/>
                  </a:cubicBezTo>
                  <a:cubicBezTo>
                    <a:pt x="187555" y="20516"/>
                    <a:pt x="156427" y="23803"/>
                    <a:pt x="123677" y="23803"/>
                  </a:cubicBezTo>
                  <a:cubicBezTo>
                    <a:pt x="90927" y="23803"/>
                    <a:pt x="59799" y="20516"/>
                    <a:pt x="35996" y="14565"/>
                  </a:cubicBezTo>
                  <a:cubicBezTo>
                    <a:pt x="22638" y="11236"/>
                    <a:pt x="11652" y="7033"/>
                    <a:pt x="3329" y="2122"/>
                  </a:cubicBezTo>
                  <a:cubicBezTo>
                    <a:pt x="2164" y="1415"/>
                    <a:pt x="1040" y="749"/>
                    <a:pt x="0" y="0"/>
                  </a:cubicBezTo>
                  <a:lnTo>
                    <a:pt x="0" y="20391"/>
                  </a:lnTo>
                  <a:cubicBezTo>
                    <a:pt x="0" y="25759"/>
                    <a:pt x="2455" y="33624"/>
                    <a:pt x="14065" y="40490"/>
                  </a:cubicBezTo>
                  <a:cubicBezTo>
                    <a:pt x="20641" y="44360"/>
                    <a:pt x="29754" y="47773"/>
                    <a:pt x="41115" y="50644"/>
                  </a:cubicBezTo>
                  <a:cubicBezTo>
                    <a:pt x="63295" y="56179"/>
                    <a:pt x="92633" y="59258"/>
                    <a:pt x="123677" y="59258"/>
                  </a:cubicBezTo>
                  <a:cubicBezTo>
                    <a:pt x="154721" y="59258"/>
                    <a:pt x="184059" y="56221"/>
                    <a:pt x="206239" y="5064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6" name="Google Shape;1486;p46"/>
            <p:cNvSpPr/>
            <p:nvPr/>
          </p:nvSpPr>
          <p:spPr>
            <a:xfrm>
              <a:off x="3673724" y="3936483"/>
              <a:ext cx="304327" cy="303865"/>
            </a:xfrm>
            <a:custGeom>
              <a:avLst/>
              <a:gdLst/>
              <a:ahLst/>
              <a:cxnLst/>
              <a:rect l="l" t="t" r="r" b="b"/>
              <a:pathLst>
                <a:path w="304327" h="303865" extrusionOk="0">
                  <a:moveTo>
                    <a:pt x="265377" y="226172"/>
                  </a:moveTo>
                  <a:cubicBezTo>
                    <a:pt x="259967" y="226172"/>
                    <a:pt x="249979" y="227795"/>
                    <a:pt x="225885" y="241736"/>
                  </a:cubicBezTo>
                  <a:cubicBezTo>
                    <a:pt x="217146" y="246813"/>
                    <a:pt x="209447" y="251848"/>
                    <a:pt x="205494" y="254470"/>
                  </a:cubicBezTo>
                  <a:lnTo>
                    <a:pt x="74784" y="254470"/>
                  </a:lnTo>
                  <a:cubicBezTo>
                    <a:pt x="47194" y="254470"/>
                    <a:pt x="23765" y="233663"/>
                    <a:pt x="21268" y="206198"/>
                  </a:cubicBezTo>
                  <a:cubicBezTo>
                    <a:pt x="18397" y="174654"/>
                    <a:pt x="43282" y="148063"/>
                    <a:pt x="74243" y="148063"/>
                  </a:cubicBezTo>
                  <a:lnTo>
                    <a:pt x="201125" y="148063"/>
                  </a:lnTo>
                  <a:cubicBezTo>
                    <a:pt x="239784" y="148063"/>
                    <a:pt x="272576" y="118808"/>
                    <a:pt x="275947" y="80273"/>
                  </a:cubicBezTo>
                  <a:cubicBezTo>
                    <a:pt x="279442" y="39908"/>
                    <a:pt x="250520" y="5451"/>
                    <a:pt x="212360" y="0"/>
                  </a:cubicBezTo>
                  <a:lnTo>
                    <a:pt x="212360" y="21556"/>
                  </a:lnTo>
                  <a:cubicBezTo>
                    <a:pt x="238161" y="26758"/>
                    <a:pt x="257262" y="50644"/>
                    <a:pt x="254848" y="78442"/>
                  </a:cubicBezTo>
                  <a:cubicBezTo>
                    <a:pt x="252518" y="105117"/>
                    <a:pt x="228007" y="126881"/>
                    <a:pt x="201249" y="126881"/>
                  </a:cubicBezTo>
                  <a:lnTo>
                    <a:pt x="75034" y="126881"/>
                  </a:lnTo>
                  <a:cubicBezTo>
                    <a:pt x="36041" y="126881"/>
                    <a:pt x="3125" y="156677"/>
                    <a:pt x="212" y="195545"/>
                  </a:cubicBezTo>
                  <a:cubicBezTo>
                    <a:pt x="-3034" y="239114"/>
                    <a:pt x="31464" y="275568"/>
                    <a:pt x="74368" y="275568"/>
                  </a:cubicBezTo>
                  <a:lnTo>
                    <a:pt x="205577" y="275568"/>
                  </a:lnTo>
                  <a:cubicBezTo>
                    <a:pt x="209531" y="278190"/>
                    <a:pt x="217187" y="283225"/>
                    <a:pt x="225968" y="288302"/>
                  </a:cubicBezTo>
                  <a:cubicBezTo>
                    <a:pt x="250063" y="302285"/>
                    <a:pt x="260008" y="303866"/>
                    <a:pt x="265460" y="303866"/>
                  </a:cubicBezTo>
                  <a:cubicBezTo>
                    <a:pt x="286891" y="303866"/>
                    <a:pt x="304327" y="286430"/>
                    <a:pt x="304327" y="264998"/>
                  </a:cubicBezTo>
                  <a:cubicBezTo>
                    <a:pt x="304327" y="243567"/>
                    <a:pt x="286891" y="226131"/>
                    <a:pt x="265460" y="226131"/>
                  </a:cubicBezTo>
                  <a:close/>
                  <a:moveTo>
                    <a:pt x="265377" y="282851"/>
                  </a:moveTo>
                  <a:cubicBezTo>
                    <a:pt x="259676" y="282851"/>
                    <a:pt x="243654" y="274695"/>
                    <a:pt x="228090" y="265123"/>
                  </a:cubicBezTo>
                  <a:cubicBezTo>
                    <a:pt x="243612" y="255552"/>
                    <a:pt x="259676" y="247396"/>
                    <a:pt x="265377" y="247396"/>
                  </a:cubicBezTo>
                  <a:cubicBezTo>
                    <a:pt x="275156" y="247396"/>
                    <a:pt x="283104" y="255344"/>
                    <a:pt x="283104" y="265123"/>
                  </a:cubicBezTo>
                  <a:cubicBezTo>
                    <a:pt x="283104" y="274903"/>
                    <a:pt x="275156" y="282851"/>
                    <a:pt x="265377" y="28285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487" name="Google Shape;1487;p46"/>
          <p:cNvGrpSpPr/>
          <p:nvPr/>
        </p:nvGrpSpPr>
        <p:grpSpPr>
          <a:xfrm>
            <a:off x="7370764" y="3210172"/>
            <a:ext cx="254735" cy="254728"/>
            <a:chOff x="3045469" y="4381660"/>
            <a:chExt cx="360814" cy="360805"/>
          </a:xfrm>
        </p:grpSpPr>
        <p:sp>
          <p:nvSpPr>
            <p:cNvPr id="1488" name="Google Shape;1488;p46"/>
            <p:cNvSpPr/>
            <p:nvPr/>
          </p:nvSpPr>
          <p:spPr>
            <a:xfrm>
              <a:off x="3281057" y="4655325"/>
              <a:ext cx="116228" cy="87140"/>
            </a:xfrm>
            <a:custGeom>
              <a:avLst/>
              <a:gdLst/>
              <a:ahLst/>
              <a:cxnLst/>
              <a:rect l="l" t="t" r="r" b="b"/>
              <a:pathLst>
                <a:path w="116228" h="87140" extrusionOk="0">
                  <a:moveTo>
                    <a:pt x="58093" y="0"/>
                  </a:moveTo>
                  <a:cubicBezTo>
                    <a:pt x="26050" y="0"/>
                    <a:pt x="0" y="26050"/>
                    <a:pt x="0" y="58094"/>
                  </a:cubicBezTo>
                  <a:cubicBezTo>
                    <a:pt x="0" y="63753"/>
                    <a:pt x="1623" y="69246"/>
                    <a:pt x="4744" y="73990"/>
                  </a:cubicBezTo>
                  <a:cubicBezTo>
                    <a:pt x="10154" y="82229"/>
                    <a:pt x="19226" y="87140"/>
                    <a:pt x="29047" y="87140"/>
                  </a:cubicBezTo>
                  <a:cubicBezTo>
                    <a:pt x="36204" y="87140"/>
                    <a:pt x="41697" y="85517"/>
                    <a:pt x="46566" y="84061"/>
                  </a:cubicBezTo>
                  <a:cubicBezTo>
                    <a:pt x="50561" y="82895"/>
                    <a:pt x="54015" y="81855"/>
                    <a:pt x="58093" y="81855"/>
                  </a:cubicBezTo>
                  <a:cubicBezTo>
                    <a:pt x="62171" y="81855"/>
                    <a:pt x="65625" y="82895"/>
                    <a:pt x="69620" y="84061"/>
                  </a:cubicBezTo>
                  <a:cubicBezTo>
                    <a:pt x="74489" y="85517"/>
                    <a:pt x="79982" y="87140"/>
                    <a:pt x="87140" y="87140"/>
                  </a:cubicBezTo>
                  <a:cubicBezTo>
                    <a:pt x="96961" y="87140"/>
                    <a:pt x="106074" y="82229"/>
                    <a:pt x="111484" y="73990"/>
                  </a:cubicBezTo>
                  <a:cubicBezTo>
                    <a:pt x="114564" y="69246"/>
                    <a:pt x="116228" y="63753"/>
                    <a:pt x="116228" y="58094"/>
                  </a:cubicBezTo>
                  <a:cubicBezTo>
                    <a:pt x="116228" y="26050"/>
                    <a:pt x="90178" y="0"/>
                    <a:pt x="5813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9" name="Google Shape;1489;p46"/>
            <p:cNvSpPr/>
            <p:nvPr/>
          </p:nvSpPr>
          <p:spPr>
            <a:xfrm>
              <a:off x="3281390" y="4624489"/>
              <a:ext cx="21139" cy="21139"/>
            </a:xfrm>
            <a:custGeom>
              <a:avLst/>
              <a:gdLst/>
              <a:ahLst/>
              <a:cxnLst/>
              <a:rect l="l" t="t" r="r" b="b"/>
              <a:pathLst>
                <a:path w="21139" h="21139" extrusionOk="0">
                  <a:moveTo>
                    <a:pt x="18060" y="18060"/>
                  </a:moveTo>
                  <a:cubicBezTo>
                    <a:pt x="20016" y="16105"/>
                    <a:pt x="21140" y="13358"/>
                    <a:pt x="21140" y="10570"/>
                  </a:cubicBezTo>
                  <a:cubicBezTo>
                    <a:pt x="21140" y="7782"/>
                    <a:pt x="20016" y="5077"/>
                    <a:pt x="18060" y="3079"/>
                  </a:cubicBezTo>
                  <a:cubicBezTo>
                    <a:pt x="16105" y="1124"/>
                    <a:pt x="13358" y="0"/>
                    <a:pt x="10570" y="0"/>
                  </a:cubicBezTo>
                  <a:cubicBezTo>
                    <a:pt x="7782" y="0"/>
                    <a:pt x="5077" y="1124"/>
                    <a:pt x="3079" y="3079"/>
                  </a:cubicBezTo>
                  <a:cubicBezTo>
                    <a:pt x="1082" y="5035"/>
                    <a:pt x="0" y="7782"/>
                    <a:pt x="0" y="10570"/>
                  </a:cubicBezTo>
                  <a:cubicBezTo>
                    <a:pt x="0" y="13358"/>
                    <a:pt x="1124" y="16063"/>
                    <a:pt x="3079" y="18060"/>
                  </a:cubicBezTo>
                  <a:cubicBezTo>
                    <a:pt x="5035" y="20016"/>
                    <a:pt x="7782" y="21140"/>
                    <a:pt x="10570" y="21140"/>
                  </a:cubicBezTo>
                  <a:cubicBezTo>
                    <a:pt x="13358" y="21140"/>
                    <a:pt x="16063" y="20016"/>
                    <a:pt x="18060" y="1806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0" name="Google Shape;1490;p46"/>
            <p:cNvSpPr/>
            <p:nvPr/>
          </p:nvSpPr>
          <p:spPr>
            <a:xfrm>
              <a:off x="3312184" y="4608134"/>
              <a:ext cx="21139" cy="21140"/>
            </a:xfrm>
            <a:custGeom>
              <a:avLst/>
              <a:gdLst/>
              <a:ahLst/>
              <a:cxnLst/>
              <a:rect l="l" t="t" r="r" b="b"/>
              <a:pathLst>
                <a:path w="21139" h="21140" extrusionOk="0">
                  <a:moveTo>
                    <a:pt x="18061" y="18060"/>
                  </a:moveTo>
                  <a:cubicBezTo>
                    <a:pt x="20016" y="16105"/>
                    <a:pt x="21140" y="13358"/>
                    <a:pt x="21140" y="10570"/>
                  </a:cubicBezTo>
                  <a:cubicBezTo>
                    <a:pt x="21140" y="7782"/>
                    <a:pt x="20016" y="5077"/>
                    <a:pt x="18061" y="3079"/>
                  </a:cubicBezTo>
                  <a:cubicBezTo>
                    <a:pt x="16105" y="1124"/>
                    <a:pt x="13358" y="0"/>
                    <a:pt x="10570" y="0"/>
                  </a:cubicBezTo>
                  <a:cubicBezTo>
                    <a:pt x="7782" y="0"/>
                    <a:pt x="5077" y="1124"/>
                    <a:pt x="3079" y="3079"/>
                  </a:cubicBezTo>
                  <a:cubicBezTo>
                    <a:pt x="1124" y="5036"/>
                    <a:pt x="0" y="7782"/>
                    <a:pt x="0" y="10570"/>
                  </a:cubicBezTo>
                  <a:cubicBezTo>
                    <a:pt x="0" y="13358"/>
                    <a:pt x="1124" y="16063"/>
                    <a:pt x="3079" y="18060"/>
                  </a:cubicBezTo>
                  <a:cubicBezTo>
                    <a:pt x="5035" y="20058"/>
                    <a:pt x="7782" y="21140"/>
                    <a:pt x="10570" y="21140"/>
                  </a:cubicBezTo>
                  <a:cubicBezTo>
                    <a:pt x="13358" y="21140"/>
                    <a:pt x="16063" y="20017"/>
                    <a:pt x="18061" y="1806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1" name="Google Shape;1491;p46"/>
            <p:cNvSpPr/>
            <p:nvPr/>
          </p:nvSpPr>
          <p:spPr>
            <a:xfrm>
              <a:off x="3344934" y="4608134"/>
              <a:ext cx="21139" cy="21140"/>
            </a:xfrm>
            <a:custGeom>
              <a:avLst/>
              <a:gdLst/>
              <a:ahLst/>
              <a:cxnLst/>
              <a:rect l="l" t="t" r="r" b="b"/>
              <a:pathLst>
                <a:path w="21139" h="21140" extrusionOk="0">
                  <a:moveTo>
                    <a:pt x="18060" y="18060"/>
                  </a:moveTo>
                  <a:cubicBezTo>
                    <a:pt x="20016" y="16105"/>
                    <a:pt x="21140" y="13358"/>
                    <a:pt x="21140" y="10570"/>
                  </a:cubicBezTo>
                  <a:cubicBezTo>
                    <a:pt x="21140" y="7782"/>
                    <a:pt x="20016" y="5077"/>
                    <a:pt x="18060" y="3079"/>
                  </a:cubicBezTo>
                  <a:cubicBezTo>
                    <a:pt x="16105" y="1124"/>
                    <a:pt x="13358" y="0"/>
                    <a:pt x="10570" y="0"/>
                  </a:cubicBezTo>
                  <a:cubicBezTo>
                    <a:pt x="7782" y="0"/>
                    <a:pt x="5077" y="1124"/>
                    <a:pt x="3079" y="3079"/>
                  </a:cubicBezTo>
                  <a:cubicBezTo>
                    <a:pt x="1124" y="5036"/>
                    <a:pt x="0" y="7782"/>
                    <a:pt x="0" y="10570"/>
                  </a:cubicBezTo>
                  <a:cubicBezTo>
                    <a:pt x="0" y="13358"/>
                    <a:pt x="1124" y="16063"/>
                    <a:pt x="3079" y="18060"/>
                  </a:cubicBezTo>
                  <a:cubicBezTo>
                    <a:pt x="5035" y="20058"/>
                    <a:pt x="7782" y="21140"/>
                    <a:pt x="10570" y="21140"/>
                  </a:cubicBezTo>
                  <a:cubicBezTo>
                    <a:pt x="13358" y="21140"/>
                    <a:pt x="16063" y="20017"/>
                    <a:pt x="18060" y="1806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2" name="Google Shape;1492;p46"/>
            <p:cNvSpPr/>
            <p:nvPr/>
          </p:nvSpPr>
          <p:spPr>
            <a:xfrm>
              <a:off x="3375729" y="4624489"/>
              <a:ext cx="21139" cy="21139"/>
            </a:xfrm>
            <a:custGeom>
              <a:avLst/>
              <a:gdLst/>
              <a:ahLst/>
              <a:cxnLst/>
              <a:rect l="l" t="t" r="r" b="b"/>
              <a:pathLst>
                <a:path w="21139" h="21139" extrusionOk="0">
                  <a:moveTo>
                    <a:pt x="18060" y="18060"/>
                  </a:moveTo>
                  <a:cubicBezTo>
                    <a:pt x="20016" y="16105"/>
                    <a:pt x="21140" y="13358"/>
                    <a:pt x="21140" y="10570"/>
                  </a:cubicBezTo>
                  <a:cubicBezTo>
                    <a:pt x="21140" y="7782"/>
                    <a:pt x="20016" y="5077"/>
                    <a:pt x="18060" y="3079"/>
                  </a:cubicBezTo>
                  <a:cubicBezTo>
                    <a:pt x="16105" y="1124"/>
                    <a:pt x="13358" y="0"/>
                    <a:pt x="10570" y="0"/>
                  </a:cubicBezTo>
                  <a:cubicBezTo>
                    <a:pt x="7782" y="0"/>
                    <a:pt x="5077" y="1124"/>
                    <a:pt x="3079" y="3079"/>
                  </a:cubicBezTo>
                  <a:cubicBezTo>
                    <a:pt x="1082" y="5035"/>
                    <a:pt x="0" y="7782"/>
                    <a:pt x="0" y="10570"/>
                  </a:cubicBezTo>
                  <a:cubicBezTo>
                    <a:pt x="0" y="13358"/>
                    <a:pt x="1124" y="16063"/>
                    <a:pt x="3079" y="18060"/>
                  </a:cubicBezTo>
                  <a:cubicBezTo>
                    <a:pt x="5035" y="20016"/>
                    <a:pt x="7782" y="21140"/>
                    <a:pt x="10570" y="21140"/>
                  </a:cubicBezTo>
                  <a:cubicBezTo>
                    <a:pt x="13358" y="21140"/>
                    <a:pt x="16063" y="20016"/>
                    <a:pt x="18060" y="1806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3" name="Google Shape;1493;p46"/>
            <p:cNvSpPr/>
            <p:nvPr/>
          </p:nvSpPr>
          <p:spPr>
            <a:xfrm>
              <a:off x="3045469" y="4381660"/>
              <a:ext cx="360814" cy="360804"/>
            </a:xfrm>
            <a:custGeom>
              <a:avLst/>
              <a:gdLst/>
              <a:ahLst/>
              <a:cxnLst/>
              <a:rect l="l" t="t" r="r" b="b"/>
              <a:pathLst>
                <a:path w="360814" h="360804" extrusionOk="0">
                  <a:moveTo>
                    <a:pt x="357767" y="83155"/>
                  </a:moveTo>
                  <a:lnTo>
                    <a:pt x="317734" y="43123"/>
                  </a:lnTo>
                  <a:cubicBezTo>
                    <a:pt x="317734" y="43123"/>
                    <a:pt x="317734" y="43123"/>
                    <a:pt x="317734" y="43123"/>
                  </a:cubicBezTo>
                  <a:cubicBezTo>
                    <a:pt x="317734" y="43123"/>
                    <a:pt x="317734" y="43123"/>
                    <a:pt x="317734" y="43123"/>
                  </a:cubicBezTo>
                  <a:lnTo>
                    <a:pt x="277701" y="3090"/>
                  </a:lnTo>
                  <a:cubicBezTo>
                    <a:pt x="273581" y="-1030"/>
                    <a:pt x="266882" y="-1030"/>
                    <a:pt x="262762" y="3090"/>
                  </a:cubicBezTo>
                  <a:cubicBezTo>
                    <a:pt x="258642" y="7210"/>
                    <a:pt x="258642" y="13909"/>
                    <a:pt x="262762" y="18029"/>
                  </a:cubicBezTo>
                  <a:lnTo>
                    <a:pt x="295304" y="50571"/>
                  </a:lnTo>
                  <a:lnTo>
                    <a:pt x="270211" y="75665"/>
                  </a:lnTo>
                  <a:lnTo>
                    <a:pt x="257685" y="63139"/>
                  </a:lnTo>
                  <a:cubicBezTo>
                    <a:pt x="250361" y="55815"/>
                    <a:pt x="240581" y="51778"/>
                    <a:pt x="230178" y="51778"/>
                  </a:cubicBezTo>
                  <a:cubicBezTo>
                    <a:pt x="219774" y="51778"/>
                    <a:pt x="209995" y="55815"/>
                    <a:pt x="202671" y="63139"/>
                  </a:cubicBezTo>
                  <a:lnTo>
                    <a:pt x="182655" y="83155"/>
                  </a:lnTo>
                  <a:lnTo>
                    <a:pt x="63139" y="202671"/>
                  </a:lnTo>
                  <a:cubicBezTo>
                    <a:pt x="55815" y="209995"/>
                    <a:pt x="51778" y="219774"/>
                    <a:pt x="51778" y="230178"/>
                  </a:cubicBezTo>
                  <a:cubicBezTo>
                    <a:pt x="51778" y="240581"/>
                    <a:pt x="55815" y="250360"/>
                    <a:pt x="63139" y="257684"/>
                  </a:cubicBezTo>
                  <a:lnTo>
                    <a:pt x="75665" y="270210"/>
                  </a:lnTo>
                  <a:lnTo>
                    <a:pt x="3090" y="342786"/>
                  </a:lnTo>
                  <a:cubicBezTo>
                    <a:pt x="-1030" y="346905"/>
                    <a:pt x="-1030" y="353605"/>
                    <a:pt x="3090" y="357725"/>
                  </a:cubicBezTo>
                  <a:cubicBezTo>
                    <a:pt x="5171" y="359806"/>
                    <a:pt x="7875" y="360804"/>
                    <a:pt x="10580" y="360804"/>
                  </a:cubicBezTo>
                  <a:cubicBezTo>
                    <a:pt x="13285" y="360804"/>
                    <a:pt x="15990" y="359764"/>
                    <a:pt x="18071" y="357725"/>
                  </a:cubicBezTo>
                  <a:lnTo>
                    <a:pt x="90646" y="285150"/>
                  </a:lnTo>
                  <a:lnTo>
                    <a:pt x="103172" y="297676"/>
                  </a:lnTo>
                  <a:cubicBezTo>
                    <a:pt x="110496" y="305000"/>
                    <a:pt x="120275" y="309036"/>
                    <a:pt x="130679" y="309036"/>
                  </a:cubicBezTo>
                  <a:cubicBezTo>
                    <a:pt x="141082" y="309036"/>
                    <a:pt x="150861" y="305000"/>
                    <a:pt x="158186" y="297676"/>
                  </a:cubicBezTo>
                  <a:lnTo>
                    <a:pt x="166716" y="289145"/>
                  </a:lnTo>
                  <a:lnTo>
                    <a:pt x="135215" y="257643"/>
                  </a:lnTo>
                  <a:cubicBezTo>
                    <a:pt x="131095" y="253523"/>
                    <a:pt x="131095" y="246823"/>
                    <a:pt x="135215" y="242703"/>
                  </a:cubicBezTo>
                  <a:cubicBezTo>
                    <a:pt x="139334" y="238584"/>
                    <a:pt x="146034" y="238584"/>
                    <a:pt x="150154" y="242703"/>
                  </a:cubicBezTo>
                  <a:lnTo>
                    <a:pt x="181656" y="274205"/>
                  </a:lnTo>
                  <a:lnTo>
                    <a:pt x="200424" y="255438"/>
                  </a:lnTo>
                  <a:lnTo>
                    <a:pt x="152901" y="207914"/>
                  </a:lnTo>
                  <a:cubicBezTo>
                    <a:pt x="148781" y="203794"/>
                    <a:pt x="148781" y="197095"/>
                    <a:pt x="152901" y="192975"/>
                  </a:cubicBezTo>
                  <a:cubicBezTo>
                    <a:pt x="157020" y="188855"/>
                    <a:pt x="163720" y="188855"/>
                    <a:pt x="167840" y="192975"/>
                  </a:cubicBezTo>
                  <a:lnTo>
                    <a:pt x="215363" y="240498"/>
                  </a:lnTo>
                  <a:lnTo>
                    <a:pt x="234131" y="221730"/>
                  </a:lnTo>
                  <a:lnTo>
                    <a:pt x="202629" y="190228"/>
                  </a:lnTo>
                  <a:cubicBezTo>
                    <a:pt x="198510" y="186108"/>
                    <a:pt x="198510" y="179409"/>
                    <a:pt x="202629" y="175289"/>
                  </a:cubicBezTo>
                  <a:cubicBezTo>
                    <a:pt x="206749" y="171169"/>
                    <a:pt x="213449" y="171169"/>
                    <a:pt x="217569" y="175289"/>
                  </a:cubicBezTo>
                  <a:lnTo>
                    <a:pt x="249071" y="206791"/>
                  </a:lnTo>
                  <a:lnTo>
                    <a:pt x="277618" y="178243"/>
                  </a:lnTo>
                  <a:cubicBezTo>
                    <a:pt x="277618" y="178243"/>
                    <a:pt x="277618" y="178243"/>
                    <a:pt x="277618" y="178243"/>
                  </a:cubicBezTo>
                  <a:lnTo>
                    <a:pt x="297634" y="158227"/>
                  </a:lnTo>
                  <a:cubicBezTo>
                    <a:pt x="312782" y="143080"/>
                    <a:pt x="312782" y="118402"/>
                    <a:pt x="297634" y="103255"/>
                  </a:cubicBezTo>
                  <a:lnTo>
                    <a:pt x="285109" y="90729"/>
                  </a:lnTo>
                  <a:lnTo>
                    <a:pt x="310202" y="65635"/>
                  </a:lnTo>
                  <a:lnTo>
                    <a:pt x="342744" y="98178"/>
                  </a:lnTo>
                  <a:cubicBezTo>
                    <a:pt x="344825" y="100259"/>
                    <a:pt x="347530" y="101257"/>
                    <a:pt x="350235" y="101257"/>
                  </a:cubicBezTo>
                  <a:cubicBezTo>
                    <a:pt x="352939" y="101257"/>
                    <a:pt x="355644" y="100217"/>
                    <a:pt x="357725" y="98178"/>
                  </a:cubicBezTo>
                  <a:cubicBezTo>
                    <a:pt x="361845" y="94058"/>
                    <a:pt x="361845" y="87358"/>
                    <a:pt x="357725" y="83239"/>
                  </a:cubicBezTo>
                  <a:close/>
                  <a:moveTo>
                    <a:pt x="282778" y="143204"/>
                  </a:moveTo>
                  <a:lnTo>
                    <a:pt x="270252" y="155730"/>
                  </a:lnTo>
                  <a:lnTo>
                    <a:pt x="205126" y="90604"/>
                  </a:lnTo>
                  <a:lnTo>
                    <a:pt x="217652" y="78078"/>
                  </a:lnTo>
                  <a:cubicBezTo>
                    <a:pt x="220981" y="74749"/>
                    <a:pt x="225434" y="72918"/>
                    <a:pt x="230178" y="72918"/>
                  </a:cubicBezTo>
                  <a:cubicBezTo>
                    <a:pt x="234922" y="72918"/>
                    <a:pt x="239375" y="74749"/>
                    <a:pt x="242704" y="78078"/>
                  </a:cubicBezTo>
                  <a:lnTo>
                    <a:pt x="282736" y="118111"/>
                  </a:lnTo>
                  <a:cubicBezTo>
                    <a:pt x="289644" y="125019"/>
                    <a:pt x="289644" y="136297"/>
                    <a:pt x="282736" y="1432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94" name="Google Shape;1494;p46"/>
          <p:cNvSpPr/>
          <p:nvPr/>
        </p:nvSpPr>
        <p:spPr>
          <a:xfrm>
            <a:off x="1498171" y="3210316"/>
            <a:ext cx="238448" cy="254411"/>
          </a:xfrm>
          <a:custGeom>
            <a:avLst/>
            <a:gdLst/>
            <a:ahLst/>
            <a:cxnLst/>
            <a:rect l="l" t="t" r="r" b="b"/>
            <a:pathLst>
              <a:path w="338224" h="360866" extrusionOk="0">
                <a:moveTo>
                  <a:pt x="333750" y="105565"/>
                </a:moveTo>
                <a:lnTo>
                  <a:pt x="198255" y="8770"/>
                </a:lnTo>
                <a:cubicBezTo>
                  <a:pt x="181901" y="-2923"/>
                  <a:pt x="156266" y="-2923"/>
                  <a:pt x="139912" y="8770"/>
                </a:cubicBezTo>
                <a:lnTo>
                  <a:pt x="4416" y="105565"/>
                </a:lnTo>
                <a:cubicBezTo>
                  <a:pt x="-1368" y="109726"/>
                  <a:pt x="-1742" y="118673"/>
                  <a:pt x="4916" y="123167"/>
                </a:cubicBezTo>
                <a:cubicBezTo>
                  <a:pt x="8453" y="125539"/>
                  <a:pt x="13114" y="125373"/>
                  <a:pt x="16568" y="122917"/>
                </a:cubicBezTo>
                <a:lnTo>
                  <a:pt x="24350" y="117341"/>
                </a:lnTo>
                <a:lnTo>
                  <a:pt x="44324" y="339727"/>
                </a:lnTo>
                <a:lnTo>
                  <a:pt x="33047" y="339727"/>
                </a:lnTo>
                <a:cubicBezTo>
                  <a:pt x="28802" y="339727"/>
                  <a:pt x="24891" y="342307"/>
                  <a:pt x="23434" y="346260"/>
                </a:cubicBezTo>
                <a:cubicBezTo>
                  <a:pt x="20646" y="353792"/>
                  <a:pt x="26139" y="360867"/>
                  <a:pt x="33255" y="360867"/>
                </a:cubicBezTo>
                <a:lnTo>
                  <a:pt x="305203" y="360867"/>
                </a:lnTo>
                <a:cubicBezTo>
                  <a:pt x="309448" y="360867"/>
                  <a:pt x="313359" y="358287"/>
                  <a:pt x="314816" y="354333"/>
                </a:cubicBezTo>
                <a:cubicBezTo>
                  <a:pt x="317604" y="346801"/>
                  <a:pt x="312111" y="339727"/>
                  <a:pt x="304995" y="339727"/>
                </a:cubicBezTo>
                <a:lnTo>
                  <a:pt x="293926" y="339727"/>
                </a:lnTo>
                <a:lnTo>
                  <a:pt x="313900" y="117341"/>
                </a:lnTo>
                <a:lnTo>
                  <a:pt x="321516" y="122793"/>
                </a:lnTo>
                <a:cubicBezTo>
                  <a:pt x="323388" y="124124"/>
                  <a:pt x="325511" y="124749"/>
                  <a:pt x="327633" y="124749"/>
                </a:cubicBezTo>
                <a:cubicBezTo>
                  <a:pt x="330921" y="124749"/>
                  <a:pt x="334166" y="123209"/>
                  <a:pt x="336247" y="120337"/>
                </a:cubicBezTo>
                <a:cubicBezTo>
                  <a:pt x="339659" y="115593"/>
                  <a:pt x="338536" y="108977"/>
                  <a:pt x="333792" y="105606"/>
                </a:cubicBezTo>
                <a:close/>
                <a:moveTo>
                  <a:pt x="176574" y="306602"/>
                </a:moveTo>
                <a:cubicBezTo>
                  <a:pt x="174618" y="308558"/>
                  <a:pt x="171871" y="309681"/>
                  <a:pt x="169125" y="309681"/>
                </a:cubicBezTo>
                <a:cubicBezTo>
                  <a:pt x="166378" y="309681"/>
                  <a:pt x="163632" y="308558"/>
                  <a:pt x="161634" y="306602"/>
                </a:cubicBezTo>
                <a:cubicBezTo>
                  <a:pt x="159679" y="304646"/>
                  <a:pt x="158513" y="301900"/>
                  <a:pt x="158513" y="299154"/>
                </a:cubicBezTo>
                <a:cubicBezTo>
                  <a:pt x="158513" y="296407"/>
                  <a:pt x="159637" y="293660"/>
                  <a:pt x="161634" y="291663"/>
                </a:cubicBezTo>
                <a:cubicBezTo>
                  <a:pt x="163590" y="289707"/>
                  <a:pt x="166337" y="288583"/>
                  <a:pt x="169125" y="288583"/>
                </a:cubicBezTo>
                <a:cubicBezTo>
                  <a:pt x="171913" y="288583"/>
                  <a:pt x="174618" y="289707"/>
                  <a:pt x="176574" y="291663"/>
                </a:cubicBezTo>
                <a:cubicBezTo>
                  <a:pt x="178530" y="293619"/>
                  <a:pt x="179653" y="296365"/>
                  <a:pt x="179653" y="299154"/>
                </a:cubicBezTo>
                <a:cubicBezTo>
                  <a:pt x="179653" y="301941"/>
                  <a:pt x="178530" y="304646"/>
                  <a:pt x="176574" y="306602"/>
                </a:cubicBezTo>
                <a:close/>
                <a:moveTo>
                  <a:pt x="169083" y="241768"/>
                </a:moveTo>
                <a:cubicBezTo>
                  <a:pt x="125805" y="241768"/>
                  <a:pt x="90558" y="206562"/>
                  <a:pt x="90558" y="163242"/>
                </a:cubicBezTo>
                <a:cubicBezTo>
                  <a:pt x="90558" y="119921"/>
                  <a:pt x="125763" y="84716"/>
                  <a:pt x="169083" y="84716"/>
                </a:cubicBezTo>
                <a:cubicBezTo>
                  <a:pt x="212404" y="84716"/>
                  <a:pt x="247609" y="119921"/>
                  <a:pt x="247609" y="163242"/>
                </a:cubicBezTo>
                <a:cubicBezTo>
                  <a:pt x="247609" y="206521"/>
                  <a:pt x="212404" y="241768"/>
                  <a:pt x="169083" y="241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 name="Google Shape;2539;p71">
            <a:extLst>
              <a:ext uri="{FF2B5EF4-FFF2-40B4-BE49-F238E27FC236}">
                <a16:creationId xmlns:a16="http://schemas.microsoft.com/office/drawing/2014/main" id="{647F6A3F-6689-1DB2-99D1-BC5995B1A71F}"/>
              </a:ext>
            </a:extLst>
          </p:cNvPr>
          <p:cNvGrpSpPr/>
          <p:nvPr/>
        </p:nvGrpSpPr>
        <p:grpSpPr>
          <a:xfrm>
            <a:off x="3194749" y="3290770"/>
            <a:ext cx="2508906" cy="1852730"/>
            <a:chOff x="4234300" y="2052350"/>
            <a:chExt cx="4196434" cy="2924918"/>
          </a:xfrm>
        </p:grpSpPr>
        <p:sp>
          <p:nvSpPr>
            <p:cNvPr id="3" name="Google Shape;2540;p71">
              <a:extLst>
                <a:ext uri="{FF2B5EF4-FFF2-40B4-BE49-F238E27FC236}">
                  <a16:creationId xmlns:a16="http://schemas.microsoft.com/office/drawing/2014/main" id="{A2F0CB6E-4E89-6557-C365-2CDA3BD73973}"/>
                </a:ext>
              </a:extLst>
            </p:cNvPr>
            <p:cNvSpPr/>
            <p:nvPr/>
          </p:nvSpPr>
          <p:spPr>
            <a:xfrm>
              <a:off x="5797996" y="4162249"/>
              <a:ext cx="164895" cy="722240"/>
            </a:xfrm>
            <a:custGeom>
              <a:avLst/>
              <a:gdLst/>
              <a:ahLst/>
              <a:cxnLst/>
              <a:rect l="l" t="t" r="r" b="b"/>
              <a:pathLst>
                <a:path w="40740" h="178441" extrusionOk="0">
                  <a:moveTo>
                    <a:pt x="17769" y="3371"/>
                  </a:moveTo>
                  <a:cubicBezTo>
                    <a:pt x="12026" y="60091"/>
                    <a:pt x="6242" y="117060"/>
                    <a:pt x="0" y="178441"/>
                  </a:cubicBezTo>
                  <a:lnTo>
                    <a:pt x="6700" y="178441"/>
                  </a:lnTo>
                  <a:cubicBezTo>
                    <a:pt x="18060" y="118975"/>
                    <a:pt x="29380" y="59508"/>
                    <a:pt x="40740" y="0"/>
                  </a:cubicBezTo>
                  <a:lnTo>
                    <a:pt x="17769" y="332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Google Shape;2541;p71">
              <a:extLst>
                <a:ext uri="{FF2B5EF4-FFF2-40B4-BE49-F238E27FC236}">
                  <a16:creationId xmlns:a16="http://schemas.microsoft.com/office/drawing/2014/main" id="{09359AE2-0F37-098A-49D1-F9E71CD1A406}"/>
                </a:ext>
              </a:extLst>
            </p:cNvPr>
            <p:cNvSpPr/>
            <p:nvPr/>
          </p:nvSpPr>
          <p:spPr>
            <a:xfrm>
              <a:off x="7338242" y="4162249"/>
              <a:ext cx="164895" cy="722240"/>
            </a:xfrm>
            <a:custGeom>
              <a:avLst/>
              <a:gdLst/>
              <a:ahLst/>
              <a:cxnLst/>
              <a:rect l="l" t="t" r="r" b="b"/>
              <a:pathLst>
                <a:path w="40740" h="178441" extrusionOk="0">
                  <a:moveTo>
                    <a:pt x="22971" y="3371"/>
                  </a:moveTo>
                  <a:cubicBezTo>
                    <a:pt x="29213" y="64751"/>
                    <a:pt x="34997" y="121721"/>
                    <a:pt x="40740" y="178441"/>
                  </a:cubicBezTo>
                  <a:lnTo>
                    <a:pt x="34040" y="178441"/>
                  </a:lnTo>
                  <a:cubicBezTo>
                    <a:pt x="23304" y="122221"/>
                    <a:pt x="12151" y="63794"/>
                    <a:pt x="0" y="0"/>
                  </a:cubicBezTo>
                  <a:lnTo>
                    <a:pt x="22971" y="332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2542;p71">
              <a:extLst>
                <a:ext uri="{FF2B5EF4-FFF2-40B4-BE49-F238E27FC236}">
                  <a16:creationId xmlns:a16="http://schemas.microsoft.com/office/drawing/2014/main" id="{2C7A6594-0AFB-F312-68C1-5A09CB4A6DA9}"/>
                </a:ext>
              </a:extLst>
            </p:cNvPr>
            <p:cNvSpPr/>
            <p:nvPr/>
          </p:nvSpPr>
          <p:spPr>
            <a:xfrm>
              <a:off x="5680647" y="2642859"/>
              <a:ext cx="1909732" cy="1263427"/>
            </a:xfrm>
            <a:custGeom>
              <a:avLst/>
              <a:gdLst/>
              <a:ahLst/>
              <a:cxnLst/>
              <a:rect l="l" t="t" r="r" b="b"/>
              <a:pathLst>
                <a:path w="471830" h="312150" extrusionOk="0">
                  <a:moveTo>
                    <a:pt x="9925" y="184645"/>
                  </a:moveTo>
                  <a:cubicBezTo>
                    <a:pt x="2102" y="143530"/>
                    <a:pt x="-1810" y="122973"/>
                    <a:pt x="812" y="106119"/>
                  </a:cubicBezTo>
                  <a:cubicBezTo>
                    <a:pt x="9467" y="51064"/>
                    <a:pt x="75176" y="49566"/>
                    <a:pt x="210214" y="24181"/>
                  </a:cubicBezTo>
                  <a:cubicBezTo>
                    <a:pt x="340757" y="-371"/>
                    <a:pt x="376254" y="-17225"/>
                    <a:pt x="418991" y="29882"/>
                  </a:cubicBezTo>
                  <a:cubicBezTo>
                    <a:pt x="430560" y="42658"/>
                    <a:pt x="468928" y="84938"/>
                    <a:pt x="471675" y="156223"/>
                  </a:cubicBezTo>
                  <a:cubicBezTo>
                    <a:pt x="473964" y="215523"/>
                    <a:pt x="450826" y="275780"/>
                    <a:pt x="413124" y="312151"/>
                  </a:cubicBezTo>
                  <a:cubicBezTo>
                    <a:pt x="289322" y="306075"/>
                    <a:pt x="165562" y="299999"/>
                    <a:pt x="41760" y="293924"/>
                  </a:cubicBezTo>
                  <a:cubicBezTo>
                    <a:pt x="32397" y="271036"/>
                    <a:pt x="19330" y="234249"/>
                    <a:pt x="9883" y="18468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2543;p71">
              <a:extLst>
                <a:ext uri="{FF2B5EF4-FFF2-40B4-BE49-F238E27FC236}">
                  <a16:creationId xmlns:a16="http://schemas.microsoft.com/office/drawing/2014/main" id="{2A000A61-08D8-C26C-3468-76FCFBCF6AD8}"/>
                </a:ext>
              </a:extLst>
            </p:cNvPr>
            <p:cNvSpPr/>
            <p:nvPr/>
          </p:nvSpPr>
          <p:spPr>
            <a:xfrm>
              <a:off x="5545465" y="3048997"/>
              <a:ext cx="2165542" cy="1166906"/>
            </a:xfrm>
            <a:custGeom>
              <a:avLst/>
              <a:gdLst/>
              <a:ahLst/>
              <a:cxnLst/>
              <a:rect l="l" t="t" r="r" b="b"/>
              <a:pathLst>
                <a:path w="535032" h="288303" extrusionOk="0">
                  <a:moveTo>
                    <a:pt x="0" y="42489"/>
                  </a:moveTo>
                  <a:cubicBezTo>
                    <a:pt x="13025" y="124427"/>
                    <a:pt x="26009" y="206365"/>
                    <a:pt x="39034" y="288303"/>
                  </a:cubicBezTo>
                  <a:lnTo>
                    <a:pt x="515099" y="288303"/>
                  </a:lnTo>
                  <a:cubicBezTo>
                    <a:pt x="521757" y="193715"/>
                    <a:pt x="528374" y="99126"/>
                    <a:pt x="535032" y="4537"/>
                  </a:cubicBezTo>
                  <a:cubicBezTo>
                    <a:pt x="526127" y="376"/>
                    <a:pt x="509981" y="-4368"/>
                    <a:pt x="493418" y="7575"/>
                  </a:cubicBezTo>
                  <a:cubicBezTo>
                    <a:pt x="465537" y="27674"/>
                    <a:pt x="447809" y="86850"/>
                    <a:pt x="450930" y="154764"/>
                  </a:cubicBezTo>
                  <a:cubicBezTo>
                    <a:pt x="326046" y="157802"/>
                    <a:pt x="201204" y="160839"/>
                    <a:pt x="76320" y="163877"/>
                  </a:cubicBezTo>
                  <a:cubicBezTo>
                    <a:pt x="77402" y="155554"/>
                    <a:pt x="81147" y="122679"/>
                    <a:pt x="70245" y="91053"/>
                  </a:cubicBezTo>
                  <a:cubicBezTo>
                    <a:pt x="62005" y="67083"/>
                    <a:pt x="49812" y="56887"/>
                    <a:pt x="43362" y="51603"/>
                  </a:cubicBezTo>
                  <a:cubicBezTo>
                    <a:pt x="24219" y="35914"/>
                    <a:pt x="6492" y="40325"/>
                    <a:pt x="0" y="4248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2544;p71">
              <a:extLst>
                <a:ext uri="{FF2B5EF4-FFF2-40B4-BE49-F238E27FC236}">
                  <a16:creationId xmlns:a16="http://schemas.microsoft.com/office/drawing/2014/main" id="{31535602-A67E-9C67-A92F-8B10E37500ED}"/>
                </a:ext>
              </a:extLst>
            </p:cNvPr>
            <p:cNvSpPr/>
            <p:nvPr/>
          </p:nvSpPr>
          <p:spPr>
            <a:xfrm>
              <a:off x="5715917" y="3216429"/>
              <a:ext cx="166567" cy="655007"/>
            </a:xfrm>
            <a:custGeom>
              <a:avLst/>
              <a:gdLst/>
              <a:ahLst/>
              <a:cxnLst/>
              <a:rect l="l" t="t" r="r" b="b"/>
              <a:pathLst>
                <a:path w="41153" h="161830" extrusionOk="0">
                  <a:moveTo>
                    <a:pt x="36989" y="161831"/>
                  </a:moveTo>
                  <a:cubicBezTo>
                    <a:pt x="35699" y="161664"/>
                    <a:pt x="35033" y="160707"/>
                    <a:pt x="35158" y="159709"/>
                  </a:cubicBezTo>
                  <a:cubicBezTo>
                    <a:pt x="36115" y="153716"/>
                    <a:pt x="43855" y="99576"/>
                    <a:pt x="23422" y="42731"/>
                  </a:cubicBezTo>
                  <a:cubicBezTo>
                    <a:pt x="16140" y="22465"/>
                    <a:pt x="6818" y="10356"/>
                    <a:pt x="451" y="3032"/>
                  </a:cubicBezTo>
                  <a:cubicBezTo>
                    <a:pt x="-214" y="2282"/>
                    <a:pt x="-131" y="1117"/>
                    <a:pt x="618" y="451"/>
                  </a:cubicBezTo>
                  <a:cubicBezTo>
                    <a:pt x="1367" y="-214"/>
                    <a:pt x="2532" y="-131"/>
                    <a:pt x="3198" y="618"/>
                  </a:cubicBezTo>
                  <a:cubicBezTo>
                    <a:pt x="9773" y="8192"/>
                    <a:pt x="19386" y="20676"/>
                    <a:pt x="26876" y="41483"/>
                  </a:cubicBezTo>
                  <a:cubicBezTo>
                    <a:pt x="47184" y="98036"/>
                    <a:pt x="40359" y="150387"/>
                    <a:pt x="38778" y="160291"/>
                  </a:cubicBezTo>
                  <a:cubicBezTo>
                    <a:pt x="38653" y="161207"/>
                    <a:pt x="37863" y="161831"/>
                    <a:pt x="36947" y="16183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2545;p71">
              <a:extLst>
                <a:ext uri="{FF2B5EF4-FFF2-40B4-BE49-F238E27FC236}">
                  <a16:creationId xmlns:a16="http://schemas.microsoft.com/office/drawing/2014/main" id="{8FAFF899-0815-7EE2-8B84-A868862AB9E0}"/>
                </a:ext>
              </a:extLst>
            </p:cNvPr>
            <p:cNvSpPr/>
            <p:nvPr/>
          </p:nvSpPr>
          <p:spPr>
            <a:xfrm>
              <a:off x="5839548" y="3727010"/>
              <a:ext cx="1610217" cy="70236"/>
            </a:xfrm>
            <a:custGeom>
              <a:avLst/>
              <a:gdLst/>
              <a:ahLst/>
              <a:cxnLst/>
              <a:rect l="l" t="t" r="r" b="b"/>
              <a:pathLst>
                <a:path w="397830" h="17353" extrusionOk="0">
                  <a:moveTo>
                    <a:pt x="1831" y="17353"/>
                  </a:moveTo>
                  <a:cubicBezTo>
                    <a:pt x="832" y="17353"/>
                    <a:pt x="42" y="16562"/>
                    <a:pt x="0" y="15564"/>
                  </a:cubicBezTo>
                  <a:cubicBezTo>
                    <a:pt x="0" y="14565"/>
                    <a:pt x="749" y="13691"/>
                    <a:pt x="1789" y="13649"/>
                  </a:cubicBezTo>
                  <a:lnTo>
                    <a:pt x="395916" y="0"/>
                  </a:lnTo>
                  <a:cubicBezTo>
                    <a:pt x="396832" y="0"/>
                    <a:pt x="397789" y="749"/>
                    <a:pt x="397831" y="1789"/>
                  </a:cubicBezTo>
                  <a:cubicBezTo>
                    <a:pt x="397831" y="2788"/>
                    <a:pt x="397082" y="3662"/>
                    <a:pt x="396041" y="3704"/>
                  </a:cubicBezTo>
                  <a:lnTo>
                    <a:pt x="1914" y="17353"/>
                  </a:lnTo>
                  <a:lnTo>
                    <a:pt x="1831" y="1735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2546;p71">
              <a:extLst>
                <a:ext uri="{FF2B5EF4-FFF2-40B4-BE49-F238E27FC236}">
                  <a16:creationId xmlns:a16="http://schemas.microsoft.com/office/drawing/2014/main" id="{61840EED-8FC2-D78C-E55D-CD62AE77D184}"/>
                </a:ext>
              </a:extLst>
            </p:cNvPr>
            <p:cNvSpPr/>
            <p:nvPr/>
          </p:nvSpPr>
          <p:spPr>
            <a:xfrm>
              <a:off x="7358032" y="3058458"/>
              <a:ext cx="212255" cy="725745"/>
            </a:xfrm>
            <a:custGeom>
              <a:avLst/>
              <a:gdLst/>
              <a:ahLst/>
              <a:cxnLst/>
              <a:rect l="l" t="t" r="r" b="b"/>
              <a:pathLst>
                <a:path w="52441" h="179307" extrusionOk="0">
                  <a:moveTo>
                    <a:pt x="17743" y="179307"/>
                  </a:moveTo>
                  <a:cubicBezTo>
                    <a:pt x="17035" y="179307"/>
                    <a:pt x="16370" y="178891"/>
                    <a:pt x="16078" y="178225"/>
                  </a:cubicBezTo>
                  <a:cubicBezTo>
                    <a:pt x="-3023" y="134822"/>
                    <a:pt x="-5353" y="78102"/>
                    <a:pt x="10419" y="40191"/>
                  </a:cubicBezTo>
                  <a:cubicBezTo>
                    <a:pt x="22237" y="11810"/>
                    <a:pt x="40339" y="2863"/>
                    <a:pt x="50119" y="75"/>
                  </a:cubicBezTo>
                  <a:cubicBezTo>
                    <a:pt x="51034" y="-216"/>
                    <a:pt x="52116" y="367"/>
                    <a:pt x="52366" y="1324"/>
                  </a:cubicBezTo>
                  <a:cubicBezTo>
                    <a:pt x="52657" y="2281"/>
                    <a:pt x="52074" y="3321"/>
                    <a:pt x="51117" y="3571"/>
                  </a:cubicBezTo>
                  <a:cubicBezTo>
                    <a:pt x="43793" y="5652"/>
                    <a:pt x="25483" y="13558"/>
                    <a:pt x="13831" y="41565"/>
                  </a:cubicBezTo>
                  <a:cubicBezTo>
                    <a:pt x="-1608" y="78601"/>
                    <a:pt x="723" y="134156"/>
                    <a:pt x="19449" y="176685"/>
                  </a:cubicBezTo>
                  <a:cubicBezTo>
                    <a:pt x="19865" y="177601"/>
                    <a:pt x="19449" y="178683"/>
                    <a:pt x="18492" y="179099"/>
                  </a:cubicBezTo>
                  <a:cubicBezTo>
                    <a:pt x="18242" y="179224"/>
                    <a:pt x="17993" y="179266"/>
                    <a:pt x="17743" y="17926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2547;p71">
              <a:extLst>
                <a:ext uri="{FF2B5EF4-FFF2-40B4-BE49-F238E27FC236}">
                  <a16:creationId xmlns:a16="http://schemas.microsoft.com/office/drawing/2014/main" id="{BA1841A9-279F-E6E6-FD67-730316F7E28B}"/>
                </a:ext>
              </a:extLst>
            </p:cNvPr>
            <p:cNvSpPr/>
            <p:nvPr/>
          </p:nvSpPr>
          <p:spPr>
            <a:xfrm>
              <a:off x="7797203" y="3262331"/>
              <a:ext cx="221852" cy="317219"/>
            </a:xfrm>
            <a:custGeom>
              <a:avLst/>
              <a:gdLst/>
              <a:ahLst/>
              <a:cxnLst/>
              <a:rect l="l" t="t" r="r" b="b"/>
              <a:pathLst>
                <a:path w="54812" h="78374" extrusionOk="0">
                  <a:moveTo>
                    <a:pt x="9863" y="42"/>
                  </a:moveTo>
                  <a:cubicBezTo>
                    <a:pt x="15023" y="1581"/>
                    <a:pt x="23054" y="4661"/>
                    <a:pt x="31127" y="10986"/>
                  </a:cubicBezTo>
                  <a:cubicBezTo>
                    <a:pt x="34082" y="13316"/>
                    <a:pt x="50561" y="26883"/>
                    <a:pt x="54098" y="49438"/>
                  </a:cubicBezTo>
                  <a:cubicBezTo>
                    <a:pt x="55846" y="60548"/>
                    <a:pt x="54556" y="76029"/>
                    <a:pt x="48356" y="78110"/>
                  </a:cubicBezTo>
                  <a:cubicBezTo>
                    <a:pt x="45942" y="78942"/>
                    <a:pt x="42613" y="77735"/>
                    <a:pt x="41115" y="75571"/>
                  </a:cubicBezTo>
                  <a:cubicBezTo>
                    <a:pt x="38035" y="71077"/>
                    <a:pt x="45026" y="65459"/>
                    <a:pt x="44236" y="57219"/>
                  </a:cubicBezTo>
                  <a:cubicBezTo>
                    <a:pt x="43195" y="46316"/>
                    <a:pt x="28963" y="37245"/>
                    <a:pt x="25717" y="39409"/>
                  </a:cubicBezTo>
                  <a:cubicBezTo>
                    <a:pt x="24053" y="40491"/>
                    <a:pt x="24469" y="45110"/>
                    <a:pt x="26258" y="48272"/>
                  </a:cubicBezTo>
                  <a:cubicBezTo>
                    <a:pt x="29629" y="54223"/>
                    <a:pt x="37078" y="53682"/>
                    <a:pt x="37661" y="57344"/>
                  </a:cubicBezTo>
                  <a:cubicBezTo>
                    <a:pt x="38077" y="59924"/>
                    <a:pt x="34914" y="63753"/>
                    <a:pt x="31419" y="64377"/>
                  </a:cubicBezTo>
                  <a:cubicBezTo>
                    <a:pt x="21972" y="66042"/>
                    <a:pt x="10154" y="43029"/>
                    <a:pt x="5119" y="29546"/>
                  </a:cubicBezTo>
                  <a:cubicBezTo>
                    <a:pt x="2247" y="21806"/>
                    <a:pt x="791" y="15064"/>
                    <a:pt x="0" y="10320"/>
                  </a:cubicBezTo>
                  <a:cubicBezTo>
                    <a:pt x="3246" y="6866"/>
                    <a:pt x="6533" y="3454"/>
                    <a:pt x="9779"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2548;p71">
              <a:extLst>
                <a:ext uri="{FF2B5EF4-FFF2-40B4-BE49-F238E27FC236}">
                  <a16:creationId xmlns:a16="http://schemas.microsoft.com/office/drawing/2014/main" id="{B78D0B61-E538-8828-886B-C238AE9C09AE}"/>
                </a:ext>
              </a:extLst>
            </p:cNvPr>
            <p:cNvSpPr/>
            <p:nvPr/>
          </p:nvSpPr>
          <p:spPr>
            <a:xfrm>
              <a:off x="7778359" y="3042104"/>
              <a:ext cx="174540" cy="278662"/>
            </a:xfrm>
            <a:custGeom>
              <a:avLst/>
              <a:gdLst/>
              <a:ahLst/>
              <a:cxnLst/>
              <a:rect l="l" t="t" r="r" b="b"/>
              <a:pathLst>
                <a:path w="43123" h="68848" extrusionOk="0">
                  <a:moveTo>
                    <a:pt x="43112" y="54015"/>
                  </a:moveTo>
                  <a:cubicBezTo>
                    <a:pt x="42654" y="60257"/>
                    <a:pt x="33832" y="67082"/>
                    <a:pt x="25010" y="68538"/>
                  </a:cubicBezTo>
                  <a:cubicBezTo>
                    <a:pt x="22347" y="68996"/>
                    <a:pt x="19517" y="68996"/>
                    <a:pt x="17062" y="68206"/>
                  </a:cubicBezTo>
                  <a:cubicBezTo>
                    <a:pt x="8780" y="65542"/>
                    <a:pt x="2871" y="54681"/>
                    <a:pt x="749" y="41697"/>
                  </a:cubicBezTo>
                  <a:cubicBezTo>
                    <a:pt x="-916" y="30753"/>
                    <a:pt x="83" y="18227"/>
                    <a:pt x="4869" y="8032"/>
                  </a:cubicBezTo>
                  <a:cubicBezTo>
                    <a:pt x="6450" y="4661"/>
                    <a:pt x="8240" y="2122"/>
                    <a:pt x="9779" y="0"/>
                  </a:cubicBezTo>
                  <a:cubicBezTo>
                    <a:pt x="11236" y="458"/>
                    <a:pt x="13691" y="1332"/>
                    <a:pt x="16021" y="3246"/>
                  </a:cubicBezTo>
                  <a:cubicBezTo>
                    <a:pt x="25301" y="10612"/>
                    <a:pt x="20932" y="21931"/>
                    <a:pt x="28214" y="35330"/>
                  </a:cubicBezTo>
                  <a:cubicBezTo>
                    <a:pt x="31793" y="41822"/>
                    <a:pt x="36038" y="44818"/>
                    <a:pt x="39076" y="47398"/>
                  </a:cubicBezTo>
                  <a:cubicBezTo>
                    <a:pt x="39617" y="47731"/>
                    <a:pt x="40199" y="48189"/>
                    <a:pt x="40657" y="48647"/>
                  </a:cubicBezTo>
                  <a:cubicBezTo>
                    <a:pt x="42321" y="50228"/>
                    <a:pt x="43237" y="51768"/>
                    <a:pt x="43112" y="54015"/>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2549;p71">
              <a:extLst>
                <a:ext uri="{FF2B5EF4-FFF2-40B4-BE49-F238E27FC236}">
                  <a16:creationId xmlns:a16="http://schemas.microsoft.com/office/drawing/2014/main" id="{66117C5F-F445-52BD-2DE3-08E62CE7D078}"/>
                </a:ext>
              </a:extLst>
            </p:cNvPr>
            <p:cNvSpPr/>
            <p:nvPr/>
          </p:nvSpPr>
          <p:spPr>
            <a:xfrm>
              <a:off x="7609415" y="3191221"/>
              <a:ext cx="821319" cy="1745237"/>
            </a:xfrm>
            <a:custGeom>
              <a:avLst/>
              <a:gdLst/>
              <a:ahLst/>
              <a:cxnLst/>
              <a:rect l="l" t="t" r="r" b="b"/>
              <a:pathLst>
                <a:path w="202920" h="431189" extrusionOk="0">
                  <a:moveTo>
                    <a:pt x="200046" y="406181"/>
                  </a:moveTo>
                  <a:cubicBezTo>
                    <a:pt x="194220" y="414587"/>
                    <a:pt x="177574" y="415586"/>
                    <a:pt x="158807" y="407971"/>
                  </a:cubicBezTo>
                  <a:cubicBezTo>
                    <a:pt x="155894" y="413006"/>
                    <a:pt x="152564" y="416710"/>
                    <a:pt x="149402" y="419498"/>
                  </a:cubicBezTo>
                  <a:cubicBezTo>
                    <a:pt x="125807" y="439972"/>
                    <a:pt x="88479" y="427654"/>
                    <a:pt x="83984" y="426114"/>
                  </a:cubicBezTo>
                  <a:cubicBezTo>
                    <a:pt x="95054" y="356119"/>
                    <a:pt x="79532" y="316544"/>
                    <a:pt x="63094" y="293282"/>
                  </a:cubicBezTo>
                  <a:cubicBezTo>
                    <a:pt x="39041" y="259533"/>
                    <a:pt x="7082" y="251710"/>
                    <a:pt x="923" y="215464"/>
                  </a:cubicBezTo>
                  <a:cubicBezTo>
                    <a:pt x="-2531" y="195239"/>
                    <a:pt x="3961" y="177678"/>
                    <a:pt x="16237" y="144803"/>
                  </a:cubicBezTo>
                  <a:cubicBezTo>
                    <a:pt x="20273" y="134067"/>
                    <a:pt x="24268" y="125328"/>
                    <a:pt x="27972" y="117879"/>
                  </a:cubicBezTo>
                  <a:cubicBezTo>
                    <a:pt x="35338" y="103023"/>
                    <a:pt x="41372" y="93410"/>
                    <a:pt x="43744" y="83797"/>
                  </a:cubicBezTo>
                  <a:cubicBezTo>
                    <a:pt x="45200" y="78221"/>
                    <a:pt x="45408" y="72728"/>
                    <a:pt x="43868" y="66236"/>
                  </a:cubicBezTo>
                  <a:cubicBezTo>
                    <a:pt x="41954" y="58287"/>
                    <a:pt x="37626" y="49465"/>
                    <a:pt x="31675" y="24996"/>
                  </a:cubicBezTo>
                  <a:cubicBezTo>
                    <a:pt x="27431" y="7893"/>
                    <a:pt x="27223" y="2317"/>
                    <a:pt x="29886" y="610"/>
                  </a:cubicBezTo>
                  <a:cubicBezTo>
                    <a:pt x="32674" y="-1304"/>
                    <a:pt x="38042" y="1609"/>
                    <a:pt x="42537" y="4855"/>
                  </a:cubicBezTo>
                  <a:cubicBezTo>
                    <a:pt x="45325" y="6769"/>
                    <a:pt x="47780" y="8892"/>
                    <a:pt x="49112" y="10015"/>
                  </a:cubicBezTo>
                  <a:lnTo>
                    <a:pt x="72832" y="15591"/>
                  </a:lnTo>
                  <a:lnTo>
                    <a:pt x="77201" y="13927"/>
                  </a:lnTo>
                  <a:cubicBezTo>
                    <a:pt x="78991" y="13261"/>
                    <a:pt x="80780" y="12595"/>
                    <a:pt x="82445" y="11805"/>
                  </a:cubicBezTo>
                  <a:cubicBezTo>
                    <a:pt x="89394" y="9141"/>
                    <a:pt x="96302" y="6436"/>
                    <a:pt x="103252" y="3773"/>
                  </a:cubicBezTo>
                  <a:cubicBezTo>
                    <a:pt x="111741" y="22125"/>
                    <a:pt x="120230" y="40560"/>
                    <a:pt x="128761" y="58995"/>
                  </a:cubicBezTo>
                  <a:cubicBezTo>
                    <a:pt x="124517" y="65362"/>
                    <a:pt x="120147" y="71979"/>
                    <a:pt x="115778" y="78470"/>
                  </a:cubicBezTo>
                  <a:cubicBezTo>
                    <a:pt x="114987" y="79719"/>
                    <a:pt x="114196" y="80801"/>
                    <a:pt x="113447" y="82049"/>
                  </a:cubicBezTo>
                  <a:cubicBezTo>
                    <a:pt x="110867" y="100484"/>
                    <a:pt x="108204" y="126992"/>
                    <a:pt x="108204" y="158869"/>
                  </a:cubicBezTo>
                  <a:cubicBezTo>
                    <a:pt x="108204" y="174516"/>
                    <a:pt x="108329" y="193200"/>
                    <a:pt x="110118" y="214215"/>
                  </a:cubicBezTo>
                  <a:cubicBezTo>
                    <a:pt x="112032" y="238476"/>
                    <a:pt x="116277" y="266108"/>
                    <a:pt x="125307" y="296278"/>
                  </a:cubicBezTo>
                  <a:cubicBezTo>
                    <a:pt x="126306" y="299857"/>
                    <a:pt x="127554" y="303644"/>
                    <a:pt x="128886" y="307681"/>
                  </a:cubicBezTo>
                  <a:cubicBezTo>
                    <a:pt x="136044" y="329154"/>
                    <a:pt x="147321" y="356744"/>
                    <a:pt x="165548" y="387080"/>
                  </a:cubicBezTo>
                  <a:cubicBezTo>
                    <a:pt x="169585" y="387413"/>
                    <a:pt x="175702" y="387871"/>
                    <a:pt x="183317" y="387746"/>
                  </a:cubicBezTo>
                  <a:cubicBezTo>
                    <a:pt x="193929" y="387746"/>
                    <a:pt x="197757" y="386872"/>
                    <a:pt x="200421" y="389536"/>
                  </a:cubicBezTo>
                  <a:cubicBezTo>
                    <a:pt x="204124" y="393239"/>
                    <a:pt x="203458" y="401479"/>
                    <a:pt x="200088" y="406306"/>
                  </a:cubicBezTo>
                  <a:close/>
                </a:path>
              </a:pathLst>
            </a:custGeom>
            <a:solidFill>
              <a:srgbClr val="B7B7B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550;p71">
              <a:extLst>
                <a:ext uri="{FF2B5EF4-FFF2-40B4-BE49-F238E27FC236}">
                  <a16:creationId xmlns:a16="http://schemas.microsoft.com/office/drawing/2014/main" id="{26A32480-7B92-587A-99C4-5A0763F8B466}"/>
                </a:ext>
              </a:extLst>
            </p:cNvPr>
            <p:cNvSpPr/>
            <p:nvPr/>
          </p:nvSpPr>
          <p:spPr>
            <a:xfrm>
              <a:off x="7786073" y="3025355"/>
              <a:ext cx="92967" cy="65578"/>
            </a:xfrm>
            <a:custGeom>
              <a:avLst/>
              <a:gdLst/>
              <a:ahLst/>
              <a:cxnLst/>
              <a:rect l="l" t="t" r="r" b="b"/>
              <a:pathLst>
                <a:path w="22969" h="16202" extrusionOk="0">
                  <a:moveTo>
                    <a:pt x="4542" y="3145"/>
                  </a:moveTo>
                  <a:cubicBezTo>
                    <a:pt x="-161" y="10469"/>
                    <a:pt x="-452" y="12966"/>
                    <a:pt x="339" y="13798"/>
                  </a:cubicBezTo>
                  <a:cubicBezTo>
                    <a:pt x="1712" y="15171"/>
                    <a:pt x="5624" y="11260"/>
                    <a:pt x="11866" y="11717"/>
                  </a:cubicBezTo>
                  <a:cubicBezTo>
                    <a:pt x="18483" y="12175"/>
                    <a:pt x="21645" y="17002"/>
                    <a:pt x="22686" y="16087"/>
                  </a:cubicBezTo>
                  <a:cubicBezTo>
                    <a:pt x="24433" y="14547"/>
                    <a:pt x="17858" y="-684"/>
                    <a:pt x="9952" y="24"/>
                  </a:cubicBezTo>
                  <a:cubicBezTo>
                    <a:pt x="8870" y="107"/>
                    <a:pt x="6831" y="606"/>
                    <a:pt x="4542" y="318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551;p71">
              <a:extLst>
                <a:ext uri="{FF2B5EF4-FFF2-40B4-BE49-F238E27FC236}">
                  <a16:creationId xmlns:a16="http://schemas.microsoft.com/office/drawing/2014/main" id="{0F5F78DA-1D86-2AE2-D555-AA7D62420447}"/>
                </a:ext>
              </a:extLst>
            </p:cNvPr>
            <p:cNvSpPr/>
            <p:nvPr/>
          </p:nvSpPr>
          <p:spPr>
            <a:xfrm>
              <a:off x="7290282" y="3687540"/>
              <a:ext cx="524633" cy="372164"/>
            </a:xfrm>
            <a:custGeom>
              <a:avLst/>
              <a:gdLst/>
              <a:ahLst/>
              <a:cxnLst/>
              <a:rect l="l" t="t" r="r" b="b"/>
              <a:pathLst>
                <a:path w="129619" h="91949" extrusionOk="0">
                  <a:moveTo>
                    <a:pt x="122348" y="62488"/>
                  </a:moveTo>
                  <a:cubicBezTo>
                    <a:pt x="116980" y="66691"/>
                    <a:pt x="113068" y="63862"/>
                    <a:pt x="108365" y="67607"/>
                  </a:cubicBezTo>
                  <a:cubicBezTo>
                    <a:pt x="99626" y="74556"/>
                    <a:pt x="105078" y="90703"/>
                    <a:pt x="101374" y="91826"/>
                  </a:cubicBezTo>
                  <a:cubicBezTo>
                    <a:pt x="95132" y="93740"/>
                    <a:pt x="75365" y="73183"/>
                    <a:pt x="70413" y="46176"/>
                  </a:cubicBezTo>
                  <a:cubicBezTo>
                    <a:pt x="69290" y="40183"/>
                    <a:pt x="69165" y="35023"/>
                    <a:pt x="69248" y="31278"/>
                  </a:cubicBezTo>
                  <a:cubicBezTo>
                    <a:pt x="66793" y="52667"/>
                    <a:pt x="53726" y="70520"/>
                    <a:pt x="35458" y="76928"/>
                  </a:cubicBezTo>
                  <a:cubicBezTo>
                    <a:pt x="20393" y="82213"/>
                    <a:pt x="6827" y="78010"/>
                    <a:pt x="1917" y="76221"/>
                  </a:cubicBezTo>
                  <a:cubicBezTo>
                    <a:pt x="-1454" y="69979"/>
                    <a:pt x="-289" y="62239"/>
                    <a:pt x="4705" y="57370"/>
                  </a:cubicBezTo>
                  <a:cubicBezTo>
                    <a:pt x="9490" y="52709"/>
                    <a:pt x="16814" y="51544"/>
                    <a:pt x="22890" y="54582"/>
                  </a:cubicBezTo>
                  <a:cubicBezTo>
                    <a:pt x="27468" y="42139"/>
                    <a:pt x="36706" y="18419"/>
                    <a:pt x="44571" y="10554"/>
                  </a:cubicBezTo>
                  <a:cubicBezTo>
                    <a:pt x="45112" y="10013"/>
                    <a:pt x="45611" y="9555"/>
                    <a:pt x="45611" y="9555"/>
                  </a:cubicBezTo>
                  <a:cubicBezTo>
                    <a:pt x="48566" y="6809"/>
                    <a:pt x="55765" y="983"/>
                    <a:pt x="65503" y="109"/>
                  </a:cubicBezTo>
                  <a:cubicBezTo>
                    <a:pt x="83314" y="-1514"/>
                    <a:pt x="99210" y="15506"/>
                    <a:pt x="102415" y="18918"/>
                  </a:cubicBezTo>
                  <a:cubicBezTo>
                    <a:pt x="106493" y="23246"/>
                    <a:pt x="107658" y="25743"/>
                    <a:pt x="112985" y="30071"/>
                  </a:cubicBezTo>
                  <a:cubicBezTo>
                    <a:pt x="121765" y="37187"/>
                    <a:pt x="126051" y="36521"/>
                    <a:pt x="128423" y="41473"/>
                  </a:cubicBezTo>
                  <a:cubicBezTo>
                    <a:pt x="131503" y="47923"/>
                    <a:pt x="128340" y="57828"/>
                    <a:pt x="122306" y="6253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552;p71">
              <a:extLst>
                <a:ext uri="{FF2B5EF4-FFF2-40B4-BE49-F238E27FC236}">
                  <a16:creationId xmlns:a16="http://schemas.microsoft.com/office/drawing/2014/main" id="{E9120966-B1DC-539B-64F6-4F4777D2E91F}"/>
                </a:ext>
              </a:extLst>
            </p:cNvPr>
            <p:cNvSpPr/>
            <p:nvPr/>
          </p:nvSpPr>
          <p:spPr>
            <a:xfrm>
              <a:off x="7627830" y="4393396"/>
              <a:ext cx="615370" cy="583872"/>
            </a:xfrm>
            <a:custGeom>
              <a:avLst/>
              <a:gdLst/>
              <a:ahLst/>
              <a:cxnLst/>
              <a:rect l="l" t="t" r="r" b="b"/>
              <a:pathLst>
                <a:path w="152037" h="144255" extrusionOk="0">
                  <a:moveTo>
                    <a:pt x="148759" y="131088"/>
                  </a:moveTo>
                  <a:cubicBezTo>
                    <a:pt x="148426" y="131629"/>
                    <a:pt x="147968" y="132086"/>
                    <a:pt x="147511" y="132544"/>
                  </a:cubicBezTo>
                  <a:cubicBezTo>
                    <a:pt x="142350" y="138120"/>
                    <a:pt x="131198" y="138453"/>
                    <a:pt x="74603" y="141699"/>
                  </a:cubicBezTo>
                  <a:cubicBezTo>
                    <a:pt x="20380" y="144737"/>
                    <a:pt x="2028" y="146069"/>
                    <a:pt x="155" y="139910"/>
                  </a:cubicBezTo>
                  <a:cubicBezTo>
                    <a:pt x="-1634" y="134001"/>
                    <a:pt x="12556" y="125054"/>
                    <a:pt x="16926" y="122224"/>
                  </a:cubicBezTo>
                  <a:cubicBezTo>
                    <a:pt x="39522" y="107909"/>
                    <a:pt x="63658" y="110946"/>
                    <a:pt x="72397" y="112403"/>
                  </a:cubicBezTo>
                  <a:cubicBezTo>
                    <a:pt x="70400" y="110946"/>
                    <a:pt x="67944" y="109157"/>
                    <a:pt x="65115" y="106827"/>
                  </a:cubicBezTo>
                  <a:cubicBezTo>
                    <a:pt x="56168" y="99461"/>
                    <a:pt x="44557" y="87143"/>
                    <a:pt x="37400" y="69166"/>
                  </a:cubicBezTo>
                  <a:cubicBezTo>
                    <a:pt x="28453" y="46361"/>
                    <a:pt x="25540" y="11031"/>
                    <a:pt x="40188" y="2084"/>
                  </a:cubicBezTo>
                  <a:cubicBezTo>
                    <a:pt x="53171" y="-5864"/>
                    <a:pt x="81677" y="9366"/>
                    <a:pt x="108269" y="40203"/>
                  </a:cubicBezTo>
                  <a:cubicBezTo>
                    <a:pt x="112721" y="45446"/>
                    <a:pt x="165529" y="106743"/>
                    <a:pt x="148759" y="13108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553;p71">
              <a:extLst>
                <a:ext uri="{FF2B5EF4-FFF2-40B4-BE49-F238E27FC236}">
                  <a16:creationId xmlns:a16="http://schemas.microsoft.com/office/drawing/2014/main" id="{151004F0-E8BB-66D3-EF34-6993329B26B3}"/>
                </a:ext>
              </a:extLst>
            </p:cNvPr>
            <p:cNvSpPr/>
            <p:nvPr/>
          </p:nvSpPr>
          <p:spPr>
            <a:xfrm>
              <a:off x="7871523" y="3206309"/>
              <a:ext cx="258753" cy="321550"/>
            </a:xfrm>
            <a:custGeom>
              <a:avLst/>
              <a:gdLst/>
              <a:ahLst/>
              <a:cxnLst/>
              <a:rect l="l" t="t" r="r" b="b"/>
              <a:pathLst>
                <a:path w="63929" h="79444" extrusionOk="0">
                  <a:moveTo>
                    <a:pt x="63888" y="55180"/>
                  </a:moveTo>
                  <a:cubicBezTo>
                    <a:pt x="59643" y="61547"/>
                    <a:pt x="55273" y="68164"/>
                    <a:pt x="50904" y="74656"/>
                  </a:cubicBezTo>
                  <a:cubicBezTo>
                    <a:pt x="41416" y="79358"/>
                    <a:pt x="28973" y="81813"/>
                    <a:pt x="18154" y="76237"/>
                  </a:cubicBezTo>
                  <a:cubicBezTo>
                    <a:pt x="2174" y="68081"/>
                    <a:pt x="-3319" y="45817"/>
                    <a:pt x="1924" y="27923"/>
                  </a:cubicBezTo>
                  <a:cubicBezTo>
                    <a:pt x="2465" y="25801"/>
                    <a:pt x="3256" y="23803"/>
                    <a:pt x="4171" y="21764"/>
                  </a:cubicBezTo>
                  <a:cubicBezTo>
                    <a:pt x="6294" y="17062"/>
                    <a:pt x="9207" y="13275"/>
                    <a:pt x="12328" y="10154"/>
                  </a:cubicBezTo>
                  <a:cubicBezTo>
                    <a:pt x="13576" y="8905"/>
                    <a:pt x="14783" y="7823"/>
                    <a:pt x="16031" y="6783"/>
                  </a:cubicBezTo>
                  <a:cubicBezTo>
                    <a:pt x="16572" y="7116"/>
                    <a:pt x="17155" y="7574"/>
                    <a:pt x="17613" y="8032"/>
                  </a:cubicBezTo>
                  <a:cubicBezTo>
                    <a:pt x="24562" y="5368"/>
                    <a:pt x="31470" y="2663"/>
                    <a:pt x="38420" y="0"/>
                  </a:cubicBezTo>
                  <a:cubicBezTo>
                    <a:pt x="46909" y="18352"/>
                    <a:pt x="55398" y="36787"/>
                    <a:pt x="63929" y="5522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554;p71">
              <a:extLst>
                <a:ext uri="{FF2B5EF4-FFF2-40B4-BE49-F238E27FC236}">
                  <a16:creationId xmlns:a16="http://schemas.microsoft.com/office/drawing/2014/main" id="{3E2AAA50-A8B2-A8CD-4A4B-178482C776A4}"/>
                </a:ext>
              </a:extLst>
            </p:cNvPr>
            <p:cNvSpPr/>
            <p:nvPr/>
          </p:nvSpPr>
          <p:spPr>
            <a:xfrm>
              <a:off x="8000900" y="4056762"/>
              <a:ext cx="129565" cy="378466"/>
            </a:xfrm>
            <a:custGeom>
              <a:avLst/>
              <a:gdLst/>
              <a:ahLst/>
              <a:cxnLst/>
              <a:rect l="l" t="t" r="r" b="b"/>
              <a:pathLst>
                <a:path w="32011" h="93506" extrusionOk="0">
                  <a:moveTo>
                    <a:pt x="32012" y="93507"/>
                  </a:moveTo>
                  <a:cubicBezTo>
                    <a:pt x="19819" y="89595"/>
                    <a:pt x="14242" y="78984"/>
                    <a:pt x="9207" y="69454"/>
                  </a:cubicBezTo>
                  <a:cubicBezTo>
                    <a:pt x="5420" y="62296"/>
                    <a:pt x="-3652" y="44985"/>
                    <a:pt x="1592" y="23262"/>
                  </a:cubicBezTo>
                  <a:cubicBezTo>
                    <a:pt x="4047" y="13317"/>
                    <a:pt x="8749" y="5576"/>
                    <a:pt x="13202" y="0"/>
                  </a:cubicBezTo>
                  <a:cubicBezTo>
                    <a:pt x="15116" y="24261"/>
                    <a:pt x="19361" y="51893"/>
                    <a:pt x="28391" y="82063"/>
                  </a:cubicBezTo>
                  <a:cubicBezTo>
                    <a:pt x="29390" y="85642"/>
                    <a:pt x="30638" y="89429"/>
                    <a:pt x="31970" y="934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555;p71">
              <a:extLst>
                <a:ext uri="{FF2B5EF4-FFF2-40B4-BE49-F238E27FC236}">
                  <a16:creationId xmlns:a16="http://schemas.microsoft.com/office/drawing/2014/main" id="{997A792C-FEE5-1AF8-6C21-8D623421C008}"/>
                </a:ext>
              </a:extLst>
            </p:cNvPr>
            <p:cNvSpPr/>
            <p:nvPr/>
          </p:nvSpPr>
          <p:spPr>
            <a:xfrm>
              <a:off x="7983790" y="3334496"/>
              <a:ext cx="179454" cy="608388"/>
            </a:xfrm>
            <a:custGeom>
              <a:avLst/>
              <a:gdLst/>
              <a:ahLst/>
              <a:cxnLst/>
              <a:rect l="l" t="t" r="r" b="b"/>
              <a:pathLst>
                <a:path w="44337" h="150312" extrusionOk="0">
                  <a:moveTo>
                    <a:pt x="7863" y="32171"/>
                  </a:moveTo>
                  <a:cubicBezTo>
                    <a:pt x="3369" y="46944"/>
                    <a:pt x="-3664" y="70123"/>
                    <a:pt x="2287" y="99253"/>
                  </a:cubicBezTo>
                  <a:cubicBezTo>
                    <a:pt x="6989" y="122265"/>
                    <a:pt x="20306" y="151561"/>
                    <a:pt x="30251" y="150271"/>
                  </a:cubicBezTo>
                  <a:cubicBezTo>
                    <a:pt x="38949" y="149106"/>
                    <a:pt x="45232" y="124429"/>
                    <a:pt x="44234" y="104870"/>
                  </a:cubicBezTo>
                  <a:cubicBezTo>
                    <a:pt x="43360" y="88558"/>
                    <a:pt x="37867" y="84230"/>
                    <a:pt x="37950" y="64338"/>
                  </a:cubicBezTo>
                  <a:cubicBezTo>
                    <a:pt x="37992" y="50314"/>
                    <a:pt x="40738" y="49066"/>
                    <a:pt x="40031" y="37081"/>
                  </a:cubicBezTo>
                  <a:cubicBezTo>
                    <a:pt x="39073" y="20727"/>
                    <a:pt x="32665" y="294"/>
                    <a:pt x="25341" y="3"/>
                  </a:cubicBezTo>
                  <a:cubicBezTo>
                    <a:pt x="17767" y="-288"/>
                    <a:pt x="11234" y="21101"/>
                    <a:pt x="7863" y="322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556;p71">
              <a:extLst>
                <a:ext uri="{FF2B5EF4-FFF2-40B4-BE49-F238E27FC236}">
                  <a16:creationId xmlns:a16="http://schemas.microsoft.com/office/drawing/2014/main" id="{951A8642-8E97-219F-CCDF-E3C94F68D337}"/>
                </a:ext>
              </a:extLst>
            </p:cNvPr>
            <p:cNvSpPr/>
            <p:nvPr/>
          </p:nvSpPr>
          <p:spPr>
            <a:xfrm>
              <a:off x="7627996" y="4795459"/>
              <a:ext cx="597217" cy="181348"/>
            </a:xfrm>
            <a:custGeom>
              <a:avLst/>
              <a:gdLst/>
              <a:ahLst/>
              <a:cxnLst/>
              <a:rect l="l" t="t" r="r" b="b"/>
              <a:pathLst>
                <a:path w="147552" h="44805" extrusionOk="0">
                  <a:moveTo>
                    <a:pt x="147511" y="33095"/>
                  </a:moveTo>
                  <a:cubicBezTo>
                    <a:pt x="142350" y="38671"/>
                    <a:pt x="131198" y="39004"/>
                    <a:pt x="74603" y="42250"/>
                  </a:cubicBezTo>
                  <a:cubicBezTo>
                    <a:pt x="20380" y="45287"/>
                    <a:pt x="2028" y="46619"/>
                    <a:pt x="155" y="40460"/>
                  </a:cubicBezTo>
                  <a:cubicBezTo>
                    <a:pt x="-1634" y="34551"/>
                    <a:pt x="12556" y="25604"/>
                    <a:pt x="16926" y="22774"/>
                  </a:cubicBezTo>
                  <a:cubicBezTo>
                    <a:pt x="39522" y="8459"/>
                    <a:pt x="63658" y="11497"/>
                    <a:pt x="72397" y="12953"/>
                  </a:cubicBezTo>
                  <a:cubicBezTo>
                    <a:pt x="70400" y="11497"/>
                    <a:pt x="67944" y="9707"/>
                    <a:pt x="65115" y="7377"/>
                  </a:cubicBezTo>
                  <a:cubicBezTo>
                    <a:pt x="75269" y="3673"/>
                    <a:pt x="81344" y="-238"/>
                    <a:pt x="93079" y="11"/>
                  </a:cubicBezTo>
                  <a:cubicBezTo>
                    <a:pt x="118797" y="469"/>
                    <a:pt x="136774" y="19903"/>
                    <a:pt x="139937" y="23398"/>
                  </a:cubicBezTo>
                  <a:cubicBezTo>
                    <a:pt x="140811" y="24272"/>
                    <a:pt x="144057" y="28101"/>
                    <a:pt x="147552" y="3313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2557;p71">
              <a:extLst>
                <a:ext uri="{FF2B5EF4-FFF2-40B4-BE49-F238E27FC236}">
                  <a16:creationId xmlns:a16="http://schemas.microsoft.com/office/drawing/2014/main" id="{B95EDFB0-0ADA-CB68-894E-8AACAA6303D8}"/>
                </a:ext>
              </a:extLst>
            </p:cNvPr>
            <p:cNvSpPr/>
            <p:nvPr/>
          </p:nvSpPr>
          <p:spPr>
            <a:xfrm>
              <a:off x="7722503" y="3530001"/>
              <a:ext cx="90012" cy="163580"/>
            </a:xfrm>
            <a:custGeom>
              <a:avLst/>
              <a:gdLst/>
              <a:ahLst/>
              <a:cxnLst/>
              <a:rect l="l" t="t" r="r" b="b"/>
              <a:pathLst>
                <a:path w="22239" h="40415" extrusionOk="0">
                  <a:moveTo>
                    <a:pt x="19351" y="37869"/>
                  </a:moveTo>
                  <a:cubicBezTo>
                    <a:pt x="14773" y="41905"/>
                    <a:pt x="5368" y="40990"/>
                    <a:pt x="1248" y="36204"/>
                  </a:cubicBezTo>
                  <a:cubicBezTo>
                    <a:pt x="916" y="35871"/>
                    <a:pt x="458" y="35330"/>
                    <a:pt x="0" y="34082"/>
                  </a:cubicBezTo>
                  <a:cubicBezTo>
                    <a:pt x="7366" y="19226"/>
                    <a:pt x="13400" y="9613"/>
                    <a:pt x="15772" y="0"/>
                  </a:cubicBezTo>
                  <a:cubicBezTo>
                    <a:pt x="18352" y="6700"/>
                    <a:pt x="20141" y="15439"/>
                    <a:pt x="20349" y="16770"/>
                  </a:cubicBezTo>
                  <a:cubicBezTo>
                    <a:pt x="22347" y="27049"/>
                    <a:pt x="23720" y="34082"/>
                    <a:pt x="19351" y="3791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2558;p71">
              <a:extLst>
                <a:ext uri="{FF2B5EF4-FFF2-40B4-BE49-F238E27FC236}">
                  <a16:creationId xmlns:a16="http://schemas.microsoft.com/office/drawing/2014/main" id="{EF9E43BF-A145-FEF5-0C1B-CAC952D73719}"/>
                </a:ext>
              </a:extLst>
            </p:cNvPr>
            <p:cNvSpPr/>
            <p:nvPr/>
          </p:nvSpPr>
          <p:spPr>
            <a:xfrm>
              <a:off x="7782062" y="3756454"/>
              <a:ext cx="43454" cy="43454"/>
            </a:xfrm>
            <a:custGeom>
              <a:avLst/>
              <a:gdLst/>
              <a:ahLst/>
              <a:cxnLst/>
              <a:rect l="l" t="t" r="r" b="b"/>
              <a:pathLst>
                <a:path w="10736" h="10736" extrusionOk="0">
                  <a:moveTo>
                    <a:pt x="10736" y="5368"/>
                  </a:moveTo>
                  <a:cubicBezTo>
                    <a:pt x="10736" y="8333"/>
                    <a:pt x="8333" y="10736"/>
                    <a:pt x="5368" y="10736"/>
                  </a:cubicBezTo>
                  <a:cubicBezTo>
                    <a:pt x="2403" y="10736"/>
                    <a:pt x="0" y="8333"/>
                    <a:pt x="0" y="5368"/>
                  </a:cubicBezTo>
                  <a:cubicBezTo>
                    <a:pt x="0" y="2403"/>
                    <a:pt x="2403" y="0"/>
                    <a:pt x="5368" y="0"/>
                  </a:cubicBezTo>
                  <a:cubicBezTo>
                    <a:pt x="8333" y="0"/>
                    <a:pt x="10736" y="2403"/>
                    <a:pt x="10736" y="53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2559;p71">
              <a:extLst>
                <a:ext uri="{FF2B5EF4-FFF2-40B4-BE49-F238E27FC236}">
                  <a16:creationId xmlns:a16="http://schemas.microsoft.com/office/drawing/2014/main" id="{95F96CAA-8FB9-8CAB-CDA9-90F6593770B8}"/>
                </a:ext>
              </a:extLst>
            </p:cNvPr>
            <p:cNvSpPr/>
            <p:nvPr/>
          </p:nvSpPr>
          <p:spPr>
            <a:xfrm>
              <a:off x="7853565" y="3718937"/>
              <a:ext cx="19873" cy="26272"/>
            </a:xfrm>
            <a:custGeom>
              <a:avLst/>
              <a:gdLst/>
              <a:ahLst/>
              <a:cxnLst/>
              <a:rect l="l" t="t" r="r" b="b"/>
              <a:pathLst>
                <a:path w="4910" h="6491" extrusionOk="0">
                  <a:moveTo>
                    <a:pt x="4910" y="3246"/>
                  </a:moveTo>
                  <a:cubicBezTo>
                    <a:pt x="4910" y="5035"/>
                    <a:pt x="3828" y="6492"/>
                    <a:pt x="2455" y="6492"/>
                  </a:cubicBezTo>
                  <a:cubicBezTo>
                    <a:pt x="1082" y="6492"/>
                    <a:pt x="0" y="5035"/>
                    <a:pt x="0" y="3246"/>
                  </a:cubicBezTo>
                  <a:cubicBezTo>
                    <a:pt x="0" y="1456"/>
                    <a:pt x="1082" y="0"/>
                    <a:pt x="2455" y="0"/>
                  </a:cubicBezTo>
                  <a:cubicBezTo>
                    <a:pt x="3828" y="0"/>
                    <a:pt x="4910" y="1456"/>
                    <a:pt x="4910" y="324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2560;p71">
              <a:extLst>
                <a:ext uri="{FF2B5EF4-FFF2-40B4-BE49-F238E27FC236}">
                  <a16:creationId xmlns:a16="http://schemas.microsoft.com/office/drawing/2014/main" id="{457F8B7D-5021-ECFD-0260-21B2BA46706E}"/>
                </a:ext>
              </a:extLst>
            </p:cNvPr>
            <p:cNvSpPr/>
            <p:nvPr/>
          </p:nvSpPr>
          <p:spPr>
            <a:xfrm>
              <a:off x="7935158" y="4228366"/>
              <a:ext cx="14482" cy="21557"/>
            </a:xfrm>
            <a:custGeom>
              <a:avLst/>
              <a:gdLst/>
              <a:ahLst/>
              <a:cxnLst/>
              <a:rect l="l" t="t" r="r" b="b"/>
              <a:pathLst>
                <a:path w="3578" h="5326" extrusionOk="0">
                  <a:moveTo>
                    <a:pt x="3579" y="2663"/>
                  </a:moveTo>
                  <a:cubicBezTo>
                    <a:pt x="3579" y="4161"/>
                    <a:pt x="2788" y="5327"/>
                    <a:pt x="1789" y="5327"/>
                  </a:cubicBezTo>
                  <a:cubicBezTo>
                    <a:pt x="791" y="5327"/>
                    <a:pt x="0" y="4120"/>
                    <a:pt x="0" y="2663"/>
                  </a:cubicBezTo>
                  <a:cubicBezTo>
                    <a:pt x="0" y="1207"/>
                    <a:pt x="791" y="0"/>
                    <a:pt x="1789" y="0"/>
                  </a:cubicBezTo>
                  <a:cubicBezTo>
                    <a:pt x="2788" y="0"/>
                    <a:pt x="3579" y="1207"/>
                    <a:pt x="3579" y="266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561;p71">
              <a:extLst>
                <a:ext uri="{FF2B5EF4-FFF2-40B4-BE49-F238E27FC236}">
                  <a16:creationId xmlns:a16="http://schemas.microsoft.com/office/drawing/2014/main" id="{BCBCF427-3917-BA78-E8DD-64E702277EDB}"/>
                </a:ext>
              </a:extLst>
            </p:cNvPr>
            <p:cNvSpPr/>
            <p:nvPr/>
          </p:nvSpPr>
          <p:spPr>
            <a:xfrm>
              <a:off x="7899662" y="4255623"/>
              <a:ext cx="20885" cy="15158"/>
            </a:xfrm>
            <a:custGeom>
              <a:avLst/>
              <a:gdLst/>
              <a:ahLst/>
              <a:cxnLst/>
              <a:rect l="l" t="t" r="r" b="b"/>
              <a:pathLst>
                <a:path w="5160" h="3745" extrusionOk="0">
                  <a:moveTo>
                    <a:pt x="5160" y="1873"/>
                  </a:moveTo>
                  <a:cubicBezTo>
                    <a:pt x="5160" y="2913"/>
                    <a:pt x="3995" y="3745"/>
                    <a:pt x="2580" y="3745"/>
                  </a:cubicBezTo>
                  <a:cubicBezTo>
                    <a:pt x="1165" y="3745"/>
                    <a:pt x="0" y="2913"/>
                    <a:pt x="0" y="1873"/>
                  </a:cubicBezTo>
                  <a:cubicBezTo>
                    <a:pt x="0" y="832"/>
                    <a:pt x="1165" y="0"/>
                    <a:pt x="2580" y="0"/>
                  </a:cubicBezTo>
                  <a:cubicBezTo>
                    <a:pt x="3995" y="0"/>
                    <a:pt x="5160" y="832"/>
                    <a:pt x="5160" y="187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562;p71">
              <a:extLst>
                <a:ext uri="{FF2B5EF4-FFF2-40B4-BE49-F238E27FC236}">
                  <a16:creationId xmlns:a16="http://schemas.microsoft.com/office/drawing/2014/main" id="{FDC71DE1-5518-6B68-BAA5-4D3E2437DF2A}"/>
                </a:ext>
              </a:extLst>
            </p:cNvPr>
            <p:cNvSpPr/>
            <p:nvPr/>
          </p:nvSpPr>
          <p:spPr>
            <a:xfrm>
              <a:off x="7927085" y="4113460"/>
              <a:ext cx="22569" cy="35707"/>
            </a:xfrm>
            <a:custGeom>
              <a:avLst/>
              <a:gdLst/>
              <a:ahLst/>
              <a:cxnLst/>
              <a:rect l="l" t="t" r="r" b="b"/>
              <a:pathLst>
                <a:path w="5576" h="8822" extrusionOk="0">
                  <a:moveTo>
                    <a:pt x="5576" y="4411"/>
                  </a:moveTo>
                  <a:cubicBezTo>
                    <a:pt x="5576" y="6866"/>
                    <a:pt x="4328" y="8822"/>
                    <a:pt x="2788" y="8822"/>
                  </a:cubicBezTo>
                  <a:cubicBezTo>
                    <a:pt x="1248" y="8822"/>
                    <a:pt x="0" y="6825"/>
                    <a:pt x="0" y="4411"/>
                  </a:cubicBezTo>
                  <a:cubicBezTo>
                    <a:pt x="0" y="1997"/>
                    <a:pt x="1248" y="0"/>
                    <a:pt x="2788" y="0"/>
                  </a:cubicBezTo>
                  <a:cubicBezTo>
                    <a:pt x="4328" y="0"/>
                    <a:pt x="5576" y="1997"/>
                    <a:pt x="5576" y="441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563;p71">
              <a:extLst>
                <a:ext uri="{FF2B5EF4-FFF2-40B4-BE49-F238E27FC236}">
                  <a16:creationId xmlns:a16="http://schemas.microsoft.com/office/drawing/2014/main" id="{7D0D207C-06E3-2633-6969-BAC0A9FAAC2D}"/>
                </a:ext>
              </a:extLst>
            </p:cNvPr>
            <p:cNvSpPr/>
            <p:nvPr/>
          </p:nvSpPr>
          <p:spPr>
            <a:xfrm>
              <a:off x="7975203" y="4162415"/>
              <a:ext cx="44466" cy="69730"/>
            </a:xfrm>
            <a:custGeom>
              <a:avLst/>
              <a:gdLst/>
              <a:ahLst/>
              <a:cxnLst/>
              <a:rect l="l" t="t" r="r" b="b"/>
              <a:pathLst>
                <a:path w="10986" h="17228" extrusionOk="0">
                  <a:moveTo>
                    <a:pt x="10986" y="8614"/>
                  </a:moveTo>
                  <a:cubicBezTo>
                    <a:pt x="10986" y="13358"/>
                    <a:pt x="8531" y="17228"/>
                    <a:pt x="5493" y="17228"/>
                  </a:cubicBezTo>
                  <a:cubicBezTo>
                    <a:pt x="2455" y="17228"/>
                    <a:pt x="0" y="13358"/>
                    <a:pt x="0" y="8614"/>
                  </a:cubicBezTo>
                  <a:cubicBezTo>
                    <a:pt x="0" y="3870"/>
                    <a:pt x="2455" y="0"/>
                    <a:pt x="5493" y="0"/>
                  </a:cubicBezTo>
                  <a:cubicBezTo>
                    <a:pt x="8531" y="0"/>
                    <a:pt x="10986" y="3870"/>
                    <a:pt x="10986" y="861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564;p71">
              <a:extLst>
                <a:ext uri="{FF2B5EF4-FFF2-40B4-BE49-F238E27FC236}">
                  <a16:creationId xmlns:a16="http://schemas.microsoft.com/office/drawing/2014/main" id="{15F5F1E7-4341-5194-E0AE-468F852D13CB}"/>
                </a:ext>
              </a:extLst>
            </p:cNvPr>
            <p:cNvSpPr/>
            <p:nvPr/>
          </p:nvSpPr>
          <p:spPr>
            <a:xfrm>
              <a:off x="7963257" y="4580491"/>
              <a:ext cx="25600" cy="25600"/>
            </a:xfrm>
            <a:custGeom>
              <a:avLst/>
              <a:gdLst/>
              <a:ahLst/>
              <a:cxnLst/>
              <a:rect l="l" t="t" r="r" b="b"/>
              <a:pathLst>
                <a:path w="6325" h="6325" extrusionOk="0">
                  <a:moveTo>
                    <a:pt x="6325" y="3163"/>
                  </a:moveTo>
                  <a:cubicBezTo>
                    <a:pt x="6325" y="4909"/>
                    <a:pt x="4909" y="6325"/>
                    <a:pt x="3163" y="6325"/>
                  </a:cubicBezTo>
                  <a:cubicBezTo>
                    <a:pt x="1416" y="6325"/>
                    <a:pt x="0" y="4909"/>
                    <a:pt x="0" y="3163"/>
                  </a:cubicBezTo>
                  <a:cubicBezTo>
                    <a:pt x="0" y="1416"/>
                    <a:pt x="1416" y="0"/>
                    <a:pt x="3163" y="0"/>
                  </a:cubicBezTo>
                  <a:cubicBezTo>
                    <a:pt x="4909" y="0"/>
                    <a:pt x="6325" y="1416"/>
                    <a:pt x="6325" y="316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565;p71">
              <a:extLst>
                <a:ext uri="{FF2B5EF4-FFF2-40B4-BE49-F238E27FC236}">
                  <a16:creationId xmlns:a16="http://schemas.microsoft.com/office/drawing/2014/main" id="{77134C4D-9F3D-0288-A48A-EEBEF728B42F}"/>
                </a:ext>
              </a:extLst>
            </p:cNvPr>
            <p:cNvSpPr/>
            <p:nvPr/>
          </p:nvSpPr>
          <p:spPr>
            <a:xfrm>
              <a:off x="7891418" y="4540956"/>
              <a:ext cx="29644" cy="21221"/>
            </a:xfrm>
            <a:custGeom>
              <a:avLst/>
              <a:gdLst/>
              <a:ahLst/>
              <a:cxnLst/>
              <a:rect l="l" t="t" r="r" b="b"/>
              <a:pathLst>
                <a:path w="7324" h="5243" extrusionOk="0">
                  <a:moveTo>
                    <a:pt x="7324" y="2622"/>
                  </a:moveTo>
                  <a:cubicBezTo>
                    <a:pt x="7324" y="4078"/>
                    <a:pt x="5701" y="5243"/>
                    <a:pt x="3662" y="5243"/>
                  </a:cubicBezTo>
                  <a:cubicBezTo>
                    <a:pt x="1623" y="5243"/>
                    <a:pt x="0" y="4078"/>
                    <a:pt x="0" y="2622"/>
                  </a:cubicBezTo>
                  <a:cubicBezTo>
                    <a:pt x="0" y="1165"/>
                    <a:pt x="1623" y="0"/>
                    <a:pt x="3662" y="0"/>
                  </a:cubicBezTo>
                  <a:cubicBezTo>
                    <a:pt x="5701" y="0"/>
                    <a:pt x="7324" y="1165"/>
                    <a:pt x="7324" y="262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566;p71">
              <a:extLst>
                <a:ext uri="{FF2B5EF4-FFF2-40B4-BE49-F238E27FC236}">
                  <a16:creationId xmlns:a16="http://schemas.microsoft.com/office/drawing/2014/main" id="{EEDB34E6-061F-3823-3418-9E242FCE5DD5}"/>
                </a:ext>
              </a:extLst>
            </p:cNvPr>
            <p:cNvSpPr/>
            <p:nvPr/>
          </p:nvSpPr>
          <p:spPr>
            <a:xfrm>
              <a:off x="7891083" y="4638369"/>
              <a:ext cx="35031" cy="35031"/>
            </a:xfrm>
            <a:custGeom>
              <a:avLst/>
              <a:gdLst/>
              <a:ahLst/>
              <a:cxnLst/>
              <a:rect l="l" t="t" r="r" b="b"/>
              <a:pathLst>
                <a:path w="8655" h="8655" extrusionOk="0">
                  <a:moveTo>
                    <a:pt x="8656" y="4328"/>
                  </a:moveTo>
                  <a:cubicBezTo>
                    <a:pt x="8656" y="6700"/>
                    <a:pt x="6741" y="8656"/>
                    <a:pt x="4328" y="8656"/>
                  </a:cubicBezTo>
                  <a:cubicBezTo>
                    <a:pt x="1914" y="8656"/>
                    <a:pt x="0" y="6741"/>
                    <a:pt x="0" y="4328"/>
                  </a:cubicBezTo>
                  <a:cubicBezTo>
                    <a:pt x="0" y="1914"/>
                    <a:pt x="1914" y="0"/>
                    <a:pt x="4328" y="0"/>
                  </a:cubicBezTo>
                  <a:cubicBezTo>
                    <a:pt x="6741" y="0"/>
                    <a:pt x="8656" y="1914"/>
                    <a:pt x="8656" y="432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2567;p71">
              <a:extLst>
                <a:ext uri="{FF2B5EF4-FFF2-40B4-BE49-F238E27FC236}">
                  <a16:creationId xmlns:a16="http://schemas.microsoft.com/office/drawing/2014/main" id="{52441BC8-3DCF-6C15-D5A9-923FA7596A58}"/>
                </a:ext>
              </a:extLst>
            </p:cNvPr>
            <p:cNvSpPr/>
            <p:nvPr/>
          </p:nvSpPr>
          <p:spPr>
            <a:xfrm>
              <a:off x="7988828" y="4673360"/>
              <a:ext cx="54568" cy="54568"/>
            </a:xfrm>
            <a:custGeom>
              <a:avLst/>
              <a:gdLst/>
              <a:ahLst/>
              <a:cxnLst/>
              <a:rect l="l" t="t" r="r" b="b"/>
              <a:pathLst>
                <a:path w="13482" h="13482" extrusionOk="0">
                  <a:moveTo>
                    <a:pt x="13483" y="6741"/>
                  </a:moveTo>
                  <a:cubicBezTo>
                    <a:pt x="13483" y="10487"/>
                    <a:pt x="10445" y="13483"/>
                    <a:pt x="6741" y="13483"/>
                  </a:cubicBezTo>
                  <a:cubicBezTo>
                    <a:pt x="3038" y="13483"/>
                    <a:pt x="0" y="10445"/>
                    <a:pt x="0" y="6741"/>
                  </a:cubicBezTo>
                  <a:cubicBezTo>
                    <a:pt x="0" y="3038"/>
                    <a:pt x="3038" y="0"/>
                    <a:pt x="6741" y="0"/>
                  </a:cubicBezTo>
                  <a:cubicBezTo>
                    <a:pt x="10445" y="0"/>
                    <a:pt x="13483" y="3038"/>
                    <a:pt x="13483" y="674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2568;p71">
              <a:extLst>
                <a:ext uri="{FF2B5EF4-FFF2-40B4-BE49-F238E27FC236}">
                  <a16:creationId xmlns:a16="http://schemas.microsoft.com/office/drawing/2014/main" id="{78317075-742B-6ED8-1D71-F820B5CE03B5}"/>
                </a:ext>
              </a:extLst>
            </p:cNvPr>
            <p:cNvSpPr/>
            <p:nvPr/>
          </p:nvSpPr>
          <p:spPr>
            <a:xfrm>
              <a:off x="7822774" y="3256946"/>
              <a:ext cx="9767" cy="22569"/>
            </a:xfrm>
            <a:custGeom>
              <a:avLst/>
              <a:gdLst/>
              <a:ahLst/>
              <a:cxnLst/>
              <a:rect l="l" t="t" r="r" b="b"/>
              <a:pathLst>
                <a:path w="2413" h="5576" extrusionOk="0">
                  <a:moveTo>
                    <a:pt x="2414" y="2788"/>
                  </a:moveTo>
                  <a:cubicBezTo>
                    <a:pt x="2414" y="4328"/>
                    <a:pt x="1873" y="5576"/>
                    <a:pt x="1207" y="5576"/>
                  </a:cubicBezTo>
                  <a:cubicBezTo>
                    <a:pt x="540" y="5576"/>
                    <a:pt x="0" y="4328"/>
                    <a:pt x="0" y="2788"/>
                  </a:cubicBezTo>
                  <a:cubicBezTo>
                    <a:pt x="0" y="1248"/>
                    <a:pt x="540" y="0"/>
                    <a:pt x="1207" y="0"/>
                  </a:cubicBezTo>
                  <a:cubicBezTo>
                    <a:pt x="1873" y="0"/>
                    <a:pt x="2414" y="1248"/>
                    <a:pt x="2414" y="278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2569;p71">
              <a:extLst>
                <a:ext uri="{FF2B5EF4-FFF2-40B4-BE49-F238E27FC236}">
                  <a16:creationId xmlns:a16="http://schemas.microsoft.com/office/drawing/2014/main" id="{9F9CA27E-5DD0-222D-DFB6-E58C4F617857}"/>
                </a:ext>
              </a:extLst>
            </p:cNvPr>
            <p:cNvSpPr/>
            <p:nvPr/>
          </p:nvSpPr>
          <p:spPr>
            <a:xfrm>
              <a:off x="7855247" y="3206139"/>
              <a:ext cx="23917" cy="23917"/>
            </a:xfrm>
            <a:custGeom>
              <a:avLst/>
              <a:gdLst/>
              <a:ahLst/>
              <a:cxnLst/>
              <a:rect l="l" t="t" r="r" b="b"/>
              <a:pathLst>
                <a:path w="5909" h="5909" extrusionOk="0">
                  <a:moveTo>
                    <a:pt x="5909" y="2955"/>
                  </a:moveTo>
                  <a:cubicBezTo>
                    <a:pt x="5909" y="4586"/>
                    <a:pt x="4586" y="5909"/>
                    <a:pt x="2955" y="5909"/>
                  </a:cubicBezTo>
                  <a:cubicBezTo>
                    <a:pt x="1323" y="5909"/>
                    <a:pt x="0" y="4586"/>
                    <a:pt x="0" y="2955"/>
                  </a:cubicBezTo>
                  <a:cubicBezTo>
                    <a:pt x="0" y="1323"/>
                    <a:pt x="1323" y="0"/>
                    <a:pt x="2955" y="0"/>
                  </a:cubicBezTo>
                  <a:cubicBezTo>
                    <a:pt x="4586" y="0"/>
                    <a:pt x="5909" y="1323"/>
                    <a:pt x="5909" y="295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2570;p71">
              <a:extLst>
                <a:ext uri="{FF2B5EF4-FFF2-40B4-BE49-F238E27FC236}">
                  <a16:creationId xmlns:a16="http://schemas.microsoft.com/office/drawing/2014/main" id="{69F88E0A-39B9-28CF-80A6-A04CCE4EC32E}"/>
                </a:ext>
              </a:extLst>
            </p:cNvPr>
            <p:cNvSpPr/>
            <p:nvPr/>
          </p:nvSpPr>
          <p:spPr>
            <a:xfrm>
              <a:off x="7908411" y="3225149"/>
              <a:ext cx="66359" cy="43118"/>
            </a:xfrm>
            <a:custGeom>
              <a:avLst/>
              <a:gdLst/>
              <a:ahLst/>
              <a:cxnLst/>
              <a:rect l="l" t="t" r="r" b="b"/>
              <a:pathLst>
                <a:path w="16395" h="10653" extrusionOk="0">
                  <a:moveTo>
                    <a:pt x="16396" y="5327"/>
                  </a:moveTo>
                  <a:cubicBezTo>
                    <a:pt x="16396" y="8281"/>
                    <a:pt x="12734" y="10653"/>
                    <a:pt x="8198" y="10653"/>
                  </a:cubicBezTo>
                  <a:cubicBezTo>
                    <a:pt x="3662" y="10653"/>
                    <a:pt x="0" y="8281"/>
                    <a:pt x="0" y="5327"/>
                  </a:cubicBezTo>
                  <a:cubicBezTo>
                    <a:pt x="0" y="2372"/>
                    <a:pt x="3662" y="0"/>
                    <a:pt x="8198" y="0"/>
                  </a:cubicBezTo>
                  <a:cubicBezTo>
                    <a:pt x="12734" y="0"/>
                    <a:pt x="16396" y="2372"/>
                    <a:pt x="16396" y="532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2571;p71">
              <a:extLst>
                <a:ext uri="{FF2B5EF4-FFF2-40B4-BE49-F238E27FC236}">
                  <a16:creationId xmlns:a16="http://schemas.microsoft.com/office/drawing/2014/main" id="{5B864926-513F-3933-67DA-6C869CC9760F}"/>
                </a:ext>
              </a:extLst>
            </p:cNvPr>
            <p:cNvSpPr/>
            <p:nvPr/>
          </p:nvSpPr>
          <p:spPr>
            <a:xfrm>
              <a:off x="7744350" y="3201731"/>
              <a:ext cx="56997" cy="144913"/>
            </a:xfrm>
            <a:custGeom>
              <a:avLst/>
              <a:gdLst/>
              <a:ahLst/>
              <a:cxnLst/>
              <a:rect l="l" t="t" r="r" b="b"/>
              <a:pathLst>
                <a:path w="14082" h="68355" extrusionOk="0">
                  <a:moveTo>
                    <a:pt x="2751" y="7"/>
                  </a:moveTo>
                  <a:cubicBezTo>
                    <a:pt x="2543" y="3003"/>
                    <a:pt x="2127" y="9578"/>
                    <a:pt x="1586" y="18026"/>
                  </a:cubicBezTo>
                  <a:cubicBezTo>
                    <a:pt x="-536" y="49985"/>
                    <a:pt x="-1535" y="60639"/>
                    <a:pt x="5248" y="66048"/>
                  </a:cubicBezTo>
                  <a:cubicBezTo>
                    <a:pt x="6205" y="66797"/>
                    <a:pt x="8952" y="69003"/>
                    <a:pt x="11324" y="68171"/>
                  </a:cubicBezTo>
                  <a:cubicBezTo>
                    <a:pt x="15777" y="66589"/>
                    <a:pt x="13571" y="56061"/>
                    <a:pt x="13280" y="26931"/>
                  </a:cubicBezTo>
                  <a:cubicBezTo>
                    <a:pt x="13155" y="13906"/>
                    <a:pt x="13488" y="4335"/>
                    <a:pt x="7703" y="1089"/>
                  </a:cubicBezTo>
                  <a:cubicBezTo>
                    <a:pt x="5956" y="90"/>
                    <a:pt x="4125" y="-35"/>
                    <a:pt x="2751" y="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2572;p71">
              <a:extLst>
                <a:ext uri="{FF2B5EF4-FFF2-40B4-BE49-F238E27FC236}">
                  <a16:creationId xmlns:a16="http://schemas.microsoft.com/office/drawing/2014/main" id="{8EA498ED-9A0E-F1CE-3FE4-E1E41B34637E}"/>
                </a:ext>
              </a:extLst>
            </p:cNvPr>
            <p:cNvSpPr/>
            <p:nvPr/>
          </p:nvSpPr>
          <p:spPr>
            <a:xfrm>
              <a:off x="7776980" y="3190441"/>
              <a:ext cx="68585" cy="144905"/>
            </a:xfrm>
            <a:custGeom>
              <a:avLst/>
              <a:gdLst/>
              <a:ahLst/>
              <a:cxnLst/>
              <a:rect l="l" t="t" r="r" b="b"/>
              <a:pathLst>
                <a:path w="16945" h="35801" extrusionOk="0">
                  <a:moveTo>
                    <a:pt x="15114" y="35801"/>
                  </a:moveTo>
                  <a:cubicBezTo>
                    <a:pt x="14698" y="35801"/>
                    <a:pt x="14282" y="35676"/>
                    <a:pt x="13907" y="35343"/>
                  </a:cubicBezTo>
                  <a:cubicBezTo>
                    <a:pt x="8955" y="31099"/>
                    <a:pt x="5127" y="25647"/>
                    <a:pt x="2755" y="19613"/>
                  </a:cubicBezTo>
                  <a:cubicBezTo>
                    <a:pt x="549" y="13954"/>
                    <a:pt x="-367" y="7795"/>
                    <a:pt x="133" y="1678"/>
                  </a:cubicBezTo>
                  <a:cubicBezTo>
                    <a:pt x="216" y="679"/>
                    <a:pt x="1173" y="-112"/>
                    <a:pt x="2130" y="13"/>
                  </a:cubicBezTo>
                  <a:cubicBezTo>
                    <a:pt x="3129" y="96"/>
                    <a:pt x="3878" y="970"/>
                    <a:pt x="3795" y="1969"/>
                  </a:cubicBezTo>
                  <a:cubicBezTo>
                    <a:pt x="3337" y="7504"/>
                    <a:pt x="4169" y="13121"/>
                    <a:pt x="6167" y="18240"/>
                  </a:cubicBezTo>
                  <a:cubicBezTo>
                    <a:pt x="8872" y="25148"/>
                    <a:pt x="13200" y="29809"/>
                    <a:pt x="16321" y="32514"/>
                  </a:cubicBezTo>
                  <a:cubicBezTo>
                    <a:pt x="17070" y="33179"/>
                    <a:pt x="17153" y="34345"/>
                    <a:pt x="16529" y="35094"/>
                  </a:cubicBezTo>
                  <a:cubicBezTo>
                    <a:pt x="16154" y="35510"/>
                    <a:pt x="15655" y="35718"/>
                    <a:pt x="15156" y="3571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2573;p71">
              <a:extLst>
                <a:ext uri="{FF2B5EF4-FFF2-40B4-BE49-F238E27FC236}">
                  <a16:creationId xmlns:a16="http://schemas.microsoft.com/office/drawing/2014/main" id="{26734AD7-C891-0F78-BDE5-B05E32271FB7}"/>
                </a:ext>
              </a:extLst>
            </p:cNvPr>
            <p:cNvSpPr/>
            <p:nvPr/>
          </p:nvSpPr>
          <p:spPr>
            <a:xfrm>
              <a:off x="7385621" y="3900619"/>
              <a:ext cx="16635" cy="22415"/>
            </a:xfrm>
            <a:custGeom>
              <a:avLst/>
              <a:gdLst/>
              <a:ahLst/>
              <a:cxnLst/>
              <a:rect l="l" t="t" r="r" b="b"/>
              <a:pathLst>
                <a:path w="4110" h="5538" extrusionOk="0">
                  <a:moveTo>
                    <a:pt x="2305" y="5538"/>
                  </a:moveTo>
                  <a:cubicBezTo>
                    <a:pt x="1473" y="5538"/>
                    <a:pt x="723" y="4997"/>
                    <a:pt x="515" y="4165"/>
                  </a:cubicBezTo>
                  <a:lnTo>
                    <a:pt x="58" y="2292"/>
                  </a:lnTo>
                  <a:cubicBezTo>
                    <a:pt x="-192" y="1293"/>
                    <a:pt x="391" y="336"/>
                    <a:pt x="1389" y="87"/>
                  </a:cubicBezTo>
                  <a:cubicBezTo>
                    <a:pt x="2388" y="-246"/>
                    <a:pt x="3345" y="420"/>
                    <a:pt x="3595" y="1418"/>
                  </a:cubicBezTo>
                  <a:lnTo>
                    <a:pt x="4053" y="3291"/>
                  </a:lnTo>
                  <a:cubicBezTo>
                    <a:pt x="4302" y="4290"/>
                    <a:pt x="3720" y="5288"/>
                    <a:pt x="2721" y="5496"/>
                  </a:cubicBezTo>
                  <a:cubicBezTo>
                    <a:pt x="2554" y="5538"/>
                    <a:pt x="2430" y="5538"/>
                    <a:pt x="2263" y="553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2574;p71">
              <a:extLst>
                <a:ext uri="{FF2B5EF4-FFF2-40B4-BE49-F238E27FC236}">
                  <a16:creationId xmlns:a16="http://schemas.microsoft.com/office/drawing/2014/main" id="{5BD16EB9-080D-370D-DAD5-A32746BC066D}"/>
                </a:ext>
              </a:extLst>
            </p:cNvPr>
            <p:cNvSpPr/>
            <p:nvPr/>
          </p:nvSpPr>
          <p:spPr>
            <a:xfrm>
              <a:off x="7544988" y="3782001"/>
              <a:ext cx="45858" cy="62004"/>
            </a:xfrm>
            <a:custGeom>
              <a:avLst/>
              <a:gdLst/>
              <a:ahLst/>
              <a:cxnLst/>
              <a:rect l="l" t="t" r="r" b="b"/>
              <a:pathLst>
                <a:path w="11330" h="15319" extrusionOk="0">
                  <a:moveTo>
                    <a:pt x="9494" y="15320"/>
                  </a:moveTo>
                  <a:cubicBezTo>
                    <a:pt x="8911" y="15320"/>
                    <a:pt x="8329" y="15028"/>
                    <a:pt x="7954" y="14488"/>
                  </a:cubicBezTo>
                  <a:lnTo>
                    <a:pt x="297" y="2836"/>
                  </a:lnTo>
                  <a:cubicBezTo>
                    <a:pt x="-244" y="2003"/>
                    <a:pt x="-36" y="838"/>
                    <a:pt x="838" y="297"/>
                  </a:cubicBezTo>
                  <a:cubicBezTo>
                    <a:pt x="1670" y="-244"/>
                    <a:pt x="2836" y="-36"/>
                    <a:pt x="3376" y="838"/>
                  </a:cubicBezTo>
                  <a:lnTo>
                    <a:pt x="11033" y="12490"/>
                  </a:lnTo>
                  <a:cubicBezTo>
                    <a:pt x="11574" y="13322"/>
                    <a:pt x="11366" y="14488"/>
                    <a:pt x="10493" y="15028"/>
                  </a:cubicBezTo>
                  <a:cubicBezTo>
                    <a:pt x="10201" y="15237"/>
                    <a:pt x="9827" y="15320"/>
                    <a:pt x="9494" y="1532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2575;p71">
              <a:extLst>
                <a:ext uri="{FF2B5EF4-FFF2-40B4-BE49-F238E27FC236}">
                  <a16:creationId xmlns:a16="http://schemas.microsoft.com/office/drawing/2014/main" id="{DDEEB0E0-2D60-4EC6-8D91-4967F2EC1C7E}"/>
                </a:ext>
              </a:extLst>
            </p:cNvPr>
            <p:cNvSpPr/>
            <p:nvPr/>
          </p:nvSpPr>
          <p:spPr>
            <a:xfrm>
              <a:off x="8282572" y="4749237"/>
              <a:ext cx="39087" cy="16166"/>
            </a:xfrm>
            <a:custGeom>
              <a:avLst/>
              <a:gdLst/>
              <a:ahLst/>
              <a:cxnLst/>
              <a:rect l="l" t="t" r="r" b="b"/>
              <a:pathLst>
                <a:path w="9657" h="3994" extrusionOk="0">
                  <a:moveTo>
                    <a:pt x="7825" y="3995"/>
                  </a:moveTo>
                  <a:cubicBezTo>
                    <a:pt x="7825" y="3995"/>
                    <a:pt x="1749" y="3662"/>
                    <a:pt x="1749" y="3662"/>
                  </a:cubicBezTo>
                  <a:cubicBezTo>
                    <a:pt x="751" y="3620"/>
                    <a:pt x="-40" y="2747"/>
                    <a:pt x="2" y="1748"/>
                  </a:cubicBezTo>
                  <a:cubicBezTo>
                    <a:pt x="43" y="749"/>
                    <a:pt x="959" y="42"/>
                    <a:pt x="1916" y="0"/>
                  </a:cubicBezTo>
                  <a:lnTo>
                    <a:pt x="7908" y="333"/>
                  </a:lnTo>
                  <a:cubicBezTo>
                    <a:pt x="8907" y="375"/>
                    <a:pt x="9698" y="1248"/>
                    <a:pt x="9656" y="2247"/>
                  </a:cubicBezTo>
                  <a:cubicBezTo>
                    <a:pt x="9614" y="3204"/>
                    <a:pt x="8782" y="3995"/>
                    <a:pt x="7825" y="399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2576;p71">
              <a:extLst>
                <a:ext uri="{FF2B5EF4-FFF2-40B4-BE49-F238E27FC236}">
                  <a16:creationId xmlns:a16="http://schemas.microsoft.com/office/drawing/2014/main" id="{057D4B6A-27E1-2A8E-ECF4-87C7E13F89EB}"/>
                </a:ext>
              </a:extLst>
            </p:cNvPr>
            <p:cNvSpPr/>
            <p:nvPr/>
          </p:nvSpPr>
          <p:spPr>
            <a:xfrm>
              <a:off x="6657032" y="2052350"/>
              <a:ext cx="300146" cy="300146"/>
            </a:xfrm>
            <a:custGeom>
              <a:avLst/>
              <a:gdLst/>
              <a:ahLst/>
              <a:cxnLst/>
              <a:rect l="l" t="t" r="r" b="b"/>
              <a:pathLst>
                <a:path w="74156" h="74156" extrusionOk="0">
                  <a:moveTo>
                    <a:pt x="74156" y="37078"/>
                  </a:moveTo>
                  <a:cubicBezTo>
                    <a:pt x="74156" y="57552"/>
                    <a:pt x="57552" y="74156"/>
                    <a:pt x="37078" y="74156"/>
                  </a:cubicBezTo>
                  <a:cubicBezTo>
                    <a:pt x="16604" y="74156"/>
                    <a:pt x="0" y="57552"/>
                    <a:pt x="0" y="37078"/>
                  </a:cubicBezTo>
                  <a:cubicBezTo>
                    <a:pt x="0" y="16604"/>
                    <a:pt x="16604" y="0"/>
                    <a:pt x="37078" y="0"/>
                  </a:cubicBezTo>
                  <a:cubicBezTo>
                    <a:pt x="57552" y="0"/>
                    <a:pt x="74156" y="16604"/>
                    <a:pt x="74156" y="3707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2577;p71">
              <a:extLst>
                <a:ext uri="{FF2B5EF4-FFF2-40B4-BE49-F238E27FC236}">
                  <a16:creationId xmlns:a16="http://schemas.microsoft.com/office/drawing/2014/main" id="{B6575ACA-4183-BECF-9C28-2AA77FE9F225}"/>
                </a:ext>
              </a:extLst>
            </p:cNvPr>
            <p:cNvSpPr/>
            <p:nvPr/>
          </p:nvSpPr>
          <p:spPr>
            <a:xfrm>
              <a:off x="6973885" y="2665325"/>
              <a:ext cx="198356" cy="592805"/>
            </a:xfrm>
            <a:custGeom>
              <a:avLst/>
              <a:gdLst/>
              <a:ahLst/>
              <a:cxnLst/>
              <a:rect l="l" t="t" r="r" b="b"/>
              <a:pathLst>
                <a:path w="49007" h="146462" extrusionOk="0">
                  <a:moveTo>
                    <a:pt x="43015" y="10925"/>
                  </a:moveTo>
                  <a:cubicBezTo>
                    <a:pt x="45013" y="56118"/>
                    <a:pt x="47010" y="101311"/>
                    <a:pt x="49008" y="146462"/>
                  </a:cubicBezTo>
                  <a:cubicBezTo>
                    <a:pt x="36898" y="144007"/>
                    <a:pt x="24788" y="141552"/>
                    <a:pt x="12679" y="139097"/>
                  </a:cubicBezTo>
                  <a:cubicBezTo>
                    <a:pt x="9391" y="125988"/>
                    <a:pt x="6520" y="111715"/>
                    <a:pt x="4231" y="96193"/>
                  </a:cubicBezTo>
                  <a:cubicBezTo>
                    <a:pt x="3399" y="89826"/>
                    <a:pt x="2566" y="83334"/>
                    <a:pt x="1942" y="76509"/>
                  </a:cubicBezTo>
                  <a:cubicBezTo>
                    <a:pt x="1110" y="67853"/>
                    <a:pt x="361" y="58865"/>
                    <a:pt x="194" y="49710"/>
                  </a:cubicBezTo>
                  <a:cubicBezTo>
                    <a:pt x="-180" y="35811"/>
                    <a:pt x="-14" y="22702"/>
                    <a:pt x="694" y="10384"/>
                  </a:cubicBezTo>
                  <a:cubicBezTo>
                    <a:pt x="7435" y="2478"/>
                    <a:pt x="17548" y="-1434"/>
                    <a:pt x="27036" y="480"/>
                  </a:cubicBezTo>
                  <a:cubicBezTo>
                    <a:pt x="36315" y="2311"/>
                    <a:pt x="41642" y="8928"/>
                    <a:pt x="43057" y="1092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2578;p71">
              <a:extLst>
                <a:ext uri="{FF2B5EF4-FFF2-40B4-BE49-F238E27FC236}">
                  <a16:creationId xmlns:a16="http://schemas.microsoft.com/office/drawing/2014/main" id="{18D8D665-663E-EA38-E6B2-927F9A227C79}"/>
                </a:ext>
              </a:extLst>
            </p:cNvPr>
            <p:cNvSpPr/>
            <p:nvPr/>
          </p:nvSpPr>
          <p:spPr>
            <a:xfrm>
              <a:off x="6981571" y="2974811"/>
              <a:ext cx="171970" cy="79667"/>
            </a:xfrm>
            <a:custGeom>
              <a:avLst/>
              <a:gdLst/>
              <a:ahLst/>
              <a:cxnLst/>
              <a:rect l="l" t="t" r="r" b="b"/>
              <a:pathLst>
                <a:path w="42488" h="19683" extrusionOk="0">
                  <a:moveTo>
                    <a:pt x="42488" y="4661"/>
                  </a:moveTo>
                  <a:cubicBezTo>
                    <a:pt x="37702" y="7574"/>
                    <a:pt x="31918" y="10653"/>
                    <a:pt x="25052" y="13400"/>
                  </a:cubicBezTo>
                  <a:cubicBezTo>
                    <a:pt x="16687" y="16646"/>
                    <a:pt x="8905" y="18518"/>
                    <a:pt x="2289" y="19683"/>
                  </a:cubicBezTo>
                  <a:cubicBezTo>
                    <a:pt x="1457" y="13317"/>
                    <a:pt x="624" y="6825"/>
                    <a:pt x="0" y="0"/>
                  </a:cubicBezTo>
                  <a:lnTo>
                    <a:pt x="42446" y="470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2579;p71">
              <a:extLst>
                <a:ext uri="{FF2B5EF4-FFF2-40B4-BE49-F238E27FC236}">
                  <a16:creationId xmlns:a16="http://schemas.microsoft.com/office/drawing/2014/main" id="{03819309-2D23-91D1-1FE9-DBBCB5F83299}"/>
                </a:ext>
              </a:extLst>
            </p:cNvPr>
            <p:cNvSpPr/>
            <p:nvPr/>
          </p:nvSpPr>
          <p:spPr>
            <a:xfrm>
              <a:off x="6913517" y="2630084"/>
              <a:ext cx="267552" cy="385176"/>
            </a:xfrm>
            <a:custGeom>
              <a:avLst/>
              <a:gdLst/>
              <a:ahLst/>
              <a:cxnLst/>
              <a:rect l="l" t="t" r="r" b="b"/>
              <a:pathLst>
                <a:path w="66103" h="95164" extrusionOk="0">
                  <a:moveTo>
                    <a:pt x="8843" y="29047"/>
                  </a:moveTo>
                  <a:cubicBezTo>
                    <a:pt x="4224" y="40657"/>
                    <a:pt x="-1894" y="61298"/>
                    <a:pt x="562" y="89887"/>
                  </a:cubicBezTo>
                  <a:cubicBezTo>
                    <a:pt x="10008" y="92717"/>
                    <a:pt x="23449" y="95505"/>
                    <a:pt x="39595" y="95130"/>
                  </a:cubicBezTo>
                  <a:cubicBezTo>
                    <a:pt x="49916" y="94880"/>
                    <a:pt x="58863" y="93424"/>
                    <a:pt x="66104" y="91676"/>
                  </a:cubicBezTo>
                  <a:cubicBezTo>
                    <a:pt x="64231" y="66541"/>
                    <a:pt x="62358" y="41448"/>
                    <a:pt x="60486" y="16313"/>
                  </a:cubicBezTo>
                  <a:cubicBezTo>
                    <a:pt x="59529" y="15065"/>
                    <a:pt x="45588" y="-2788"/>
                    <a:pt x="30607" y="375"/>
                  </a:cubicBezTo>
                  <a:cubicBezTo>
                    <a:pt x="19246" y="2747"/>
                    <a:pt x="14128" y="15730"/>
                    <a:pt x="8801" y="2904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 name="Google Shape;2580;p71">
              <a:extLst>
                <a:ext uri="{FF2B5EF4-FFF2-40B4-BE49-F238E27FC236}">
                  <a16:creationId xmlns:a16="http://schemas.microsoft.com/office/drawing/2014/main" id="{4E344F88-EFC7-E90B-6437-20E3227E0AE2}"/>
                </a:ext>
              </a:extLst>
            </p:cNvPr>
            <p:cNvSpPr/>
            <p:nvPr/>
          </p:nvSpPr>
          <p:spPr>
            <a:xfrm>
              <a:off x="6349656" y="3581018"/>
              <a:ext cx="228332" cy="228056"/>
            </a:xfrm>
            <a:custGeom>
              <a:avLst/>
              <a:gdLst/>
              <a:ahLst/>
              <a:cxnLst/>
              <a:rect l="l" t="t" r="r" b="b"/>
              <a:pathLst>
                <a:path w="56413" h="56345" extrusionOk="0">
                  <a:moveTo>
                    <a:pt x="55430" y="35695"/>
                  </a:moveTo>
                  <a:cubicBezTo>
                    <a:pt x="51185" y="51133"/>
                    <a:pt x="34748" y="59207"/>
                    <a:pt x="20765" y="55420"/>
                  </a:cubicBezTo>
                  <a:cubicBezTo>
                    <a:pt x="10029" y="52507"/>
                    <a:pt x="1789" y="42852"/>
                    <a:pt x="0" y="30951"/>
                  </a:cubicBezTo>
                  <a:cubicBezTo>
                    <a:pt x="1581" y="27039"/>
                    <a:pt x="3121" y="23002"/>
                    <a:pt x="4661" y="18841"/>
                  </a:cubicBezTo>
                  <a:cubicBezTo>
                    <a:pt x="6076" y="14971"/>
                    <a:pt x="7407" y="11184"/>
                    <a:pt x="8697" y="7439"/>
                  </a:cubicBezTo>
                  <a:cubicBezTo>
                    <a:pt x="9779" y="6523"/>
                    <a:pt x="21639" y="-3048"/>
                    <a:pt x="35705" y="988"/>
                  </a:cubicBezTo>
                  <a:cubicBezTo>
                    <a:pt x="49188" y="4900"/>
                    <a:pt x="59758" y="19964"/>
                    <a:pt x="55430" y="35653"/>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2581;p71">
              <a:extLst>
                <a:ext uri="{FF2B5EF4-FFF2-40B4-BE49-F238E27FC236}">
                  <a16:creationId xmlns:a16="http://schemas.microsoft.com/office/drawing/2014/main" id="{49566615-FA85-12A8-132F-1654639796CF}"/>
                </a:ext>
              </a:extLst>
            </p:cNvPr>
            <p:cNvSpPr/>
            <p:nvPr/>
          </p:nvSpPr>
          <p:spPr>
            <a:xfrm>
              <a:off x="6572936" y="3591150"/>
              <a:ext cx="226178" cy="228368"/>
            </a:xfrm>
            <a:custGeom>
              <a:avLst/>
              <a:gdLst/>
              <a:ahLst/>
              <a:cxnLst/>
              <a:rect l="l" t="t" r="r" b="b"/>
              <a:pathLst>
                <a:path w="55881" h="56422" extrusionOk="0">
                  <a:moveTo>
                    <a:pt x="285" y="32315"/>
                  </a:moveTo>
                  <a:cubicBezTo>
                    <a:pt x="2615" y="48170"/>
                    <a:pt x="17929" y="58199"/>
                    <a:pt x="32286" y="56160"/>
                  </a:cubicBezTo>
                  <a:cubicBezTo>
                    <a:pt x="43314" y="54579"/>
                    <a:pt x="52636" y="46006"/>
                    <a:pt x="55881" y="34437"/>
                  </a:cubicBezTo>
                  <a:cubicBezTo>
                    <a:pt x="54799" y="30359"/>
                    <a:pt x="53759" y="26156"/>
                    <a:pt x="52719" y="21828"/>
                  </a:cubicBezTo>
                  <a:cubicBezTo>
                    <a:pt x="51762" y="17833"/>
                    <a:pt x="50929" y="13880"/>
                    <a:pt x="50139" y="10010"/>
                  </a:cubicBezTo>
                  <a:cubicBezTo>
                    <a:pt x="49182" y="8970"/>
                    <a:pt x="38570" y="-1975"/>
                    <a:pt x="24130" y="314"/>
                  </a:cubicBezTo>
                  <a:cubicBezTo>
                    <a:pt x="10272" y="2519"/>
                    <a:pt x="-2045" y="16210"/>
                    <a:pt x="285" y="3231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 name="Google Shape;2582;p71">
              <a:extLst>
                <a:ext uri="{FF2B5EF4-FFF2-40B4-BE49-F238E27FC236}">
                  <a16:creationId xmlns:a16="http://schemas.microsoft.com/office/drawing/2014/main" id="{F4231C4C-5E77-8D43-DA53-555C81A3CBC1}"/>
                </a:ext>
              </a:extLst>
            </p:cNvPr>
            <p:cNvSpPr/>
            <p:nvPr/>
          </p:nvSpPr>
          <p:spPr>
            <a:xfrm>
              <a:off x="7018745" y="3181502"/>
              <a:ext cx="187630" cy="534845"/>
            </a:xfrm>
            <a:custGeom>
              <a:avLst/>
              <a:gdLst/>
              <a:ahLst/>
              <a:cxnLst/>
              <a:rect l="l" t="t" r="r" b="b"/>
              <a:pathLst>
                <a:path w="46357" h="132142" extrusionOk="0">
                  <a:moveTo>
                    <a:pt x="23056" y="131394"/>
                  </a:moveTo>
                  <a:cubicBezTo>
                    <a:pt x="27717" y="131643"/>
                    <a:pt x="32377" y="131893"/>
                    <a:pt x="37080" y="132143"/>
                  </a:cubicBezTo>
                  <a:cubicBezTo>
                    <a:pt x="44695" y="107882"/>
                    <a:pt x="50063" y="75381"/>
                    <a:pt x="43197" y="36971"/>
                  </a:cubicBezTo>
                  <a:cubicBezTo>
                    <a:pt x="41532" y="27733"/>
                    <a:pt x="39327" y="18994"/>
                    <a:pt x="36788" y="10796"/>
                  </a:cubicBezTo>
                  <a:cubicBezTo>
                    <a:pt x="32086" y="3264"/>
                    <a:pt x="21974" y="-1064"/>
                    <a:pt x="13318" y="226"/>
                  </a:cubicBezTo>
                  <a:cubicBezTo>
                    <a:pt x="6535" y="1225"/>
                    <a:pt x="1500" y="5553"/>
                    <a:pt x="293" y="11254"/>
                  </a:cubicBezTo>
                  <a:cubicBezTo>
                    <a:pt x="-331" y="20201"/>
                    <a:pt x="168" y="27317"/>
                    <a:pt x="626" y="31561"/>
                  </a:cubicBezTo>
                  <a:cubicBezTo>
                    <a:pt x="4246" y="66268"/>
                    <a:pt x="21391" y="82497"/>
                    <a:pt x="23305" y="115955"/>
                  </a:cubicBezTo>
                  <a:cubicBezTo>
                    <a:pt x="23722" y="122987"/>
                    <a:pt x="23305" y="128522"/>
                    <a:pt x="23056" y="131394"/>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 name="Google Shape;2583;p71">
              <a:extLst>
                <a:ext uri="{FF2B5EF4-FFF2-40B4-BE49-F238E27FC236}">
                  <a16:creationId xmlns:a16="http://schemas.microsoft.com/office/drawing/2014/main" id="{1C6763A2-90CA-AF12-428D-2A171B123CC3}"/>
                </a:ext>
              </a:extLst>
            </p:cNvPr>
            <p:cNvSpPr/>
            <p:nvPr/>
          </p:nvSpPr>
          <p:spPr>
            <a:xfrm>
              <a:off x="6866506" y="2887505"/>
              <a:ext cx="204957" cy="204957"/>
            </a:xfrm>
            <a:custGeom>
              <a:avLst/>
              <a:gdLst/>
              <a:ahLst/>
              <a:cxnLst/>
              <a:rect l="l" t="t" r="r" b="b"/>
              <a:pathLst>
                <a:path w="50638" h="50638" extrusionOk="0">
                  <a:moveTo>
                    <a:pt x="50267" y="29626"/>
                  </a:moveTo>
                  <a:cubicBezTo>
                    <a:pt x="47895" y="43400"/>
                    <a:pt x="34786" y="52639"/>
                    <a:pt x="21012" y="50267"/>
                  </a:cubicBezTo>
                  <a:cubicBezTo>
                    <a:pt x="7238" y="47895"/>
                    <a:pt x="-2001" y="34786"/>
                    <a:pt x="371" y="21012"/>
                  </a:cubicBezTo>
                  <a:cubicBezTo>
                    <a:pt x="2743" y="7238"/>
                    <a:pt x="15852" y="-2001"/>
                    <a:pt x="29626" y="371"/>
                  </a:cubicBezTo>
                  <a:cubicBezTo>
                    <a:pt x="43400" y="2743"/>
                    <a:pt x="52639" y="15852"/>
                    <a:pt x="50267" y="29626"/>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2584;p71">
              <a:extLst>
                <a:ext uri="{FF2B5EF4-FFF2-40B4-BE49-F238E27FC236}">
                  <a16:creationId xmlns:a16="http://schemas.microsoft.com/office/drawing/2014/main" id="{8C5DDC61-7273-5B0D-4C35-72C916F82CCB}"/>
                </a:ext>
              </a:extLst>
            </p:cNvPr>
            <p:cNvSpPr/>
            <p:nvPr/>
          </p:nvSpPr>
          <p:spPr>
            <a:xfrm>
              <a:off x="6870242" y="2930679"/>
              <a:ext cx="208713" cy="169153"/>
            </a:xfrm>
            <a:custGeom>
              <a:avLst/>
              <a:gdLst/>
              <a:ahLst/>
              <a:cxnLst/>
              <a:rect l="l" t="t" r="r" b="b"/>
              <a:pathLst>
                <a:path w="51566" h="41792" extrusionOk="0">
                  <a:moveTo>
                    <a:pt x="24457" y="41793"/>
                  </a:moveTo>
                  <a:cubicBezTo>
                    <a:pt x="22918" y="41793"/>
                    <a:pt x="21336" y="41668"/>
                    <a:pt x="19797" y="41377"/>
                  </a:cubicBezTo>
                  <a:cubicBezTo>
                    <a:pt x="11391" y="39920"/>
                    <a:pt x="4066" y="34510"/>
                    <a:pt x="196" y="26895"/>
                  </a:cubicBezTo>
                  <a:cubicBezTo>
                    <a:pt x="-261" y="25980"/>
                    <a:pt x="113" y="24898"/>
                    <a:pt x="987" y="24440"/>
                  </a:cubicBezTo>
                  <a:cubicBezTo>
                    <a:pt x="1903" y="23982"/>
                    <a:pt x="2985" y="24357"/>
                    <a:pt x="3442" y="25230"/>
                  </a:cubicBezTo>
                  <a:cubicBezTo>
                    <a:pt x="6855" y="31930"/>
                    <a:pt x="13014" y="36508"/>
                    <a:pt x="20421" y="37756"/>
                  </a:cubicBezTo>
                  <a:cubicBezTo>
                    <a:pt x="33113" y="39920"/>
                    <a:pt x="45348" y="31348"/>
                    <a:pt x="47553" y="18614"/>
                  </a:cubicBezTo>
                  <a:cubicBezTo>
                    <a:pt x="48510" y="13162"/>
                    <a:pt x="47470" y="7503"/>
                    <a:pt x="44682" y="2759"/>
                  </a:cubicBezTo>
                  <a:cubicBezTo>
                    <a:pt x="44182" y="1885"/>
                    <a:pt x="44474" y="761"/>
                    <a:pt x="45348" y="262"/>
                  </a:cubicBezTo>
                  <a:cubicBezTo>
                    <a:pt x="46222" y="-279"/>
                    <a:pt x="47345" y="54"/>
                    <a:pt x="47845" y="928"/>
                  </a:cubicBezTo>
                  <a:cubicBezTo>
                    <a:pt x="51090" y="6463"/>
                    <a:pt x="52256" y="12954"/>
                    <a:pt x="51174" y="19280"/>
                  </a:cubicBezTo>
                  <a:cubicBezTo>
                    <a:pt x="49925" y="26437"/>
                    <a:pt x="46013" y="32679"/>
                    <a:pt x="40063" y="36841"/>
                  </a:cubicBezTo>
                  <a:cubicBezTo>
                    <a:pt x="35444" y="40087"/>
                    <a:pt x="30034" y="41793"/>
                    <a:pt x="24457" y="41793"/>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 name="Google Shape;2585;p71">
              <a:extLst>
                <a:ext uri="{FF2B5EF4-FFF2-40B4-BE49-F238E27FC236}">
                  <a16:creationId xmlns:a16="http://schemas.microsoft.com/office/drawing/2014/main" id="{27E852F5-8CEF-1A29-4CE0-73E5EB2C5862}"/>
                </a:ext>
              </a:extLst>
            </p:cNvPr>
            <p:cNvSpPr/>
            <p:nvPr/>
          </p:nvSpPr>
          <p:spPr>
            <a:xfrm>
              <a:off x="6552904" y="2833331"/>
              <a:ext cx="204957" cy="204957"/>
            </a:xfrm>
            <a:custGeom>
              <a:avLst/>
              <a:gdLst/>
              <a:ahLst/>
              <a:cxnLst/>
              <a:rect l="l" t="t" r="r" b="b"/>
              <a:pathLst>
                <a:path w="50638" h="50638" extrusionOk="0">
                  <a:moveTo>
                    <a:pt x="50267" y="29626"/>
                  </a:moveTo>
                  <a:cubicBezTo>
                    <a:pt x="47895" y="43400"/>
                    <a:pt x="34786" y="52639"/>
                    <a:pt x="21012" y="50267"/>
                  </a:cubicBezTo>
                  <a:cubicBezTo>
                    <a:pt x="7238" y="47895"/>
                    <a:pt x="-2001" y="34786"/>
                    <a:pt x="371" y="21012"/>
                  </a:cubicBezTo>
                  <a:cubicBezTo>
                    <a:pt x="2743" y="7238"/>
                    <a:pt x="15852" y="-2001"/>
                    <a:pt x="29626" y="371"/>
                  </a:cubicBezTo>
                  <a:cubicBezTo>
                    <a:pt x="43400" y="2743"/>
                    <a:pt x="52639" y="15852"/>
                    <a:pt x="50267" y="29626"/>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 name="Google Shape;2586;p71">
              <a:extLst>
                <a:ext uri="{FF2B5EF4-FFF2-40B4-BE49-F238E27FC236}">
                  <a16:creationId xmlns:a16="http://schemas.microsoft.com/office/drawing/2014/main" id="{9399F14F-40A5-F3B0-3CEB-8BFE1772C4D7}"/>
                </a:ext>
              </a:extLst>
            </p:cNvPr>
            <p:cNvSpPr/>
            <p:nvPr/>
          </p:nvSpPr>
          <p:spPr>
            <a:xfrm>
              <a:off x="6551299" y="2962953"/>
              <a:ext cx="207107" cy="82945"/>
            </a:xfrm>
            <a:custGeom>
              <a:avLst/>
              <a:gdLst/>
              <a:ahLst/>
              <a:cxnLst/>
              <a:rect l="l" t="t" r="r" b="b"/>
              <a:pathLst>
                <a:path w="51169" h="20493" extrusionOk="0">
                  <a:moveTo>
                    <a:pt x="25696" y="20452"/>
                  </a:moveTo>
                  <a:cubicBezTo>
                    <a:pt x="24156" y="20452"/>
                    <a:pt x="22616" y="20328"/>
                    <a:pt x="21077" y="20078"/>
                  </a:cubicBezTo>
                  <a:cubicBezTo>
                    <a:pt x="11422" y="18413"/>
                    <a:pt x="3391" y="11672"/>
                    <a:pt x="103" y="2433"/>
                  </a:cubicBezTo>
                  <a:cubicBezTo>
                    <a:pt x="-230" y="1476"/>
                    <a:pt x="270" y="436"/>
                    <a:pt x="1227" y="103"/>
                  </a:cubicBezTo>
                  <a:cubicBezTo>
                    <a:pt x="2184" y="-230"/>
                    <a:pt x="3224" y="270"/>
                    <a:pt x="3557" y="1227"/>
                  </a:cubicBezTo>
                  <a:cubicBezTo>
                    <a:pt x="6428" y="9217"/>
                    <a:pt x="13336" y="15043"/>
                    <a:pt x="21701" y="16499"/>
                  </a:cubicBezTo>
                  <a:cubicBezTo>
                    <a:pt x="32770" y="18372"/>
                    <a:pt x="43631" y="12213"/>
                    <a:pt x="47626" y="1726"/>
                  </a:cubicBezTo>
                  <a:cubicBezTo>
                    <a:pt x="48001" y="769"/>
                    <a:pt x="49041" y="311"/>
                    <a:pt x="49998" y="686"/>
                  </a:cubicBezTo>
                  <a:cubicBezTo>
                    <a:pt x="50956" y="1060"/>
                    <a:pt x="51413" y="2101"/>
                    <a:pt x="51039" y="3058"/>
                  </a:cubicBezTo>
                  <a:cubicBezTo>
                    <a:pt x="47002" y="13669"/>
                    <a:pt x="36765" y="20494"/>
                    <a:pt x="25654" y="20494"/>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2587;p71">
              <a:extLst>
                <a:ext uri="{FF2B5EF4-FFF2-40B4-BE49-F238E27FC236}">
                  <a16:creationId xmlns:a16="http://schemas.microsoft.com/office/drawing/2014/main" id="{E34F5329-F615-B5E4-BBB2-1F537E370EF4}"/>
                </a:ext>
              </a:extLst>
            </p:cNvPr>
            <p:cNvSpPr/>
            <p:nvPr/>
          </p:nvSpPr>
          <p:spPr>
            <a:xfrm>
              <a:off x="6388014" y="2233373"/>
              <a:ext cx="720273" cy="627917"/>
            </a:xfrm>
            <a:custGeom>
              <a:avLst/>
              <a:gdLst/>
              <a:ahLst/>
              <a:cxnLst/>
              <a:rect l="l" t="t" r="r" b="b"/>
              <a:pathLst>
                <a:path w="177955" h="155137" extrusionOk="0">
                  <a:moveTo>
                    <a:pt x="177401" y="155137"/>
                  </a:moveTo>
                  <a:cubicBezTo>
                    <a:pt x="174696" y="154555"/>
                    <a:pt x="172116" y="154014"/>
                    <a:pt x="169577" y="153556"/>
                  </a:cubicBezTo>
                  <a:cubicBezTo>
                    <a:pt x="112982" y="141987"/>
                    <a:pt x="56470" y="130585"/>
                    <a:pt x="0" y="119058"/>
                  </a:cubicBezTo>
                  <a:cubicBezTo>
                    <a:pt x="2414" y="111942"/>
                    <a:pt x="7282" y="102495"/>
                    <a:pt x="16687" y="96670"/>
                  </a:cubicBezTo>
                  <a:cubicBezTo>
                    <a:pt x="32667" y="86557"/>
                    <a:pt x="45484" y="97252"/>
                    <a:pt x="62338" y="88971"/>
                  </a:cubicBezTo>
                  <a:cubicBezTo>
                    <a:pt x="76154" y="82271"/>
                    <a:pt x="82021" y="67997"/>
                    <a:pt x="90844" y="46192"/>
                  </a:cubicBezTo>
                  <a:cubicBezTo>
                    <a:pt x="98417" y="27632"/>
                    <a:pt x="101247" y="11236"/>
                    <a:pt x="102412" y="0"/>
                  </a:cubicBezTo>
                  <a:cubicBezTo>
                    <a:pt x="105533" y="24261"/>
                    <a:pt x="109986" y="34789"/>
                    <a:pt x="113815" y="39492"/>
                  </a:cubicBezTo>
                  <a:cubicBezTo>
                    <a:pt x="114397" y="40074"/>
                    <a:pt x="114813" y="40490"/>
                    <a:pt x="115229" y="40907"/>
                  </a:cubicBezTo>
                  <a:cubicBezTo>
                    <a:pt x="120098" y="44902"/>
                    <a:pt x="124801" y="47898"/>
                    <a:pt x="128920" y="50311"/>
                  </a:cubicBezTo>
                  <a:cubicBezTo>
                    <a:pt x="126507" y="59425"/>
                    <a:pt x="125217" y="67124"/>
                    <a:pt x="124801" y="73574"/>
                  </a:cubicBezTo>
                  <a:cubicBezTo>
                    <a:pt x="124093" y="85392"/>
                    <a:pt x="126091" y="93382"/>
                    <a:pt x="129087" y="98958"/>
                  </a:cubicBezTo>
                  <a:cubicBezTo>
                    <a:pt x="130086" y="100831"/>
                    <a:pt x="131084" y="102371"/>
                    <a:pt x="132208" y="103661"/>
                  </a:cubicBezTo>
                  <a:cubicBezTo>
                    <a:pt x="132499" y="103786"/>
                    <a:pt x="132624" y="103952"/>
                    <a:pt x="132791" y="104243"/>
                  </a:cubicBezTo>
                  <a:cubicBezTo>
                    <a:pt x="142778" y="115354"/>
                    <a:pt x="158591" y="114355"/>
                    <a:pt x="168995" y="124218"/>
                  </a:cubicBezTo>
                  <a:cubicBezTo>
                    <a:pt x="170576" y="125799"/>
                    <a:pt x="172116" y="127506"/>
                    <a:pt x="173406" y="129628"/>
                  </a:cubicBezTo>
                  <a:cubicBezTo>
                    <a:pt x="178816" y="138617"/>
                    <a:pt x="178275" y="148729"/>
                    <a:pt x="177401" y="155137"/>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 name="Google Shape;2588;p71">
              <a:extLst>
                <a:ext uri="{FF2B5EF4-FFF2-40B4-BE49-F238E27FC236}">
                  <a16:creationId xmlns:a16="http://schemas.microsoft.com/office/drawing/2014/main" id="{41622104-837D-7BF9-5E5C-D89946100DFF}"/>
                </a:ext>
              </a:extLst>
            </p:cNvPr>
            <p:cNvSpPr/>
            <p:nvPr/>
          </p:nvSpPr>
          <p:spPr>
            <a:xfrm>
              <a:off x="6793815" y="2664238"/>
              <a:ext cx="45474" cy="17756"/>
            </a:xfrm>
            <a:custGeom>
              <a:avLst/>
              <a:gdLst/>
              <a:ahLst/>
              <a:cxnLst/>
              <a:rect l="l" t="t" r="r" b="b"/>
              <a:pathLst>
                <a:path w="11235" h="4387" extrusionOk="0">
                  <a:moveTo>
                    <a:pt x="42" y="250"/>
                  </a:moveTo>
                  <a:cubicBezTo>
                    <a:pt x="1124" y="2996"/>
                    <a:pt x="3329" y="4578"/>
                    <a:pt x="5743" y="4369"/>
                  </a:cubicBezTo>
                  <a:cubicBezTo>
                    <a:pt x="9155" y="4037"/>
                    <a:pt x="11111" y="291"/>
                    <a:pt x="11236" y="0"/>
                  </a:cubicBezTo>
                  <a:lnTo>
                    <a:pt x="0" y="2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 name="Google Shape;2589;p71">
              <a:extLst>
                <a:ext uri="{FF2B5EF4-FFF2-40B4-BE49-F238E27FC236}">
                  <a16:creationId xmlns:a16="http://schemas.microsoft.com/office/drawing/2014/main" id="{06A2ACB4-FDA5-DD45-953B-2B64103E3B32}"/>
                </a:ext>
              </a:extLst>
            </p:cNvPr>
            <p:cNvSpPr/>
            <p:nvPr/>
          </p:nvSpPr>
          <p:spPr>
            <a:xfrm>
              <a:off x="6842099" y="2704448"/>
              <a:ext cx="143164" cy="23221"/>
            </a:xfrm>
            <a:custGeom>
              <a:avLst/>
              <a:gdLst/>
              <a:ahLst/>
              <a:cxnLst/>
              <a:rect l="l" t="t" r="r" b="b"/>
              <a:pathLst>
                <a:path w="35371" h="5737" extrusionOk="0">
                  <a:moveTo>
                    <a:pt x="0" y="0"/>
                  </a:moveTo>
                  <a:cubicBezTo>
                    <a:pt x="624" y="624"/>
                    <a:pt x="1540" y="1498"/>
                    <a:pt x="2788" y="2330"/>
                  </a:cubicBezTo>
                  <a:cubicBezTo>
                    <a:pt x="6908" y="5202"/>
                    <a:pt x="10736" y="5451"/>
                    <a:pt x="13441" y="5576"/>
                  </a:cubicBezTo>
                  <a:cubicBezTo>
                    <a:pt x="23137" y="5992"/>
                    <a:pt x="32293" y="5493"/>
                    <a:pt x="35372" y="5285"/>
                  </a:cubicBezTo>
                  <a:cubicBezTo>
                    <a:pt x="28506" y="4453"/>
                    <a:pt x="21598" y="3620"/>
                    <a:pt x="14731" y="2830"/>
                  </a:cubicBezTo>
                  <a:lnTo>
                    <a:pt x="42"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2590;p71">
              <a:extLst>
                <a:ext uri="{FF2B5EF4-FFF2-40B4-BE49-F238E27FC236}">
                  <a16:creationId xmlns:a16="http://schemas.microsoft.com/office/drawing/2014/main" id="{E06FEE6E-B1C5-A925-3673-0D324F916008}"/>
                </a:ext>
              </a:extLst>
            </p:cNvPr>
            <p:cNvSpPr/>
            <p:nvPr/>
          </p:nvSpPr>
          <p:spPr>
            <a:xfrm>
              <a:off x="6573247" y="2654818"/>
              <a:ext cx="215930" cy="45749"/>
            </a:xfrm>
            <a:custGeom>
              <a:avLst/>
              <a:gdLst/>
              <a:ahLst/>
              <a:cxnLst/>
              <a:rect l="l" t="t" r="r" b="b"/>
              <a:pathLst>
                <a:path w="53349" h="11303" extrusionOk="0">
                  <a:moveTo>
                    <a:pt x="53349" y="9987"/>
                  </a:moveTo>
                  <a:cubicBezTo>
                    <a:pt x="52226" y="10279"/>
                    <a:pt x="50478" y="10695"/>
                    <a:pt x="48356" y="10986"/>
                  </a:cubicBezTo>
                  <a:cubicBezTo>
                    <a:pt x="41156" y="11943"/>
                    <a:pt x="35538" y="10528"/>
                    <a:pt x="31585" y="9488"/>
                  </a:cubicBezTo>
                  <a:cubicBezTo>
                    <a:pt x="17353" y="5784"/>
                    <a:pt x="4369" y="1456"/>
                    <a:pt x="0" y="0"/>
                  </a:cubicBezTo>
                  <a:cubicBezTo>
                    <a:pt x="10279" y="2122"/>
                    <a:pt x="20599" y="4286"/>
                    <a:pt x="30878" y="6409"/>
                  </a:cubicBezTo>
                  <a:lnTo>
                    <a:pt x="53349" y="99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 name="Google Shape;2591;p71">
              <a:extLst>
                <a:ext uri="{FF2B5EF4-FFF2-40B4-BE49-F238E27FC236}">
                  <a16:creationId xmlns:a16="http://schemas.microsoft.com/office/drawing/2014/main" id="{3F0C2391-7A42-A049-7129-8B0F630B6BF8}"/>
                </a:ext>
              </a:extLst>
            </p:cNvPr>
            <p:cNvSpPr/>
            <p:nvPr/>
          </p:nvSpPr>
          <p:spPr>
            <a:xfrm>
              <a:off x="6174316" y="3340900"/>
              <a:ext cx="822509" cy="438259"/>
            </a:xfrm>
            <a:custGeom>
              <a:avLst/>
              <a:gdLst/>
              <a:ahLst/>
              <a:cxnLst/>
              <a:rect l="l" t="t" r="r" b="b"/>
              <a:pathLst>
                <a:path w="203214" h="108279" extrusionOk="0">
                  <a:moveTo>
                    <a:pt x="201337" y="101247"/>
                  </a:moveTo>
                  <a:cubicBezTo>
                    <a:pt x="172582" y="102704"/>
                    <a:pt x="143452" y="104035"/>
                    <a:pt x="114031" y="105117"/>
                  </a:cubicBezTo>
                  <a:cubicBezTo>
                    <a:pt x="75621" y="106532"/>
                    <a:pt x="37794" y="107572"/>
                    <a:pt x="508" y="108280"/>
                  </a:cubicBezTo>
                  <a:cubicBezTo>
                    <a:pt x="-116" y="102620"/>
                    <a:pt x="-4444" y="56762"/>
                    <a:pt x="29596" y="24719"/>
                  </a:cubicBezTo>
                  <a:cubicBezTo>
                    <a:pt x="49155" y="6325"/>
                    <a:pt x="71668" y="1623"/>
                    <a:pt x="81364" y="333"/>
                  </a:cubicBezTo>
                  <a:cubicBezTo>
                    <a:pt x="88314" y="4536"/>
                    <a:pt x="129345" y="28589"/>
                    <a:pt x="168088" y="11694"/>
                  </a:cubicBezTo>
                  <a:cubicBezTo>
                    <a:pt x="173622" y="9280"/>
                    <a:pt x="180031" y="5618"/>
                    <a:pt x="186523" y="0"/>
                  </a:cubicBezTo>
                  <a:cubicBezTo>
                    <a:pt x="194013" y="16479"/>
                    <a:pt x="202461" y="41156"/>
                    <a:pt x="203168" y="71701"/>
                  </a:cubicBezTo>
                  <a:cubicBezTo>
                    <a:pt x="203418" y="82562"/>
                    <a:pt x="202627" y="92508"/>
                    <a:pt x="201379" y="10124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 name="Google Shape;2592;p71">
              <a:extLst>
                <a:ext uri="{FF2B5EF4-FFF2-40B4-BE49-F238E27FC236}">
                  <a16:creationId xmlns:a16="http://schemas.microsoft.com/office/drawing/2014/main" id="{1F8376A1-A939-7323-8C88-121ABDE501AD}"/>
                </a:ext>
              </a:extLst>
            </p:cNvPr>
            <p:cNvSpPr/>
            <p:nvPr/>
          </p:nvSpPr>
          <p:spPr>
            <a:xfrm>
              <a:off x="6209513" y="3599106"/>
              <a:ext cx="366578" cy="1112374"/>
            </a:xfrm>
            <a:custGeom>
              <a:avLst/>
              <a:gdLst/>
              <a:ahLst/>
              <a:cxnLst/>
              <a:rect l="l" t="t" r="r" b="b"/>
              <a:pathLst>
                <a:path w="90569" h="274830" extrusionOk="0">
                  <a:moveTo>
                    <a:pt x="20100" y="274789"/>
                  </a:moveTo>
                  <a:cubicBezTo>
                    <a:pt x="13400" y="271002"/>
                    <a:pt x="6700" y="267256"/>
                    <a:pt x="0" y="263470"/>
                  </a:cubicBezTo>
                  <a:cubicBezTo>
                    <a:pt x="1415" y="258767"/>
                    <a:pt x="3454" y="251360"/>
                    <a:pt x="5410" y="242163"/>
                  </a:cubicBezTo>
                  <a:cubicBezTo>
                    <a:pt x="20391" y="171336"/>
                    <a:pt x="-1415" y="135756"/>
                    <a:pt x="11860" y="80492"/>
                  </a:cubicBezTo>
                  <a:cubicBezTo>
                    <a:pt x="15023" y="67384"/>
                    <a:pt x="21265" y="48533"/>
                    <a:pt x="35039" y="27018"/>
                  </a:cubicBezTo>
                  <a:cubicBezTo>
                    <a:pt x="51060" y="2716"/>
                    <a:pt x="73699" y="-4359"/>
                    <a:pt x="83519" y="2466"/>
                  </a:cubicBezTo>
                  <a:cubicBezTo>
                    <a:pt x="93840" y="9582"/>
                    <a:pt x="89845" y="31846"/>
                    <a:pt x="89637" y="33094"/>
                  </a:cubicBezTo>
                  <a:cubicBezTo>
                    <a:pt x="76612" y="84238"/>
                    <a:pt x="64127" y="123313"/>
                    <a:pt x="54764" y="150363"/>
                  </a:cubicBezTo>
                  <a:cubicBezTo>
                    <a:pt x="49604" y="165302"/>
                    <a:pt x="40532" y="190479"/>
                    <a:pt x="31294" y="226100"/>
                  </a:cubicBezTo>
                  <a:cubicBezTo>
                    <a:pt x="26009" y="246408"/>
                    <a:pt x="22430" y="263345"/>
                    <a:pt x="20141" y="274830"/>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2593;p71">
              <a:extLst>
                <a:ext uri="{FF2B5EF4-FFF2-40B4-BE49-F238E27FC236}">
                  <a16:creationId xmlns:a16="http://schemas.microsoft.com/office/drawing/2014/main" id="{DF028901-AEB9-E06E-98CA-44F76F5FE508}"/>
                </a:ext>
              </a:extLst>
            </p:cNvPr>
            <p:cNvSpPr/>
            <p:nvPr/>
          </p:nvSpPr>
          <p:spPr>
            <a:xfrm>
              <a:off x="6575269" y="3611530"/>
              <a:ext cx="293007" cy="1123517"/>
            </a:xfrm>
            <a:custGeom>
              <a:avLst/>
              <a:gdLst/>
              <a:ahLst/>
              <a:cxnLst/>
              <a:rect l="l" t="t" r="r" b="b"/>
              <a:pathLst>
                <a:path w="72392" h="277583" extrusionOk="0">
                  <a:moveTo>
                    <a:pt x="39367" y="277583"/>
                  </a:moveTo>
                  <a:cubicBezTo>
                    <a:pt x="46483" y="274670"/>
                    <a:pt x="53599" y="271715"/>
                    <a:pt x="60715" y="268802"/>
                  </a:cubicBezTo>
                  <a:cubicBezTo>
                    <a:pt x="59924" y="263975"/>
                    <a:pt x="58759" y="256360"/>
                    <a:pt x="57968" y="246997"/>
                  </a:cubicBezTo>
                  <a:cubicBezTo>
                    <a:pt x="51768" y="174838"/>
                    <a:pt x="77777" y="142212"/>
                    <a:pt x="71368" y="85742"/>
                  </a:cubicBezTo>
                  <a:cubicBezTo>
                    <a:pt x="69828" y="72342"/>
                    <a:pt x="65958" y="52867"/>
                    <a:pt x="54931" y="29813"/>
                  </a:cubicBezTo>
                  <a:cubicBezTo>
                    <a:pt x="54639" y="11211"/>
                    <a:pt x="38410" y="-1897"/>
                    <a:pt x="23346" y="225"/>
                  </a:cubicBezTo>
                  <a:cubicBezTo>
                    <a:pt x="10820" y="2015"/>
                    <a:pt x="208" y="14124"/>
                    <a:pt x="0" y="29147"/>
                  </a:cubicBezTo>
                  <a:cubicBezTo>
                    <a:pt x="6658" y="81498"/>
                    <a:pt x="14274" y="121822"/>
                    <a:pt x="20266" y="149786"/>
                  </a:cubicBezTo>
                  <a:cubicBezTo>
                    <a:pt x="23595" y="165267"/>
                    <a:pt x="29463" y="191359"/>
                    <a:pt x="34290" y="227813"/>
                  </a:cubicBezTo>
                  <a:cubicBezTo>
                    <a:pt x="37037" y="248620"/>
                    <a:pt x="38535" y="265848"/>
                    <a:pt x="39367" y="277541"/>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 name="Google Shape;2594;p71">
              <a:extLst>
                <a:ext uri="{FF2B5EF4-FFF2-40B4-BE49-F238E27FC236}">
                  <a16:creationId xmlns:a16="http://schemas.microsoft.com/office/drawing/2014/main" id="{5E25327E-37E0-F9D2-9D58-CB049BAEB7C5}"/>
                </a:ext>
              </a:extLst>
            </p:cNvPr>
            <p:cNvSpPr/>
            <p:nvPr/>
          </p:nvSpPr>
          <p:spPr>
            <a:xfrm>
              <a:off x="6088606" y="4593615"/>
              <a:ext cx="241753" cy="274040"/>
            </a:xfrm>
            <a:custGeom>
              <a:avLst/>
              <a:gdLst/>
              <a:ahLst/>
              <a:cxnLst/>
              <a:rect l="l" t="t" r="r" b="b"/>
              <a:pathLst>
                <a:path w="59729" h="67706" extrusionOk="0">
                  <a:moveTo>
                    <a:pt x="58744" y="67706"/>
                  </a:moveTo>
                  <a:cubicBezTo>
                    <a:pt x="39935" y="67581"/>
                    <a:pt x="21125" y="67415"/>
                    <a:pt x="2316" y="67290"/>
                  </a:cubicBezTo>
                  <a:cubicBezTo>
                    <a:pt x="942" y="65292"/>
                    <a:pt x="-472" y="62463"/>
                    <a:pt x="152" y="59550"/>
                  </a:cubicBezTo>
                  <a:cubicBezTo>
                    <a:pt x="1275" y="54265"/>
                    <a:pt x="8225" y="51893"/>
                    <a:pt x="11762" y="50062"/>
                  </a:cubicBezTo>
                  <a:cubicBezTo>
                    <a:pt x="18337" y="46649"/>
                    <a:pt x="25869" y="38493"/>
                    <a:pt x="29864" y="17478"/>
                  </a:cubicBezTo>
                  <a:cubicBezTo>
                    <a:pt x="38645" y="11652"/>
                    <a:pt x="47425" y="5826"/>
                    <a:pt x="56206" y="0"/>
                  </a:cubicBezTo>
                  <a:cubicBezTo>
                    <a:pt x="54916" y="28922"/>
                    <a:pt x="56248" y="40782"/>
                    <a:pt x="57829" y="46192"/>
                  </a:cubicBezTo>
                  <a:cubicBezTo>
                    <a:pt x="58287" y="47815"/>
                    <a:pt x="60367" y="54265"/>
                    <a:pt x="59535" y="62546"/>
                  </a:cubicBezTo>
                  <a:cubicBezTo>
                    <a:pt x="59327" y="64710"/>
                    <a:pt x="58953" y="66499"/>
                    <a:pt x="58661" y="67706"/>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2595;p71">
              <a:extLst>
                <a:ext uri="{FF2B5EF4-FFF2-40B4-BE49-F238E27FC236}">
                  <a16:creationId xmlns:a16="http://schemas.microsoft.com/office/drawing/2014/main" id="{00927125-5AEB-81CA-E3CB-54EAA33CB73B}"/>
                </a:ext>
              </a:extLst>
            </p:cNvPr>
            <p:cNvSpPr/>
            <p:nvPr/>
          </p:nvSpPr>
          <p:spPr>
            <a:xfrm>
              <a:off x="6709614" y="4607073"/>
              <a:ext cx="241887" cy="260562"/>
            </a:xfrm>
            <a:custGeom>
              <a:avLst/>
              <a:gdLst/>
              <a:ahLst/>
              <a:cxnLst/>
              <a:rect l="l" t="t" r="r" b="b"/>
              <a:pathLst>
                <a:path w="59762" h="64376" extrusionOk="0">
                  <a:moveTo>
                    <a:pt x="1019" y="64377"/>
                  </a:moveTo>
                  <a:cubicBezTo>
                    <a:pt x="19828" y="64252"/>
                    <a:pt x="38638" y="64086"/>
                    <a:pt x="57447" y="63961"/>
                  </a:cubicBezTo>
                  <a:cubicBezTo>
                    <a:pt x="58820" y="61963"/>
                    <a:pt x="60235" y="59134"/>
                    <a:pt x="59611" y="56221"/>
                  </a:cubicBezTo>
                  <a:cubicBezTo>
                    <a:pt x="58404" y="50478"/>
                    <a:pt x="50331" y="47731"/>
                    <a:pt x="48001" y="46733"/>
                  </a:cubicBezTo>
                  <a:cubicBezTo>
                    <a:pt x="40094" y="43487"/>
                    <a:pt x="30523" y="32792"/>
                    <a:pt x="23324" y="0"/>
                  </a:cubicBezTo>
                  <a:cubicBezTo>
                    <a:pt x="18205" y="6533"/>
                    <a:pt x="13087" y="13067"/>
                    <a:pt x="7926" y="19600"/>
                  </a:cubicBezTo>
                  <a:cubicBezTo>
                    <a:pt x="5763" y="27757"/>
                    <a:pt x="3807" y="35330"/>
                    <a:pt x="1892" y="42863"/>
                  </a:cubicBezTo>
                  <a:cubicBezTo>
                    <a:pt x="769" y="47274"/>
                    <a:pt x="-480" y="52475"/>
                    <a:pt x="186" y="59217"/>
                  </a:cubicBezTo>
                  <a:cubicBezTo>
                    <a:pt x="394" y="61381"/>
                    <a:pt x="769" y="63170"/>
                    <a:pt x="1060" y="64377"/>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2596;p71">
              <a:extLst>
                <a:ext uri="{FF2B5EF4-FFF2-40B4-BE49-F238E27FC236}">
                  <a16:creationId xmlns:a16="http://schemas.microsoft.com/office/drawing/2014/main" id="{E680E18C-1817-F70A-476E-B72E0C11D1A9}"/>
                </a:ext>
              </a:extLst>
            </p:cNvPr>
            <p:cNvSpPr/>
            <p:nvPr/>
          </p:nvSpPr>
          <p:spPr>
            <a:xfrm>
              <a:off x="6067915" y="4414273"/>
              <a:ext cx="324674" cy="456453"/>
            </a:xfrm>
            <a:custGeom>
              <a:avLst/>
              <a:gdLst/>
              <a:ahLst/>
              <a:cxnLst/>
              <a:rect l="l" t="t" r="r" b="b"/>
              <a:pathLst>
                <a:path w="80216" h="112774" extrusionOk="0">
                  <a:moveTo>
                    <a:pt x="42764" y="42"/>
                  </a:moveTo>
                  <a:cubicBezTo>
                    <a:pt x="42805" y="20557"/>
                    <a:pt x="39435" y="47565"/>
                    <a:pt x="24953" y="74448"/>
                  </a:cubicBezTo>
                  <a:cubicBezTo>
                    <a:pt x="22831" y="78401"/>
                    <a:pt x="20584" y="82105"/>
                    <a:pt x="18253" y="85600"/>
                  </a:cubicBezTo>
                  <a:cubicBezTo>
                    <a:pt x="17504" y="85600"/>
                    <a:pt x="8391" y="85600"/>
                    <a:pt x="3106" y="93174"/>
                  </a:cubicBezTo>
                  <a:cubicBezTo>
                    <a:pt x="-848" y="98875"/>
                    <a:pt x="-1056" y="106574"/>
                    <a:pt x="2648" y="112774"/>
                  </a:cubicBezTo>
                  <a:lnTo>
                    <a:pt x="66401" y="112774"/>
                  </a:lnTo>
                  <a:cubicBezTo>
                    <a:pt x="64819" y="96919"/>
                    <a:pt x="64278" y="76320"/>
                    <a:pt x="67732" y="52600"/>
                  </a:cubicBezTo>
                  <a:cubicBezTo>
                    <a:pt x="70562" y="33000"/>
                    <a:pt x="75389" y="16313"/>
                    <a:pt x="80217" y="3121"/>
                  </a:cubicBezTo>
                  <a:cubicBezTo>
                    <a:pt x="67732" y="2081"/>
                    <a:pt x="55248" y="1040"/>
                    <a:pt x="42764"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2597;p71">
              <a:extLst>
                <a:ext uri="{FF2B5EF4-FFF2-40B4-BE49-F238E27FC236}">
                  <a16:creationId xmlns:a16="http://schemas.microsoft.com/office/drawing/2014/main" id="{31E9C5D3-1024-5D32-8747-EB11E0CFB18E}"/>
                </a:ext>
              </a:extLst>
            </p:cNvPr>
            <p:cNvSpPr/>
            <p:nvPr/>
          </p:nvSpPr>
          <p:spPr>
            <a:xfrm>
              <a:off x="6692868" y="4409058"/>
              <a:ext cx="289473" cy="461840"/>
            </a:xfrm>
            <a:custGeom>
              <a:avLst/>
              <a:gdLst/>
              <a:ahLst/>
              <a:cxnLst/>
              <a:rect l="l" t="t" r="r" b="b"/>
              <a:pathLst>
                <a:path w="71519" h="114105" extrusionOk="0">
                  <a:moveTo>
                    <a:pt x="31835" y="0"/>
                  </a:moveTo>
                  <a:cubicBezTo>
                    <a:pt x="30378" y="19767"/>
                    <a:pt x="31835" y="47981"/>
                    <a:pt x="46566" y="75779"/>
                  </a:cubicBezTo>
                  <a:cubicBezTo>
                    <a:pt x="48688" y="79774"/>
                    <a:pt x="50936" y="83478"/>
                    <a:pt x="53266" y="86932"/>
                  </a:cubicBezTo>
                  <a:cubicBezTo>
                    <a:pt x="54015" y="86932"/>
                    <a:pt x="63129" y="86932"/>
                    <a:pt x="68414" y="94506"/>
                  </a:cubicBezTo>
                  <a:cubicBezTo>
                    <a:pt x="72367" y="100207"/>
                    <a:pt x="72575" y="107905"/>
                    <a:pt x="68871" y="114106"/>
                  </a:cubicBezTo>
                  <a:lnTo>
                    <a:pt x="5119" y="114106"/>
                  </a:lnTo>
                  <a:cubicBezTo>
                    <a:pt x="4369" y="113190"/>
                    <a:pt x="3163" y="111567"/>
                    <a:pt x="2122" y="109362"/>
                  </a:cubicBezTo>
                  <a:cubicBezTo>
                    <a:pt x="-2788" y="98625"/>
                    <a:pt x="3745" y="89013"/>
                    <a:pt x="5077" y="73699"/>
                  </a:cubicBezTo>
                  <a:cubicBezTo>
                    <a:pt x="5493" y="68955"/>
                    <a:pt x="5077" y="67498"/>
                    <a:pt x="3745" y="53932"/>
                  </a:cubicBezTo>
                  <a:cubicBezTo>
                    <a:pt x="2580" y="42072"/>
                    <a:pt x="1165" y="25135"/>
                    <a:pt x="0" y="3579"/>
                  </a:cubicBezTo>
                  <a:cubicBezTo>
                    <a:pt x="10612" y="2372"/>
                    <a:pt x="21182" y="1207"/>
                    <a:pt x="31793"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2598;p71">
              <a:extLst>
                <a:ext uri="{FF2B5EF4-FFF2-40B4-BE49-F238E27FC236}">
                  <a16:creationId xmlns:a16="http://schemas.microsoft.com/office/drawing/2014/main" id="{176F981B-0358-8E90-F2DE-C10357C3D459}"/>
                </a:ext>
              </a:extLst>
            </p:cNvPr>
            <p:cNvSpPr/>
            <p:nvPr/>
          </p:nvSpPr>
          <p:spPr>
            <a:xfrm>
              <a:off x="6778840" y="2393034"/>
              <a:ext cx="131038" cy="249953"/>
            </a:xfrm>
            <a:custGeom>
              <a:avLst/>
              <a:gdLst/>
              <a:ahLst/>
              <a:cxnLst/>
              <a:rect l="l" t="t" r="r" b="b"/>
              <a:pathLst>
                <a:path w="32375" h="61755" extrusionOk="0">
                  <a:moveTo>
                    <a:pt x="32376" y="59467"/>
                  </a:moveTo>
                  <a:cubicBezTo>
                    <a:pt x="29671" y="60881"/>
                    <a:pt x="26508" y="61755"/>
                    <a:pt x="23387" y="61755"/>
                  </a:cubicBezTo>
                  <a:cubicBezTo>
                    <a:pt x="10570" y="61755"/>
                    <a:pt x="0" y="47773"/>
                    <a:pt x="0" y="30378"/>
                  </a:cubicBezTo>
                  <a:cubicBezTo>
                    <a:pt x="0" y="15813"/>
                    <a:pt x="7282" y="3704"/>
                    <a:pt x="17103" y="0"/>
                  </a:cubicBezTo>
                  <a:cubicBezTo>
                    <a:pt x="17686" y="583"/>
                    <a:pt x="18102" y="999"/>
                    <a:pt x="18518" y="1415"/>
                  </a:cubicBezTo>
                  <a:cubicBezTo>
                    <a:pt x="23387" y="5410"/>
                    <a:pt x="28090" y="8406"/>
                    <a:pt x="32209" y="10820"/>
                  </a:cubicBezTo>
                  <a:cubicBezTo>
                    <a:pt x="29796" y="19933"/>
                    <a:pt x="28506" y="27632"/>
                    <a:pt x="28090" y="34082"/>
                  </a:cubicBezTo>
                  <a:cubicBezTo>
                    <a:pt x="27382" y="45900"/>
                    <a:pt x="29380" y="53890"/>
                    <a:pt x="32376" y="5946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2599;p71">
              <a:extLst>
                <a:ext uri="{FF2B5EF4-FFF2-40B4-BE49-F238E27FC236}">
                  <a16:creationId xmlns:a16="http://schemas.microsoft.com/office/drawing/2014/main" id="{0635C2C2-E82D-DAAC-DBE1-75CD04899977}"/>
                </a:ext>
              </a:extLst>
            </p:cNvPr>
            <p:cNvSpPr/>
            <p:nvPr/>
          </p:nvSpPr>
          <p:spPr>
            <a:xfrm>
              <a:off x="6793742" y="2103468"/>
              <a:ext cx="428926" cy="499927"/>
            </a:xfrm>
            <a:custGeom>
              <a:avLst/>
              <a:gdLst/>
              <a:ahLst/>
              <a:cxnLst/>
              <a:rect l="l" t="t" r="r" b="b"/>
              <a:pathLst>
                <a:path w="105973" h="123515" extrusionOk="0">
                  <a:moveTo>
                    <a:pt x="73674" y="103834"/>
                  </a:moveTo>
                  <a:cubicBezTo>
                    <a:pt x="68805" y="110409"/>
                    <a:pt x="62896" y="113363"/>
                    <a:pt x="55364" y="117150"/>
                  </a:cubicBezTo>
                  <a:cubicBezTo>
                    <a:pt x="54032" y="117816"/>
                    <a:pt x="37928" y="125764"/>
                    <a:pt x="28689" y="122893"/>
                  </a:cubicBezTo>
                  <a:cubicBezTo>
                    <a:pt x="25443" y="121894"/>
                    <a:pt x="22655" y="120105"/>
                    <a:pt x="22655" y="120105"/>
                  </a:cubicBezTo>
                  <a:cubicBezTo>
                    <a:pt x="20783" y="118898"/>
                    <a:pt x="19160" y="117483"/>
                    <a:pt x="17662" y="115902"/>
                  </a:cubicBezTo>
                  <a:cubicBezTo>
                    <a:pt x="15872" y="113987"/>
                    <a:pt x="2722" y="98049"/>
                    <a:pt x="392" y="76951"/>
                  </a:cubicBezTo>
                  <a:cubicBezTo>
                    <a:pt x="-2480" y="50776"/>
                    <a:pt x="10338" y="8620"/>
                    <a:pt x="42006" y="1130"/>
                  </a:cubicBezTo>
                  <a:cubicBezTo>
                    <a:pt x="61564" y="-3489"/>
                    <a:pt x="79292" y="7247"/>
                    <a:pt x="86034" y="11866"/>
                  </a:cubicBezTo>
                  <a:cubicBezTo>
                    <a:pt x="86741" y="12407"/>
                    <a:pt x="87532" y="13032"/>
                    <a:pt x="88406" y="13739"/>
                  </a:cubicBezTo>
                  <a:cubicBezTo>
                    <a:pt x="88406" y="13739"/>
                    <a:pt x="91735" y="16527"/>
                    <a:pt x="94481" y="19565"/>
                  </a:cubicBezTo>
                  <a:cubicBezTo>
                    <a:pt x="104385" y="30551"/>
                    <a:pt x="105759" y="41787"/>
                    <a:pt x="105759" y="41787"/>
                  </a:cubicBezTo>
                  <a:cubicBezTo>
                    <a:pt x="107090" y="52607"/>
                    <a:pt x="102013" y="62552"/>
                    <a:pt x="96978" y="69835"/>
                  </a:cubicBezTo>
                  <a:cubicBezTo>
                    <a:pt x="96021" y="71250"/>
                    <a:pt x="95022" y="72540"/>
                    <a:pt x="94107" y="73747"/>
                  </a:cubicBezTo>
                  <a:cubicBezTo>
                    <a:pt x="93066" y="75120"/>
                    <a:pt x="92109" y="76285"/>
                    <a:pt x="91235" y="77325"/>
                  </a:cubicBezTo>
                  <a:cubicBezTo>
                    <a:pt x="88738" y="80446"/>
                    <a:pt x="86783" y="82236"/>
                    <a:pt x="83453" y="87021"/>
                  </a:cubicBezTo>
                  <a:cubicBezTo>
                    <a:pt x="77503" y="95511"/>
                    <a:pt x="77461" y="98673"/>
                    <a:pt x="73633" y="10387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2600;p71">
              <a:extLst>
                <a:ext uri="{FF2B5EF4-FFF2-40B4-BE49-F238E27FC236}">
                  <a16:creationId xmlns:a16="http://schemas.microsoft.com/office/drawing/2014/main" id="{D40D1F2C-BB85-F4FB-3DAD-5753A39DC522}"/>
                </a:ext>
              </a:extLst>
            </p:cNvPr>
            <p:cNvSpPr/>
            <p:nvPr/>
          </p:nvSpPr>
          <p:spPr>
            <a:xfrm>
              <a:off x="6778941" y="2207673"/>
              <a:ext cx="95630" cy="106028"/>
            </a:xfrm>
            <a:custGeom>
              <a:avLst/>
              <a:gdLst/>
              <a:ahLst/>
              <a:cxnLst/>
              <a:rect l="l" t="t" r="r" b="b"/>
              <a:pathLst>
                <a:path w="23627" h="26196" extrusionOk="0">
                  <a:moveTo>
                    <a:pt x="3220" y="7106"/>
                  </a:moveTo>
                  <a:cubicBezTo>
                    <a:pt x="-1274" y="13556"/>
                    <a:pt x="-1024" y="21421"/>
                    <a:pt x="3720" y="24750"/>
                  </a:cubicBezTo>
                  <a:cubicBezTo>
                    <a:pt x="8464" y="28038"/>
                    <a:pt x="15954" y="25541"/>
                    <a:pt x="20407" y="19091"/>
                  </a:cubicBezTo>
                  <a:cubicBezTo>
                    <a:pt x="24901" y="12641"/>
                    <a:pt x="24652" y="4776"/>
                    <a:pt x="19908" y="1446"/>
                  </a:cubicBezTo>
                  <a:cubicBezTo>
                    <a:pt x="15164" y="-1841"/>
                    <a:pt x="7673" y="656"/>
                    <a:pt x="3220" y="7106"/>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8" name="Google Shape;2601;p71">
              <a:extLst>
                <a:ext uri="{FF2B5EF4-FFF2-40B4-BE49-F238E27FC236}">
                  <a16:creationId xmlns:a16="http://schemas.microsoft.com/office/drawing/2014/main" id="{21168E79-A2C1-1A48-64EB-614664B15CB3}"/>
                </a:ext>
              </a:extLst>
            </p:cNvPr>
            <p:cNvSpPr/>
            <p:nvPr/>
          </p:nvSpPr>
          <p:spPr>
            <a:xfrm>
              <a:off x="6810807" y="2225466"/>
              <a:ext cx="27503" cy="70066"/>
            </a:xfrm>
            <a:custGeom>
              <a:avLst/>
              <a:gdLst/>
              <a:ahLst/>
              <a:cxnLst/>
              <a:rect l="l" t="t" r="r" b="b"/>
              <a:pathLst>
                <a:path w="6795" h="17311" extrusionOk="0">
                  <a:moveTo>
                    <a:pt x="1830" y="17312"/>
                  </a:moveTo>
                  <a:cubicBezTo>
                    <a:pt x="416" y="17021"/>
                    <a:pt x="-167" y="16063"/>
                    <a:pt x="41" y="15065"/>
                  </a:cubicBezTo>
                  <a:lnTo>
                    <a:pt x="3162" y="1415"/>
                  </a:lnTo>
                  <a:cubicBezTo>
                    <a:pt x="3412" y="416"/>
                    <a:pt x="4410" y="-166"/>
                    <a:pt x="5368" y="42"/>
                  </a:cubicBezTo>
                  <a:cubicBezTo>
                    <a:pt x="6366" y="250"/>
                    <a:pt x="6991" y="1249"/>
                    <a:pt x="6741" y="2248"/>
                  </a:cubicBezTo>
                  <a:lnTo>
                    <a:pt x="3620" y="15897"/>
                  </a:lnTo>
                  <a:cubicBezTo>
                    <a:pt x="3412" y="16729"/>
                    <a:pt x="2663" y="17312"/>
                    <a:pt x="1830" y="173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9" name="Google Shape;2602;p71">
              <a:extLst>
                <a:ext uri="{FF2B5EF4-FFF2-40B4-BE49-F238E27FC236}">
                  <a16:creationId xmlns:a16="http://schemas.microsoft.com/office/drawing/2014/main" id="{AD54E1DB-C9E0-D078-7FDA-4E9BCAB95788}"/>
                </a:ext>
              </a:extLst>
            </p:cNvPr>
            <p:cNvSpPr/>
            <p:nvPr/>
          </p:nvSpPr>
          <p:spPr>
            <a:xfrm>
              <a:off x="6819746" y="2241641"/>
              <a:ext cx="32797" cy="22715"/>
            </a:xfrm>
            <a:custGeom>
              <a:avLst/>
              <a:gdLst/>
              <a:ahLst/>
              <a:cxnLst/>
              <a:rect l="l" t="t" r="r" b="b"/>
              <a:pathLst>
                <a:path w="8103" h="5612" extrusionOk="0">
                  <a:moveTo>
                    <a:pt x="1825" y="5571"/>
                  </a:moveTo>
                  <a:cubicBezTo>
                    <a:pt x="1118" y="5571"/>
                    <a:pt x="452" y="5155"/>
                    <a:pt x="161" y="4489"/>
                  </a:cubicBezTo>
                  <a:cubicBezTo>
                    <a:pt x="-255" y="3573"/>
                    <a:pt x="161" y="2491"/>
                    <a:pt x="1118" y="2075"/>
                  </a:cubicBezTo>
                  <a:lnTo>
                    <a:pt x="5529" y="161"/>
                  </a:lnTo>
                  <a:cubicBezTo>
                    <a:pt x="6486" y="-255"/>
                    <a:pt x="7527" y="161"/>
                    <a:pt x="7943" y="1118"/>
                  </a:cubicBezTo>
                  <a:cubicBezTo>
                    <a:pt x="8359" y="2034"/>
                    <a:pt x="7943" y="3116"/>
                    <a:pt x="6986" y="3532"/>
                  </a:cubicBezTo>
                  <a:lnTo>
                    <a:pt x="2575" y="5446"/>
                  </a:lnTo>
                  <a:cubicBezTo>
                    <a:pt x="2325" y="5529"/>
                    <a:pt x="2075" y="5612"/>
                    <a:pt x="1825" y="56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0" name="Google Shape;2603;p71">
              <a:extLst>
                <a:ext uri="{FF2B5EF4-FFF2-40B4-BE49-F238E27FC236}">
                  <a16:creationId xmlns:a16="http://schemas.microsoft.com/office/drawing/2014/main" id="{6E167699-DB4B-917D-5D71-1A5C78F3DB69}"/>
                </a:ext>
              </a:extLst>
            </p:cNvPr>
            <p:cNvSpPr/>
            <p:nvPr/>
          </p:nvSpPr>
          <p:spPr>
            <a:xfrm>
              <a:off x="6952349" y="2323707"/>
              <a:ext cx="46380" cy="43482"/>
            </a:xfrm>
            <a:custGeom>
              <a:avLst/>
              <a:gdLst/>
              <a:ahLst/>
              <a:cxnLst/>
              <a:rect l="l" t="t" r="r" b="b"/>
              <a:pathLst>
                <a:path w="11459" h="10743" extrusionOk="0">
                  <a:moveTo>
                    <a:pt x="10515" y="8951"/>
                  </a:moveTo>
                  <a:cubicBezTo>
                    <a:pt x="8809" y="11156"/>
                    <a:pt x="5230" y="11364"/>
                    <a:pt x="2609" y="9367"/>
                  </a:cubicBezTo>
                  <a:cubicBezTo>
                    <a:pt x="-55" y="7411"/>
                    <a:pt x="-804" y="3998"/>
                    <a:pt x="944" y="1793"/>
                  </a:cubicBezTo>
                  <a:cubicBezTo>
                    <a:pt x="2692" y="-413"/>
                    <a:pt x="6229" y="-621"/>
                    <a:pt x="8851" y="1377"/>
                  </a:cubicBezTo>
                  <a:cubicBezTo>
                    <a:pt x="11514" y="3333"/>
                    <a:pt x="12263" y="6745"/>
                    <a:pt x="10515" y="895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1" name="Google Shape;2604;p71">
              <a:extLst>
                <a:ext uri="{FF2B5EF4-FFF2-40B4-BE49-F238E27FC236}">
                  <a16:creationId xmlns:a16="http://schemas.microsoft.com/office/drawing/2014/main" id="{AE2C5B5E-FF42-6BB2-5DDD-4D0B8B8C2EB5}"/>
                </a:ext>
              </a:extLst>
            </p:cNvPr>
            <p:cNvSpPr/>
            <p:nvPr/>
          </p:nvSpPr>
          <p:spPr>
            <a:xfrm>
              <a:off x="6917916" y="2290855"/>
              <a:ext cx="101216" cy="68945"/>
            </a:xfrm>
            <a:custGeom>
              <a:avLst/>
              <a:gdLst/>
              <a:ahLst/>
              <a:cxnLst/>
              <a:rect l="l" t="t" r="r" b="b"/>
              <a:pathLst>
                <a:path w="25007" h="17034" extrusionOk="0">
                  <a:moveTo>
                    <a:pt x="18200" y="17034"/>
                  </a:moveTo>
                  <a:cubicBezTo>
                    <a:pt x="17659" y="17034"/>
                    <a:pt x="17159" y="16826"/>
                    <a:pt x="16826" y="16410"/>
                  </a:cubicBezTo>
                  <a:cubicBezTo>
                    <a:pt x="16410" y="15952"/>
                    <a:pt x="16285" y="15287"/>
                    <a:pt x="16452" y="14662"/>
                  </a:cubicBezTo>
                  <a:cubicBezTo>
                    <a:pt x="16702" y="13830"/>
                    <a:pt x="16785" y="13039"/>
                    <a:pt x="16618" y="12249"/>
                  </a:cubicBezTo>
                  <a:cubicBezTo>
                    <a:pt x="15952" y="8212"/>
                    <a:pt x="9794" y="4675"/>
                    <a:pt x="1596" y="3635"/>
                  </a:cubicBezTo>
                  <a:cubicBezTo>
                    <a:pt x="597" y="3510"/>
                    <a:pt x="-111" y="2594"/>
                    <a:pt x="14" y="1596"/>
                  </a:cubicBezTo>
                  <a:cubicBezTo>
                    <a:pt x="139" y="597"/>
                    <a:pt x="1055" y="-111"/>
                    <a:pt x="2053" y="14"/>
                  </a:cubicBezTo>
                  <a:cubicBezTo>
                    <a:pt x="12166" y="1346"/>
                    <a:pt x="19282" y="5923"/>
                    <a:pt x="20239" y="11708"/>
                  </a:cubicBezTo>
                  <a:cubicBezTo>
                    <a:pt x="20322" y="12124"/>
                    <a:pt x="20364" y="12582"/>
                    <a:pt x="20364" y="13039"/>
                  </a:cubicBezTo>
                  <a:lnTo>
                    <a:pt x="22902" y="12623"/>
                  </a:lnTo>
                  <a:cubicBezTo>
                    <a:pt x="23942" y="12499"/>
                    <a:pt x="24858" y="13164"/>
                    <a:pt x="24983" y="14163"/>
                  </a:cubicBezTo>
                  <a:cubicBezTo>
                    <a:pt x="25149" y="15162"/>
                    <a:pt x="24442" y="16119"/>
                    <a:pt x="23443" y="16244"/>
                  </a:cubicBezTo>
                  <a:lnTo>
                    <a:pt x="18449" y="17034"/>
                  </a:lnTo>
                  <a:cubicBezTo>
                    <a:pt x="18449" y="17034"/>
                    <a:pt x="18241" y="17034"/>
                    <a:pt x="18158" y="1703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2" name="Google Shape;2605;p71">
              <a:extLst>
                <a:ext uri="{FF2B5EF4-FFF2-40B4-BE49-F238E27FC236}">
                  <a16:creationId xmlns:a16="http://schemas.microsoft.com/office/drawing/2014/main" id="{68693C7A-7911-6E69-11D7-21668AD78DD0}"/>
                </a:ext>
              </a:extLst>
            </p:cNvPr>
            <p:cNvSpPr/>
            <p:nvPr/>
          </p:nvSpPr>
          <p:spPr>
            <a:xfrm>
              <a:off x="7096890" y="2422733"/>
              <a:ext cx="47684" cy="41762"/>
            </a:xfrm>
            <a:custGeom>
              <a:avLst/>
              <a:gdLst/>
              <a:ahLst/>
              <a:cxnLst/>
              <a:rect l="l" t="t" r="r" b="b"/>
              <a:pathLst>
                <a:path w="11781" h="10318" extrusionOk="0">
                  <a:moveTo>
                    <a:pt x="11467" y="7302"/>
                  </a:moveTo>
                  <a:cubicBezTo>
                    <a:pt x="10385" y="9882"/>
                    <a:pt x="7056" y="11048"/>
                    <a:pt x="3976" y="9841"/>
                  </a:cubicBezTo>
                  <a:cubicBezTo>
                    <a:pt x="897" y="8634"/>
                    <a:pt x="-726" y="5596"/>
                    <a:pt x="314" y="3016"/>
                  </a:cubicBezTo>
                  <a:cubicBezTo>
                    <a:pt x="1355" y="436"/>
                    <a:pt x="4726" y="-729"/>
                    <a:pt x="7805" y="478"/>
                  </a:cubicBezTo>
                  <a:cubicBezTo>
                    <a:pt x="10884" y="1643"/>
                    <a:pt x="12507" y="4722"/>
                    <a:pt x="11467" y="730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3" name="Google Shape;2606;p71">
              <a:extLst>
                <a:ext uri="{FF2B5EF4-FFF2-40B4-BE49-F238E27FC236}">
                  <a16:creationId xmlns:a16="http://schemas.microsoft.com/office/drawing/2014/main" id="{61515980-E84E-3522-C7CE-1D3430D00C1D}"/>
                </a:ext>
              </a:extLst>
            </p:cNvPr>
            <p:cNvSpPr/>
            <p:nvPr/>
          </p:nvSpPr>
          <p:spPr>
            <a:xfrm>
              <a:off x="7059033" y="2403748"/>
              <a:ext cx="111747" cy="50752"/>
            </a:xfrm>
            <a:custGeom>
              <a:avLst/>
              <a:gdLst/>
              <a:ahLst/>
              <a:cxnLst/>
              <a:rect l="l" t="t" r="r" b="b"/>
              <a:pathLst>
                <a:path w="27609" h="12539" extrusionOk="0">
                  <a:moveTo>
                    <a:pt x="21206" y="12539"/>
                  </a:moveTo>
                  <a:cubicBezTo>
                    <a:pt x="20873" y="12539"/>
                    <a:pt x="20498" y="12456"/>
                    <a:pt x="20207" y="12248"/>
                  </a:cubicBezTo>
                  <a:cubicBezTo>
                    <a:pt x="19666" y="11915"/>
                    <a:pt x="19375" y="11332"/>
                    <a:pt x="19375" y="10666"/>
                  </a:cubicBezTo>
                  <a:cubicBezTo>
                    <a:pt x="19375" y="9793"/>
                    <a:pt x="19250" y="9002"/>
                    <a:pt x="18917" y="8294"/>
                  </a:cubicBezTo>
                  <a:cubicBezTo>
                    <a:pt x="17211" y="4591"/>
                    <a:pt x="10303" y="2885"/>
                    <a:pt x="2105" y="4050"/>
                  </a:cubicBezTo>
                  <a:cubicBezTo>
                    <a:pt x="981" y="4216"/>
                    <a:pt x="191" y="3509"/>
                    <a:pt x="24" y="2510"/>
                  </a:cubicBezTo>
                  <a:cubicBezTo>
                    <a:pt x="-142" y="1511"/>
                    <a:pt x="565" y="596"/>
                    <a:pt x="1564" y="429"/>
                  </a:cubicBezTo>
                  <a:cubicBezTo>
                    <a:pt x="11676" y="-1069"/>
                    <a:pt x="19749" y="1428"/>
                    <a:pt x="22246" y="6755"/>
                  </a:cubicBezTo>
                  <a:cubicBezTo>
                    <a:pt x="22413" y="7129"/>
                    <a:pt x="22579" y="7545"/>
                    <a:pt x="22704" y="8003"/>
                  </a:cubicBezTo>
                  <a:lnTo>
                    <a:pt x="25034" y="6921"/>
                  </a:lnTo>
                  <a:cubicBezTo>
                    <a:pt x="25950" y="6505"/>
                    <a:pt x="27032" y="6921"/>
                    <a:pt x="27448" y="7837"/>
                  </a:cubicBezTo>
                  <a:cubicBezTo>
                    <a:pt x="27864" y="8752"/>
                    <a:pt x="27448" y="9834"/>
                    <a:pt x="26533" y="10250"/>
                  </a:cubicBezTo>
                  <a:lnTo>
                    <a:pt x="21955" y="12331"/>
                  </a:lnTo>
                  <a:cubicBezTo>
                    <a:pt x="21705" y="12456"/>
                    <a:pt x="21456" y="12497"/>
                    <a:pt x="21206" y="1249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4" name="Google Shape;2607;p71">
              <a:extLst>
                <a:ext uri="{FF2B5EF4-FFF2-40B4-BE49-F238E27FC236}">
                  <a16:creationId xmlns:a16="http://schemas.microsoft.com/office/drawing/2014/main" id="{D9F2B9A9-08B7-7C16-1E3D-6B2B48495A7C}"/>
                </a:ext>
              </a:extLst>
            </p:cNvPr>
            <p:cNvSpPr/>
            <p:nvPr/>
          </p:nvSpPr>
          <p:spPr>
            <a:xfrm>
              <a:off x="6945064" y="2216810"/>
              <a:ext cx="117734" cy="46566"/>
            </a:xfrm>
            <a:custGeom>
              <a:avLst/>
              <a:gdLst/>
              <a:ahLst/>
              <a:cxnLst/>
              <a:rect l="l" t="t" r="r" b="b"/>
              <a:pathLst>
                <a:path w="29088" h="11505" extrusionOk="0">
                  <a:moveTo>
                    <a:pt x="42" y="3598"/>
                  </a:moveTo>
                  <a:cubicBezTo>
                    <a:pt x="4037" y="3723"/>
                    <a:pt x="9571" y="4306"/>
                    <a:pt x="15855" y="6137"/>
                  </a:cubicBezTo>
                  <a:cubicBezTo>
                    <a:pt x="21223" y="7718"/>
                    <a:pt x="25593" y="9757"/>
                    <a:pt x="28755" y="11505"/>
                  </a:cubicBezTo>
                  <a:cubicBezTo>
                    <a:pt x="28922" y="10798"/>
                    <a:pt x="29088" y="9924"/>
                    <a:pt x="29088" y="8967"/>
                  </a:cubicBezTo>
                  <a:cubicBezTo>
                    <a:pt x="29088" y="6636"/>
                    <a:pt x="28422" y="4722"/>
                    <a:pt x="27840" y="3515"/>
                  </a:cubicBezTo>
                  <a:cubicBezTo>
                    <a:pt x="23554" y="2308"/>
                    <a:pt x="19892" y="1518"/>
                    <a:pt x="17228" y="1018"/>
                  </a:cubicBezTo>
                  <a:cubicBezTo>
                    <a:pt x="10736" y="-230"/>
                    <a:pt x="8822" y="-64"/>
                    <a:pt x="7532" y="144"/>
                  </a:cubicBezTo>
                  <a:cubicBezTo>
                    <a:pt x="3953" y="727"/>
                    <a:pt x="1457" y="2433"/>
                    <a:pt x="0" y="364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5" name="Google Shape;2608;p71">
              <a:extLst>
                <a:ext uri="{FF2B5EF4-FFF2-40B4-BE49-F238E27FC236}">
                  <a16:creationId xmlns:a16="http://schemas.microsoft.com/office/drawing/2014/main" id="{0C34834F-C9B7-F74D-112B-E6467A3181F4}"/>
                </a:ext>
              </a:extLst>
            </p:cNvPr>
            <p:cNvSpPr/>
            <p:nvPr/>
          </p:nvSpPr>
          <p:spPr>
            <a:xfrm>
              <a:off x="7062663" y="2230851"/>
              <a:ext cx="6743" cy="33687"/>
            </a:xfrm>
            <a:custGeom>
              <a:avLst/>
              <a:gdLst/>
              <a:ahLst/>
              <a:cxnLst/>
              <a:rect l="l" t="t" r="r" b="b"/>
              <a:pathLst>
                <a:path w="1666" h="8323" extrusionOk="0">
                  <a:moveTo>
                    <a:pt x="1207" y="583"/>
                  </a:moveTo>
                  <a:cubicBezTo>
                    <a:pt x="1415" y="1373"/>
                    <a:pt x="1665" y="2497"/>
                    <a:pt x="1665" y="3829"/>
                  </a:cubicBezTo>
                  <a:cubicBezTo>
                    <a:pt x="1706" y="6201"/>
                    <a:pt x="1082" y="8364"/>
                    <a:pt x="832" y="8323"/>
                  </a:cubicBezTo>
                  <a:cubicBezTo>
                    <a:pt x="541" y="8323"/>
                    <a:pt x="541" y="5493"/>
                    <a:pt x="541" y="4661"/>
                  </a:cubicBezTo>
                  <a:cubicBezTo>
                    <a:pt x="541" y="3454"/>
                    <a:pt x="624" y="2372"/>
                    <a:pt x="250" y="874"/>
                  </a:cubicBezTo>
                  <a:cubicBezTo>
                    <a:pt x="166" y="499"/>
                    <a:pt x="83" y="208"/>
                    <a:pt x="0" y="0"/>
                  </a:cubicBezTo>
                  <a:lnTo>
                    <a:pt x="1165" y="5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6" name="Google Shape;2609;p71">
              <a:extLst>
                <a:ext uri="{FF2B5EF4-FFF2-40B4-BE49-F238E27FC236}">
                  <a16:creationId xmlns:a16="http://schemas.microsoft.com/office/drawing/2014/main" id="{9FCEEE6B-C43F-944C-276D-E5AD1E37ABFB}"/>
                </a:ext>
              </a:extLst>
            </p:cNvPr>
            <p:cNvSpPr/>
            <p:nvPr/>
          </p:nvSpPr>
          <p:spPr>
            <a:xfrm>
              <a:off x="7119866" y="2341698"/>
              <a:ext cx="71078" cy="65205"/>
            </a:xfrm>
            <a:custGeom>
              <a:avLst/>
              <a:gdLst/>
              <a:ahLst/>
              <a:cxnLst/>
              <a:rect l="l" t="t" r="r" b="b"/>
              <a:pathLst>
                <a:path w="17561" h="16110" extrusionOk="0">
                  <a:moveTo>
                    <a:pt x="17561" y="13572"/>
                  </a:moveTo>
                  <a:cubicBezTo>
                    <a:pt x="16146" y="14529"/>
                    <a:pt x="14731" y="15361"/>
                    <a:pt x="13441" y="16110"/>
                  </a:cubicBezTo>
                  <a:cubicBezTo>
                    <a:pt x="12484" y="14779"/>
                    <a:pt x="11402" y="13405"/>
                    <a:pt x="10237" y="12032"/>
                  </a:cubicBezTo>
                  <a:cubicBezTo>
                    <a:pt x="6575" y="7788"/>
                    <a:pt x="2913" y="4667"/>
                    <a:pt x="0" y="2503"/>
                  </a:cubicBezTo>
                  <a:cubicBezTo>
                    <a:pt x="583" y="2045"/>
                    <a:pt x="1290" y="1545"/>
                    <a:pt x="2206" y="1129"/>
                  </a:cubicBezTo>
                  <a:cubicBezTo>
                    <a:pt x="4328" y="131"/>
                    <a:pt x="6367" y="-36"/>
                    <a:pt x="7699" y="6"/>
                  </a:cubicBezTo>
                  <a:cubicBezTo>
                    <a:pt x="10570" y="3418"/>
                    <a:pt x="12776" y="6414"/>
                    <a:pt x="14357" y="8620"/>
                  </a:cubicBezTo>
                  <a:cubicBezTo>
                    <a:pt x="15855" y="10784"/>
                    <a:pt x="16895" y="12365"/>
                    <a:pt x="17561" y="1353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7" name="Google Shape;2610;p71">
              <a:extLst>
                <a:ext uri="{FF2B5EF4-FFF2-40B4-BE49-F238E27FC236}">
                  <a16:creationId xmlns:a16="http://schemas.microsoft.com/office/drawing/2014/main" id="{9E707E7B-EFC4-D71F-043A-CEEE00125141}"/>
                </a:ext>
              </a:extLst>
            </p:cNvPr>
            <p:cNvSpPr/>
            <p:nvPr/>
          </p:nvSpPr>
          <p:spPr>
            <a:xfrm>
              <a:off x="7116793" y="2333814"/>
              <a:ext cx="32214" cy="14454"/>
            </a:xfrm>
            <a:custGeom>
              <a:avLst/>
              <a:gdLst/>
              <a:ahLst/>
              <a:cxnLst/>
              <a:rect l="l" t="t" r="r" b="b"/>
              <a:pathLst>
                <a:path w="7959" h="3571" extrusionOk="0">
                  <a:moveTo>
                    <a:pt x="6919" y="0"/>
                  </a:moveTo>
                  <a:cubicBezTo>
                    <a:pt x="6128" y="125"/>
                    <a:pt x="5005" y="375"/>
                    <a:pt x="3756" y="915"/>
                  </a:cubicBezTo>
                  <a:cubicBezTo>
                    <a:pt x="1592" y="1873"/>
                    <a:pt x="-156" y="3288"/>
                    <a:pt x="11" y="3537"/>
                  </a:cubicBezTo>
                  <a:cubicBezTo>
                    <a:pt x="136" y="3787"/>
                    <a:pt x="2716" y="2622"/>
                    <a:pt x="3465" y="2289"/>
                  </a:cubicBezTo>
                  <a:cubicBezTo>
                    <a:pt x="4588" y="1789"/>
                    <a:pt x="5504" y="1290"/>
                    <a:pt x="7044" y="999"/>
                  </a:cubicBezTo>
                  <a:cubicBezTo>
                    <a:pt x="7418" y="915"/>
                    <a:pt x="7751" y="874"/>
                    <a:pt x="7959" y="832"/>
                  </a:cubicBezTo>
                  <a:lnTo>
                    <a:pt x="6961" y="4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8" name="Google Shape;2611;p71">
              <a:extLst>
                <a:ext uri="{FF2B5EF4-FFF2-40B4-BE49-F238E27FC236}">
                  <a16:creationId xmlns:a16="http://schemas.microsoft.com/office/drawing/2014/main" id="{F583D6E1-7C66-0C2C-75C1-2F6F72DBA674}"/>
                </a:ext>
              </a:extLst>
            </p:cNvPr>
            <p:cNvSpPr/>
            <p:nvPr/>
          </p:nvSpPr>
          <p:spPr>
            <a:xfrm>
              <a:off x="7002097" y="2453936"/>
              <a:ext cx="30316" cy="21051"/>
            </a:xfrm>
            <a:custGeom>
              <a:avLst/>
              <a:gdLst/>
              <a:ahLst/>
              <a:cxnLst/>
              <a:rect l="l" t="t" r="r" b="b"/>
              <a:pathLst>
                <a:path w="7490" h="5201" extrusionOk="0">
                  <a:moveTo>
                    <a:pt x="0" y="0"/>
                  </a:moveTo>
                  <a:cubicBezTo>
                    <a:pt x="1748" y="166"/>
                    <a:pt x="3079" y="874"/>
                    <a:pt x="4369" y="1706"/>
                  </a:cubicBezTo>
                  <a:cubicBezTo>
                    <a:pt x="5576" y="2580"/>
                    <a:pt x="6742" y="3620"/>
                    <a:pt x="7491" y="5202"/>
                  </a:cubicBezTo>
                  <a:cubicBezTo>
                    <a:pt x="5743" y="5035"/>
                    <a:pt x="4411" y="4328"/>
                    <a:pt x="3121" y="3496"/>
                  </a:cubicBezTo>
                  <a:cubicBezTo>
                    <a:pt x="1914" y="2580"/>
                    <a:pt x="749" y="1581"/>
                    <a:pt x="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9" name="Google Shape;2612;p71">
              <a:extLst>
                <a:ext uri="{FF2B5EF4-FFF2-40B4-BE49-F238E27FC236}">
                  <a16:creationId xmlns:a16="http://schemas.microsoft.com/office/drawing/2014/main" id="{68249AEA-F8DF-9357-77FD-873CC1AC752A}"/>
                </a:ext>
              </a:extLst>
            </p:cNvPr>
            <p:cNvSpPr/>
            <p:nvPr/>
          </p:nvSpPr>
          <p:spPr>
            <a:xfrm>
              <a:off x="6916658" y="2440142"/>
              <a:ext cx="110367" cy="108704"/>
            </a:xfrm>
            <a:custGeom>
              <a:avLst/>
              <a:gdLst/>
              <a:ahLst/>
              <a:cxnLst/>
              <a:rect l="l" t="t" r="r" b="b"/>
              <a:pathLst>
                <a:path w="27268" h="26857" extrusionOk="0">
                  <a:moveTo>
                    <a:pt x="2739" y="0"/>
                  </a:moveTo>
                  <a:cubicBezTo>
                    <a:pt x="-1048" y="6076"/>
                    <a:pt x="-881" y="13774"/>
                    <a:pt x="3072" y="19475"/>
                  </a:cubicBezTo>
                  <a:cubicBezTo>
                    <a:pt x="8523" y="27299"/>
                    <a:pt x="18136" y="26883"/>
                    <a:pt x="18677" y="26841"/>
                  </a:cubicBezTo>
                  <a:cubicBezTo>
                    <a:pt x="20550" y="26342"/>
                    <a:pt x="26875" y="24427"/>
                    <a:pt x="27250" y="20973"/>
                  </a:cubicBezTo>
                  <a:cubicBezTo>
                    <a:pt x="27541" y="18435"/>
                    <a:pt x="24462" y="16354"/>
                    <a:pt x="19010" y="12401"/>
                  </a:cubicBezTo>
                  <a:cubicBezTo>
                    <a:pt x="15223" y="9654"/>
                    <a:pt x="9606" y="5451"/>
                    <a:pt x="2739"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0" name="Google Shape;2613;p71">
              <a:extLst>
                <a:ext uri="{FF2B5EF4-FFF2-40B4-BE49-F238E27FC236}">
                  <a16:creationId xmlns:a16="http://schemas.microsoft.com/office/drawing/2014/main" id="{C441D029-EC95-DE60-A8C0-8ADFBCEFD556}"/>
                </a:ext>
              </a:extLst>
            </p:cNvPr>
            <p:cNvSpPr/>
            <p:nvPr/>
          </p:nvSpPr>
          <p:spPr>
            <a:xfrm>
              <a:off x="6356722" y="2588438"/>
              <a:ext cx="800126" cy="896805"/>
            </a:xfrm>
            <a:custGeom>
              <a:avLst/>
              <a:gdLst/>
              <a:ahLst/>
              <a:cxnLst/>
              <a:rect l="l" t="t" r="r" b="b"/>
              <a:pathLst>
                <a:path w="197684" h="221570" extrusionOk="0">
                  <a:moveTo>
                    <a:pt x="0" y="37351"/>
                  </a:moveTo>
                  <a:cubicBezTo>
                    <a:pt x="6159" y="91615"/>
                    <a:pt x="12276" y="145880"/>
                    <a:pt x="18435" y="200145"/>
                  </a:cubicBezTo>
                  <a:cubicBezTo>
                    <a:pt x="54889" y="214460"/>
                    <a:pt x="84685" y="219246"/>
                    <a:pt x="104576" y="220952"/>
                  </a:cubicBezTo>
                  <a:cubicBezTo>
                    <a:pt x="120431" y="222325"/>
                    <a:pt x="133165" y="221992"/>
                    <a:pt x="141405" y="213836"/>
                  </a:cubicBezTo>
                  <a:cubicBezTo>
                    <a:pt x="148105" y="207178"/>
                    <a:pt x="146149" y="200977"/>
                    <a:pt x="150893" y="180545"/>
                  </a:cubicBezTo>
                  <a:cubicBezTo>
                    <a:pt x="152474" y="173803"/>
                    <a:pt x="157634" y="152122"/>
                    <a:pt x="169328" y="129443"/>
                  </a:cubicBezTo>
                  <a:cubicBezTo>
                    <a:pt x="178275" y="112089"/>
                    <a:pt x="185557" y="104765"/>
                    <a:pt x="184184" y="93197"/>
                  </a:cubicBezTo>
                  <a:cubicBezTo>
                    <a:pt x="183643" y="88578"/>
                    <a:pt x="182394" y="83584"/>
                    <a:pt x="184184" y="76551"/>
                  </a:cubicBezTo>
                  <a:cubicBezTo>
                    <a:pt x="186098" y="68936"/>
                    <a:pt x="190634" y="63443"/>
                    <a:pt x="194296" y="59905"/>
                  </a:cubicBezTo>
                  <a:cubicBezTo>
                    <a:pt x="202453" y="41137"/>
                    <a:pt x="195212" y="20164"/>
                    <a:pt x="179773" y="11883"/>
                  </a:cubicBezTo>
                  <a:cubicBezTo>
                    <a:pt x="167830" y="5474"/>
                    <a:pt x="152308" y="7264"/>
                    <a:pt x="140531" y="16419"/>
                  </a:cubicBezTo>
                  <a:cubicBezTo>
                    <a:pt x="138408" y="20538"/>
                    <a:pt x="131792" y="32232"/>
                    <a:pt x="119432" y="35561"/>
                  </a:cubicBezTo>
                  <a:cubicBezTo>
                    <a:pt x="102246" y="40180"/>
                    <a:pt x="79649" y="26989"/>
                    <a:pt x="70078" y="1188"/>
                  </a:cubicBezTo>
                  <a:cubicBezTo>
                    <a:pt x="65875" y="397"/>
                    <a:pt x="37702" y="-4596"/>
                    <a:pt x="16063" y="14172"/>
                  </a:cubicBezTo>
                  <a:cubicBezTo>
                    <a:pt x="6908" y="22120"/>
                    <a:pt x="2330" y="31400"/>
                    <a:pt x="0" y="3735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1" name="Google Shape;2614;p71">
              <a:extLst>
                <a:ext uri="{FF2B5EF4-FFF2-40B4-BE49-F238E27FC236}">
                  <a16:creationId xmlns:a16="http://schemas.microsoft.com/office/drawing/2014/main" id="{93620E56-18AE-4BDC-A06B-35916BC9EE8A}"/>
                </a:ext>
              </a:extLst>
            </p:cNvPr>
            <p:cNvSpPr/>
            <p:nvPr/>
          </p:nvSpPr>
          <p:spPr>
            <a:xfrm>
              <a:off x="6371192" y="2665948"/>
              <a:ext cx="335683" cy="556471"/>
            </a:xfrm>
            <a:custGeom>
              <a:avLst/>
              <a:gdLst/>
              <a:ahLst/>
              <a:cxnLst/>
              <a:rect l="l" t="t" r="r" b="b"/>
              <a:pathLst>
                <a:path w="82936" h="137485" extrusionOk="0">
                  <a:moveTo>
                    <a:pt x="40990" y="5819"/>
                  </a:moveTo>
                  <a:cubicBezTo>
                    <a:pt x="54972" y="48848"/>
                    <a:pt x="68955" y="91835"/>
                    <a:pt x="82937" y="134864"/>
                  </a:cubicBezTo>
                  <a:cubicBezTo>
                    <a:pt x="70619" y="135738"/>
                    <a:pt x="58301" y="136612"/>
                    <a:pt x="45942" y="137486"/>
                  </a:cubicBezTo>
                  <a:cubicBezTo>
                    <a:pt x="39284" y="125751"/>
                    <a:pt x="32709" y="112725"/>
                    <a:pt x="26342" y="98410"/>
                  </a:cubicBezTo>
                  <a:cubicBezTo>
                    <a:pt x="23845" y="92501"/>
                    <a:pt x="21306" y="86467"/>
                    <a:pt x="18893" y="80058"/>
                  </a:cubicBezTo>
                  <a:cubicBezTo>
                    <a:pt x="15772" y="71944"/>
                    <a:pt x="12651" y="63496"/>
                    <a:pt x="10029" y="54674"/>
                  </a:cubicBezTo>
                  <a:cubicBezTo>
                    <a:pt x="5951" y="41357"/>
                    <a:pt x="2622" y="28707"/>
                    <a:pt x="0" y="16638"/>
                  </a:cubicBezTo>
                  <a:cubicBezTo>
                    <a:pt x="4369" y="7192"/>
                    <a:pt x="13108" y="742"/>
                    <a:pt x="22721" y="76"/>
                  </a:cubicBezTo>
                  <a:cubicBezTo>
                    <a:pt x="32168" y="-673"/>
                    <a:pt x="39076" y="4321"/>
                    <a:pt x="40948" y="5860"/>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2" name="Google Shape;2615;p71">
              <a:extLst>
                <a:ext uri="{FF2B5EF4-FFF2-40B4-BE49-F238E27FC236}">
                  <a16:creationId xmlns:a16="http://schemas.microsoft.com/office/drawing/2014/main" id="{16144ACC-E68D-FAFE-7474-09C920FFDE91}"/>
                </a:ext>
              </a:extLst>
            </p:cNvPr>
            <p:cNvSpPr/>
            <p:nvPr/>
          </p:nvSpPr>
          <p:spPr>
            <a:xfrm>
              <a:off x="6447740" y="2961853"/>
              <a:ext cx="170622" cy="101900"/>
            </a:xfrm>
            <a:custGeom>
              <a:avLst/>
              <a:gdLst/>
              <a:ahLst/>
              <a:cxnLst/>
              <a:rect l="l" t="t" r="r" b="b"/>
              <a:pathLst>
                <a:path w="42155" h="25176" extrusionOk="0">
                  <a:moveTo>
                    <a:pt x="42155" y="0"/>
                  </a:moveTo>
                  <a:cubicBezTo>
                    <a:pt x="38327" y="4120"/>
                    <a:pt x="33541" y="8572"/>
                    <a:pt x="27715" y="13067"/>
                  </a:cubicBezTo>
                  <a:cubicBezTo>
                    <a:pt x="20516" y="18435"/>
                    <a:pt x="13525" y="22305"/>
                    <a:pt x="7449" y="25177"/>
                  </a:cubicBezTo>
                  <a:cubicBezTo>
                    <a:pt x="4952" y="19267"/>
                    <a:pt x="2414" y="13233"/>
                    <a:pt x="0" y="6825"/>
                  </a:cubicBezTo>
                  <a:lnTo>
                    <a:pt x="42155"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3" name="Google Shape;2616;p71">
              <a:extLst>
                <a:ext uri="{FF2B5EF4-FFF2-40B4-BE49-F238E27FC236}">
                  <a16:creationId xmlns:a16="http://schemas.microsoft.com/office/drawing/2014/main" id="{26EA7E4D-8A1C-7D1D-878F-B7A864F89220}"/>
                </a:ext>
              </a:extLst>
            </p:cNvPr>
            <p:cNvSpPr/>
            <p:nvPr/>
          </p:nvSpPr>
          <p:spPr>
            <a:xfrm>
              <a:off x="6352902" y="2635768"/>
              <a:ext cx="294031" cy="389904"/>
            </a:xfrm>
            <a:custGeom>
              <a:avLst/>
              <a:gdLst/>
              <a:ahLst/>
              <a:cxnLst/>
              <a:rect l="l" t="t" r="r" b="b"/>
              <a:pathLst>
                <a:path w="72645" h="96332" extrusionOk="0">
                  <a:moveTo>
                    <a:pt x="695" y="35465"/>
                  </a:moveTo>
                  <a:cubicBezTo>
                    <a:pt x="-637" y="47866"/>
                    <a:pt x="-1053" y="69422"/>
                    <a:pt x="8976" y="96305"/>
                  </a:cubicBezTo>
                  <a:cubicBezTo>
                    <a:pt x="18839" y="96513"/>
                    <a:pt x="32530" y="95639"/>
                    <a:pt x="48010" y="90936"/>
                  </a:cubicBezTo>
                  <a:cubicBezTo>
                    <a:pt x="57914" y="87940"/>
                    <a:pt x="66154" y="84153"/>
                    <a:pt x="72646" y="80533"/>
                  </a:cubicBezTo>
                  <a:cubicBezTo>
                    <a:pt x="64157" y="56813"/>
                    <a:pt x="55626" y="33093"/>
                    <a:pt x="47136" y="9414"/>
                  </a:cubicBezTo>
                  <a:cubicBezTo>
                    <a:pt x="45888" y="8457"/>
                    <a:pt x="27661" y="-4984"/>
                    <a:pt x="14053" y="2007"/>
                  </a:cubicBezTo>
                  <a:cubicBezTo>
                    <a:pt x="3775" y="7334"/>
                    <a:pt x="2235" y="21191"/>
                    <a:pt x="695" y="354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4" name="Google Shape;2617;p71">
              <a:extLst>
                <a:ext uri="{FF2B5EF4-FFF2-40B4-BE49-F238E27FC236}">
                  <a16:creationId xmlns:a16="http://schemas.microsoft.com/office/drawing/2014/main" id="{9F97740C-0407-3849-E1B1-CE2FD0567E67}"/>
                </a:ext>
              </a:extLst>
            </p:cNvPr>
            <p:cNvSpPr/>
            <p:nvPr/>
          </p:nvSpPr>
          <p:spPr>
            <a:xfrm>
              <a:off x="6553013" y="3084389"/>
              <a:ext cx="669230" cy="192467"/>
            </a:xfrm>
            <a:custGeom>
              <a:avLst/>
              <a:gdLst/>
              <a:ahLst/>
              <a:cxnLst/>
              <a:rect l="l" t="t" r="r" b="b"/>
              <a:pathLst>
                <a:path w="165344" h="47552" extrusionOk="0">
                  <a:moveTo>
                    <a:pt x="165344" y="22833"/>
                  </a:moveTo>
                  <a:cubicBezTo>
                    <a:pt x="165011" y="18089"/>
                    <a:pt x="164678" y="13386"/>
                    <a:pt x="164345" y="8642"/>
                  </a:cubicBezTo>
                  <a:cubicBezTo>
                    <a:pt x="131720" y="1235"/>
                    <a:pt x="88691" y="-3759"/>
                    <a:pt x="39711" y="3649"/>
                  </a:cubicBezTo>
                  <a:cubicBezTo>
                    <a:pt x="27934" y="5438"/>
                    <a:pt x="16907" y="7769"/>
                    <a:pt x="6586" y="10473"/>
                  </a:cubicBezTo>
                  <a:cubicBezTo>
                    <a:pt x="6129" y="10973"/>
                    <a:pt x="-2985" y="21335"/>
                    <a:pt x="1010" y="33944"/>
                  </a:cubicBezTo>
                  <a:cubicBezTo>
                    <a:pt x="3715" y="42433"/>
                    <a:pt x="10623" y="46428"/>
                    <a:pt x="12329" y="47344"/>
                  </a:cubicBezTo>
                  <a:cubicBezTo>
                    <a:pt x="24023" y="47884"/>
                    <a:pt x="33261" y="47260"/>
                    <a:pt x="38671" y="46761"/>
                  </a:cubicBezTo>
                  <a:cubicBezTo>
                    <a:pt x="83281" y="42683"/>
                    <a:pt x="102007" y="25122"/>
                    <a:pt x="145245" y="22750"/>
                  </a:cubicBezTo>
                  <a:cubicBezTo>
                    <a:pt x="154316" y="22250"/>
                    <a:pt x="161599" y="22583"/>
                    <a:pt x="165344" y="22791"/>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5" name="Google Shape;2618;p71">
              <a:extLst>
                <a:ext uri="{FF2B5EF4-FFF2-40B4-BE49-F238E27FC236}">
                  <a16:creationId xmlns:a16="http://schemas.microsoft.com/office/drawing/2014/main" id="{592DC0C7-099A-E519-1C35-CC0115908A2C}"/>
                </a:ext>
              </a:extLst>
            </p:cNvPr>
            <p:cNvSpPr/>
            <p:nvPr/>
          </p:nvSpPr>
          <p:spPr>
            <a:xfrm>
              <a:off x="7148295" y="3038571"/>
              <a:ext cx="199590" cy="85224"/>
            </a:xfrm>
            <a:custGeom>
              <a:avLst/>
              <a:gdLst/>
              <a:ahLst/>
              <a:cxnLst/>
              <a:rect l="l" t="t" r="r" b="b"/>
              <a:pathLst>
                <a:path w="49312" h="21056" extrusionOk="0">
                  <a:moveTo>
                    <a:pt x="0" y="15439"/>
                  </a:moveTo>
                  <a:cubicBezTo>
                    <a:pt x="14648" y="10279"/>
                    <a:pt x="29296" y="5119"/>
                    <a:pt x="43986" y="0"/>
                  </a:cubicBezTo>
                  <a:cubicBezTo>
                    <a:pt x="45775" y="3870"/>
                    <a:pt x="47565" y="7740"/>
                    <a:pt x="49313" y="11569"/>
                  </a:cubicBezTo>
                  <a:cubicBezTo>
                    <a:pt x="37619" y="14731"/>
                    <a:pt x="25926" y="17894"/>
                    <a:pt x="14274" y="21057"/>
                  </a:cubicBezTo>
                  <a:lnTo>
                    <a:pt x="0" y="15397"/>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6" name="Google Shape;2619;p71">
              <a:extLst>
                <a:ext uri="{FF2B5EF4-FFF2-40B4-BE49-F238E27FC236}">
                  <a16:creationId xmlns:a16="http://schemas.microsoft.com/office/drawing/2014/main" id="{A56F79CD-5758-2DDE-5A4A-761D94CB898F}"/>
                </a:ext>
              </a:extLst>
            </p:cNvPr>
            <p:cNvSpPr/>
            <p:nvPr/>
          </p:nvSpPr>
          <p:spPr>
            <a:xfrm>
              <a:off x="6924538" y="3058931"/>
              <a:ext cx="366173" cy="193021"/>
            </a:xfrm>
            <a:custGeom>
              <a:avLst/>
              <a:gdLst/>
              <a:ahLst/>
              <a:cxnLst/>
              <a:rect l="l" t="t" r="r" b="b"/>
              <a:pathLst>
                <a:path w="90469" h="47689" extrusionOk="0">
                  <a:moveTo>
                    <a:pt x="0" y="12026"/>
                  </a:moveTo>
                  <a:cubicBezTo>
                    <a:pt x="11902" y="9654"/>
                    <a:pt x="23803" y="7282"/>
                    <a:pt x="35705" y="4910"/>
                  </a:cubicBezTo>
                  <a:cubicBezTo>
                    <a:pt x="44402" y="3288"/>
                    <a:pt x="53100" y="1623"/>
                    <a:pt x="61797" y="0"/>
                  </a:cubicBezTo>
                  <a:cubicBezTo>
                    <a:pt x="71368" y="5493"/>
                    <a:pt x="80898" y="10986"/>
                    <a:pt x="90469" y="16479"/>
                  </a:cubicBezTo>
                  <a:cubicBezTo>
                    <a:pt x="84185" y="23304"/>
                    <a:pt x="77902" y="30129"/>
                    <a:pt x="71618" y="36995"/>
                  </a:cubicBezTo>
                  <a:cubicBezTo>
                    <a:pt x="64294" y="40574"/>
                    <a:pt x="56970" y="44111"/>
                    <a:pt x="49646" y="47690"/>
                  </a:cubicBezTo>
                  <a:cubicBezTo>
                    <a:pt x="44111" y="41156"/>
                    <a:pt x="38535" y="34623"/>
                    <a:pt x="33000" y="28090"/>
                  </a:cubicBezTo>
                  <a:lnTo>
                    <a:pt x="0" y="12026"/>
                  </a:ln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7" name="Google Shape;2620;p71">
              <a:extLst>
                <a:ext uri="{FF2B5EF4-FFF2-40B4-BE49-F238E27FC236}">
                  <a16:creationId xmlns:a16="http://schemas.microsoft.com/office/drawing/2014/main" id="{8BB7BE23-13B9-A3E8-44F1-F5BB87A9CE60}"/>
                </a:ext>
              </a:extLst>
            </p:cNvPr>
            <p:cNvSpPr/>
            <p:nvPr/>
          </p:nvSpPr>
          <p:spPr>
            <a:xfrm>
              <a:off x="7103306" y="3586529"/>
              <a:ext cx="292833" cy="153736"/>
            </a:xfrm>
            <a:custGeom>
              <a:avLst/>
              <a:gdLst/>
              <a:ahLst/>
              <a:cxnLst/>
              <a:rect l="l" t="t" r="r" b="b"/>
              <a:pathLst>
                <a:path w="72349" h="37983" extrusionOk="0">
                  <a:moveTo>
                    <a:pt x="19118" y="0"/>
                  </a:moveTo>
                  <a:cubicBezTo>
                    <a:pt x="22863" y="5660"/>
                    <a:pt x="26567" y="11277"/>
                    <a:pt x="30312" y="16937"/>
                  </a:cubicBezTo>
                  <a:cubicBezTo>
                    <a:pt x="35763" y="23054"/>
                    <a:pt x="40882" y="25343"/>
                    <a:pt x="44627" y="26300"/>
                  </a:cubicBezTo>
                  <a:cubicBezTo>
                    <a:pt x="51369" y="28006"/>
                    <a:pt x="55697" y="25967"/>
                    <a:pt x="63437" y="28797"/>
                  </a:cubicBezTo>
                  <a:cubicBezTo>
                    <a:pt x="66391" y="29879"/>
                    <a:pt x="72592" y="32709"/>
                    <a:pt x="72342" y="34665"/>
                  </a:cubicBezTo>
                  <a:cubicBezTo>
                    <a:pt x="72009" y="37161"/>
                    <a:pt x="60940" y="39242"/>
                    <a:pt x="12460" y="37078"/>
                  </a:cubicBezTo>
                  <a:cubicBezTo>
                    <a:pt x="11211" y="37369"/>
                    <a:pt x="2847" y="39284"/>
                    <a:pt x="516" y="35705"/>
                  </a:cubicBezTo>
                  <a:cubicBezTo>
                    <a:pt x="-566" y="34040"/>
                    <a:pt x="183" y="32043"/>
                    <a:pt x="1557" y="28131"/>
                  </a:cubicBezTo>
                  <a:cubicBezTo>
                    <a:pt x="7965" y="9779"/>
                    <a:pt x="8340" y="6950"/>
                    <a:pt x="12460" y="3662"/>
                  </a:cubicBezTo>
                  <a:cubicBezTo>
                    <a:pt x="13750" y="2622"/>
                    <a:pt x="15914" y="1124"/>
                    <a:pt x="19159" y="0"/>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8" name="Google Shape;2621;p71">
              <a:extLst>
                <a:ext uri="{FF2B5EF4-FFF2-40B4-BE49-F238E27FC236}">
                  <a16:creationId xmlns:a16="http://schemas.microsoft.com/office/drawing/2014/main" id="{182B64E1-7FCD-956B-084F-5FC91A0A7DFF}"/>
                </a:ext>
              </a:extLst>
            </p:cNvPr>
            <p:cNvSpPr/>
            <p:nvPr/>
          </p:nvSpPr>
          <p:spPr>
            <a:xfrm>
              <a:off x="6377527" y="2737757"/>
              <a:ext cx="90162" cy="281953"/>
            </a:xfrm>
            <a:custGeom>
              <a:avLst/>
              <a:gdLst/>
              <a:ahLst/>
              <a:cxnLst/>
              <a:rect l="l" t="t" r="r" b="b"/>
              <a:pathLst>
                <a:path w="22276" h="69661" extrusionOk="0">
                  <a:moveTo>
                    <a:pt x="20406" y="69662"/>
                  </a:moveTo>
                  <a:cubicBezTo>
                    <a:pt x="19823" y="69662"/>
                    <a:pt x="19240" y="69371"/>
                    <a:pt x="18907" y="68871"/>
                  </a:cubicBezTo>
                  <a:cubicBezTo>
                    <a:pt x="13581" y="61173"/>
                    <a:pt x="9336" y="52808"/>
                    <a:pt x="6215" y="44069"/>
                  </a:cubicBezTo>
                  <a:cubicBezTo>
                    <a:pt x="1388" y="30545"/>
                    <a:pt x="-651" y="16313"/>
                    <a:pt x="181" y="1748"/>
                  </a:cubicBezTo>
                  <a:cubicBezTo>
                    <a:pt x="223" y="707"/>
                    <a:pt x="972" y="42"/>
                    <a:pt x="2095" y="0"/>
                  </a:cubicBezTo>
                  <a:cubicBezTo>
                    <a:pt x="3094" y="42"/>
                    <a:pt x="3885" y="916"/>
                    <a:pt x="3843" y="1914"/>
                  </a:cubicBezTo>
                  <a:cubicBezTo>
                    <a:pt x="3053" y="15980"/>
                    <a:pt x="5008" y="29712"/>
                    <a:pt x="9669" y="42779"/>
                  </a:cubicBezTo>
                  <a:cubicBezTo>
                    <a:pt x="12665" y="51227"/>
                    <a:pt x="16785" y="59258"/>
                    <a:pt x="21945" y="66707"/>
                  </a:cubicBezTo>
                  <a:cubicBezTo>
                    <a:pt x="22528" y="67540"/>
                    <a:pt x="22320" y="68663"/>
                    <a:pt x="21488" y="69246"/>
                  </a:cubicBezTo>
                  <a:cubicBezTo>
                    <a:pt x="21155" y="69454"/>
                    <a:pt x="20822" y="69579"/>
                    <a:pt x="20447" y="6957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9" name="Google Shape;2622;p71">
              <a:extLst>
                <a:ext uri="{FF2B5EF4-FFF2-40B4-BE49-F238E27FC236}">
                  <a16:creationId xmlns:a16="http://schemas.microsoft.com/office/drawing/2014/main" id="{414F0F3E-FAC8-2347-4D1A-D9187ABA8092}"/>
                </a:ext>
              </a:extLst>
            </p:cNvPr>
            <p:cNvSpPr/>
            <p:nvPr/>
          </p:nvSpPr>
          <p:spPr>
            <a:xfrm>
              <a:off x="6591861" y="2763332"/>
              <a:ext cx="72547" cy="191503"/>
            </a:xfrm>
            <a:custGeom>
              <a:avLst/>
              <a:gdLst/>
              <a:ahLst/>
              <a:cxnLst/>
              <a:rect l="l" t="t" r="r" b="b"/>
              <a:pathLst>
                <a:path w="17924" h="47314" extrusionOk="0">
                  <a:moveTo>
                    <a:pt x="16120" y="47315"/>
                  </a:moveTo>
                  <a:cubicBezTo>
                    <a:pt x="15329" y="47315"/>
                    <a:pt x="14622" y="46815"/>
                    <a:pt x="14372" y="46066"/>
                  </a:cubicBezTo>
                  <a:lnTo>
                    <a:pt x="99" y="2371"/>
                  </a:lnTo>
                  <a:cubicBezTo>
                    <a:pt x="-234" y="1414"/>
                    <a:pt x="307" y="374"/>
                    <a:pt x="1264" y="83"/>
                  </a:cubicBezTo>
                  <a:cubicBezTo>
                    <a:pt x="2221" y="-209"/>
                    <a:pt x="3261" y="291"/>
                    <a:pt x="3552" y="1248"/>
                  </a:cubicBezTo>
                  <a:lnTo>
                    <a:pt x="17826" y="44943"/>
                  </a:lnTo>
                  <a:cubicBezTo>
                    <a:pt x="18159" y="45900"/>
                    <a:pt x="17618" y="46940"/>
                    <a:pt x="16661" y="47231"/>
                  </a:cubicBezTo>
                  <a:cubicBezTo>
                    <a:pt x="16494" y="47315"/>
                    <a:pt x="16286" y="47315"/>
                    <a:pt x="16078" y="4731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0" name="Google Shape;2623;p71">
              <a:extLst>
                <a:ext uri="{FF2B5EF4-FFF2-40B4-BE49-F238E27FC236}">
                  <a16:creationId xmlns:a16="http://schemas.microsoft.com/office/drawing/2014/main" id="{C7924BFE-A48A-A8AE-7A34-3C4B7FD19275}"/>
                </a:ext>
              </a:extLst>
            </p:cNvPr>
            <p:cNvSpPr/>
            <p:nvPr/>
          </p:nvSpPr>
          <p:spPr>
            <a:xfrm>
              <a:off x="7039788" y="2851443"/>
              <a:ext cx="50011" cy="170667"/>
            </a:xfrm>
            <a:custGeom>
              <a:avLst/>
              <a:gdLst/>
              <a:ahLst/>
              <a:cxnLst/>
              <a:rect l="l" t="t" r="r" b="b"/>
              <a:pathLst>
                <a:path w="12356" h="42166" extrusionOk="0">
                  <a:moveTo>
                    <a:pt x="10527" y="42166"/>
                  </a:moveTo>
                  <a:cubicBezTo>
                    <a:pt x="9695" y="42166"/>
                    <a:pt x="8945" y="41584"/>
                    <a:pt x="8737" y="40751"/>
                  </a:cubicBezTo>
                  <a:lnTo>
                    <a:pt x="40" y="2258"/>
                  </a:lnTo>
                  <a:cubicBezTo>
                    <a:pt x="-168" y="1260"/>
                    <a:pt x="456" y="302"/>
                    <a:pt x="1413" y="53"/>
                  </a:cubicBezTo>
                  <a:cubicBezTo>
                    <a:pt x="2412" y="-197"/>
                    <a:pt x="3369" y="469"/>
                    <a:pt x="3619" y="1426"/>
                  </a:cubicBezTo>
                  <a:lnTo>
                    <a:pt x="12316" y="39919"/>
                  </a:lnTo>
                  <a:cubicBezTo>
                    <a:pt x="12524" y="40918"/>
                    <a:pt x="11900" y="41875"/>
                    <a:pt x="10943" y="42125"/>
                  </a:cubicBezTo>
                  <a:cubicBezTo>
                    <a:pt x="10818" y="42125"/>
                    <a:pt x="10652" y="42166"/>
                    <a:pt x="10527" y="4216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1" name="Google Shape;2624;p71">
              <a:extLst>
                <a:ext uri="{FF2B5EF4-FFF2-40B4-BE49-F238E27FC236}">
                  <a16:creationId xmlns:a16="http://schemas.microsoft.com/office/drawing/2014/main" id="{83820E12-AB5D-33DC-78D4-934BF3B7AE3D}"/>
                </a:ext>
              </a:extLst>
            </p:cNvPr>
            <p:cNvSpPr/>
            <p:nvPr/>
          </p:nvSpPr>
          <p:spPr>
            <a:xfrm>
              <a:off x="6639215" y="3106556"/>
              <a:ext cx="49319" cy="32995"/>
            </a:xfrm>
            <a:custGeom>
              <a:avLst/>
              <a:gdLst/>
              <a:ahLst/>
              <a:cxnLst/>
              <a:rect l="l" t="t" r="r" b="b"/>
              <a:pathLst>
                <a:path w="12185" h="8152" extrusionOk="0">
                  <a:moveTo>
                    <a:pt x="1827" y="8152"/>
                  </a:moveTo>
                  <a:cubicBezTo>
                    <a:pt x="1161" y="8152"/>
                    <a:pt x="537" y="7778"/>
                    <a:pt x="204" y="7154"/>
                  </a:cubicBezTo>
                  <a:cubicBezTo>
                    <a:pt x="-254" y="6238"/>
                    <a:pt x="79" y="5156"/>
                    <a:pt x="995" y="4657"/>
                  </a:cubicBezTo>
                  <a:lnTo>
                    <a:pt x="9484" y="204"/>
                  </a:lnTo>
                  <a:cubicBezTo>
                    <a:pt x="10400" y="-254"/>
                    <a:pt x="11482" y="79"/>
                    <a:pt x="11981" y="995"/>
                  </a:cubicBezTo>
                  <a:cubicBezTo>
                    <a:pt x="12439" y="1910"/>
                    <a:pt x="12106" y="2992"/>
                    <a:pt x="11190" y="3492"/>
                  </a:cubicBezTo>
                  <a:lnTo>
                    <a:pt x="2701" y="7944"/>
                  </a:lnTo>
                  <a:cubicBezTo>
                    <a:pt x="2410" y="8069"/>
                    <a:pt x="2118" y="8152"/>
                    <a:pt x="1869" y="815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2" name="Google Shape;2625;p71">
              <a:extLst>
                <a:ext uri="{FF2B5EF4-FFF2-40B4-BE49-F238E27FC236}">
                  <a16:creationId xmlns:a16="http://schemas.microsoft.com/office/drawing/2014/main" id="{E380FFA7-2362-8A25-D794-27967896B160}"/>
                </a:ext>
              </a:extLst>
            </p:cNvPr>
            <p:cNvSpPr/>
            <p:nvPr/>
          </p:nvSpPr>
          <p:spPr>
            <a:xfrm>
              <a:off x="7023981" y="3184454"/>
              <a:ext cx="120733" cy="68872"/>
            </a:xfrm>
            <a:custGeom>
              <a:avLst/>
              <a:gdLst/>
              <a:ahLst/>
              <a:cxnLst/>
              <a:rect l="l" t="t" r="r" b="b"/>
              <a:pathLst>
                <a:path w="29829" h="17016" extrusionOk="0">
                  <a:moveTo>
                    <a:pt x="28002" y="17016"/>
                  </a:moveTo>
                  <a:cubicBezTo>
                    <a:pt x="27711" y="17016"/>
                    <a:pt x="27420" y="16933"/>
                    <a:pt x="27170" y="16808"/>
                  </a:cubicBezTo>
                  <a:lnTo>
                    <a:pt x="995" y="3450"/>
                  </a:lnTo>
                  <a:cubicBezTo>
                    <a:pt x="79" y="2992"/>
                    <a:pt x="-254" y="1910"/>
                    <a:pt x="204" y="995"/>
                  </a:cubicBezTo>
                  <a:cubicBezTo>
                    <a:pt x="662" y="79"/>
                    <a:pt x="1785" y="-254"/>
                    <a:pt x="2659" y="204"/>
                  </a:cubicBezTo>
                  <a:lnTo>
                    <a:pt x="28835" y="13562"/>
                  </a:lnTo>
                  <a:cubicBezTo>
                    <a:pt x="29750" y="14020"/>
                    <a:pt x="30083" y="15144"/>
                    <a:pt x="29625" y="16017"/>
                  </a:cubicBezTo>
                  <a:cubicBezTo>
                    <a:pt x="29292" y="16642"/>
                    <a:pt x="28668" y="17016"/>
                    <a:pt x="28002" y="1701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3" name="Google Shape;2626;p71">
              <a:extLst>
                <a:ext uri="{FF2B5EF4-FFF2-40B4-BE49-F238E27FC236}">
                  <a16:creationId xmlns:a16="http://schemas.microsoft.com/office/drawing/2014/main" id="{50469DB9-950D-990D-B300-EC5DA622FCDE}"/>
                </a:ext>
              </a:extLst>
            </p:cNvPr>
            <p:cNvSpPr/>
            <p:nvPr/>
          </p:nvSpPr>
          <p:spPr>
            <a:xfrm>
              <a:off x="6785402" y="2079939"/>
              <a:ext cx="389750" cy="160346"/>
            </a:xfrm>
            <a:custGeom>
              <a:avLst/>
              <a:gdLst/>
              <a:ahLst/>
              <a:cxnLst/>
              <a:rect l="l" t="t" r="r" b="b"/>
              <a:pathLst>
                <a:path w="96294" h="39616" extrusionOk="0">
                  <a:moveTo>
                    <a:pt x="96295" y="19808"/>
                  </a:moveTo>
                  <a:cubicBezTo>
                    <a:pt x="96295" y="30748"/>
                    <a:pt x="74739" y="39617"/>
                    <a:pt x="48147" y="39617"/>
                  </a:cubicBezTo>
                  <a:cubicBezTo>
                    <a:pt x="21556" y="39617"/>
                    <a:pt x="0" y="30748"/>
                    <a:pt x="0" y="19808"/>
                  </a:cubicBezTo>
                  <a:cubicBezTo>
                    <a:pt x="0" y="8868"/>
                    <a:pt x="21556" y="0"/>
                    <a:pt x="48147" y="0"/>
                  </a:cubicBezTo>
                  <a:cubicBezTo>
                    <a:pt x="74739" y="0"/>
                    <a:pt x="96295" y="8868"/>
                    <a:pt x="96295" y="1980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4" name="Google Shape;2627;p71">
              <a:extLst>
                <a:ext uri="{FF2B5EF4-FFF2-40B4-BE49-F238E27FC236}">
                  <a16:creationId xmlns:a16="http://schemas.microsoft.com/office/drawing/2014/main" id="{2138B5BD-C9B1-FB89-E8B8-140C17596E17}"/>
                </a:ext>
              </a:extLst>
            </p:cNvPr>
            <p:cNvSpPr/>
            <p:nvPr/>
          </p:nvSpPr>
          <p:spPr>
            <a:xfrm>
              <a:off x="7123901" y="2131756"/>
              <a:ext cx="169311" cy="466798"/>
            </a:xfrm>
            <a:custGeom>
              <a:avLst/>
              <a:gdLst/>
              <a:ahLst/>
              <a:cxnLst/>
              <a:rect l="l" t="t" r="r" b="b"/>
              <a:pathLst>
                <a:path w="41831" h="115330" extrusionOk="0">
                  <a:moveTo>
                    <a:pt x="1540" y="10653"/>
                  </a:moveTo>
                  <a:cubicBezTo>
                    <a:pt x="1040" y="20183"/>
                    <a:pt x="2081" y="32875"/>
                    <a:pt x="10445" y="41864"/>
                  </a:cubicBezTo>
                  <a:cubicBezTo>
                    <a:pt x="16937" y="48813"/>
                    <a:pt x="22472" y="47731"/>
                    <a:pt x="24719" y="53765"/>
                  </a:cubicBezTo>
                  <a:cubicBezTo>
                    <a:pt x="27757" y="61880"/>
                    <a:pt x="19475" y="68705"/>
                    <a:pt x="14607" y="91218"/>
                  </a:cubicBezTo>
                  <a:cubicBezTo>
                    <a:pt x="13816" y="94838"/>
                    <a:pt x="12692" y="100997"/>
                    <a:pt x="15813" y="103702"/>
                  </a:cubicBezTo>
                  <a:cubicBezTo>
                    <a:pt x="18435" y="105949"/>
                    <a:pt x="22804" y="104701"/>
                    <a:pt x="22929" y="105492"/>
                  </a:cubicBezTo>
                  <a:cubicBezTo>
                    <a:pt x="23221" y="106948"/>
                    <a:pt x="7657" y="109695"/>
                    <a:pt x="7782" y="112025"/>
                  </a:cubicBezTo>
                  <a:cubicBezTo>
                    <a:pt x="7907" y="114605"/>
                    <a:pt x="26966" y="117809"/>
                    <a:pt x="29754" y="112316"/>
                  </a:cubicBezTo>
                  <a:cubicBezTo>
                    <a:pt x="32043" y="107822"/>
                    <a:pt x="21598" y="101538"/>
                    <a:pt x="23803" y="94214"/>
                  </a:cubicBezTo>
                  <a:cubicBezTo>
                    <a:pt x="25676" y="87972"/>
                    <a:pt x="34456" y="88763"/>
                    <a:pt x="36287" y="82313"/>
                  </a:cubicBezTo>
                  <a:cubicBezTo>
                    <a:pt x="37994" y="76320"/>
                    <a:pt x="31044" y="73449"/>
                    <a:pt x="31835" y="65667"/>
                  </a:cubicBezTo>
                  <a:cubicBezTo>
                    <a:pt x="32542" y="58634"/>
                    <a:pt x="38659" y="57469"/>
                    <a:pt x="41031" y="49937"/>
                  </a:cubicBezTo>
                  <a:cubicBezTo>
                    <a:pt x="43403" y="42405"/>
                    <a:pt x="39991" y="35122"/>
                    <a:pt x="37453" y="29712"/>
                  </a:cubicBezTo>
                  <a:cubicBezTo>
                    <a:pt x="28131" y="9863"/>
                    <a:pt x="5992" y="1956"/>
                    <a:pt x="0" y="0"/>
                  </a:cubicBezTo>
                  <a:lnTo>
                    <a:pt x="1498" y="1069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5" name="Google Shape;2628;p71">
              <a:extLst>
                <a:ext uri="{FF2B5EF4-FFF2-40B4-BE49-F238E27FC236}">
                  <a16:creationId xmlns:a16="http://schemas.microsoft.com/office/drawing/2014/main" id="{627D464D-676C-0FC0-C8EB-978A69231286}"/>
                </a:ext>
              </a:extLst>
            </p:cNvPr>
            <p:cNvSpPr/>
            <p:nvPr/>
          </p:nvSpPr>
          <p:spPr>
            <a:xfrm>
              <a:off x="4354487" y="3785826"/>
              <a:ext cx="1381942" cy="969522"/>
            </a:xfrm>
            <a:custGeom>
              <a:avLst/>
              <a:gdLst/>
              <a:ahLst/>
              <a:cxnLst/>
              <a:rect l="l" t="t" r="r" b="b"/>
              <a:pathLst>
                <a:path w="341431" h="239536" extrusionOk="0">
                  <a:moveTo>
                    <a:pt x="264790" y="140340"/>
                  </a:moveTo>
                  <a:cubicBezTo>
                    <a:pt x="278273" y="143128"/>
                    <a:pt x="288261" y="149661"/>
                    <a:pt x="294087" y="154155"/>
                  </a:cubicBezTo>
                  <a:cubicBezTo>
                    <a:pt x="307237" y="156111"/>
                    <a:pt x="316725" y="154031"/>
                    <a:pt x="323258" y="151492"/>
                  </a:cubicBezTo>
                  <a:cubicBezTo>
                    <a:pt x="331206" y="148413"/>
                    <a:pt x="337032" y="143669"/>
                    <a:pt x="339987" y="145916"/>
                  </a:cubicBezTo>
                  <a:cubicBezTo>
                    <a:pt x="342900" y="148163"/>
                    <a:pt x="340611" y="155612"/>
                    <a:pt x="339987" y="157734"/>
                  </a:cubicBezTo>
                  <a:cubicBezTo>
                    <a:pt x="336908" y="167846"/>
                    <a:pt x="328418" y="179166"/>
                    <a:pt x="315268" y="184700"/>
                  </a:cubicBezTo>
                  <a:cubicBezTo>
                    <a:pt x="307736" y="187863"/>
                    <a:pt x="304657" y="186614"/>
                    <a:pt x="289010" y="192191"/>
                  </a:cubicBezTo>
                  <a:cubicBezTo>
                    <a:pt x="285223" y="193522"/>
                    <a:pt x="282185" y="194771"/>
                    <a:pt x="280188" y="195603"/>
                  </a:cubicBezTo>
                  <a:cubicBezTo>
                    <a:pt x="281935" y="195520"/>
                    <a:pt x="284807" y="195353"/>
                    <a:pt x="288344" y="194729"/>
                  </a:cubicBezTo>
                  <a:cubicBezTo>
                    <a:pt x="291340" y="194188"/>
                    <a:pt x="293462" y="193606"/>
                    <a:pt x="294170" y="193439"/>
                  </a:cubicBezTo>
                  <a:cubicBezTo>
                    <a:pt x="300870" y="191650"/>
                    <a:pt x="319513" y="188737"/>
                    <a:pt x="321510" y="192981"/>
                  </a:cubicBezTo>
                  <a:cubicBezTo>
                    <a:pt x="322384" y="194854"/>
                    <a:pt x="319055" y="198225"/>
                    <a:pt x="318681" y="198558"/>
                  </a:cubicBezTo>
                  <a:cubicBezTo>
                    <a:pt x="315601" y="201554"/>
                    <a:pt x="311565" y="202012"/>
                    <a:pt x="310649" y="202136"/>
                  </a:cubicBezTo>
                  <a:cubicBezTo>
                    <a:pt x="303908" y="203010"/>
                    <a:pt x="299080" y="207380"/>
                    <a:pt x="278731" y="217076"/>
                  </a:cubicBezTo>
                  <a:cubicBezTo>
                    <a:pt x="261544" y="225232"/>
                    <a:pt x="245898" y="231017"/>
                    <a:pt x="241070" y="232889"/>
                  </a:cubicBezTo>
                  <a:cubicBezTo>
                    <a:pt x="211899" y="244167"/>
                    <a:pt x="183435" y="238549"/>
                    <a:pt x="163002" y="234512"/>
                  </a:cubicBezTo>
                  <a:cubicBezTo>
                    <a:pt x="93382" y="220780"/>
                    <a:pt x="-10071" y="143128"/>
                    <a:pt x="791" y="68722"/>
                  </a:cubicBezTo>
                  <a:cubicBezTo>
                    <a:pt x="5035" y="39634"/>
                    <a:pt x="27715" y="4428"/>
                    <a:pt x="57261" y="391"/>
                  </a:cubicBezTo>
                  <a:cubicBezTo>
                    <a:pt x="79774" y="-2688"/>
                    <a:pt x="98584" y="13375"/>
                    <a:pt x="100040" y="14665"/>
                  </a:cubicBezTo>
                  <a:cubicBezTo>
                    <a:pt x="126965" y="38343"/>
                    <a:pt x="110402" y="69096"/>
                    <a:pt x="138075" y="118076"/>
                  </a:cubicBezTo>
                  <a:cubicBezTo>
                    <a:pt x="149894" y="138966"/>
                    <a:pt x="156885" y="151367"/>
                    <a:pt x="171367" y="156111"/>
                  </a:cubicBezTo>
                  <a:cubicBezTo>
                    <a:pt x="200663" y="165683"/>
                    <a:pt x="225382" y="132308"/>
                    <a:pt x="264832" y="140423"/>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6" name="Google Shape;2629;p71">
              <a:extLst>
                <a:ext uri="{FF2B5EF4-FFF2-40B4-BE49-F238E27FC236}">
                  <a16:creationId xmlns:a16="http://schemas.microsoft.com/office/drawing/2014/main" id="{330750A6-CCE4-9412-7E57-863B651B1A4E}"/>
                </a:ext>
              </a:extLst>
            </p:cNvPr>
            <p:cNvSpPr/>
            <p:nvPr/>
          </p:nvSpPr>
          <p:spPr>
            <a:xfrm>
              <a:off x="4441534" y="3360569"/>
              <a:ext cx="681320" cy="500724"/>
            </a:xfrm>
            <a:custGeom>
              <a:avLst/>
              <a:gdLst/>
              <a:ahLst/>
              <a:cxnLst/>
              <a:rect l="l" t="t" r="r" b="b"/>
              <a:pathLst>
                <a:path w="168331" h="123712" extrusionOk="0">
                  <a:moveTo>
                    <a:pt x="41473" y="112528"/>
                  </a:moveTo>
                  <a:cubicBezTo>
                    <a:pt x="31943" y="97048"/>
                    <a:pt x="30487" y="80819"/>
                    <a:pt x="37894" y="71539"/>
                  </a:cubicBezTo>
                  <a:cubicBezTo>
                    <a:pt x="43887" y="64048"/>
                    <a:pt x="53832" y="63382"/>
                    <a:pt x="65984" y="62633"/>
                  </a:cubicBezTo>
                  <a:cubicBezTo>
                    <a:pt x="91826" y="61010"/>
                    <a:pt x="119999" y="69291"/>
                    <a:pt x="120373" y="78238"/>
                  </a:cubicBezTo>
                  <a:cubicBezTo>
                    <a:pt x="120540" y="83107"/>
                    <a:pt x="112300" y="84023"/>
                    <a:pt x="106558" y="96049"/>
                  </a:cubicBezTo>
                  <a:cubicBezTo>
                    <a:pt x="104602" y="100169"/>
                    <a:pt x="101772" y="106120"/>
                    <a:pt x="103894" y="112112"/>
                  </a:cubicBezTo>
                  <a:cubicBezTo>
                    <a:pt x="106974" y="120810"/>
                    <a:pt x="119291" y="125887"/>
                    <a:pt x="127073" y="122807"/>
                  </a:cubicBezTo>
                  <a:cubicBezTo>
                    <a:pt x="133024" y="120435"/>
                    <a:pt x="131942" y="115067"/>
                    <a:pt x="139100" y="107202"/>
                  </a:cubicBezTo>
                  <a:cubicBezTo>
                    <a:pt x="148754" y="96673"/>
                    <a:pt x="155995" y="100668"/>
                    <a:pt x="162737" y="92512"/>
                  </a:cubicBezTo>
                  <a:cubicBezTo>
                    <a:pt x="173806" y="79112"/>
                    <a:pt x="165233" y="55184"/>
                    <a:pt x="164068" y="51938"/>
                  </a:cubicBezTo>
                  <a:cubicBezTo>
                    <a:pt x="163278" y="49733"/>
                    <a:pt x="163236" y="50066"/>
                    <a:pt x="150710" y="29217"/>
                  </a:cubicBezTo>
                  <a:cubicBezTo>
                    <a:pt x="139266" y="10241"/>
                    <a:pt x="137935" y="7619"/>
                    <a:pt x="133773" y="5164"/>
                  </a:cubicBezTo>
                  <a:cubicBezTo>
                    <a:pt x="126532" y="836"/>
                    <a:pt x="122953" y="4082"/>
                    <a:pt x="104352" y="3832"/>
                  </a:cubicBezTo>
                  <a:cubicBezTo>
                    <a:pt x="79716" y="3458"/>
                    <a:pt x="74848" y="-2451"/>
                    <a:pt x="57578" y="1169"/>
                  </a:cubicBezTo>
                  <a:cubicBezTo>
                    <a:pt x="55622" y="1585"/>
                    <a:pt x="47632" y="3333"/>
                    <a:pt x="38435" y="8285"/>
                  </a:cubicBezTo>
                  <a:cubicBezTo>
                    <a:pt x="30321" y="12655"/>
                    <a:pt x="16671" y="20020"/>
                    <a:pt x="14798" y="31922"/>
                  </a:cubicBezTo>
                  <a:cubicBezTo>
                    <a:pt x="13675" y="39080"/>
                    <a:pt x="17961" y="40661"/>
                    <a:pt x="16130" y="47070"/>
                  </a:cubicBezTo>
                  <a:cubicBezTo>
                    <a:pt x="13425" y="56516"/>
                    <a:pt x="3188" y="56641"/>
                    <a:pt x="525" y="64880"/>
                  </a:cubicBezTo>
                  <a:cubicBezTo>
                    <a:pt x="-1389" y="70831"/>
                    <a:pt x="2148" y="76366"/>
                    <a:pt x="7641" y="85812"/>
                  </a:cubicBezTo>
                  <a:cubicBezTo>
                    <a:pt x="12676" y="94426"/>
                    <a:pt x="19792" y="106994"/>
                    <a:pt x="28157" y="123265"/>
                  </a:cubicBezTo>
                  <a:lnTo>
                    <a:pt x="41515" y="11257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7" name="Google Shape;2630;p71">
              <a:extLst>
                <a:ext uri="{FF2B5EF4-FFF2-40B4-BE49-F238E27FC236}">
                  <a16:creationId xmlns:a16="http://schemas.microsoft.com/office/drawing/2014/main" id="{000DDB6B-DAF2-0D3C-B1FB-52A0F90134CA}"/>
                </a:ext>
              </a:extLst>
            </p:cNvPr>
            <p:cNvSpPr/>
            <p:nvPr/>
          </p:nvSpPr>
          <p:spPr>
            <a:xfrm>
              <a:off x="4845415" y="4547012"/>
              <a:ext cx="629431" cy="355889"/>
            </a:xfrm>
            <a:custGeom>
              <a:avLst/>
              <a:gdLst/>
              <a:ahLst/>
              <a:cxnLst/>
              <a:rect l="l" t="t" r="r" b="b"/>
              <a:pathLst>
                <a:path w="155511" h="87928" extrusionOk="0">
                  <a:moveTo>
                    <a:pt x="52101" y="0"/>
                  </a:moveTo>
                  <a:cubicBezTo>
                    <a:pt x="61298" y="14107"/>
                    <a:pt x="70536" y="28214"/>
                    <a:pt x="79733" y="42322"/>
                  </a:cubicBezTo>
                  <a:cubicBezTo>
                    <a:pt x="99499" y="61256"/>
                    <a:pt x="113815" y="64044"/>
                    <a:pt x="123427" y="62837"/>
                  </a:cubicBezTo>
                  <a:cubicBezTo>
                    <a:pt x="130252" y="61963"/>
                    <a:pt x="136411" y="58884"/>
                    <a:pt x="143028" y="61963"/>
                  </a:cubicBezTo>
                  <a:cubicBezTo>
                    <a:pt x="150934" y="65625"/>
                    <a:pt x="154055" y="75613"/>
                    <a:pt x="155512" y="83353"/>
                  </a:cubicBezTo>
                  <a:cubicBezTo>
                    <a:pt x="80274" y="90469"/>
                    <a:pt x="57885" y="88347"/>
                    <a:pt x="56928" y="83353"/>
                  </a:cubicBezTo>
                  <a:cubicBezTo>
                    <a:pt x="56678" y="82146"/>
                    <a:pt x="57719" y="80731"/>
                    <a:pt x="56928" y="78900"/>
                  </a:cubicBezTo>
                  <a:cubicBezTo>
                    <a:pt x="54681" y="73532"/>
                    <a:pt x="41489" y="74031"/>
                    <a:pt x="30295" y="75322"/>
                  </a:cubicBezTo>
                  <a:cubicBezTo>
                    <a:pt x="20183" y="54806"/>
                    <a:pt x="10112" y="34332"/>
                    <a:pt x="0" y="13816"/>
                  </a:cubicBezTo>
                  <a:lnTo>
                    <a:pt x="52142"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8" name="Google Shape;2631;p71">
              <a:extLst>
                <a:ext uri="{FF2B5EF4-FFF2-40B4-BE49-F238E27FC236}">
                  <a16:creationId xmlns:a16="http://schemas.microsoft.com/office/drawing/2014/main" id="{51EAFE3A-31E5-7028-0DCB-A54F930B0860}"/>
                </a:ext>
              </a:extLst>
            </p:cNvPr>
            <p:cNvSpPr/>
            <p:nvPr/>
          </p:nvSpPr>
          <p:spPr>
            <a:xfrm>
              <a:off x="4249348" y="3808106"/>
              <a:ext cx="426934" cy="1080492"/>
            </a:xfrm>
            <a:custGeom>
              <a:avLst/>
              <a:gdLst/>
              <a:ahLst/>
              <a:cxnLst/>
              <a:rect l="l" t="t" r="r" b="b"/>
              <a:pathLst>
                <a:path w="105481" h="266953" extrusionOk="0">
                  <a:moveTo>
                    <a:pt x="100454" y="78608"/>
                  </a:moveTo>
                  <a:cubicBezTo>
                    <a:pt x="110899" y="121180"/>
                    <a:pt x="103367" y="145149"/>
                    <a:pt x="93338" y="159423"/>
                  </a:cubicBezTo>
                  <a:cubicBezTo>
                    <a:pt x="81561" y="176193"/>
                    <a:pt x="65581" y="180646"/>
                    <a:pt x="60671" y="198623"/>
                  </a:cubicBezTo>
                  <a:cubicBezTo>
                    <a:pt x="55760" y="216559"/>
                    <a:pt x="65373" y="235077"/>
                    <a:pt x="74944" y="248519"/>
                  </a:cubicBezTo>
                  <a:cubicBezTo>
                    <a:pt x="82102" y="246147"/>
                    <a:pt x="89592" y="248435"/>
                    <a:pt x="93379" y="253887"/>
                  </a:cubicBezTo>
                  <a:cubicBezTo>
                    <a:pt x="97249" y="259505"/>
                    <a:pt x="95460" y="266038"/>
                    <a:pt x="95169" y="266954"/>
                  </a:cubicBezTo>
                  <a:lnTo>
                    <a:pt x="42236" y="266954"/>
                  </a:lnTo>
                  <a:cubicBezTo>
                    <a:pt x="17933" y="242942"/>
                    <a:pt x="-7036" y="212273"/>
                    <a:pt x="1828" y="191507"/>
                  </a:cubicBezTo>
                  <a:cubicBezTo>
                    <a:pt x="4533" y="185182"/>
                    <a:pt x="8029" y="185224"/>
                    <a:pt x="13106" y="179023"/>
                  </a:cubicBezTo>
                  <a:cubicBezTo>
                    <a:pt x="37283" y="149560"/>
                    <a:pt x="-5537" y="103660"/>
                    <a:pt x="11316" y="54847"/>
                  </a:cubicBezTo>
                  <a:cubicBezTo>
                    <a:pt x="19056" y="32417"/>
                    <a:pt x="37991" y="13482"/>
                    <a:pt x="59880" y="5076"/>
                  </a:cubicBezTo>
                  <a:cubicBezTo>
                    <a:pt x="77774" y="-1748"/>
                    <a:pt x="94253" y="-250"/>
                    <a:pt x="103408" y="1373"/>
                  </a:cubicBezTo>
                  <a:lnTo>
                    <a:pt x="100454" y="7860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9" name="Google Shape;2632;p71">
              <a:extLst>
                <a:ext uri="{FF2B5EF4-FFF2-40B4-BE49-F238E27FC236}">
                  <a16:creationId xmlns:a16="http://schemas.microsoft.com/office/drawing/2014/main" id="{AA474418-A1A5-7ABC-4940-037A0ED17132}"/>
                </a:ext>
              </a:extLst>
            </p:cNvPr>
            <p:cNvSpPr/>
            <p:nvPr/>
          </p:nvSpPr>
          <p:spPr>
            <a:xfrm>
              <a:off x="5146234" y="4317438"/>
              <a:ext cx="218282" cy="128103"/>
            </a:xfrm>
            <a:custGeom>
              <a:avLst/>
              <a:gdLst/>
              <a:ahLst/>
              <a:cxnLst/>
              <a:rect l="l" t="t" r="r" b="b"/>
              <a:pathLst>
                <a:path w="53930" h="31650" extrusionOk="0">
                  <a:moveTo>
                    <a:pt x="53931" y="23452"/>
                  </a:moveTo>
                  <a:cubicBezTo>
                    <a:pt x="22096" y="4892"/>
                    <a:pt x="4369" y="-2640"/>
                    <a:pt x="707" y="814"/>
                  </a:cubicBezTo>
                  <a:cubicBezTo>
                    <a:pt x="-2290" y="3644"/>
                    <a:pt x="4244" y="13923"/>
                    <a:pt x="20307" y="31650"/>
                  </a:cubicBezTo>
                  <a:lnTo>
                    <a:pt x="53931" y="23452"/>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0" name="Google Shape;2633;p71">
              <a:extLst>
                <a:ext uri="{FF2B5EF4-FFF2-40B4-BE49-F238E27FC236}">
                  <a16:creationId xmlns:a16="http://schemas.microsoft.com/office/drawing/2014/main" id="{A7AF6F8A-6EAE-7D5C-6DFE-A03363547723}"/>
                </a:ext>
              </a:extLst>
            </p:cNvPr>
            <p:cNvSpPr/>
            <p:nvPr/>
          </p:nvSpPr>
          <p:spPr>
            <a:xfrm>
              <a:off x="5260146" y="4259152"/>
              <a:ext cx="231574" cy="157990"/>
            </a:xfrm>
            <a:custGeom>
              <a:avLst/>
              <a:gdLst/>
              <a:ahLst/>
              <a:cxnLst/>
              <a:rect l="l" t="t" r="r" b="b"/>
              <a:pathLst>
                <a:path w="57214" h="39034" extrusionOk="0">
                  <a:moveTo>
                    <a:pt x="57215" y="28922"/>
                  </a:moveTo>
                  <a:cubicBezTo>
                    <a:pt x="23466" y="6034"/>
                    <a:pt x="4615" y="-3246"/>
                    <a:pt x="745" y="999"/>
                  </a:cubicBezTo>
                  <a:cubicBezTo>
                    <a:pt x="-2418" y="4494"/>
                    <a:pt x="4490" y="17187"/>
                    <a:pt x="21552" y="39034"/>
                  </a:cubicBezTo>
                  <a:lnTo>
                    <a:pt x="57215" y="28922"/>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1" name="Google Shape;2634;p71">
              <a:extLst>
                <a:ext uri="{FF2B5EF4-FFF2-40B4-BE49-F238E27FC236}">
                  <a16:creationId xmlns:a16="http://schemas.microsoft.com/office/drawing/2014/main" id="{F38FDB97-4291-B3AB-7557-45CF9BDDD068}"/>
                </a:ext>
              </a:extLst>
            </p:cNvPr>
            <p:cNvSpPr/>
            <p:nvPr/>
          </p:nvSpPr>
          <p:spPr>
            <a:xfrm>
              <a:off x="5375853" y="4566519"/>
              <a:ext cx="174115" cy="166632"/>
            </a:xfrm>
            <a:custGeom>
              <a:avLst/>
              <a:gdLst/>
              <a:ahLst/>
              <a:cxnLst/>
              <a:rect l="l" t="t" r="r" b="b"/>
              <a:pathLst>
                <a:path w="43018" h="41169" extrusionOk="0">
                  <a:moveTo>
                    <a:pt x="24724" y="17688"/>
                  </a:moveTo>
                  <a:cubicBezTo>
                    <a:pt x="18649" y="28216"/>
                    <a:pt x="22061" y="36289"/>
                    <a:pt x="15528" y="39868"/>
                  </a:cubicBezTo>
                  <a:cubicBezTo>
                    <a:pt x="12365" y="41616"/>
                    <a:pt x="7912" y="41658"/>
                    <a:pt x="4750" y="39660"/>
                  </a:cubicBezTo>
                  <a:cubicBezTo>
                    <a:pt x="588" y="36997"/>
                    <a:pt x="172" y="31171"/>
                    <a:pt x="47" y="29756"/>
                  </a:cubicBezTo>
                  <a:cubicBezTo>
                    <a:pt x="-785" y="18520"/>
                    <a:pt x="9494" y="6244"/>
                    <a:pt x="20230" y="3622"/>
                  </a:cubicBezTo>
                  <a:cubicBezTo>
                    <a:pt x="21229" y="3373"/>
                    <a:pt x="25390" y="2665"/>
                    <a:pt x="30426" y="2166"/>
                  </a:cubicBezTo>
                  <a:cubicBezTo>
                    <a:pt x="34212" y="1750"/>
                    <a:pt x="36002" y="1750"/>
                    <a:pt x="39289" y="918"/>
                  </a:cubicBezTo>
                  <a:cubicBezTo>
                    <a:pt x="41869" y="293"/>
                    <a:pt x="42785" y="-206"/>
                    <a:pt x="42993" y="85"/>
                  </a:cubicBezTo>
                  <a:cubicBezTo>
                    <a:pt x="43659" y="1126"/>
                    <a:pt x="31258" y="6327"/>
                    <a:pt x="24724" y="1768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2" name="Google Shape;2635;p71">
              <a:extLst>
                <a:ext uri="{FF2B5EF4-FFF2-40B4-BE49-F238E27FC236}">
                  <a16:creationId xmlns:a16="http://schemas.microsoft.com/office/drawing/2014/main" id="{2D73C354-78F3-0DFE-F4F5-F2EAF1290817}"/>
                </a:ext>
              </a:extLst>
            </p:cNvPr>
            <p:cNvSpPr/>
            <p:nvPr/>
          </p:nvSpPr>
          <p:spPr>
            <a:xfrm>
              <a:off x="5674631" y="4360394"/>
              <a:ext cx="71074" cy="69601"/>
            </a:xfrm>
            <a:custGeom>
              <a:avLst/>
              <a:gdLst/>
              <a:ahLst/>
              <a:cxnLst/>
              <a:rect l="l" t="t" r="r" b="b"/>
              <a:pathLst>
                <a:path w="17560" h="17196" extrusionOk="0">
                  <a:moveTo>
                    <a:pt x="16115" y="2257"/>
                  </a:moveTo>
                  <a:cubicBezTo>
                    <a:pt x="18737" y="5337"/>
                    <a:pt x="17863" y="11703"/>
                    <a:pt x="12911" y="17197"/>
                  </a:cubicBezTo>
                  <a:cubicBezTo>
                    <a:pt x="12245" y="14575"/>
                    <a:pt x="10913" y="11620"/>
                    <a:pt x="8208" y="9914"/>
                  </a:cubicBezTo>
                  <a:cubicBezTo>
                    <a:pt x="4463" y="7625"/>
                    <a:pt x="760" y="9373"/>
                    <a:pt x="94" y="7917"/>
                  </a:cubicBezTo>
                  <a:cubicBezTo>
                    <a:pt x="-780" y="5919"/>
                    <a:pt x="4588" y="-281"/>
                    <a:pt x="10747" y="10"/>
                  </a:cubicBezTo>
                  <a:cubicBezTo>
                    <a:pt x="11454" y="10"/>
                    <a:pt x="14367" y="176"/>
                    <a:pt x="16074" y="225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3" name="Google Shape;2636;p71">
              <a:extLst>
                <a:ext uri="{FF2B5EF4-FFF2-40B4-BE49-F238E27FC236}">
                  <a16:creationId xmlns:a16="http://schemas.microsoft.com/office/drawing/2014/main" id="{CFB887F5-912E-67A9-64FC-71757224032F}"/>
                </a:ext>
              </a:extLst>
            </p:cNvPr>
            <p:cNvSpPr/>
            <p:nvPr/>
          </p:nvSpPr>
          <p:spPr>
            <a:xfrm>
              <a:off x="5391229" y="4432215"/>
              <a:ext cx="38484" cy="31777"/>
            </a:xfrm>
            <a:custGeom>
              <a:avLst/>
              <a:gdLst/>
              <a:ahLst/>
              <a:cxnLst/>
              <a:rect l="l" t="t" r="r" b="b"/>
              <a:pathLst>
                <a:path w="9508" h="7851" extrusionOk="0">
                  <a:moveTo>
                    <a:pt x="3069" y="6423"/>
                  </a:moveTo>
                  <a:cubicBezTo>
                    <a:pt x="5524" y="8087"/>
                    <a:pt x="8271" y="8337"/>
                    <a:pt x="9186" y="6964"/>
                  </a:cubicBezTo>
                  <a:cubicBezTo>
                    <a:pt x="10143" y="5590"/>
                    <a:pt x="8895" y="3135"/>
                    <a:pt x="6440" y="1429"/>
                  </a:cubicBezTo>
                  <a:cubicBezTo>
                    <a:pt x="3985" y="-236"/>
                    <a:pt x="1238" y="-485"/>
                    <a:pt x="323" y="888"/>
                  </a:cubicBezTo>
                  <a:cubicBezTo>
                    <a:pt x="-635" y="2261"/>
                    <a:pt x="614" y="4758"/>
                    <a:pt x="3069" y="64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4" name="Google Shape;2637;p71">
              <a:extLst>
                <a:ext uri="{FF2B5EF4-FFF2-40B4-BE49-F238E27FC236}">
                  <a16:creationId xmlns:a16="http://schemas.microsoft.com/office/drawing/2014/main" id="{CB60E77D-71A7-532A-8D23-7D9F5B252323}"/>
                </a:ext>
              </a:extLst>
            </p:cNvPr>
            <p:cNvSpPr/>
            <p:nvPr/>
          </p:nvSpPr>
          <p:spPr>
            <a:xfrm>
              <a:off x="5482751" y="4369745"/>
              <a:ext cx="38484" cy="31830"/>
            </a:xfrm>
            <a:custGeom>
              <a:avLst/>
              <a:gdLst/>
              <a:ahLst/>
              <a:cxnLst/>
              <a:rect l="l" t="t" r="r" b="b"/>
              <a:pathLst>
                <a:path w="9508" h="7864" extrusionOk="0">
                  <a:moveTo>
                    <a:pt x="3069" y="6436"/>
                  </a:moveTo>
                  <a:cubicBezTo>
                    <a:pt x="5524" y="8101"/>
                    <a:pt x="8271" y="8350"/>
                    <a:pt x="9186" y="6977"/>
                  </a:cubicBezTo>
                  <a:cubicBezTo>
                    <a:pt x="10143" y="5604"/>
                    <a:pt x="8895" y="3148"/>
                    <a:pt x="6440" y="1442"/>
                  </a:cubicBezTo>
                  <a:cubicBezTo>
                    <a:pt x="3985" y="-264"/>
                    <a:pt x="1238" y="-472"/>
                    <a:pt x="323" y="901"/>
                  </a:cubicBezTo>
                  <a:cubicBezTo>
                    <a:pt x="-635" y="2275"/>
                    <a:pt x="614" y="4730"/>
                    <a:pt x="3069" y="643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5" name="Google Shape;2638;p71">
              <a:extLst>
                <a:ext uri="{FF2B5EF4-FFF2-40B4-BE49-F238E27FC236}">
                  <a16:creationId xmlns:a16="http://schemas.microsoft.com/office/drawing/2014/main" id="{2D79FFE5-68D7-443C-7617-091AF9B7F1FA}"/>
                </a:ext>
              </a:extLst>
            </p:cNvPr>
            <p:cNvSpPr/>
            <p:nvPr/>
          </p:nvSpPr>
          <p:spPr>
            <a:xfrm>
              <a:off x="5271620" y="4335118"/>
              <a:ext cx="176022" cy="37302"/>
            </a:xfrm>
            <a:custGeom>
              <a:avLst/>
              <a:gdLst/>
              <a:ahLst/>
              <a:cxnLst/>
              <a:rect l="l" t="t" r="r" b="b"/>
              <a:pathLst>
                <a:path w="43489" h="9216" extrusionOk="0">
                  <a:moveTo>
                    <a:pt x="1818" y="9175"/>
                  </a:moveTo>
                  <a:cubicBezTo>
                    <a:pt x="1152" y="9175"/>
                    <a:pt x="487" y="8801"/>
                    <a:pt x="195" y="8177"/>
                  </a:cubicBezTo>
                  <a:cubicBezTo>
                    <a:pt x="-262" y="7261"/>
                    <a:pt x="112" y="6179"/>
                    <a:pt x="1028" y="5721"/>
                  </a:cubicBezTo>
                  <a:cubicBezTo>
                    <a:pt x="8851" y="1851"/>
                    <a:pt x="17590" y="-230"/>
                    <a:pt x="26079" y="20"/>
                  </a:cubicBezTo>
                  <a:cubicBezTo>
                    <a:pt x="31572" y="103"/>
                    <a:pt x="36982" y="1019"/>
                    <a:pt x="42226" y="2767"/>
                  </a:cubicBezTo>
                  <a:cubicBezTo>
                    <a:pt x="43183" y="3100"/>
                    <a:pt x="43724" y="4140"/>
                    <a:pt x="43391" y="5097"/>
                  </a:cubicBezTo>
                  <a:cubicBezTo>
                    <a:pt x="43058" y="6054"/>
                    <a:pt x="42018" y="6595"/>
                    <a:pt x="41060" y="6262"/>
                  </a:cubicBezTo>
                  <a:cubicBezTo>
                    <a:pt x="36192" y="4639"/>
                    <a:pt x="31115" y="3765"/>
                    <a:pt x="25996" y="3682"/>
                  </a:cubicBezTo>
                  <a:cubicBezTo>
                    <a:pt x="25746" y="3682"/>
                    <a:pt x="25455" y="3682"/>
                    <a:pt x="25205" y="3682"/>
                  </a:cubicBezTo>
                  <a:cubicBezTo>
                    <a:pt x="17507" y="3682"/>
                    <a:pt x="9725" y="5513"/>
                    <a:pt x="2651" y="9009"/>
                  </a:cubicBezTo>
                  <a:cubicBezTo>
                    <a:pt x="2401" y="9134"/>
                    <a:pt x="2110" y="9217"/>
                    <a:pt x="1818" y="92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6" name="Google Shape;2639;p71">
              <a:extLst>
                <a:ext uri="{FF2B5EF4-FFF2-40B4-BE49-F238E27FC236}">
                  <a16:creationId xmlns:a16="http://schemas.microsoft.com/office/drawing/2014/main" id="{DE29160F-24DC-E0C9-07BE-9036B568B959}"/>
                </a:ext>
              </a:extLst>
            </p:cNvPr>
            <p:cNvSpPr/>
            <p:nvPr/>
          </p:nvSpPr>
          <p:spPr>
            <a:xfrm>
              <a:off x="5345192" y="4571900"/>
              <a:ext cx="128415" cy="26284"/>
            </a:xfrm>
            <a:custGeom>
              <a:avLst/>
              <a:gdLst/>
              <a:ahLst/>
              <a:cxnLst/>
              <a:rect l="l" t="t" r="r" b="b"/>
              <a:pathLst>
                <a:path w="31727" h="6494" extrusionOk="0">
                  <a:moveTo>
                    <a:pt x="24402" y="6494"/>
                  </a:moveTo>
                  <a:cubicBezTo>
                    <a:pt x="19159" y="6494"/>
                    <a:pt x="13957" y="6078"/>
                    <a:pt x="8880" y="5204"/>
                  </a:cubicBezTo>
                  <a:cubicBezTo>
                    <a:pt x="6425" y="4788"/>
                    <a:pt x="3969" y="4289"/>
                    <a:pt x="1389" y="3623"/>
                  </a:cubicBezTo>
                  <a:cubicBezTo>
                    <a:pt x="391" y="3373"/>
                    <a:pt x="-192" y="2375"/>
                    <a:pt x="58" y="1376"/>
                  </a:cubicBezTo>
                  <a:cubicBezTo>
                    <a:pt x="307" y="377"/>
                    <a:pt x="1306" y="-164"/>
                    <a:pt x="2263" y="44"/>
                  </a:cubicBezTo>
                  <a:cubicBezTo>
                    <a:pt x="4760" y="668"/>
                    <a:pt x="7090" y="1168"/>
                    <a:pt x="9462" y="1584"/>
                  </a:cubicBezTo>
                  <a:cubicBezTo>
                    <a:pt x="16121" y="2707"/>
                    <a:pt x="22904" y="3082"/>
                    <a:pt x="29770" y="2666"/>
                  </a:cubicBezTo>
                  <a:cubicBezTo>
                    <a:pt x="30727" y="2541"/>
                    <a:pt x="31643" y="3373"/>
                    <a:pt x="31726" y="4372"/>
                  </a:cubicBezTo>
                  <a:cubicBezTo>
                    <a:pt x="31768" y="5371"/>
                    <a:pt x="31019" y="6245"/>
                    <a:pt x="30020" y="6328"/>
                  </a:cubicBezTo>
                  <a:cubicBezTo>
                    <a:pt x="28147" y="6453"/>
                    <a:pt x="26275" y="6494"/>
                    <a:pt x="24444" y="64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7" name="Google Shape;2640;p71">
              <a:extLst>
                <a:ext uri="{FF2B5EF4-FFF2-40B4-BE49-F238E27FC236}">
                  <a16:creationId xmlns:a16="http://schemas.microsoft.com/office/drawing/2014/main" id="{C6C019C7-CDEE-34A9-F69E-E511C9C28BD2}"/>
                </a:ext>
              </a:extLst>
            </p:cNvPr>
            <p:cNvSpPr/>
            <p:nvPr/>
          </p:nvSpPr>
          <p:spPr>
            <a:xfrm>
              <a:off x="5142866" y="4567874"/>
              <a:ext cx="64695" cy="186286"/>
            </a:xfrm>
            <a:custGeom>
              <a:avLst/>
              <a:gdLst/>
              <a:ahLst/>
              <a:cxnLst/>
              <a:rect l="l" t="t" r="r" b="b"/>
              <a:pathLst>
                <a:path w="15984" h="46025" extrusionOk="0">
                  <a:moveTo>
                    <a:pt x="14190" y="46025"/>
                  </a:moveTo>
                  <a:cubicBezTo>
                    <a:pt x="13566" y="46025"/>
                    <a:pt x="12942" y="45692"/>
                    <a:pt x="12609" y="45151"/>
                  </a:cubicBezTo>
                  <a:cubicBezTo>
                    <a:pt x="9446" y="39908"/>
                    <a:pt x="6866" y="34290"/>
                    <a:pt x="4869" y="28589"/>
                  </a:cubicBezTo>
                  <a:cubicBezTo>
                    <a:pt x="1914" y="20016"/>
                    <a:pt x="291" y="11028"/>
                    <a:pt x="0" y="1873"/>
                  </a:cubicBezTo>
                  <a:cubicBezTo>
                    <a:pt x="0" y="874"/>
                    <a:pt x="749" y="0"/>
                    <a:pt x="1789" y="0"/>
                  </a:cubicBezTo>
                  <a:cubicBezTo>
                    <a:pt x="2830" y="0"/>
                    <a:pt x="3662" y="791"/>
                    <a:pt x="3662" y="1789"/>
                  </a:cubicBezTo>
                  <a:cubicBezTo>
                    <a:pt x="3912" y="10570"/>
                    <a:pt x="5493" y="19184"/>
                    <a:pt x="8323" y="27382"/>
                  </a:cubicBezTo>
                  <a:cubicBezTo>
                    <a:pt x="10237" y="32875"/>
                    <a:pt x="12692" y="38243"/>
                    <a:pt x="15730" y="43279"/>
                  </a:cubicBezTo>
                  <a:cubicBezTo>
                    <a:pt x="16229" y="44153"/>
                    <a:pt x="15980" y="45276"/>
                    <a:pt x="15106" y="45775"/>
                  </a:cubicBezTo>
                  <a:cubicBezTo>
                    <a:pt x="14815" y="45942"/>
                    <a:pt x="14482" y="46025"/>
                    <a:pt x="14149" y="4602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8" name="Google Shape;2641;p71">
              <a:extLst>
                <a:ext uri="{FF2B5EF4-FFF2-40B4-BE49-F238E27FC236}">
                  <a16:creationId xmlns:a16="http://schemas.microsoft.com/office/drawing/2014/main" id="{CB52A631-03F2-9AD0-BE70-340DDB0CC766}"/>
                </a:ext>
              </a:extLst>
            </p:cNvPr>
            <p:cNvSpPr/>
            <p:nvPr/>
          </p:nvSpPr>
          <p:spPr>
            <a:xfrm>
              <a:off x="4878635" y="4507275"/>
              <a:ext cx="44421" cy="189686"/>
            </a:xfrm>
            <a:custGeom>
              <a:avLst/>
              <a:gdLst/>
              <a:ahLst/>
              <a:cxnLst/>
              <a:rect l="l" t="t" r="r" b="b"/>
              <a:pathLst>
                <a:path w="10975" h="46865" extrusionOk="0">
                  <a:moveTo>
                    <a:pt x="8679" y="46865"/>
                  </a:moveTo>
                  <a:cubicBezTo>
                    <a:pt x="7846" y="46865"/>
                    <a:pt x="7056" y="46283"/>
                    <a:pt x="6889" y="45409"/>
                  </a:cubicBezTo>
                  <a:cubicBezTo>
                    <a:pt x="5433" y="38751"/>
                    <a:pt x="3810" y="32176"/>
                    <a:pt x="2020" y="25934"/>
                  </a:cubicBezTo>
                  <a:lnTo>
                    <a:pt x="1729" y="24893"/>
                  </a:lnTo>
                  <a:cubicBezTo>
                    <a:pt x="439" y="20440"/>
                    <a:pt x="-393" y="17486"/>
                    <a:pt x="189" y="13574"/>
                  </a:cubicBezTo>
                  <a:cubicBezTo>
                    <a:pt x="938" y="8747"/>
                    <a:pt x="3518" y="4336"/>
                    <a:pt x="7930" y="466"/>
                  </a:cubicBezTo>
                  <a:cubicBezTo>
                    <a:pt x="8679" y="-200"/>
                    <a:pt x="9844" y="-158"/>
                    <a:pt x="10510" y="632"/>
                  </a:cubicBezTo>
                  <a:cubicBezTo>
                    <a:pt x="11175" y="1381"/>
                    <a:pt x="11134" y="2546"/>
                    <a:pt x="10343" y="3212"/>
                  </a:cubicBezTo>
                  <a:cubicBezTo>
                    <a:pt x="6598" y="6541"/>
                    <a:pt x="4392" y="10203"/>
                    <a:pt x="3810" y="14157"/>
                  </a:cubicBezTo>
                  <a:cubicBezTo>
                    <a:pt x="3310" y="17278"/>
                    <a:pt x="4018" y="19608"/>
                    <a:pt x="5225" y="23894"/>
                  </a:cubicBezTo>
                  <a:lnTo>
                    <a:pt x="5516" y="24935"/>
                  </a:lnTo>
                  <a:cubicBezTo>
                    <a:pt x="7305" y="31260"/>
                    <a:pt x="8970" y="37918"/>
                    <a:pt x="10426" y="44660"/>
                  </a:cubicBezTo>
                  <a:cubicBezTo>
                    <a:pt x="10634" y="45659"/>
                    <a:pt x="10010" y="46616"/>
                    <a:pt x="9011" y="46824"/>
                  </a:cubicBezTo>
                  <a:cubicBezTo>
                    <a:pt x="8887" y="46824"/>
                    <a:pt x="8762" y="46865"/>
                    <a:pt x="8637" y="4686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9" name="Google Shape;2642;p71">
              <a:extLst>
                <a:ext uri="{FF2B5EF4-FFF2-40B4-BE49-F238E27FC236}">
                  <a16:creationId xmlns:a16="http://schemas.microsoft.com/office/drawing/2014/main" id="{B1818D09-12D5-B35F-F9DB-8760ACC1B9DA}"/>
                </a:ext>
              </a:extLst>
            </p:cNvPr>
            <p:cNvSpPr/>
            <p:nvPr/>
          </p:nvSpPr>
          <p:spPr>
            <a:xfrm>
              <a:off x="4577355" y="3860117"/>
              <a:ext cx="137680" cy="647426"/>
            </a:xfrm>
            <a:custGeom>
              <a:avLst/>
              <a:gdLst/>
              <a:ahLst/>
              <a:cxnLst/>
              <a:rect l="l" t="t" r="r" b="b"/>
              <a:pathLst>
                <a:path w="34016" h="159957" extrusionOk="0">
                  <a:moveTo>
                    <a:pt x="1843" y="159958"/>
                  </a:moveTo>
                  <a:cubicBezTo>
                    <a:pt x="1386" y="159958"/>
                    <a:pt x="969" y="159791"/>
                    <a:pt x="595" y="159459"/>
                  </a:cubicBezTo>
                  <a:cubicBezTo>
                    <a:pt x="-154" y="158751"/>
                    <a:pt x="-196" y="157627"/>
                    <a:pt x="470" y="156878"/>
                  </a:cubicBezTo>
                  <a:cubicBezTo>
                    <a:pt x="10665" y="145768"/>
                    <a:pt x="18447" y="133158"/>
                    <a:pt x="23524" y="119301"/>
                  </a:cubicBezTo>
                  <a:cubicBezTo>
                    <a:pt x="34385" y="89838"/>
                    <a:pt x="29517" y="63705"/>
                    <a:pt x="27436" y="52552"/>
                  </a:cubicBezTo>
                  <a:cubicBezTo>
                    <a:pt x="24190" y="35032"/>
                    <a:pt x="17657" y="18304"/>
                    <a:pt x="8085" y="2823"/>
                  </a:cubicBezTo>
                  <a:cubicBezTo>
                    <a:pt x="7544" y="1949"/>
                    <a:pt x="7836" y="826"/>
                    <a:pt x="8668" y="285"/>
                  </a:cubicBezTo>
                  <a:cubicBezTo>
                    <a:pt x="9542" y="-256"/>
                    <a:pt x="10665" y="-7"/>
                    <a:pt x="11206" y="867"/>
                  </a:cubicBezTo>
                  <a:cubicBezTo>
                    <a:pt x="21027" y="16764"/>
                    <a:pt x="27727" y="33909"/>
                    <a:pt x="31056" y="51845"/>
                  </a:cubicBezTo>
                  <a:cubicBezTo>
                    <a:pt x="33179" y="63288"/>
                    <a:pt x="38172" y="90129"/>
                    <a:pt x="26978" y="120549"/>
                  </a:cubicBezTo>
                  <a:cubicBezTo>
                    <a:pt x="21735" y="134823"/>
                    <a:pt x="13703" y="147848"/>
                    <a:pt x="3175" y="159334"/>
                  </a:cubicBezTo>
                  <a:cubicBezTo>
                    <a:pt x="2800" y="159708"/>
                    <a:pt x="2301" y="159916"/>
                    <a:pt x="1802" y="15991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0" name="Google Shape;2643;p71">
              <a:extLst>
                <a:ext uri="{FF2B5EF4-FFF2-40B4-BE49-F238E27FC236}">
                  <a16:creationId xmlns:a16="http://schemas.microsoft.com/office/drawing/2014/main" id="{1D859059-13FF-5E9F-CF99-EDF95B7E0AEA}"/>
                </a:ext>
              </a:extLst>
            </p:cNvPr>
            <p:cNvSpPr/>
            <p:nvPr/>
          </p:nvSpPr>
          <p:spPr>
            <a:xfrm>
              <a:off x="5284703" y="4803209"/>
              <a:ext cx="71240" cy="40119"/>
            </a:xfrm>
            <a:custGeom>
              <a:avLst/>
              <a:gdLst/>
              <a:ahLst/>
              <a:cxnLst/>
              <a:rect l="l" t="t" r="r" b="b"/>
              <a:pathLst>
                <a:path w="17601" h="9912" extrusionOk="0">
                  <a:moveTo>
                    <a:pt x="1828" y="9912"/>
                  </a:moveTo>
                  <a:cubicBezTo>
                    <a:pt x="1412" y="9912"/>
                    <a:pt x="996" y="9788"/>
                    <a:pt x="663" y="9496"/>
                  </a:cubicBezTo>
                  <a:cubicBezTo>
                    <a:pt x="-128" y="8830"/>
                    <a:pt x="-211" y="7707"/>
                    <a:pt x="413" y="6916"/>
                  </a:cubicBezTo>
                  <a:cubicBezTo>
                    <a:pt x="1703" y="5335"/>
                    <a:pt x="3950" y="3171"/>
                    <a:pt x="7321" y="1673"/>
                  </a:cubicBezTo>
                  <a:cubicBezTo>
                    <a:pt x="9984" y="466"/>
                    <a:pt x="12939" y="-75"/>
                    <a:pt x="15852" y="8"/>
                  </a:cubicBezTo>
                  <a:cubicBezTo>
                    <a:pt x="16851" y="50"/>
                    <a:pt x="17641" y="882"/>
                    <a:pt x="17600" y="1923"/>
                  </a:cubicBezTo>
                  <a:cubicBezTo>
                    <a:pt x="17600" y="2921"/>
                    <a:pt x="16726" y="3670"/>
                    <a:pt x="15769" y="3670"/>
                  </a:cubicBezTo>
                  <a:cubicBezTo>
                    <a:pt x="12939" y="3670"/>
                    <a:pt x="10775" y="4128"/>
                    <a:pt x="8778" y="5002"/>
                  </a:cubicBezTo>
                  <a:cubicBezTo>
                    <a:pt x="6073" y="6209"/>
                    <a:pt x="4242" y="7998"/>
                    <a:pt x="3201" y="9247"/>
                  </a:cubicBezTo>
                  <a:cubicBezTo>
                    <a:pt x="2827" y="9663"/>
                    <a:pt x="2327" y="9912"/>
                    <a:pt x="1786" y="99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1" name="Google Shape;2644;p71">
              <a:extLst>
                <a:ext uri="{FF2B5EF4-FFF2-40B4-BE49-F238E27FC236}">
                  <a16:creationId xmlns:a16="http://schemas.microsoft.com/office/drawing/2014/main" id="{48F61413-9280-B896-CC8E-B6083F8C444F}"/>
                </a:ext>
              </a:extLst>
            </p:cNvPr>
            <p:cNvSpPr/>
            <p:nvPr/>
          </p:nvSpPr>
          <p:spPr>
            <a:xfrm>
              <a:off x="4441486" y="4811485"/>
              <a:ext cx="116872" cy="44968"/>
            </a:xfrm>
            <a:custGeom>
              <a:avLst/>
              <a:gdLst/>
              <a:ahLst/>
              <a:cxnLst/>
              <a:rect l="l" t="t" r="r" b="b"/>
              <a:pathLst>
                <a:path w="28875" h="11110" extrusionOk="0">
                  <a:moveTo>
                    <a:pt x="1826" y="11111"/>
                  </a:moveTo>
                  <a:cubicBezTo>
                    <a:pt x="1244" y="11111"/>
                    <a:pt x="619" y="10820"/>
                    <a:pt x="287" y="10279"/>
                  </a:cubicBezTo>
                  <a:cubicBezTo>
                    <a:pt x="-254" y="9446"/>
                    <a:pt x="-5" y="8281"/>
                    <a:pt x="828" y="7740"/>
                  </a:cubicBezTo>
                  <a:cubicBezTo>
                    <a:pt x="5613" y="4702"/>
                    <a:pt x="10773" y="2497"/>
                    <a:pt x="16266" y="1248"/>
                  </a:cubicBezTo>
                  <a:cubicBezTo>
                    <a:pt x="19804" y="458"/>
                    <a:pt x="23424" y="42"/>
                    <a:pt x="27044" y="0"/>
                  </a:cubicBezTo>
                  <a:cubicBezTo>
                    <a:pt x="28043" y="0"/>
                    <a:pt x="28875" y="832"/>
                    <a:pt x="28875" y="1831"/>
                  </a:cubicBezTo>
                  <a:cubicBezTo>
                    <a:pt x="28875" y="2830"/>
                    <a:pt x="28043" y="3662"/>
                    <a:pt x="27044" y="3662"/>
                  </a:cubicBezTo>
                  <a:cubicBezTo>
                    <a:pt x="23674" y="3662"/>
                    <a:pt x="20303" y="4037"/>
                    <a:pt x="17057" y="4786"/>
                  </a:cubicBezTo>
                  <a:cubicBezTo>
                    <a:pt x="12022" y="5951"/>
                    <a:pt x="7194" y="7948"/>
                    <a:pt x="2783" y="10778"/>
                  </a:cubicBezTo>
                  <a:cubicBezTo>
                    <a:pt x="2492" y="10986"/>
                    <a:pt x="2118" y="11069"/>
                    <a:pt x="1785" y="1106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2" name="Google Shape;2645;p71">
              <a:extLst>
                <a:ext uri="{FF2B5EF4-FFF2-40B4-BE49-F238E27FC236}">
                  <a16:creationId xmlns:a16="http://schemas.microsoft.com/office/drawing/2014/main" id="{B77C0E64-1E1D-129C-9D35-3E05BEB1993E}"/>
                </a:ext>
              </a:extLst>
            </p:cNvPr>
            <p:cNvSpPr/>
            <p:nvPr/>
          </p:nvSpPr>
          <p:spPr>
            <a:xfrm>
              <a:off x="4249408" y="4574892"/>
              <a:ext cx="112747" cy="72640"/>
            </a:xfrm>
            <a:custGeom>
              <a:avLst/>
              <a:gdLst/>
              <a:ahLst/>
              <a:cxnLst/>
              <a:rect l="l" t="t" r="r" b="b"/>
              <a:pathLst>
                <a:path w="27856" h="17947" extrusionOk="0">
                  <a:moveTo>
                    <a:pt x="25990" y="17948"/>
                  </a:moveTo>
                  <a:cubicBezTo>
                    <a:pt x="25658" y="17948"/>
                    <a:pt x="25366" y="17865"/>
                    <a:pt x="25075" y="17698"/>
                  </a:cubicBezTo>
                  <a:lnTo>
                    <a:pt x="897" y="3425"/>
                  </a:lnTo>
                  <a:cubicBezTo>
                    <a:pt x="23" y="2925"/>
                    <a:pt x="-268" y="1802"/>
                    <a:pt x="273" y="928"/>
                  </a:cubicBezTo>
                  <a:cubicBezTo>
                    <a:pt x="772" y="54"/>
                    <a:pt x="1896" y="-279"/>
                    <a:pt x="2770" y="262"/>
                  </a:cubicBezTo>
                  <a:lnTo>
                    <a:pt x="26948" y="14536"/>
                  </a:lnTo>
                  <a:cubicBezTo>
                    <a:pt x="27822" y="15035"/>
                    <a:pt x="28113" y="16159"/>
                    <a:pt x="27613" y="17032"/>
                  </a:cubicBezTo>
                  <a:cubicBezTo>
                    <a:pt x="27281" y="17615"/>
                    <a:pt x="26656" y="17948"/>
                    <a:pt x="26032" y="1794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3" name="Google Shape;2646;p71">
              <a:extLst>
                <a:ext uri="{FF2B5EF4-FFF2-40B4-BE49-F238E27FC236}">
                  <a16:creationId xmlns:a16="http://schemas.microsoft.com/office/drawing/2014/main" id="{FBCF581F-DF5C-2793-583D-EF806C3CAB00}"/>
                </a:ext>
              </a:extLst>
            </p:cNvPr>
            <p:cNvSpPr/>
            <p:nvPr/>
          </p:nvSpPr>
          <p:spPr>
            <a:xfrm>
              <a:off x="4234300" y="4629115"/>
              <a:ext cx="49643" cy="26438"/>
            </a:xfrm>
            <a:custGeom>
              <a:avLst/>
              <a:gdLst/>
              <a:ahLst/>
              <a:cxnLst/>
              <a:rect l="l" t="t" r="r" b="b"/>
              <a:pathLst>
                <a:path w="12265" h="6532" extrusionOk="0">
                  <a:moveTo>
                    <a:pt x="10419" y="6533"/>
                  </a:moveTo>
                  <a:cubicBezTo>
                    <a:pt x="9836" y="6450"/>
                    <a:pt x="1264" y="3578"/>
                    <a:pt x="1264" y="3578"/>
                  </a:cubicBezTo>
                  <a:cubicBezTo>
                    <a:pt x="307" y="3245"/>
                    <a:pt x="-234" y="2205"/>
                    <a:pt x="99" y="1248"/>
                  </a:cubicBezTo>
                  <a:cubicBezTo>
                    <a:pt x="431" y="291"/>
                    <a:pt x="1472" y="-209"/>
                    <a:pt x="2429" y="83"/>
                  </a:cubicBezTo>
                  <a:lnTo>
                    <a:pt x="11001" y="2912"/>
                  </a:lnTo>
                  <a:cubicBezTo>
                    <a:pt x="11959" y="3245"/>
                    <a:pt x="12500" y="4286"/>
                    <a:pt x="12167" y="5243"/>
                  </a:cubicBezTo>
                  <a:cubicBezTo>
                    <a:pt x="11917" y="5992"/>
                    <a:pt x="11210" y="6491"/>
                    <a:pt x="10419" y="64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4" name="Google Shape;2647;p71">
              <a:extLst>
                <a:ext uri="{FF2B5EF4-FFF2-40B4-BE49-F238E27FC236}">
                  <a16:creationId xmlns:a16="http://schemas.microsoft.com/office/drawing/2014/main" id="{DCB8F417-6078-4C1D-6307-4BA733277495}"/>
                </a:ext>
              </a:extLst>
            </p:cNvPr>
            <p:cNvSpPr/>
            <p:nvPr/>
          </p:nvSpPr>
          <p:spPr>
            <a:xfrm>
              <a:off x="4242042" y="4666402"/>
              <a:ext cx="48627" cy="39977"/>
            </a:xfrm>
            <a:custGeom>
              <a:avLst/>
              <a:gdLst/>
              <a:ahLst/>
              <a:cxnLst/>
              <a:rect l="l" t="t" r="r" b="b"/>
              <a:pathLst>
                <a:path w="12014" h="9877" extrusionOk="0">
                  <a:moveTo>
                    <a:pt x="1804" y="9877"/>
                  </a:moveTo>
                  <a:cubicBezTo>
                    <a:pt x="1263" y="9877"/>
                    <a:pt x="680" y="9628"/>
                    <a:pt x="348" y="9128"/>
                  </a:cubicBezTo>
                  <a:cubicBezTo>
                    <a:pt x="-235" y="8337"/>
                    <a:pt x="-69" y="7172"/>
                    <a:pt x="722" y="6548"/>
                  </a:cubicBezTo>
                  <a:lnTo>
                    <a:pt x="9087" y="348"/>
                  </a:lnTo>
                  <a:cubicBezTo>
                    <a:pt x="9877" y="-235"/>
                    <a:pt x="11042" y="-69"/>
                    <a:pt x="11667" y="722"/>
                  </a:cubicBezTo>
                  <a:cubicBezTo>
                    <a:pt x="12249" y="1513"/>
                    <a:pt x="12083" y="2678"/>
                    <a:pt x="11292" y="3302"/>
                  </a:cubicBezTo>
                  <a:lnTo>
                    <a:pt x="2928" y="9503"/>
                  </a:lnTo>
                  <a:cubicBezTo>
                    <a:pt x="2595" y="9752"/>
                    <a:pt x="2220" y="9877"/>
                    <a:pt x="1846" y="98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5" name="Google Shape;2648;p71">
              <a:extLst>
                <a:ext uri="{FF2B5EF4-FFF2-40B4-BE49-F238E27FC236}">
                  <a16:creationId xmlns:a16="http://schemas.microsoft.com/office/drawing/2014/main" id="{769008F8-BA17-5A04-F311-CF9C5A276A12}"/>
                </a:ext>
              </a:extLst>
            </p:cNvPr>
            <p:cNvSpPr/>
            <p:nvPr/>
          </p:nvSpPr>
          <p:spPr>
            <a:xfrm>
              <a:off x="4961644" y="4833264"/>
              <a:ext cx="79550" cy="41191"/>
            </a:xfrm>
            <a:custGeom>
              <a:avLst/>
              <a:gdLst/>
              <a:ahLst/>
              <a:cxnLst/>
              <a:rect l="l" t="t" r="r" b="b"/>
              <a:pathLst>
                <a:path w="19654" h="10177" extrusionOk="0">
                  <a:moveTo>
                    <a:pt x="1837" y="10177"/>
                  </a:moveTo>
                  <a:cubicBezTo>
                    <a:pt x="1130" y="10177"/>
                    <a:pt x="422" y="9761"/>
                    <a:pt x="131" y="9054"/>
                  </a:cubicBezTo>
                  <a:cubicBezTo>
                    <a:pt x="-243" y="8097"/>
                    <a:pt x="214" y="7056"/>
                    <a:pt x="1130" y="6682"/>
                  </a:cubicBezTo>
                  <a:lnTo>
                    <a:pt x="17151" y="148"/>
                  </a:lnTo>
                  <a:cubicBezTo>
                    <a:pt x="18067" y="-268"/>
                    <a:pt x="19149" y="232"/>
                    <a:pt x="19523" y="1147"/>
                  </a:cubicBezTo>
                  <a:cubicBezTo>
                    <a:pt x="19898" y="2104"/>
                    <a:pt x="19440" y="3145"/>
                    <a:pt x="18524" y="3519"/>
                  </a:cubicBezTo>
                  <a:lnTo>
                    <a:pt x="2503" y="10053"/>
                  </a:lnTo>
                  <a:cubicBezTo>
                    <a:pt x="2295" y="10136"/>
                    <a:pt x="2045" y="10177"/>
                    <a:pt x="1796" y="101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6" name="Google Shape;2649;p71">
              <a:extLst>
                <a:ext uri="{FF2B5EF4-FFF2-40B4-BE49-F238E27FC236}">
                  <a16:creationId xmlns:a16="http://schemas.microsoft.com/office/drawing/2014/main" id="{92FB96E5-626F-FF1B-5BA8-CD067B3708C9}"/>
                </a:ext>
              </a:extLst>
            </p:cNvPr>
            <p:cNvSpPr/>
            <p:nvPr/>
          </p:nvSpPr>
          <p:spPr>
            <a:xfrm>
              <a:off x="4930396" y="4793506"/>
              <a:ext cx="65472" cy="37201"/>
            </a:xfrm>
            <a:custGeom>
              <a:avLst/>
              <a:gdLst/>
              <a:ahLst/>
              <a:cxnLst/>
              <a:rect l="l" t="t" r="r" b="b"/>
              <a:pathLst>
                <a:path w="16176" h="9191" extrusionOk="0">
                  <a:moveTo>
                    <a:pt x="1825" y="9150"/>
                  </a:moveTo>
                  <a:cubicBezTo>
                    <a:pt x="1118" y="9150"/>
                    <a:pt x="452" y="8733"/>
                    <a:pt x="161" y="8068"/>
                  </a:cubicBezTo>
                  <a:cubicBezTo>
                    <a:pt x="-255" y="7152"/>
                    <a:pt x="161" y="6070"/>
                    <a:pt x="1118" y="5654"/>
                  </a:cubicBezTo>
                  <a:lnTo>
                    <a:pt x="13602" y="161"/>
                  </a:lnTo>
                  <a:cubicBezTo>
                    <a:pt x="14559" y="-255"/>
                    <a:pt x="15600" y="161"/>
                    <a:pt x="16016" y="1118"/>
                  </a:cubicBezTo>
                  <a:cubicBezTo>
                    <a:pt x="16432" y="2034"/>
                    <a:pt x="16016" y="3116"/>
                    <a:pt x="15059" y="3532"/>
                  </a:cubicBezTo>
                  <a:lnTo>
                    <a:pt x="2575" y="9025"/>
                  </a:lnTo>
                  <a:cubicBezTo>
                    <a:pt x="2325" y="9150"/>
                    <a:pt x="2075" y="9191"/>
                    <a:pt x="1825" y="91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7" name="Google Shape;2650;p71">
              <a:extLst>
                <a:ext uri="{FF2B5EF4-FFF2-40B4-BE49-F238E27FC236}">
                  <a16:creationId xmlns:a16="http://schemas.microsoft.com/office/drawing/2014/main" id="{FCF2A95C-9E47-A158-6FE8-887F03A28DF8}"/>
                </a:ext>
              </a:extLst>
            </p:cNvPr>
            <p:cNvSpPr/>
            <p:nvPr/>
          </p:nvSpPr>
          <p:spPr>
            <a:xfrm>
              <a:off x="4860741" y="4760084"/>
              <a:ext cx="97824" cy="40005"/>
            </a:xfrm>
            <a:custGeom>
              <a:avLst/>
              <a:gdLst/>
              <a:ahLst/>
              <a:cxnLst/>
              <a:rect l="l" t="t" r="r" b="b"/>
              <a:pathLst>
                <a:path w="24169" h="9884" extrusionOk="0">
                  <a:moveTo>
                    <a:pt x="1827" y="9885"/>
                  </a:moveTo>
                  <a:cubicBezTo>
                    <a:pt x="1036" y="9885"/>
                    <a:pt x="329" y="9385"/>
                    <a:pt x="79" y="8595"/>
                  </a:cubicBezTo>
                  <a:cubicBezTo>
                    <a:pt x="-212" y="7638"/>
                    <a:pt x="329" y="6597"/>
                    <a:pt x="1286" y="6306"/>
                  </a:cubicBezTo>
                  <a:lnTo>
                    <a:pt x="21801" y="64"/>
                  </a:lnTo>
                  <a:cubicBezTo>
                    <a:pt x="22759" y="-186"/>
                    <a:pt x="23799" y="314"/>
                    <a:pt x="24090" y="1271"/>
                  </a:cubicBezTo>
                  <a:cubicBezTo>
                    <a:pt x="24381" y="2228"/>
                    <a:pt x="23840" y="3268"/>
                    <a:pt x="22883" y="3559"/>
                  </a:cubicBezTo>
                  <a:lnTo>
                    <a:pt x="2368" y="9802"/>
                  </a:lnTo>
                  <a:cubicBezTo>
                    <a:pt x="2368" y="9802"/>
                    <a:pt x="1993" y="9885"/>
                    <a:pt x="1827" y="988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8" name="Google Shape;2651;p71">
              <a:extLst>
                <a:ext uri="{FF2B5EF4-FFF2-40B4-BE49-F238E27FC236}">
                  <a16:creationId xmlns:a16="http://schemas.microsoft.com/office/drawing/2014/main" id="{3770C084-4D9D-FDF4-9DF4-22C882408D29}"/>
                </a:ext>
              </a:extLst>
            </p:cNvPr>
            <p:cNvSpPr/>
            <p:nvPr/>
          </p:nvSpPr>
          <p:spPr>
            <a:xfrm>
              <a:off x="5037185" y="3701649"/>
              <a:ext cx="19586" cy="76255"/>
            </a:xfrm>
            <a:custGeom>
              <a:avLst/>
              <a:gdLst/>
              <a:ahLst/>
              <a:cxnLst/>
              <a:rect l="l" t="t" r="r" b="b"/>
              <a:pathLst>
                <a:path w="4839" h="18840" extrusionOk="0">
                  <a:moveTo>
                    <a:pt x="3044" y="18841"/>
                  </a:moveTo>
                  <a:cubicBezTo>
                    <a:pt x="2087" y="18841"/>
                    <a:pt x="1296" y="18091"/>
                    <a:pt x="1213" y="17134"/>
                  </a:cubicBezTo>
                  <a:lnTo>
                    <a:pt x="6" y="1987"/>
                  </a:lnTo>
                  <a:cubicBezTo>
                    <a:pt x="-77" y="988"/>
                    <a:pt x="672" y="114"/>
                    <a:pt x="1671" y="31"/>
                  </a:cubicBezTo>
                  <a:cubicBezTo>
                    <a:pt x="2711" y="-177"/>
                    <a:pt x="3544" y="697"/>
                    <a:pt x="3627" y="1695"/>
                  </a:cubicBezTo>
                  <a:lnTo>
                    <a:pt x="4834" y="16843"/>
                  </a:lnTo>
                  <a:cubicBezTo>
                    <a:pt x="4917" y="17842"/>
                    <a:pt x="4168" y="18716"/>
                    <a:pt x="3169" y="18799"/>
                  </a:cubicBezTo>
                  <a:cubicBezTo>
                    <a:pt x="3127" y="18799"/>
                    <a:pt x="3086" y="18799"/>
                    <a:pt x="3044" y="187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9" name="Google Shape;2652;p71">
              <a:extLst>
                <a:ext uri="{FF2B5EF4-FFF2-40B4-BE49-F238E27FC236}">
                  <a16:creationId xmlns:a16="http://schemas.microsoft.com/office/drawing/2014/main" id="{8A755FB4-1F49-2363-09B0-03595EDC90C0}"/>
                </a:ext>
              </a:extLst>
            </p:cNvPr>
            <p:cNvSpPr/>
            <p:nvPr/>
          </p:nvSpPr>
          <p:spPr>
            <a:xfrm>
              <a:off x="4979647" y="3748631"/>
              <a:ext cx="20934" cy="96594"/>
            </a:xfrm>
            <a:custGeom>
              <a:avLst/>
              <a:gdLst/>
              <a:ahLst/>
              <a:cxnLst/>
              <a:rect l="l" t="t" r="r" b="b"/>
              <a:pathLst>
                <a:path w="5172" h="23865" extrusionOk="0">
                  <a:moveTo>
                    <a:pt x="3335" y="23865"/>
                  </a:moveTo>
                  <a:cubicBezTo>
                    <a:pt x="2378" y="23865"/>
                    <a:pt x="1588" y="23116"/>
                    <a:pt x="1504" y="22159"/>
                  </a:cubicBezTo>
                  <a:lnTo>
                    <a:pt x="6" y="1976"/>
                  </a:lnTo>
                  <a:cubicBezTo>
                    <a:pt x="-77" y="978"/>
                    <a:pt x="672" y="104"/>
                    <a:pt x="1712" y="20"/>
                  </a:cubicBezTo>
                  <a:cubicBezTo>
                    <a:pt x="2878" y="-146"/>
                    <a:pt x="3585" y="728"/>
                    <a:pt x="3668" y="1727"/>
                  </a:cubicBezTo>
                  <a:lnTo>
                    <a:pt x="5166" y="21910"/>
                  </a:lnTo>
                  <a:cubicBezTo>
                    <a:pt x="5250" y="22908"/>
                    <a:pt x="4501" y="23782"/>
                    <a:pt x="3460" y="23865"/>
                  </a:cubicBezTo>
                  <a:cubicBezTo>
                    <a:pt x="3419" y="23865"/>
                    <a:pt x="3377" y="23865"/>
                    <a:pt x="3335" y="2386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0" name="Google Shape;2653;p71">
              <a:extLst>
                <a:ext uri="{FF2B5EF4-FFF2-40B4-BE49-F238E27FC236}">
                  <a16:creationId xmlns:a16="http://schemas.microsoft.com/office/drawing/2014/main" id="{5265E604-9589-DAFC-74C1-4C2954270E63}"/>
                </a:ext>
              </a:extLst>
            </p:cNvPr>
            <p:cNvSpPr/>
            <p:nvPr/>
          </p:nvSpPr>
          <p:spPr>
            <a:xfrm>
              <a:off x="5062320" y="3662070"/>
              <a:ext cx="123210" cy="107461"/>
            </a:xfrm>
            <a:custGeom>
              <a:avLst/>
              <a:gdLst/>
              <a:ahLst/>
              <a:cxnLst/>
              <a:rect l="l" t="t" r="r" b="b"/>
              <a:pathLst>
                <a:path w="30441" h="26550" extrusionOk="0">
                  <a:moveTo>
                    <a:pt x="28620" y="26550"/>
                  </a:moveTo>
                  <a:cubicBezTo>
                    <a:pt x="28204" y="26550"/>
                    <a:pt x="27788" y="26425"/>
                    <a:pt x="27414" y="26093"/>
                  </a:cubicBezTo>
                  <a:lnTo>
                    <a:pt x="656" y="3205"/>
                  </a:lnTo>
                  <a:cubicBezTo>
                    <a:pt x="-135" y="2539"/>
                    <a:pt x="-218" y="1374"/>
                    <a:pt x="448" y="625"/>
                  </a:cubicBezTo>
                  <a:cubicBezTo>
                    <a:pt x="1113" y="-124"/>
                    <a:pt x="2279" y="-207"/>
                    <a:pt x="3028" y="417"/>
                  </a:cubicBezTo>
                  <a:lnTo>
                    <a:pt x="29786" y="23304"/>
                  </a:lnTo>
                  <a:cubicBezTo>
                    <a:pt x="30576" y="23970"/>
                    <a:pt x="30659" y="25135"/>
                    <a:pt x="29994" y="25885"/>
                  </a:cubicBezTo>
                  <a:cubicBezTo>
                    <a:pt x="29619" y="26301"/>
                    <a:pt x="29120" y="26509"/>
                    <a:pt x="28579" y="265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62" name="TextBox 1461">
            <a:extLst>
              <a:ext uri="{FF2B5EF4-FFF2-40B4-BE49-F238E27FC236}">
                <a16:creationId xmlns:a16="http://schemas.microsoft.com/office/drawing/2014/main" id="{16D87BAB-8DD8-369C-6E23-9CC894CC6A3D}"/>
              </a:ext>
            </a:extLst>
          </p:cNvPr>
          <p:cNvSpPr txBox="1"/>
          <p:nvPr/>
        </p:nvSpPr>
        <p:spPr>
          <a:xfrm>
            <a:off x="8765039" y="4487559"/>
            <a:ext cx="474389" cy="307777"/>
          </a:xfrm>
          <a:prstGeom prst="rect">
            <a:avLst/>
          </a:prstGeom>
          <a:noFill/>
        </p:spPr>
        <p:txBody>
          <a:bodyPr wrap="square" rtlCol="0">
            <a:spAutoFit/>
          </a:bodyPr>
          <a:lstStyle/>
          <a:p>
            <a:r>
              <a:rPr lang="en-US" dirty="0"/>
              <a:t>23</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87">
          <a:extLst>
            <a:ext uri="{FF2B5EF4-FFF2-40B4-BE49-F238E27FC236}">
              <a16:creationId xmlns:a16="http://schemas.microsoft.com/office/drawing/2014/main" id="{D3618447-0EAE-F87F-2B10-3C1150B4F5F7}"/>
            </a:ext>
          </a:extLst>
        </p:cNvPr>
        <p:cNvGrpSpPr/>
        <p:nvPr/>
      </p:nvGrpSpPr>
      <p:grpSpPr>
        <a:xfrm>
          <a:off x="0" y="0"/>
          <a:ext cx="0" cy="0"/>
          <a:chOff x="0" y="0"/>
          <a:chExt cx="0" cy="0"/>
        </a:xfrm>
      </p:grpSpPr>
      <p:grpSp>
        <p:nvGrpSpPr>
          <p:cNvPr id="9" name="Google Shape;2273;p61">
            <a:extLst>
              <a:ext uri="{FF2B5EF4-FFF2-40B4-BE49-F238E27FC236}">
                <a16:creationId xmlns:a16="http://schemas.microsoft.com/office/drawing/2014/main" id="{36152EFC-607E-41B3-99CD-AE181F96B599}"/>
              </a:ext>
            </a:extLst>
          </p:cNvPr>
          <p:cNvGrpSpPr/>
          <p:nvPr/>
        </p:nvGrpSpPr>
        <p:grpSpPr>
          <a:xfrm>
            <a:off x="6667550" y="3736795"/>
            <a:ext cx="2242940" cy="1406705"/>
            <a:chOff x="4778292" y="1282582"/>
            <a:chExt cx="3432701" cy="2578343"/>
          </a:xfrm>
        </p:grpSpPr>
        <p:sp>
          <p:nvSpPr>
            <p:cNvPr id="10" name="Google Shape;2274;p61">
              <a:extLst>
                <a:ext uri="{FF2B5EF4-FFF2-40B4-BE49-F238E27FC236}">
                  <a16:creationId xmlns:a16="http://schemas.microsoft.com/office/drawing/2014/main" id="{AA39A20F-59A3-F29F-10F5-D8213AB2A73E}"/>
                </a:ext>
              </a:extLst>
            </p:cNvPr>
            <p:cNvSpPr/>
            <p:nvPr/>
          </p:nvSpPr>
          <p:spPr>
            <a:xfrm>
              <a:off x="4778292" y="1282582"/>
              <a:ext cx="3432701" cy="2165388"/>
            </a:xfrm>
            <a:custGeom>
              <a:avLst/>
              <a:gdLst/>
              <a:ahLst/>
              <a:cxnLst/>
              <a:rect l="l" t="t" r="r" b="b"/>
              <a:pathLst>
                <a:path w="248162" h="181204" extrusionOk="0">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275;p61">
              <a:extLst>
                <a:ext uri="{FF2B5EF4-FFF2-40B4-BE49-F238E27FC236}">
                  <a16:creationId xmlns:a16="http://schemas.microsoft.com/office/drawing/2014/main" id="{A4D89602-4EAF-A239-59E3-6B5DC143CE76}"/>
                </a:ext>
              </a:extLst>
            </p:cNvPr>
            <p:cNvSpPr/>
            <p:nvPr/>
          </p:nvSpPr>
          <p:spPr>
            <a:xfrm>
              <a:off x="5923189" y="3447783"/>
              <a:ext cx="1143193" cy="413142"/>
            </a:xfrm>
            <a:custGeom>
              <a:avLst/>
              <a:gdLst/>
              <a:ahLst/>
              <a:cxnLst/>
              <a:rect l="l" t="t" r="r" b="b"/>
              <a:pathLst>
                <a:path w="55441" h="20036" extrusionOk="0">
                  <a:moveTo>
                    <a:pt x="0" y="20035"/>
                  </a:moveTo>
                  <a:lnTo>
                    <a:pt x="0" y="17982"/>
                  </a:lnTo>
                  <a:lnTo>
                    <a:pt x="6526" y="17184"/>
                  </a:lnTo>
                  <a:lnTo>
                    <a:pt x="11030" y="1"/>
                  </a:lnTo>
                  <a:lnTo>
                    <a:pt x="44410" y="1"/>
                  </a:lnTo>
                  <a:lnTo>
                    <a:pt x="48911" y="17184"/>
                  </a:lnTo>
                  <a:lnTo>
                    <a:pt x="55441" y="17982"/>
                  </a:lnTo>
                  <a:lnTo>
                    <a:pt x="55441" y="20035"/>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 name="Google Shape;2276;p61">
            <a:extLst>
              <a:ext uri="{FF2B5EF4-FFF2-40B4-BE49-F238E27FC236}">
                <a16:creationId xmlns:a16="http://schemas.microsoft.com/office/drawing/2014/main" id="{CA447F68-A5F9-B108-1E51-6CD3C69031ED}"/>
              </a:ext>
            </a:extLst>
          </p:cNvPr>
          <p:cNvPicPr preferRelativeResize="0"/>
          <p:nvPr/>
        </p:nvPicPr>
        <p:blipFill rotWithShape="1">
          <a:blip r:embed="rId3">
            <a:alphaModFix/>
          </a:blip>
          <a:srcRect/>
          <a:stretch/>
        </p:blipFill>
        <p:spPr>
          <a:xfrm>
            <a:off x="6816926" y="3831334"/>
            <a:ext cx="1994229" cy="955439"/>
          </a:xfrm>
          <a:prstGeom prst="rect">
            <a:avLst/>
          </a:prstGeom>
          <a:noFill/>
          <a:ln>
            <a:noFill/>
          </a:ln>
        </p:spPr>
      </p:pic>
      <p:sp>
        <p:nvSpPr>
          <p:cNvPr id="18" name="TextBox 17">
            <a:extLst>
              <a:ext uri="{FF2B5EF4-FFF2-40B4-BE49-F238E27FC236}">
                <a16:creationId xmlns:a16="http://schemas.microsoft.com/office/drawing/2014/main" id="{B40404A2-C145-0D99-391C-98A4A517E4F3}"/>
              </a:ext>
            </a:extLst>
          </p:cNvPr>
          <p:cNvSpPr txBox="1"/>
          <p:nvPr/>
        </p:nvSpPr>
        <p:spPr>
          <a:xfrm>
            <a:off x="447373" y="993478"/>
            <a:ext cx="8992954" cy="2677656"/>
          </a:xfrm>
          <a:prstGeom prst="rect">
            <a:avLst/>
          </a:prstGeom>
          <a:noFill/>
        </p:spPr>
        <p:txBody>
          <a:bodyPr wrap="square">
            <a:spAutoFit/>
          </a:bodyPr>
          <a:lstStyle/>
          <a:p>
            <a:endParaRPr lang="en-US" dirty="0"/>
          </a:p>
          <a:p>
            <a:endParaRPr lang="en-US" dirty="0"/>
          </a:p>
          <a:p>
            <a:pPr marL="285750" indent="-285750">
              <a:buFont typeface="Arial" panose="020B0604020202020204" pitchFamily="34" charset="0"/>
              <a:buChar char="•"/>
            </a:pPr>
            <a:r>
              <a:rPr lang="en-US" b="1" dirty="0"/>
              <a:t>Smarter AI understanding: </a:t>
            </a:r>
            <a:r>
              <a:rPr lang="en-US" dirty="0"/>
              <a:t>fine-tune prompts with insurance-specific language for higher precision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Better deduplication: </a:t>
            </a:r>
            <a:r>
              <a:rPr lang="en-US" dirty="0"/>
              <a:t>move from fuzzy matching to semantic similarity (embedding-based)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Auto-validation pipeline: </a:t>
            </a:r>
            <a:r>
              <a:rPr lang="en-US" dirty="0"/>
              <a:t>build a script that detects schema drift as new carrier forms appear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Beyond cats and dogs</a:t>
            </a:r>
            <a:r>
              <a:rPr lang="en-US" dirty="0"/>
              <a:t>: expand coverage to exotic pets and species-specific risk factors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Predictive risk modelling: </a:t>
            </a:r>
            <a:r>
              <a:rPr lang="en-US" dirty="0"/>
              <a:t>integrate IoT and behavioral data for real-time risk scoring</a:t>
            </a:r>
          </a:p>
          <a:p>
            <a:endParaRPr lang="en-US" dirty="0"/>
          </a:p>
        </p:txBody>
      </p:sp>
      <p:sp>
        <p:nvSpPr>
          <p:cNvPr id="19" name="Google Shape;2463;p68">
            <a:extLst>
              <a:ext uri="{FF2B5EF4-FFF2-40B4-BE49-F238E27FC236}">
                <a16:creationId xmlns:a16="http://schemas.microsoft.com/office/drawing/2014/main" id="{72F39788-6994-D2A7-2583-0CD869AD7482}"/>
              </a:ext>
            </a:extLst>
          </p:cNvPr>
          <p:cNvSpPr txBox="1">
            <a:spLocks noGrp="1"/>
          </p:cNvSpPr>
          <p:nvPr>
            <p:ph type="title"/>
          </p:nvPr>
        </p:nvSpPr>
        <p:spPr>
          <a:xfrm>
            <a:off x="720000" y="79195"/>
            <a:ext cx="7704000" cy="572700"/>
          </a:xfrm>
          <a:prstGeom prst="rect">
            <a:avLst/>
          </a:prstGeom>
        </p:spPr>
        <p:txBody>
          <a:bodyPr spcFirstLastPara="1" wrap="square" lIns="91425" tIns="91425" rIns="91425" bIns="91425" anchor="t" anchorCtr="0">
            <a:noAutofit/>
          </a:bodyPr>
          <a:lstStyle/>
          <a:p>
            <a:pPr algn="ctr"/>
            <a:r>
              <a:rPr lang="en-US" sz="3200" b="1" dirty="0"/>
              <a:t>WHAT’S NEXT: FUTURE IMPROVEMENTS</a:t>
            </a:r>
          </a:p>
        </p:txBody>
      </p:sp>
      <p:sp>
        <p:nvSpPr>
          <p:cNvPr id="2" name="TextBox 1">
            <a:extLst>
              <a:ext uri="{FF2B5EF4-FFF2-40B4-BE49-F238E27FC236}">
                <a16:creationId xmlns:a16="http://schemas.microsoft.com/office/drawing/2014/main" id="{F8A21BFD-2A5C-2E79-2306-76E293212D7C}"/>
              </a:ext>
            </a:extLst>
          </p:cNvPr>
          <p:cNvSpPr txBox="1"/>
          <p:nvPr/>
        </p:nvSpPr>
        <p:spPr>
          <a:xfrm>
            <a:off x="8843296" y="4478996"/>
            <a:ext cx="474389" cy="307777"/>
          </a:xfrm>
          <a:prstGeom prst="rect">
            <a:avLst/>
          </a:prstGeom>
          <a:noFill/>
        </p:spPr>
        <p:txBody>
          <a:bodyPr wrap="square" rtlCol="0">
            <a:spAutoFit/>
          </a:bodyPr>
          <a:lstStyle/>
          <a:p>
            <a:r>
              <a:rPr lang="en-US" dirty="0"/>
              <a:t>24</a:t>
            </a:r>
          </a:p>
        </p:txBody>
      </p:sp>
    </p:spTree>
    <p:extLst>
      <p:ext uri="{BB962C8B-B14F-4D97-AF65-F5344CB8AC3E}">
        <p14:creationId xmlns:p14="http://schemas.microsoft.com/office/powerpoint/2010/main" val="1061700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22"/>
        <p:cNvGrpSpPr/>
        <p:nvPr/>
      </p:nvGrpSpPr>
      <p:grpSpPr>
        <a:xfrm>
          <a:off x="0" y="0"/>
          <a:ext cx="0" cy="0"/>
          <a:chOff x="0" y="0"/>
          <a:chExt cx="0" cy="0"/>
        </a:xfrm>
      </p:grpSpPr>
      <p:grpSp>
        <p:nvGrpSpPr>
          <p:cNvPr id="1925" name="Google Shape;1925;p56"/>
          <p:cNvGrpSpPr/>
          <p:nvPr/>
        </p:nvGrpSpPr>
        <p:grpSpPr>
          <a:xfrm>
            <a:off x="6393578" y="2377924"/>
            <a:ext cx="1960363" cy="2559912"/>
            <a:chOff x="6179253" y="2428349"/>
            <a:chExt cx="1960363" cy="2559912"/>
          </a:xfrm>
        </p:grpSpPr>
        <p:sp>
          <p:nvSpPr>
            <p:cNvPr id="1926" name="Google Shape;1926;p56"/>
            <p:cNvSpPr/>
            <p:nvPr/>
          </p:nvSpPr>
          <p:spPr>
            <a:xfrm>
              <a:off x="7701974" y="4156192"/>
              <a:ext cx="295614" cy="825488"/>
            </a:xfrm>
            <a:custGeom>
              <a:avLst/>
              <a:gdLst/>
              <a:ahLst/>
              <a:cxnLst/>
              <a:rect l="l" t="t" r="r" b="b"/>
              <a:pathLst>
                <a:path w="81605" h="227878" extrusionOk="0">
                  <a:moveTo>
                    <a:pt x="34623" y="0"/>
                  </a:moveTo>
                  <a:cubicBezTo>
                    <a:pt x="50270" y="75946"/>
                    <a:pt x="65958" y="151933"/>
                    <a:pt x="81605" y="227879"/>
                  </a:cubicBezTo>
                  <a:lnTo>
                    <a:pt x="72034" y="227879"/>
                  </a:lnTo>
                  <a:cubicBezTo>
                    <a:pt x="48023" y="153306"/>
                    <a:pt x="24011" y="78692"/>
                    <a:pt x="0" y="4120"/>
                  </a:cubicBezTo>
                  <a:lnTo>
                    <a:pt x="3462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56"/>
            <p:cNvSpPr/>
            <p:nvPr/>
          </p:nvSpPr>
          <p:spPr>
            <a:xfrm>
              <a:off x="6803748" y="4157998"/>
              <a:ext cx="295614" cy="825488"/>
            </a:xfrm>
            <a:custGeom>
              <a:avLst/>
              <a:gdLst/>
              <a:ahLst/>
              <a:cxnLst/>
              <a:rect l="l" t="t" r="r" b="b"/>
              <a:pathLst>
                <a:path w="81605" h="227878" extrusionOk="0">
                  <a:moveTo>
                    <a:pt x="34623" y="0"/>
                  </a:moveTo>
                  <a:cubicBezTo>
                    <a:pt x="50270" y="75946"/>
                    <a:pt x="65958" y="151933"/>
                    <a:pt x="81605" y="227879"/>
                  </a:cubicBezTo>
                  <a:lnTo>
                    <a:pt x="72034" y="227879"/>
                  </a:lnTo>
                  <a:cubicBezTo>
                    <a:pt x="48023" y="153306"/>
                    <a:pt x="24011" y="78692"/>
                    <a:pt x="0" y="4120"/>
                  </a:cubicBezTo>
                  <a:lnTo>
                    <a:pt x="3462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56"/>
            <p:cNvSpPr/>
            <p:nvPr/>
          </p:nvSpPr>
          <p:spPr>
            <a:xfrm>
              <a:off x="7248114" y="4157998"/>
              <a:ext cx="295614" cy="825488"/>
            </a:xfrm>
            <a:custGeom>
              <a:avLst/>
              <a:gdLst/>
              <a:ahLst/>
              <a:cxnLst/>
              <a:rect l="l" t="t" r="r" b="b"/>
              <a:pathLst>
                <a:path w="81605" h="227878" extrusionOk="0">
                  <a:moveTo>
                    <a:pt x="34623" y="0"/>
                  </a:moveTo>
                  <a:cubicBezTo>
                    <a:pt x="50270" y="75946"/>
                    <a:pt x="65958" y="151933"/>
                    <a:pt x="81605" y="227879"/>
                  </a:cubicBezTo>
                  <a:lnTo>
                    <a:pt x="72034" y="227879"/>
                  </a:lnTo>
                  <a:cubicBezTo>
                    <a:pt x="48023" y="153306"/>
                    <a:pt x="24011" y="78692"/>
                    <a:pt x="0" y="4120"/>
                  </a:cubicBezTo>
                  <a:lnTo>
                    <a:pt x="3462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56"/>
            <p:cNvSpPr/>
            <p:nvPr/>
          </p:nvSpPr>
          <p:spPr>
            <a:xfrm>
              <a:off x="6266441" y="4157998"/>
              <a:ext cx="295614" cy="825488"/>
            </a:xfrm>
            <a:custGeom>
              <a:avLst/>
              <a:gdLst/>
              <a:ahLst/>
              <a:cxnLst/>
              <a:rect l="l" t="t" r="r" b="b"/>
              <a:pathLst>
                <a:path w="81605" h="227878" extrusionOk="0">
                  <a:moveTo>
                    <a:pt x="34623" y="0"/>
                  </a:moveTo>
                  <a:cubicBezTo>
                    <a:pt x="50270" y="75946"/>
                    <a:pt x="65958" y="151933"/>
                    <a:pt x="81605" y="227879"/>
                  </a:cubicBezTo>
                  <a:lnTo>
                    <a:pt x="72034" y="227879"/>
                  </a:lnTo>
                  <a:cubicBezTo>
                    <a:pt x="48023" y="153306"/>
                    <a:pt x="24011" y="78692"/>
                    <a:pt x="0" y="4120"/>
                  </a:cubicBezTo>
                  <a:lnTo>
                    <a:pt x="34623"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56"/>
            <p:cNvSpPr/>
            <p:nvPr/>
          </p:nvSpPr>
          <p:spPr>
            <a:xfrm rot="10800000">
              <a:off x="6179253" y="3948837"/>
              <a:ext cx="1756202" cy="306619"/>
            </a:xfrm>
            <a:custGeom>
              <a:avLst/>
              <a:gdLst/>
              <a:ahLst/>
              <a:cxnLst/>
              <a:rect l="l" t="t" r="r" b="b"/>
              <a:pathLst>
                <a:path w="484804" h="84643" extrusionOk="0">
                  <a:moveTo>
                    <a:pt x="474192" y="0"/>
                  </a:moveTo>
                  <a:cubicBezTo>
                    <a:pt x="480053" y="0"/>
                    <a:pt x="484804" y="4751"/>
                    <a:pt x="484804" y="10612"/>
                  </a:cubicBezTo>
                  <a:lnTo>
                    <a:pt x="484804" y="74031"/>
                  </a:lnTo>
                  <a:cubicBezTo>
                    <a:pt x="484804" y="79892"/>
                    <a:pt x="480053" y="84643"/>
                    <a:pt x="474192" y="84643"/>
                  </a:cubicBezTo>
                  <a:lnTo>
                    <a:pt x="10611" y="84643"/>
                  </a:lnTo>
                  <a:cubicBezTo>
                    <a:pt x="4751" y="84643"/>
                    <a:pt x="0" y="79892"/>
                    <a:pt x="0" y="74031"/>
                  </a:cubicBezTo>
                  <a:lnTo>
                    <a:pt x="0" y="10612"/>
                  </a:lnTo>
                  <a:cubicBezTo>
                    <a:pt x="0" y="4751"/>
                    <a:pt x="4751" y="0"/>
                    <a:pt x="10611"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56"/>
            <p:cNvSpPr/>
            <p:nvPr/>
          </p:nvSpPr>
          <p:spPr>
            <a:xfrm>
              <a:off x="6264331" y="3260306"/>
              <a:ext cx="924230" cy="818475"/>
            </a:xfrm>
            <a:custGeom>
              <a:avLst/>
              <a:gdLst/>
              <a:ahLst/>
              <a:cxnLst/>
              <a:rect l="l" t="t" r="r" b="b"/>
              <a:pathLst>
                <a:path w="255136" h="225942" extrusionOk="0">
                  <a:moveTo>
                    <a:pt x="0" y="212584"/>
                  </a:moveTo>
                  <a:cubicBezTo>
                    <a:pt x="5868" y="189655"/>
                    <a:pt x="33666" y="89739"/>
                    <a:pt x="114106" y="34309"/>
                  </a:cubicBezTo>
                  <a:cubicBezTo>
                    <a:pt x="172574" y="-5973"/>
                    <a:pt x="227712" y="-1271"/>
                    <a:pt x="249684" y="2225"/>
                  </a:cubicBezTo>
                  <a:cubicBezTo>
                    <a:pt x="253097" y="19744"/>
                    <a:pt x="255635" y="41176"/>
                    <a:pt x="255053" y="65520"/>
                  </a:cubicBezTo>
                  <a:cubicBezTo>
                    <a:pt x="253139" y="147791"/>
                    <a:pt x="217101" y="205343"/>
                    <a:pt x="202702" y="225942"/>
                  </a:cubicBezTo>
                  <a:cubicBezTo>
                    <a:pt x="135121" y="221490"/>
                    <a:pt x="67540" y="217037"/>
                    <a:pt x="0" y="21258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56"/>
            <p:cNvSpPr/>
            <p:nvPr/>
          </p:nvSpPr>
          <p:spPr>
            <a:xfrm>
              <a:off x="6825021" y="3219121"/>
              <a:ext cx="1314594" cy="866803"/>
            </a:xfrm>
            <a:custGeom>
              <a:avLst/>
              <a:gdLst/>
              <a:ahLst/>
              <a:cxnLst/>
              <a:rect l="l" t="t" r="r" b="b"/>
              <a:pathLst>
                <a:path w="362897" h="239283" extrusionOk="0">
                  <a:moveTo>
                    <a:pt x="25168" y="72862"/>
                  </a:moveTo>
                  <a:cubicBezTo>
                    <a:pt x="31618" y="61335"/>
                    <a:pt x="50511" y="28626"/>
                    <a:pt x="88879" y="10691"/>
                  </a:cubicBezTo>
                  <a:cubicBezTo>
                    <a:pt x="116719" y="-2293"/>
                    <a:pt x="139731" y="-462"/>
                    <a:pt x="176684" y="1078"/>
                  </a:cubicBezTo>
                  <a:cubicBezTo>
                    <a:pt x="321793" y="7112"/>
                    <a:pt x="340810" y="-5997"/>
                    <a:pt x="354834" y="13562"/>
                  </a:cubicBezTo>
                  <a:cubicBezTo>
                    <a:pt x="379844" y="48351"/>
                    <a:pt x="342017" y="121259"/>
                    <a:pt x="305022" y="160626"/>
                  </a:cubicBezTo>
                  <a:cubicBezTo>
                    <a:pt x="268277" y="199702"/>
                    <a:pt x="225664" y="212852"/>
                    <a:pt x="197159" y="221216"/>
                  </a:cubicBezTo>
                  <a:cubicBezTo>
                    <a:pt x="166322" y="230288"/>
                    <a:pt x="55463" y="262997"/>
                    <a:pt x="14431" y="208732"/>
                  </a:cubicBezTo>
                  <a:cubicBezTo>
                    <a:pt x="-15989" y="168491"/>
                    <a:pt x="8605" y="102325"/>
                    <a:pt x="25126" y="7282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56"/>
            <p:cNvSpPr/>
            <p:nvPr/>
          </p:nvSpPr>
          <p:spPr>
            <a:xfrm>
              <a:off x="7451921" y="2727290"/>
              <a:ext cx="178481" cy="188432"/>
            </a:xfrm>
            <a:custGeom>
              <a:avLst/>
              <a:gdLst/>
              <a:ahLst/>
              <a:cxnLst/>
              <a:rect l="l" t="t" r="r" b="b"/>
              <a:pathLst>
                <a:path w="49270" h="52017" extrusionOk="0">
                  <a:moveTo>
                    <a:pt x="49271" y="26009"/>
                  </a:moveTo>
                  <a:cubicBezTo>
                    <a:pt x="49271" y="40366"/>
                    <a:pt x="38243" y="52018"/>
                    <a:pt x="24635" y="52018"/>
                  </a:cubicBezTo>
                  <a:cubicBezTo>
                    <a:pt x="11028" y="52018"/>
                    <a:pt x="0" y="40366"/>
                    <a:pt x="0" y="26009"/>
                  </a:cubicBezTo>
                  <a:cubicBezTo>
                    <a:pt x="0" y="11652"/>
                    <a:pt x="11028" y="0"/>
                    <a:pt x="24635" y="0"/>
                  </a:cubicBezTo>
                  <a:cubicBezTo>
                    <a:pt x="38243" y="0"/>
                    <a:pt x="49271" y="11652"/>
                    <a:pt x="49271" y="260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56"/>
            <p:cNvSpPr/>
            <p:nvPr/>
          </p:nvSpPr>
          <p:spPr>
            <a:xfrm>
              <a:off x="7202924" y="2758167"/>
              <a:ext cx="178484" cy="188432"/>
            </a:xfrm>
            <a:custGeom>
              <a:avLst/>
              <a:gdLst/>
              <a:ahLst/>
              <a:cxnLst/>
              <a:rect l="l" t="t" r="r" b="b"/>
              <a:pathLst>
                <a:path w="49271" h="52017" extrusionOk="0">
                  <a:moveTo>
                    <a:pt x="49271" y="26009"/>
                  </a:moveTo>
                  <a:cubicBezTo>
                    <a:pt x="49271" y="40366"/>
                    <a:pt x="38243" y="52018"/>
                    <a:pt x="24636" y="52018"/>
                  </a:cubicBezTo>
                  <a:cubicBezTo>
                    <a:pt x="11028" y="52018"/>
                    <a:pt x="0" y="40366"/>
                    <a:pt x="0" y="26009"/>
                  </a:cubicBezTo>
                  <a:cubicBezTo>
                    <a:pt x="0" y="11652"/>
                    <a:pt x="11028" y="0"/>
                    <a:pt x="24636" y="0"/>
                  </a:cubicBezTo>
                  <a:cubicBezTo>
                    <a:pt x="38243" y="0"/>
                    <a:pt x="49271" y="11652"/>
                    <a:pt x="49271" y="260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56"/>
            <p:cNvSpPr/>
            <p:nvPr/>
          </p:nvSpPr>
          <p:spPr>
            <a:xfrm>
              <a:off x="6982398" y="3057955"/>
              <a:ext cx="300436" cy="497891"/>
            </a:xfrm>
            <a:custGeom>
              <a:avLst/>
              <a:gdLst/>
              <a:ahLst/>
              <a:cxnLst/>
              <a:rect l="l" t="t" r="r" b="b"/>
              <a:pathLst>
                <a:path w="82936" h="137444" extrusionOk="0">
                  <a:moveTo>
                    <a:pt x="41947" y="5777"/>
                  </a:moveTo>
                  <a:cubicBezTo>
                    <a:pt x="27965" y="48806"/>
                    <a:pt x="13982" y="91793"/>
                    <a:pt x="0" y="134822"/>
                  </a:cubicBezTo>
                  <a:cubicBezTo>
                    <a:pt x="12318" y="135696"/>
                    <a:pt x="24635" y="136570"/>
                    <a:pt x="36995" y="137444"/>
                  </a:cubicBezTo>
                  <a:cubicBezTo>
                    <a:pt x="43653" y="125709"/>
                    <a:pt x="50228" y="112684"/>
                    <a:pt x="56595" y="98368"/>
                  </a:cubicBezTo>
                  <a:cubicBezTo>
                    <a:pt x="59092" y="92459"/>
                    <a:pt x="61630" y="86425"/>
                    <a:pt x="64044" y="80017"/>
                  </a:cubicBezTo>
                  <a:cubicBezTo>
                    <a:pt x="67165" y="71902"/>
                    <a:pt x="70286" y="63454"/>
                    <a:pt x="72908" y="54674"/>
                  </a:cubicBezTo>
                  <a:cubicBezTo>
                    <a:pt x="76986" y="41357"/>
                    <a:pt x="80315" y="28707"/>
                    <a:pt x="82937" y="16638"/>
                  </a:cubicBezTo>
                  <a:cubicBezTo>
                    <a:pt x="78567" y="7192"/>
                    <a:pt x="69828" y="742"/>
                    <a:pt x="60215" y="76"/>
                  </a:cubicBezTo>
                  <a:cubicBezTo>
                    <a:pt x="50769" y="-673"/>
                    <a:pt x="43861" y="4321"/>
                    <a:pt x="41988" y="5860"/>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6" name="Google Shape;1936;p56"/>
            <p:cNvSpPr/>
            <p:nvPr/>
          </p:nvSpPr>
          <p:spPr>
            <a:xfrm>
              <a:off x="7061482" y="3322588"/>
              <a:ext cx="152706" cy="91200"/>
            </a:xfrm>
            <a:custGeom>
              <a:avLst/>
              <a:gdLst/>
              <a:ahLst/>
              <a:cxnLst/>
              <a:rect l="l" t="t" r="r" b="b"/>
              <a:pathLst>
                <a:path w="42155" h="25176" extrusionOk="0">
                  <a:moveTo>
                    <a:pt x="0" y="0"/>
                  </a:moveTo>
                  <a:cubicBezTo>
                    <a:pt x="3828" y="4120"/>
                    <a:pt x="8614" y="8573"/>
                    <a:pt x="14440" y="13067"/>
                  </a:cubicBezTo>
                  <a:cubicBezTo>
                    <a:pt x="21639" y="18435"/>
                    <a:pt x="28631" y="22305"/>
                    <a:pt x="34706" y="25177"/>
                  </a:cubicBezTo>
                  <a:cubicBezTo>
                    <a:pt x="37203" y="19267"/>
                    <a:pt x="39741" y="13233"/>
                    <a:pt x="42155" y="6825"/>
                  </a:cubicBezTo>
                  <a:lnTo>
                    <a:pt x="0" y="0"/>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7" name="Google Shape;1937;p56"/>
            <p:cNvSpPr/>
            <p:nvPr/>
          </p:nvSpPr>
          <p:spPr>
            <a:xfrm>
              <a:off x="7036024" y="3030778"/>
              <a:ext cx="263157" cy="348963"/>
            </a:xfrm>
            <a:custGeom>
              <a:avLst/>
              <a:gdLst/>
              <a:ahLst/>
              <a:cxnLst/>
              <a:rect l="l" t="t" r="r" b="b"/>
              <a:pathLst>
                <a:path w="72645" h="96332" extrusionOk="0">
                  <a:moveTo>
                    <a:pt x="71951" y="35465"/>
                  </a:moveTo>
                  <a:cubicBezTo>
                    <a:pt x="73282" y="47866"/>
                    <a:pt x="73698" y="69422"/>
                    <a:pt x="63669" y="96305"/>
                  </a:cubicBezTo>
                  <a:cubicBezTo>
                    <a:pt x="53807" y="96513"/>
                    <a:pt x="40116" y="95639"/>
                    <a:pt x="24635" y="90936"/>
                  </a:cubicBezTo>
                  <a:cubicBezTo>
                    <a:pt x="14773" y="87940"/>
                    <a:pt x="6492" y="84153"/>
                    <a:pt x="0" y="80533"/>
                  </a:cubicBezTo>
                  <a:cubicBezTo>
                    <a:pt x="8489" y="56813"/>
                    <a:pt x="17020" y="33093"/>
                    <a:pt x="25509" y="9414"/>
                  </a:cubicBezTo>
                  <a:cubicBezTo>
                    <a:pt x="26758" y="8457"/>
                    <a:pt x="44985" y="-4984"/>
                    <a:pt x="58592" y="2007"/>
                  </a:cubicBezTo>
                  <a:cubicBezTo>
                    <a:pt x="68871" y="7334"/>
                    <a:pt x="70411" y="21191"/>
                    <a:pt x="71951" y="3546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8" name="Google Shape;1938;p56"/>
            <p:cNvSpPr/>
            <p:nvPr/>
          </p:nvSpPr>
          <p:spPr>
            <a:xfrm>
              <a:off x="7150706" y="2987713"/>
              <a:ext cx="626906" cy="762391"/>
            </a:xfrm>
            <a:custGeom>
              <a:avLst/>
              <a:gdLst/>
              <a:ahLst/>
              <a:cxnLst/>
              <a:rect l="l" t="t" r="r" b="b"/>
              <a:pathLst>
                <a:path w="173059" h="210460" extrusionOk="0">
                  <a:moveTo>
                    <a:pt x="3399" y="57890"/>
                  </a:moveTo>
                  <a:cubicBezTo>
                    <a:pt x="12054" y="81818"/>
                    <a:pt x="17256" y="124514"/>
                    <a:pt x="25329" y="158971"/>
                  </a:cubicBezTo>
                  <a:cubicBezTo>
                    <a:pt x="28783" y="173786"/>
                    <a:pt x="32487" y="186187"/>
                    <a:pt x="34027" y="197839"/>
                  </a:cubicBezTo>
                  <a:cubicBezTo>
                    <a:pt x="38063" y="197048"/>
                    <a:pt x="41975" y="197298"/>
                    <a:pt x="45595" y="198962"/>
                  </a:cubicBezTo>
                  <a:cubicBezTo>
                    <a:pt x="75016" y="212320"/>
                    <a:pt x="112344" y="212820"/>
                    <a:pt x="149214" y="206661"/>
                  </a:cubicBezTo>
                  <a:cubicBezTo>
                    <a:pt x="142015" y="200419"/>
                    <a:pt x="135357" y="195591"/>
                    <a:pt x="129989" y="192137"/>
                  </a:cubicBezTo>
                  <a:cubicBezTo>
                    <a:pt x="140184" y="160344"/>
                    <a:pt x="149922" y="126512"/>
                    <a:pt x="158827" y="90765"/>
                  </a:cubicBezTo>
                  <a:cubicBezTo>
                    <a:pt x="164154" y="69417"/>
                    <a:pt x="168856" y="48569"/>
                    <a:pt x="173059" y="28261"/>
                  </a:cubicBezTo>
                  <a:cubicBezTo>
                    <a:pt x="167067" y="9244"/>
                    <a:pt x="157662" y="5290"/>
                    <a:pt x="154707" y="3958"/>
                  </a:cubicBezTo>
                  <a:cubicBezTo>
                    <a:pt x="145636" y="-161"/>
                    <a:pt x="138062" y="1795"/>
                    <a:pt x="125161" y="4749"/>
                  </a:cubicBezTo>
                  <a:cubicBezTo>
                    <a:pt x="103106" y="9826"/>
                    <a:pt x="102190" y="-786"/>
                    <a:pt x="69648" y="47"/>
                  </a:cubicBezTo>
                  <a:cubicBezTo>
                    <a:pt x="63073" y="213"/>
                    <a:pt x="53377" y="546"/>
                    <a:pt x="42058" y="3085"/>
                  </a:cubicBezTo>
                  <a:cubicBezTo>
                    <a:pt x="41892" y="3251"/>
                    <a:pt x="41684" y="3459"/>
                    <a:pt x="41517" y="3626"/>
                  </a:cubicBezTo>
                  <a:cubicBezTo>
                    <a:pt x="30781" y="14029"/>
                    <a:pt x="15009" y="12032"/>
                    <a:pt x="3981" y="21104"/>
                  </a:cubicBezTo>
                  <a:cubicBezTo>
                    <a:pt x="-1054" y="29884"/>
                    <a:pt x="-596" y="40745"/>
                    <a:pt x="1443" y="50275"/>
                  </a:cubicBezTo>
                  <a:cubicBezTo>
                    <a:pt x="2025" y="52980"/>
                    <a:pt x="2691" y="55518"/>
                    <a:pt x="3440" y="57932"/>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9" name="Google Shape;1939;p56"/>
            <p:cNvSpPr/>
            <p:nvPr/>
          </p:nvSpPr>
          <p:spPr>
            <a:xfrm>
              <a:off x="7148976" y="3205525"/>
              <a:ext cx="183509" cy="183505"/>
            </a:xfrm>
            <a:custGeom>
              <a:avLst/>
              <a:gdLst/>
              <a:ahLst/>
              <a:cxnLst/>
              <a:rect l="l" t="t" r="r" b="b"/>
              <a:pathLst>
                <a:path w="50658" h="50657" extrusionOk="0">
                  <a:moveTo>
                    <a:pt x="132" y="27888"/>
                  </a:moveTo>
                  <a:cubicBezTo>
                    <a:pt x="1547" y="41787"/>
                    <a:pt x="13948" y="51941"/>
                    <a:pt x="27888" y="50526"/>
                  </a:cubicBezTo>
                  <a:cubicBezTo>
                    <a:pt x="41829" y="49111"/>
                    <a:pt x="51941" y="36710"/>
                    <a:pt x="50526" y="22770"/>
                  </a:cubicBezTo>
                  <a:cubicBezTo>
                    <a:pt x="49111" y="8871"/>
                    <a:pt x="36711" y="-1283"/>
                    <a:pt x="22770" y="132"/>
                  </a:cubicBezTo>
                  <a:cubicBezTo>
                    <a:pt x="8871" y="1547"/>
                    <a:pt x="-1283" y="13947"/>
                    <a:pt x="132" y="27888"/>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0" name="Google Shape;1940;p56"/>
            <p:cNvSpPr/>
            <p:nvPr/>
          </p:nvSpPr>
          <p:spPr>
            <a:xfrm>
              <a:off x="7142453" y="3238845"/>
              <a:ext cx="183911" cy="156767"/>
            </a:xfrm>
            <a:custGeom>
              <a:avLst/>
              <a:gdLst/>
              <a:ahLst/>
              <a:cxnLst/>
              <a:rect l="l" t="t" r="r" b="b"/>
              <a:pathLst>
                <a:path w="50769" h="43276" extrusionOk="0">
                  <a:moveTo>
                    <a:pt x="27068" y="43277"/>
                  </a:moveTo>
                  <a:cubicBezTo>
                    <a:pt x="20826" y="43277"/>
                    <a:pt x="14834" y="41154"/>
                    <a:pt x="9965" y="37159"/>
                  </a:cubicBezTo>
                  <a:cubicBezTo>
                    <a:pt x="4347" y="32582"/>
                    <a:pt x="851" y="26090"/>
                    <a:pt x="144" y="18849"/>
                  </a:cubicBezTo>
                  <a:cubicBezTo>
                    <a:pt x="-522" y="12482"/>
                    <a:pt x="1143" y="6074"/>
                    <a:pt x="4721" y="789"/>
                  </a:cubicBezTo>
                  <a:cubicBezTo>
                    <a:pt x="5304" y="-44"/>
                    <a:pt x="6428" y="-252"/>
                    <a:pt x="7260" y="331"/>
                  </a:cubicBezTo>
                  <a:cubicBezTo>
                    <a:pt x="8092" y="913"/>
                    <a:pt x="8300" y="2037"/>
                    <a:pt x="7759" y="2869"/>
                  </a:cubicBezTo>
                  <a:cubicBezTo>
                    <a:pt x="4638" y="7447"/>
                    <a:pt x="3223" y="12981"/>
                    <a:pt x="3764" y="18475"/>
                  </a:cubicBezTo>
                  <a:cubicBezTo>
                    <a:pt x="4389" y="24717"/>
                    <a:pt x="7426" y="30335"/>
                    <a:pt x="12295" y="34288"/>
                  </a:cubicBezTo>
                  <a:cubicBezTo>
                    <a:pt x="17164" y="38241"/>
                    <a:pt x="23281" y="40072"/>
                    <a:pt x="29523" y="39448"/>
                  </a:cubicBezTo>
                  <a:cubicBezTo>
                    <a:pt x="36889" y="38699"/>
                    <a:pt x="43547" y="34454"/>
                    <a:pt x="47334" y="28129"/>
                  </a:cubicBezTo>
                  <a:cubicBezTo>
                    <a:pt x="47834" y="27255"/>
                    <a:pt x="48957" y="26964"/>
                    <a:pt x="49873" y="27505"/>
                  </a:cubicBezTo>
                  <a:cubicBezTo>
                    <a:pt x="50746" y="28046"/>
                    <a:pt x="51038" y="29169"/>
                    <a:pt x="50497" y="30002"/>
                  </a:cubicBezTo>
                  <a:cubicBezTo>
                    <a:pt x="46086" y="37326"/>
                    <a:pt x="38429" y="42236"/>
                    <a:pt x="29898" y="43110"/>
                  </a:cubicBezTo>
                  <a:cubicBezTo>
                    <a:pt x="28982" y="43193"/>
                    <a:pt x="28025" y="43235"/>
                    <a:pt x="27110" y="43235"/>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1" name="Google Shape;1941;p56"/>
            <p:cNvSpPr/>
            <p:nvPr/>
          </p:nvSpPr>
          <p:spPr>
            <a:xfrm>
              <a:off x="7432464" y="3176752"/>
              <a:ext cx="183505" cy="183505"/>
            </a:xfrm>
            <a:custGeom>
              <a:avLst/>
              <a:gdLst/>
              <a:ahLst/>
              <a:cxnLst/>
              <a:rect l="l" t="t" r="r" b="b"/>
              <a:pathLst>
                <a:path w="50657" h="50657" extrusionOk="0">
                  <a:moveTo>
                    <a:pt x="132" y="27888"/>
                  </a:moveTo>
                  <a:cubicBezTo>
                    <a:pt x="1547" y="41787"/>
                    <a:pt x="13948" y="51941"/>
                    <a:pt x="27888" y="50526"/>
                  </a:cubicBezTo>
                  <a:cubicBezTo>
                    <a:pt x="41787" y="49111"/>
                    <a:pt x="51941" y="36710"/>
                    <a:pt x="50526" y="22770"/>
                  </a:cubicBezTo>
                  <a:cubicBezTo>
                    <a:pt x="49112" y="8871"/>
                    <a:pt x="36710" y="-1283"/>
                    <a:pt x="22770" y="132"/>
                  </a:cubicBezTo>
                  <a:cubicBezTo>
                    <a:pt x="8871" y="1546"/>
                    <a:pt x="-1283" y="13948"/>
                    <a:pt x="132" y="27888"/>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2" name="Google Shape;1942;p56"/>
            <p:cNvSpPr/>
            <p:nvPr/>
          </p:nvSpPr>
          <p:spPr>
            <a:xfrm>
              <a:off x="7429645" y="3288410"/>
              <a:ext cx="185208" cy="78369"/>
            </a:xfrm>
            <a:custGeom>
              <a:avLst/>
              <a:gdLst/>
              <a:ahLst/>
              <a:cxnLst/>
              <a:rect l="l" t="t" r="r" b="b"/>
              <a:pathLst>
                <a:path w="51127" h="21634" extrusionOk="0">
                  <a:moveTo>
                    <a:pt x="26087" y="21635"/>
                  </a:moveTo>
                  <a:cubicBezTo>
                    <a:pt x="14228" y="21635"/>
                    <a:pt x="3574" y="13895"/>
                    <a:pt x="79" y="2368"/>
                  </a:cubicBezTo>
                  <a:cubicBezTo>
                    <a:pt x="-213" y="1411"/>
                    <a:pt x="328" y="370"/>
                    <a:pt x="1327" y="79"/>
                  </a:cubicBezTo>
                  <a:cubicBezTo>
                    <a:pt x="2284" y="-212"/>
                    <a:pt x="3325" y="329"/>
                    <a:pt x="3616" y="1286"/>
                  </a:cubicBezTo>
                  <a:cubicBezTo>
                    <a:pt x="6862" y="11980"/>
                    <a:pt x="17224" y="18972"/>
                    <a:pt x="28459" y="17806"/>
                  </a:cubicBezTo>
                  <a:cubicBezTo>
                    <a:pt x="36866" y="16933"/>
                    <a:pt x="44231" y="11606"/>
                    <a:pt x="47602" y="3866"/>
                  </a:cubicBezTo>
                  <a:cubicBezTo>
                    <a:pt x="48018" y="2950"/>
                    <a:pt x="49100" y="2534"/>
                    <a:pt x="50016" y="2909"/>
                  </a:cubicBezTo>
                  <a:cubicBezTo>
                    <a:pt x="50931" y="3325"/>
                    <a:pt x="51389" y="4407"/>
                    <a:pt x="50973" y="5322"/>
                  </a:cubicBezTo>
                  <a:cubicBezTo>
                    <a:pt x="47061" y="14269"/>
                    <a:pt x="38572" y="20470"/>
                    <a:pt x="28834" y="21469"/>
                  </a:cubicBezTo>
                  <a:cubicBezTo>
                    <a:pt x="27918" y="21552"/>
                    <a:pt x="27003" y="21593"/>
                    <a:pt x="26087" y="21593"/>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3" name="Google Shape;1943;p56"/>
            <p:cNvSpPr/>
            <p:nvPr/>
          </p:nvSpPr>
          <p:spPr>
            <a:xfrm>
              <a:off x="7126341" y="2683755"/>
              <a:ext cx="651137" cy="489624"/>
            </a:xfrm>
            <a:custGeom>
              <a:avLst/>
              <a:gdLst/>
              <a:ahLst/>
              <a:cxnLst/>
              <a:rect l="l" t="t" r="r" b="b"/>
              <a:pathLst>
                <a:path w="179748" h="135162" extrusionOk="0">
                  <a:moveTo>
                    <a:pt x="179707" y="111651"/>
                  </a:moveTo>
                  <a:cubicBezTo>
                    <a:pt x="122529" y="119058"/>
                    <a:pt x="65351" y="126632"/>
                    <a:pt x="8132" y="134164"/>
                  </a:cubicBezTo>
                  <a:cubicBezTo>
                    <a:pt x="5427" y="134455"/>
                    <a:pt x="2847" y="134871"/>
                    <a:pt x="142" y="135163"/>
                  </a:cubicBezTo>
                  <a:cubicBezTo>
                    <a:pt x="-274" y="128754"/>
                    <a:pt x="-149" y="118600"/>
                    <a:pt x="5843" y="110069"/>
                  </a:cubicBezTo>
                  <a:cubicBezTo>
                    <a:pt x="7425" y="108072"/>
                    <a:pt x="8964" y="106366"/>
                    <a:pt x="10712" y="104951"/>
                  </a:cubicBezTo>
                  <a:cubicBezTo>
                    <a:pt x="21698" y="95962"/>
                    <a:pt x="37512" y="97960"/>
                    <a:pt x="48206" y="87556"/>
                  </a:cubicBezTo>
                  <a:cubicBezTo>
                    <a:pt x="48331" y="87431"/>
                    <a:pt x="48623" y="87140"/>
                    <a:pt x="48789" y="86973"/>
                  </a:cubicBezTo>
                  <a:cubicBezTo>
                    <a:pt x="52368" y="83270"/>
                    <a:pt x="55905" y="77402"/>
                    <a:pt x="57362" y="68164"/>
                  </a:cubicBezTo>
                  <a:cubicBezTo>
                    <a:pt x="57944" y="65043"/>
                    <a:pt x="58236" y="61589"/>
                    <a:pt x="58236" y="57594"/>
                  </a:cubicBezTo>
                  <a:cubicBezTo>
                    <a:pt x="58360" y="51019"/>
                    <a:pt x="57528" y="43320"/>
                    <a:pt x="55822" y="34082"/>
                  </a:cubicBezTo>
                  <a:cubicBezTo>
                    <a:pt x="60233" y="31960"/>
                    <a:pt x="65102" y="29213"/>
                    <a:pt x="70095" y="25676"/>
                  </a:cubicBezTo>
                  <a:cubicBezTo>
                    <a:pt x="75672" y="21681"/>
                    <a:pt x="80208" y="17561"/>
                    <a:pt x="84078" y="13400"/>
                  </a:cubicBezTo>
                  <a:cubicBezTo>
                    <a:pt x="88489" y="8531"/>
                    <a:pt x="91901" y="3828"/>
                    <a:pt x="94481" y="0"/>
                  </a:cubicBezTo>
                  <a:cubicBezTo>
                    <a:pt x="95605" y="9987"/>
                    <a:pt x="96895" y="19975"/>
                    <a:pt x="98060" y="30087"/>
                  </a:cubicBezTo>
                  <a:cubicBezTo>
                    <a:pt x="100932" y="60340"/>
                    <a:pt x="110461" y="72284"/>
                    <a:pt x="119575" y="77277"/>
                  </a:cubicBezTo>
                  <a:cubicBezTo>
                    <a:pt x="133973" y="85267"/>
                    <a:pt x="149537" y="76986"/>
                    <a:pt x="164643" y="88097"/>
                  </a:cubicBezTo>
                  <a:cubicBezTo>
                    <a:pt x="173631" y="94672"/>
                    <a:pt x="177626" y="104368"/>
                    <a:pt x="179749" y="111609"/>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4" name="Google Shape;1944;p56"/>
            <p:cNvSpPr/>
            <p:nvPr/>
          </p:nvSpPr>
          <p:spPr>
            <a:xfrm>
              <a:off x="7376456" y="3014395"/>
              <a:ext cx="40550" cy="17399"/>
            </a:xfrm>
            <a:custGeom>
              <a:avLst/>
              <a:gdLst/>
              <a:ahLst/>
              <a:cxnLst/>
              <a:rect l="l" t="t" r="r" b="b"/>
              <a:pathLst>
                <a:path w="11194" h="4803" extrusionOk="0">
                  <a:moveTo>
                    <a:pt x="11194" y="1040"/>
                  </a:moveTo>
                  <a:cubicBezTo>
                    <a:pt x="9946" y="3704"/>
                    <a:pt x="7615" y="5119"/>
                    <a:pt x="5202" y="4744"/>
                  </a:cubicBezTo>
                  <a:cubicBezTo>
                    <a:pt x="1789" y="4203"/>
                    <a:pt x="125" y="291"/>
                    <a:pt x="0" y="0"/>
                  </a:cubicBezTo>
                  <a:lnTo>
                    <a:pt x="11194" y="104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5" name="Google Shape;1945;p56"/>
            <p:cNvSpPr/>
            <p:nvPr/>
          </p:nvSpPr>
          <p:spPr>
            <a:xfrm>
              <a:off x="7242691" y="3050096"/>
              <a:ext cx="129037" cy="16968"/>
            </a:xfrm>
            <a:custGeom>
              <a:avLst/>
              <a:gdLst/>
              <a:ahLst/>
              <a:cxnLst/>
              <a:rect l="l" t="t" r="r" b="b"/>
              <a:pathLst>
                <a:path w="35621" h="4684" extrusionOk="0">
                  <a:moveTo>
                    <a:pt x="35622" y="0"/>
                  </a:moveTo>
                  <a:cubicBezTo>
                    <a:pt x="34956" y="583"/>
                    <a:pt x="33957" y="1373"/>
                    <a:pt x="32667" y="2164"/>
                  </a:cubicBezTo>
                  <a:cubicBezTo>
                    <a:pt x="28339" y="4744"/>
                    <a:pt x="24511" y="4744"/>
                    <a:pt x="21847" y="4661"/>
                  </a:cubicBezTo>
                  <a:cubicBezTo>
                    <a:pt x="12110" y="4411"/>
                    <a:pt x="3038" y="3246"/>
                    <a:pt x="0" y="2871"/>
                  </a:cubicBezTo>
                  <a:lnTo>
                    <a:pt x="20765" y="1831"/>
                  </a:lnTo>
                  <a:lnTo>
                    <a:pt x="35622" y="0"/>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6" name="Google Shape;1946;p56"/>
            <p:cNvSpPr/>
            <p:nvPr/>
          </p:nvSpPr>
          <p:spPr>
            <a:xfrm>
              <a:off x="7419535" y="3022680"/>
              <a:ext cx="195365" cy="30237"/>
            </a:xfrm>
            <a:custGeom>
              <a:avLst/>
              <a:gdLst/>
              <a:ahLst/>
              <a:cxnLst/>
              <a:rect l="l" t="t" r="r" b="b"/>
              <a:pathLst>
                <a:path w="53931" h="8347" extrusionOk="0">
                  <a:moveTo>
                    <a:pt x="42" y="6242"/>
                  </a:moveTo>
                  <a:cubicBezTo>
                    <a:pt x="1165" y="6617"/>
                    <a:pt x="2871" y="7158"/>
                    <a:pt x="4952" y="7615"/>
                  </a:cubicBezTo>
                  <a:cubicBezTo>
                    <a:pt x="12068" y="9072"/>
                    <a:pt x="17769" y="8032"/>
                    <a:pt x="21764" y="7282"/>
                  </a:cubicBezTo>
                  <a:cubicBezTo>
                    <a:pt x="36204" y="4578"/>
                    <a:pt x="49479" y="1165"/>
                    <a:pt x="53932" y="0"/>
                  </a:cubicBezTo>
                  <a:cubicBezTo>
                    <a:pt x="43528" y="1415"/>
                    <a:pt x="33083" y="2830"/>
                    <a:pt x="22680" y="4245"/>
                  </a:cubicBezTo>
                  <a:lnTo>
                    <a:pt x="0" y="6242"/>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7" name="Google Shape;1947;p56"/>
            <p:cNvSpPr/>
            <p:nvPr/>
          </p:nvSpPr>
          <p:spPr>
            <a:xfrm>
              <a:off x="6485911" y="3935213"/>
              <a:ext cx="267543" cy="859257"/>
            </a:xfrm>
            <a:custGeom>
              <a:avLst/>
              <a:gdLst/>
              <a:ahLst/>
              <a:cxnLst/>
              <a:rect l="l" t="t" r="r" b="b"/>
              <a:pathLst>
                <a:path w="73856" h="237200" extrusionOk="0">
                  <a:moveTo>
                    <a:pt x="21431" y="233996"/>
                  </a:moveTo>
                  <a:cubicBezTo>
                    <a:pt x="27673" y="235078"/>
                    <a:pt x="33957" y="236118"/>
                    <a:pt x="40199" y="237200"/>
                  </a:cubicBezTo>
                  <a:cubicBezTo>
                    <a:pt x="41989" y="226297"/>
                    <a:pt x="45068" y="208986"/>
                    <a:pt x="49812" y="187929"/>
                  </a:cubicBezTo>
                  <a:cubicBezTo>
                    <a:pt x="64377" y="122886"/>
                    <a:pt x="76695" y="102287"/>
                    <a:pt x="73282" y="68205"/>
                  </a:cubicBezTo>
                  <a:cubicBezTo>
                    <a:pt x="71868" y="54015"/>
                    <a:pt x="67332" y="33125"/>
                    <a:pt x="51893" y="8406"/>
                  </a:cubicBezTo>
                  <a:cubicBezTo>
                    <a:pt x="34581" y="5618"/>
                    <a:pt x="17311" y="2788"/>
                    <a:pt x="0" y="0"/>
                  </a:cubicBezTo>
                  <a:cubicBezTo>
                    <a:pt x="6700" y="41781"/>
                    <a:pt x="12359" y="86682"/>
                    <a:pt x="16230" y="134455"/>
                  </a:cubicBezTo>
                  <a:cubicBezTo>
                    <a:pt x="19018" y="169120"/>
                    <a:pt x="20682" y="202369"/>
                    <a:pt x="21390" y="234038"/>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8" name="Google Shape;1948;p56"/>
            <p:cNvSpPr/>
            <p:nvPr/>
          </p:nvSpPr>
          <p:spPr>
            <a:xfrm>
              <a:off x="6314190" y="4782370"/>
              <a:ext cx="360345" cy="196271"/>
            </a:xfrm>
            <a:custGeom>
              <a:avLst/>
              <a:gdLst/>
              <a:ahLst/>
              <a:cxnLst/>
              <a:rect l="l" t="t" r="r" b="b"/>
              <a:pathLst>
                <a:path w="99474" h="54181" extrusionOk="0">
                  <a:moveTo>
                    <a:pt x="0" y="54182"/>
                  </a:moveTo>
                  <a:lnTo>
                    <a:pt x="98501" y="54182"/>
                  </a:lnTo>
                  <a:cubicBezTo>
                    <a:pt x="99499" y="49770"/>
                    <a:pt x="100290" y="43154"/>
                    <a:pt x="97918" y="36079"/>
                  </a:cubicBezTo>
                  <a:cubicBezTo>
                    <a:pt x="97002" y="33416"/>
                    <a:pt x="96004" y="31627"/>
                    <a:pt x="95463" y="30670"/>
                  </a:cubicBezTo>
                  <a:cubicBezTo>
                    <a:pt x="92716" y="25676"/>
                    <a:pt x="89470" y="17270"/>
                    <a:pt x="87723" y="2455"/>
                  </a:cubicBezTo>
                  <a:cubicBezTo>
                    <a:pt x="81439" y="1623"/>
                    <a:pt x="75155" y="832"/>
                    <a:pt x="68872" y="0"/>
                  </a:cubicBezTo>
                  <a:cubicBezTo>
                    <a:pt x="45068" y="36329"/>
                    <a:pt x="31585" y="43612"/>
                    <a:pt x="23595" y="43071"/>
                  </a:cubicBezTo>
                  <a:cubicBezTo>
                    <a:pt x="21431" y="42946"/>
                    <a:pt x="13608" y="41822"/>
                    <a:pt x="6908" y="46275"/>
                  </a:cubicBezTo>
                  <a:cubicBezTo>
                    <a:pt x="3329" y="48647"/>
                    <a:pt x="1249" y="51810"/>
                    <a:pt x="0" y="54182"/>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9" name="Google Shape;1949;p56"/>
            <p:cNvSpPr/>
            <p:nvPr/>
          </p:nvSpPr>
          <p:spPr>
            <a:xfrm>
              <a:off x="6791397" y="3935213"/>
              <a:ext cx="267543" cy="859257"/>
            </a:xfrm>
            <a:custGeom>
              <a:avLst/>
              <a:gdLst/>
              <a:ahLst/>
              <a:cxnLst/>
              <a:rect l="l" t="t" r="r" b="b"/>
              <a:pathLst>
                <a:path w="73856" h="237200" extrusionOk="0">
                  <a:moveTo>
                    <a:pt x="21431" y="233996"/>
                  </a:moveTo>
                  <a:cubicBezTo>
                    <a:pt x="27673" y="235078"/>
                    <a:pt x="33957" y="236118"/>
                    <a:pt x="40199" y="237200"/>
                  </a:cubicBezTo>
                  <a:cubicBezTo>
                    <a:pt x="41989" y="226297"/>
                    <a:pt x="45068" y="208986"/>
                    <a:pt x="49812" y="187929"/>
                  </a:cubicBezTo>
                  <a:cubicBezTo>
                    <a:pt x="64377" y="122886"/>
                    <a:pt x="76695" y="102287"/>
                    <a:pt x="73283" y="68205"/>
                  </a:cubicBezTo>
                  <a:cubicBezTo>
                    <a:pt x="71868" y="54015"/>
                    <a:pt x="67332" y="33125"/>
                    <a:pt x="51893" y="8406"/>
                  </a:cubicBezTo>
                  <a:cubicBezTo>
                    <a:pt x="34582" y="5618"/>
                    <a:pt x="17312" y="2788"/>
                    <a:pt x="0" y="0"/>
                  </a:cubicBezTo>
                  <a:cubicBezTo>
                    <a:pt x="6700" y="41781"/>
                    <a:pt x="12360" y="86682"/>
                    <a:pt x="16230" y="134455"/>
                  </a:cubicBezTo>
                  <a:cubicBezTo>
                    <a:pt x="19018" y="169120"/>
                    <a:pt x="20682" y="202369"/>
                    <a:pt x="21390" y="234038"/>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0" name="Google Shape;1950;p56"/>
            <p:cNvSpPr/>
            <p:nvPr/>
          </p:nvSpPr>
          <p:spPr>
            <a:xfrm>
              <a:off x="6619676" y="4782370"/>
              <a:ext cx="360345" cy="196271"/>
            </a:xfrm>
            <a:custGeom>
              <a:avLst/>
              <a:gdLst/>
              <a:ahLst/>
              <a:cxnLst/>
              <a:rect l="l" t="t" r="r" b="b"/>
              <a:pathLst>
                <a:path w="99474" h="54181" extrusionOk="0">
                  <a:moveTo>
                    <a:pt x="0" y="54182"/>
                  </a:moveTo>
                  <a:lnTo>
                    <a:pt x="98500" y="54182"/>
                  </a:lnTo>
                  <a:cubicBezTo>
                    <a:pt x="99499" y="49770"/>
                    <a:pt x="100290" y="43154"/>
                    <a:pt x="97918" y="36079"/>
                  </a:cubicBezTo>
                  <a:cubicBezTo>
                    <a:pt x="97002" y="33416"/>
                    <a:pt x="96004" y="31627"/>
                    <a:pt x="95463" y="30670"/>
                  </a:cubicBezTo>
                  <a:cubicBezTo>
                    <a:pt x="92716" y="25676"/>
                    <a:pt x="89470" y="17270"/>
                    <a:pt x="87723" y="2455"/>
                  </a:cubicBezTo>
                  <a:cubicBezTo>
                    <a:pt x="81439" y="1623"/>
                    <a:pt x="75155" y="832"/>
                    <a:pt x="68871" y="0"/>
                  </a:cubicBezTo>
                  <a:cubicBezTo>
                    <a:pt x="45068" y="36329"/>
                    <a:pt x="31585" y="43612"/>
                    <a:pt x="23595" y="43071"/>
                  </a:cubicBezTo>
                  <a:cubicBezTo>
                    <a:pt x="21431" y="42946"/>
                    <a:pt x="13608" y="41822"/>
                    <a:pt x="6908" y="46275"/>
                  </a:cubicBezTo>
                  <a:cubicBezTo>
                    <a:pt x="3329" y="48647"/>
                    <a:pt x="1248" y="51810"/>
                    <a:pt x="0" y="54182"/>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1" name="Google Shape;1951;p56"/>
            <p:cNvSpPr/>
            <p:nvPr/>
          </p:nvSpPr>
          <p:spPr>
            <a:xfrm>
              <a:off x="6483627" y="3826809"/>
              <a:ext cx="203143" cy="203907"/>
            </a:xfrm>
            <a:custGeom>
              <a:avLst/>
              <a:gdLst/>
              <a:ahLst/>
              <a:cxnLst/>
              <a:rect l="l" t="t" r="r" b="b"/>
              <a:pathLst>
                <a:path w="56078" h="56289" extrusionOk="0">
                  <a:moveTo>
                    <a:pt x="19482" y="1151"/>
                  </a:moveTo>
                  <a:cubicBezTo>
                    <a:pt x="5625" y="5438"/>
                    <a:pt x="-2115" y="20543"/>
                    <a:pt x="506" y="34026"/>
                  </a:cubicBezTo>
                  <a:cubicBezTo>
                    <a:pt x="2504" y="44263"/>
                    <a:pt x="10286" y="52753"/>
                    <a:pt x="20814" y="56290"/>
                  </a:cubicBezTo>
                  <a:cubicBezTo>
                    <a:pt x="25766" y="54709"/>
                    <a:pt x="30802" y="53169"/>
                    <a:pt x="36045" y="51671"/>
                  </a:cubicBezTo>
                  <a:cubicBezTo>
                    <a:pt x="40414" y="50422"/>
                    <a:pt x="44742" y="49216"/>
                    <a:pt x="48987" y="48134"/>
                  </a:cubicBezTo>
                  <a:cubicBezTo>
                    <a:pt x="50111" y="46677"/>
                    <a:pt x="58849" y="35233"/>
                    <a:pt x="55187" y="21750"/>
                  </a:cubicBezTo>
                  <a:cubicBezTo>
                    <a:pt x="51317" y="7560"/>
                    <a:pt x="35171" y="-3718"/>
                    <a:pt x="19482" y="1151"/>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2" name="Google Shape;1952;p56"/>
            <p:cNvSpPr/>
            <p:nvPr/>
          </p:nvSpPr>
          <p:spPr>
            <a:xfrm>
              <a:off x="6591206" y="3671456"/>
              <a:ext cx="765192" cy="355737"/>
            </a:xfrm>
            <a:custGeom>
              <a:avLst/>
              <a:gdLst/>
              <a:ahLst/>
              <a:cxnLst/>
              <a:rect l="l" t="t" r="r" b="b"/>
              <a:pathLst>
                <a:path w="211233" h="98202" extrusionOk="0">
                  <a:moveTo>
                    <a:pt x="0" y="33749"/>
                  </a:moveTo>
                  <a:cubicBezTo>
                    <a:pt x="4702" y="52517"/>
                    <a:pt x="9363" y="71285"/>
                    <a:pt x="14066" y="90053"/>
                  </a:cubicBezTo>
                  <a:cubicBezTo>
                    <a:pt x="48855" y="96753"/>
                    <a:pt x="94922" y="101455"/>
                    <a:pt x="148229" y="95421"/>
                  </a:cubicBezTo>
                  <a:cubicBezTo>
                    <a:pt x="171533" y="92799"/>
                    <a:pt x="192590" y="88472"/>
                    <a:pt x="211233" y="83561"/>
                  </a:cubicBezTo>
                  <a:cubicBezTo>
                    <a:pt x="198458" y="55721"/>
                    <a:pt x="185682" y="27840"/>
                    <a:pt x="172906" y="0"/>
                  </a:cubicBezTo>
                  <a:cubicBezTo>
                    <a:pt x="134663" y="7823"/>
                    <a:pt x="96045" y="15480"/>
                    <a:pt x="57095" y="22971"/>
                  </a:cubicBezTo>
                  <a:cubicBezTo>
                    <a:pt x="37994" y="26633"/>
                    <a:pt x="18976" y="30253"/>
                    <a:pt x="0" y="3374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3" name="Google Shape;1953;p56"/>
            <p:cNvSpPr/>
            <p:nvPr/>
          </p:nvSpPr>
          <p:spPr>
            <a:xfrm>
              <a:off x="6773896" y="3862206"/>
              <a:ext cx="203143" cy="203907"/>
            </a:xfrm>
            <a:custGeom>
              <a:avLst/>
              <a:gdLst/>
              <a:ahLst/>
              <a:cxnLst/>
              <a:rect l="l" t="t" r="r" b="b"/>
              <a:pathLst>
                <a:path w="56078" h="56289" extrusionOk="0">
                  <a:moveTo>
                    <a:pt x="19482" y="1151"/>
                  </a:moveTo>
                  <a:cubicBezTo>
                    <a:pt x="5625" y="5438"/>
                    <a:pt x="-2115" y="20543"/>
                    <a:pt x="506" y="34026"/>
                  </a:cubicBezTo>
                  <a:cubicBezTo>
                    <a:pt x="2504" y="44263"/>
                    <a:pt x="10286" y="52753"/>
                    <a:pt x="20814" y="56290"/>
                  </a:cubicBezTo>
                  <a:cubicBezTo>
                    <a:pt x="25766" y="54709"/>
                    <a:pt x="30843" y="53169"/>
                    <a:pt x="36045" y="51671"/>
                  </a:cubicBezTo>
                  <a:cubicBezTo>
                    <a:pt x="40414" y="50422"/>
                    <a:pt x="44742" y="49216"/>
                    <a:pt x="48987" y="48134"/>
                  </a:cubicBezTo>
                  <a:cubicBezTo>
                    <a:pt x="50110" y="46677"/>
                    <a:pt x="58849" y="35233"/>
                    <a:pt x="55187" y="21750"/>
                  </a:cubicBezTo>
                  <a:cubicBezTo>
                    <a:pt x="51317" y="7560"/>
                    <a:pt x="35171" y="-3718"/>
                    <a:pt x="19482" y="115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4" name="Google Shape;1954;p56"/>
            <p:cNvSpPr/>
            <p:nvPr/>
          </p:nvSpPr>
          <p:spPr>
            <a:xfrm>
              <a:off x="6874094" y="3704168"/>
              <a:ext cx="844676" cy="358573"/>
            </a:xfrm>
            <a:custGeom>
              <a:avLst/>
              <a:gdLst/>
              <a:ahLst/>
              <a:cxnLst/>
              <a:rect l="l" t="t" r="r" b="b"/>
              <a:pathLst>
                <a:path w="233175" h="98985" extrusionOk="0">
                  <a:moveTo>
                    <a:pt x="0" y="43687"/>
                  </a:moveTo>
                  <a:cubicBezTo>
                    <a:pt x="5368" y="59417"/>
                    <a:pt x="10736" y="75147"/>
                    <a:pt x="16105" y="90836"/>
                  </a:cubicBezTo>
                  <a:cubicBezTo>
                    <a:pt x="50894" y="97536"/>
                    <a:pt x="96961" y="102238"/>
                    <a:pt x="150268" y="96204"/>
                  </a:cubicBezTo>
                  <a:cubicBezTo>
                    <a:pt x="173572" y="93582"/>
                    <a:pt x="194629" y="89255"/>
                    <a:pt x="213272" y="84344"/>
                  </a:cubicBezTo>
                  <a:cubicBezTo>
                    <a:pt x="229169" y="72026"/>
                    <a:pt x="236493" y="52135"/>
                    <a:pt x="231749" y="34407"/>
                  </a:cubicBezTo>
                  <a:cubicBezTo>
                    <a:pt x="225756" y="11936"/>
                    <a:pt x="201287" y="-3753"/>
                    <a:pt x="174946" y="783"/>
                  </a:cubicBezTo>
                  <a:cubicBezTo>
                    <a:pt x="140531" y="4612"/>
                    <a:pt x="101372" y="11561"/>
                    <a:pt x="59133" y="23754"/>
                  </a:cubicBezTo>
                  <a:cubicBezTo>
                    <a:pt x="37869" y="29871"/>
                    <a:pt x="18144" y="36654"/>
                    <a:pt x="0" y="4368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5" name="Google Shape;1955;p56"/>
            <p:cNvSpPr/>
            <p:nvPr/>
          </p:nvSpPr>
          <p:spPr>
            <a:xfrm>
              <a:off x="6767746" y="3929639"/>
              <a:ext cx="323189" cy="813729"/>
            </a:xfrm>
            <a:custGeom>
              <a:avLst/>
              <a:gdLst/>
              <a:ahLst/>
              <a:cxnLst/>
              <a:rect l="l" t="t" r="r" b="b"/>
              <a:pathLst>
                <a:path w="89217" h="224632" extrusionOk="0">
                  <a:moveTo>
                    <a:pt x="0" y="42"/>
                  </a:moveTo>
                  <a:cubicBezTo>
                    <a:pt x="7740" y="74697"/>
                    <a:pt x="15439" y="149395"/>
                    <a:pt x="23179" y="224050"/>
                  </a:cubicBezTo>
                  <a:cubicBezTo>
                    <a:pt x="35871" y="224258"/>
                    <a:pt x="48522" y="224466"/>
                    <a:pt x="61214" y="224633"/>
                  </a:cubicBezTo>
                  <a:cubicBezTo>
                    <a:pt x="73449" y="196086"/>
                    <a:pt x="87972" y="151975"/>
                    <a:pt x="89137" y="96878"/>
                  </a:cubicBezTo>
                  <a:cubicBezTo>
                    <a:pt x="89761" y="68497"/>
                    <a:pt x="86682" y="43570"/>
                    <a:pt x="82604" y="23179"/>
                  </a:cubicBezTo>
                  <a:cubicBezTo>
                    <a:pt x="55055" y="15439"/>
                    <a:pt x="27549" y="7740"/>
                    <a:pt x="0"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6" name="Google Shape;1956;p56"/>
            <p:cNvSpPr/>
            <p:nvPr/>
          </p:nvSpPr>
          <p:spPr>
            <a:xfrm>
              <a:off x="6458195" y="3790199"/>
              <a:ext cx="323192" cy="958553"/>
            </a:xfrm>
            <a:custGeom>
              <a:avLst/>
              <a:gdLst/>
              <a:ahLst/>
              <a:cxnLst/>
              <a:rect l="l" t="t" r="r" b="b"/>
              <a:pathLst>
                <a:path w="89218" h="264611" extrusionOk="0">
                  <a:moveTo>
                    <a:pt x="0" y="40020"/>
                  </a:moveTo>
                  <a:cubicBezTo>
                    <a:pt x="7740" y="114676"/>
                    <a:pt x="15439" y="189373"/>
                    <a:pt x="23179" y="264029"/>
                  </a:cubicBezTo>
                  <a:cubicBezTo>
                    <a:pt x="35871" y="264237"/>
                    <a:pt x="48522" y="264445"/>
                    <a:pt x="61214" y="264612"/>
                  </a:cubicBezTo>
                  <a:cubicBezTo>
                    <a:pt x="73449" y="236064"/>
                    <a:pt x="87972" y="191954"/>
                    <a:pt x="89138" y="136856"/>
                  </a:cubicBezTo>
                  <a:cubicBezTo>
                    <a:pt x="89762" y="108476"/>
                    <a:pt x="86682" y="83549"/>
                    <a:pt x="82604" y="63158"/>
                  </a:cubicBezTo>
                  <a:cubicBezTo>
                    <a:pt x="74364" y="42601"/>
                    <a:pt x="66166" y="22085"/>
                    <a:pt x="57927" y="1527"/>
                  </a:cubicBezTo>
                  <a:cubicBezTo>
                    <a:pt x="55180" y="778"/>
                    <a:pt x="37619" y="-3674"/>
                    <a:pt x="20682" y="7270"/>
                  </a:cubicBezTo>
                  <a:cubicBezTo>
                    <a:pt x="3204" y="18589"/>
                    <a:pt x="375" y="37274"/>
                    <a:pt x="0" y="3997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7" name="Google Shape;1957;p56"/>
            <p:cNvSpPr/>
            <p:nvPr/>
          </p:nvSpPr>
          <p:spPr>
            <a:xfrm>
              <a:off x="7117093" y="2929739"/>
              <a:ext cx="673959" cy="856692"/>
            </a:xfrm>
            <a:custGeom>
              <a:avLst/>
              <a:gdLst/>
              <a:ahLst/>
              <a:cxnLst/>
              <a:rect l="l" t="t" r="r" b="b"/>
              <a:pathLst>
                <a:path w="186048" h="236492" extrusionOk="0">
                  <a:moveTo>
                    <a:pt x="3322" y="36204"/>
                  </a:moveTo>
                  <a:cubicBezTo>
                    <a:pt x="2323" y="47898"/>
                    <a:pt x="1490" y="59883"/>
                    <a:pt x="949" y="72159"/>
                  </a:cubicBezTo>
                  <a:cubicBezTo>
                    <a:pt x="-1464" y="124426"/>
                    <a:pt x="908" y="172990"/>
                    <a:pt x="5985" y="217142"/>
                  </a:cubicBezTo>
                  <a:cubicBezTo>
                    <a:pt x="11811" y="223884"/>
                    <a:pt x="21049" y="232373"/>
                    <a:pt x="34074" y="235411"/>
                  </a:cubicBezTo>
                  <a:cubicBezTo>
                    <a:pt x="52592" y="239739"/>
                    <a:pt x="65992" y="230001"/>
                    <a:pt x="84427" y="225174"/>
                  </a:cubicBezTo>
                  <a:cubicBezTo>
                    <a:pt x="100116" y="221012"/>
                    <a:pt x="123420" y="219348"/>
                    <a:pt x="155671" y="231499"/>
                  </a:cubicBezTo>
                  <a:cubicBezTo>
                    <a:pt x="165783" y="168038"/>
                    <a:pt x="175937" y="104576"/>
                    <a:pt x="186049" y="41156"/>
                  </a:cubicBezTo>
                  <a:cubicBezTo>
                    <a:pt x="184509" y="37952"/>
                    <a:pt x="182095" y="33666"/>
                    <a:pt x="178475" y="29130"/>
                  </a:cubicBezTo>
                  <a:cubicBezTo>
                    <a:pt x="175645" y="25593"/>
                    <a:pt x="169486" y="18685"/>
                    <a:pt x="159749" y="13316"/>
                  </a:cubicBezTo>
                  <a:cubicBezTo>
                    <a:pt x="155546" y="10986"/>
                    <a:pt x="152383" y="9904"/>
                    <a:pt x="125417" y="3288"/>
                  </a:cubicBezTo>
                  <a:cubicBezTo>
                    <a:pt x="119924" y="1914"/>
                    <a:pt x="115263" y="791"/>
                    <a:pt x="111851" y="0"/>
                  </a:cubicBezTo>
                  <a:cubicBezTo>
                    <a:pt x="101864" y="24136"/>
                    <a:pt x="81639" y="33749"/>
                    <a:pt x="70570" y="28714"/>
                  </a:cubicBezTo>
                  <a:cubicBezTo>
                    <a:pt x="60666" y="24178"/>
                    <a:pt x="58918" y="8240"/>
                    <a:pt x="58668" y="5951"/>
                  </a:cubicBezTo>
                  <a:cubicBezTo>
                    <a:pt x="40192" y="16063"/>
                    <a:pt x="21715" y="26175"/>
                    <a:pt x="3280" y="3628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8" name="Google Shape;1958;p56"/>
            <p:cNvSpPr/>
            <p:nvPr/>
          </p:nvSpPr>
          <p:spPr>
            <a:xfrm>
              <a:off x="7328251" y="2732409"/>
              <a:ext cx="152402" cy="214361"/>
            </a:xfrm>
            <a:custGeom>
              <a:avLst/>
              <a:gdLst/>
              <a:ahLst/>
              <a:cxnLst/>
              <a:rect l="l" t="t" r="r" b="b"/>
              <a:pathLst>
                <a:path w="42071" h="59175" extrusionOk="0">
                  <a:moveTo>
                    <a:pt x="42072" y="27507"/>
                  </a:moveTo>
                  <a:cubicBezTo>
                    <a:pt x="42072" y="45068"/>
                    <a:pt x="29962" y="59175"/>
                    <a:pt x="15106" y="59175"/>
                  </a:cubicBezTo>
                  <a:cubicBezTo>
                    <a:pt x="10112" y="59175"/>
                    <a:pt x="5535" y="57594"/>
                    <a:pt x="1540" y="54764"/>
                  </a:cubicBezTo>
                  <a:cubicBezTo>
                    <a:pt x="2122" y="51643"/>
                    <a:pt x="2414" y="48189"/>
                    <a:pt x="2414" y="44194"/>
                  </a:cubicBezTo>
                  <a:cubicBezTo>
                    <a:pt x="2538" y="37619"/>
                    <a:pt x="1706" y="29921"/>
                    <a:pt x="0" y="20682"/>
                  </a:cubicBezTo>
                  <a:cubicBezTo>
                    <a:pt x="4411" y="18560"/>
                    <a:pt x="9280" y="15813"/>
                    <a:pt x="14274" y="12276"/>
                  </a:cubicBezTo>
                  <a:cubicBezTo>
                    <a:pt x="19850" y="8281"/>
                    <a:pt x="24386" y="4161"/>
                    <a:pt x="28256" y="0"/>
                  </a:cubicBezTo>
                  <a:cubicBezTo>
                    <a:pt x="36537" y="5410"/>
                    <a:pt x="42072" y="15689"/>
                    <a:pt x="42072" y="2750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9" name="Google Shape;1959;p56"/>
            <p:cNvSpPr/>
            <p:nvPr/>
          </p:nvSpPr>
          <p:spPr>
            <a:xfrm>
              <a:off x="7199927" y="2453785"/>
              <a:ext cx="342935" cy="447520"/>
            </a:xfrm>
            <a:custGeom>
              <a:avLst/>
              <a:gdLst/>
              <a:ahLst/>
              <a:cxnLst/>
              <a:rect l="l" t="t" r="r" b="b"/>
              <a:pathLst>
                <a:path w="94668" h="123539" extrusionOk="0">
                  <a:moveTo>
                    <a:pt x="42234" y="487"/>
                  </a:moveTo>
                  <a:cubicBezTo>
                    <a:pt x="37907" y="861"/>
                    <a:pt x="34203" y="1402"/>
                    <a:pt x="30707" y="2151"/>
                  </a:cubicBezTo>
                  <a:cubicBezTo>
                    <a:pt x="11523" y="6230"/>
                    <a:pt x="-1627" y="23999"/>
                    <a:pt x="163" y="43557"/>
                  </a:cubicBezTo>
                  <a:lnTo>
                    <a:pt x="3825" y="83257"/>
                  </a:lnTo>
                  <a:cubicBezTo>
                    <a:pt x="5281" y="88168"/>
                    <a:pt x="10899" y="104688"/>
                    <a:pt x="27670" y="115258"/>
                  </a:cubicBezTo>
                  <a:cubicBezTo>
                    <a:pt x="37407" y="121417"/>
                    <a:pt x="46854" y="123040"/>
                    <a:pt x="52305" y="123540"/>
                  </a:cubicBezTo>
                  <a:cubicBezTo>
                    <a:pt x="52638" y="123540"/>
                    <a:pt x="52971" y="123456"/>
                    <a:pt x="53345" y="123415"/>
                  </a:cubicBezTo>
                  <a:cubicBezTo>
                    <a:pt x="53678" y="123415"/>
                    <a:pt x="54011" y="123415"/>
                    <a:pt x="54386" y="123373"/>
                  </a:cubicBezTo>
                  <a:cubicBezTo>
                    <a:pt x="59629" y="121875"/>
                    <a:pt x="68660" y="118546"/>
                    <a:pt x="77065" y="110722"/>
                  </a:cubicBezTo>
                  <a:cubicBezTo>
                    <a:pt x="91630" y="97239"/>
                    <a:pt x="94127" y="79970"/>
                    <a:pt x="94668" y="74893"/>
                  </a:cubicBezTo>
                  <a:lnTo>
                    <a:pt x="91006" y="35193"/>
                  </a:lnTo>
                  <a:cubicBezTo>
                    <a:pt x="89217" y="15634"/>
                    <a:pt x="73071" y="528"/>
                    <a:pt x="53429" y="29"/>
                  </a:cubicBezTo>
                  <a:cubicBezTo>
                    <a:pt x="49850" y="-54"/>
                    <a:pt x="46105" y="29"/>
                    <a:pt x="42193" y="44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0" name="Google Shape;1960;p56"/>
            <p:cNvSpPr/>
            <p:nvPr/>
          </p:nvSpPr>
          <p:spPr>
            <a:xfrm>
              <a:off x="7159230" y="2630911"/>
              <a:ext cx="77808" cy="105013"/>
            </a:xfrm>
            <a:custGeom>
              <a:avLst/>
              <a:gdLst/>
              <a:ahLst/>
              <a:cxnLst/>
              <a:rect l="l" t="t" r="r" b="b"/>
              <a:pathLst>
                <a:path w="21479" h="28989" extrusionOk="0">
                  <a:moveTo>
                    <a:pt x="21393" y="13517"/>
                  </a:moveTo>
                  <a:cubicBezTo>
                    <a:pt x="22142" y="21507"/>
                    <a:pt x="17939" y="28415"/>
                    <a:pt x="12071" y="28955"/>
                  </a:cubicBezTo>
                  <a:cubicBezTo>
                    <a:pt x="6204" y="29496"/>
                    <a:pt x="794" y="23462"/>
                    <a:pt x="86" y="15473"/>
                  </a:cubicBezTo>
                  <a:cubicBezTo>
                    <a:pt x="-663" y="7483"/>
                    <a:pt x="3540" y="575"/>
                    <a:pt x="9408" y="34"/>
                  </a:cubicBezTo>
                  <a:cubicBezTo>
                    <a:pt x="15317" y="-507"/>
                    <a:pt x="20685" y="5527"/>
                    <a:pt x="21393" y="13517"/>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1" name="Google Shape;1961;p56"/>
            <p:cNvSpPr/>
            <p:nvPr/>
          </p:nvSpPr>
          <p:spPr>
            <a:xfrm>
              <a:off x="7506289" y="2598977"/>
              <a:ext cx="77808" cy="105013"/>
            </a:xfrm>
            <a:custGeom>
              <a:avLst/>
              <a:gdLst/>
              <a:ahLst/>
              <a:cxnLst/>
              <a:rect l="l" t="t" r="r" b="b"/>
              <a:pathLst>
                <a:path w="21479" h="28989" extrusionOk="0">
                  <a:moveTo>
                    <a:pt x="21393" y="13517"/>
                  </a:moveTo>
                  <a:cubicBezTo>
                    <a:pt x="22142" y="21507"/>
                    <a:pt x="17939" y="28415"/>
                    <a:pt x="12071" y="28955"/>
                  </a:cubicBezTo>
                  <a:cubicBezTo>
                    <a:pt x="6162" y="29496"/>
                    <a:pt x="794" y="23462"/>
                    <a:pt x="86" y="15473"/>
                  </a:cubicBezTo>
                  <a:cubicBezTo>
                    <a:pt x="-663" y="7483"/>
                    <a:pt x="3540" y="575"/>
                    <a:pt x="9408" y="34"/>
                  </a:cubicBezTo>
                  <a:cubicBezTo>
                    <a:pt x="15317" y="-507"/>
                    <a:pt x="20685" y="5527"/>
                    <a:pt x="21393" y="13517"/>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2" name="Google Shape;1962;p56"/>
            <p:cNvSpPr/>
            <p:nvPr/>
          </p:nvSpPr>
          <p:spPr>
            <a:xfrm>
              <a:off x="7363653" y="2793394"/>
              <a:ext cx="33613" cy="8335"/>
            </a:xfrm>
            <a:custGeom>
              <a:avLst/>
              <a:gdLst/>
              <a:ahLst/>
              <a:cxnLst/>
              <a:rect l="l" t="t" r="r" b="b"/>
              <a:pathLst>
                <a:path w="9279" h="2301" extrusionOk="0">
                  <a:moveTo>
                    <a:pt x="0" y="1588"/>
                  </a:moveTo>
                  <a:cubicBezTo>
                    <a:pt x="1456" y="589"/>
                    <a:pt x="2996" y="215"/>
                    <a:pt x="4536" y="48"/>
                  </a:cubicBezTo>
                  <a:cubicBezTo>
                    <a:pt x="6075" y="-77"/>
                    <a:pt x="7657" y="7"/>
                    <a:pt x="9280" y="714"/>
                  </a:cubicBezTo>
                  <a:cubicBezTo>
                    <a:pt x="7823" y="1754"/>
                    <a:pt x="6284" y="2087"/>
                    <a:pt x="4744" y="2254"/>
                  </a:cubicBezTo>
                  <a:cubicBezTo>
                    <a:pt x="3204" y="2379"/>
                    <a:pt x="1623" y="2295"/>
                    <a:pt x="0" y="158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3" name="Google Shape;1963;p56"/>
            <p:cNvSpPr/>
            <p:nvPr/>
          </p:nvSpPr>
          <p:spPr>
            <a:xfrm>
              <a:off x="7358610" y="2853348"/>
              <a:ext cx="69802" cy="21724"/>
            </a:xfrm>
            <a:custGeom>
              <a:avLst/>
              <a:gdLst/>
              <a:ahLst/>
              <a:cxnLst/>
              <a:rect l="l" t="t" r="r" b="b"/>
              <a:pathLst>
                <a:path w="19269" h="5997" extrusionOk="0">
                  <a:moveTo>
                    <a:pt x="8218" y="5998"/>
                  </a:moveTo>
                  <a:cubicBezTo>
                    <a:pt x="5846" y="5998"/>
                    <a:pt x="3474" y="5582"/>
                    <a:pt x="1227" y="4791"/>
                  </a:cubicBezTo>
                  <a:cubicBezTo>
                    <a:pt x="269" y="4458"/>
                    <a:pt x="-230" y="3418"/>
                    <a:pt x="103" y="2461"/>
                  </a:cubicBezTo>
                  <a:cubicBezTo>
                    <a:pt x="436" y="1504"/>
                    <a:pt x="1476" y="1004"/>
                    <a:pt x="2434" y="1337"/>
                  </a:cubicBezTo>
                  <a:cubicBezTo>
                    <a:pt x="4639" y="2128"/>
                    <a:pt x="6928" y="2461"/>
                    <a:pt x="9300" y="2294"/>
                  </a:cubicBezTo>
                  <a:cubicBezTo>
                    <a:pt x="12462" y="2086"/>
                    <a:pt x="15001" y="1046"/>
                    <a:pt x="16540" y="214"/>
                  </a:cubicBezTo>
                  <a:cubicBezTo>
                    <a:pt x="17414" y="-244"/>
                    <a:pt x="18538" y="47"/>
                    <a:pt x="19037" y="963"/>
                  </a:cubicBezTo>
                  <a:cubicBezTo>
                    <a:pt x="19537" y="1836"/>
                    <a:pt x="19204" y="2960"/>
                    <a:pt x="18288" y="3459"/>
                  </a:cubicBezTo>
                  <a:cubicBezTo>
                    <a:pt x="15625" y="4916"/>
                    <a:pt x="12587" y="5790"/>
                    <a:pt x="9549" y="5998"/>
                  </a:cubicBezTo>
                  <a:cubicBezTo>
                    <a:pt x="9092" y="5998"/>
                    <a:pt x="8676" y="5998"/>
                    <a:pt x="8259" y="599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4" name="Google Shape;1964;p56"/>
            <p:cNvSpPr/>
            <p:nvPr/>
          </p:nvSpPr>
          <p:spPr>
            <a:xfrm>
              <a:off x="7348272" y="2821643"/>
              <a:ext cx="82705" cy="36739"/>
            </a:xfrm>
            <a:custGeom>
              <a:avLst/>
              <a:gdLst/>
              <a:ahLst/>
              <a:cxnLst/>
              <a:rect l="l" t="t" r="r" b="b"/>
              <a:pathLst>
                <a:path w="22831" h="10142" extrusionOk="0">
                  <a:moveTo>
                    <a:pt x="21976" y="2606"/>
                  </a:moveTo>
                  <a:cubicBezTo>
                    <a:pt x="22601" y="3813"/>
                    <a:pt x="23225" y="5602"/>
                    <a:pt x="22517" y="7100"/>
                  </a:cubicBezTo>
                  <a:cubicBezTo>
                    <a:pt x="22185" y="7808"/>
                    <a:pt x="21227" y="9056"/>
                    <a:pt x="12988" y="9847"/>
                  </a:cubicBezTo>
                  <a:cubicBezTo>
                    <a:pt x="3833" y="10721"/>
                    <a:pt x="2293" y="9431"/>
                    <a:pt x="1752" y="8890"/>
                  </a:cubicBezTo>
                  <a:cubicBezTo>
                    <a:pt x="212" y="7309"/>
                    <a:pt x="-37" y="5061"/>
                    <a:pt x="4" y="3563"/>
                  </a:cubicBezTo>
                  <a:cubicBezTo>
                    <a:pt x="1419" y="3147"/>
                    <a:pt x="3417" y="2565"/>
                    <a:pt x="5872" y="1940"/>
                  </a:cubicBezTo>
                  <a:cubicBezTo>
                    <a:pt x="8577" y="1233"/>
                    <a:pt x="9950" y="858"/>
                    <a:pt x="11198" y="650"/>
                  </a:cubicBezTo>
                  <a:cubicBezTo>
                    <a:pt x="14694" y="26"/>
                    <a:pt x="21477" y="-681"/>
                    <a:pt x="22226" y="1316"/>
                  </a:cubicBezTo>
                  <a:cubicBezTo>
                    <a:pt x="22309" y="1566"/>
                    <a:pt x="22351" y="1982"/>
                    <a:pt x="22018" y="264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5" name="Google Shape;1965;p56"/>
            <p:cNvSpPr/>
            <p:nvPr/>
          </p:nvSpPr>
          <p:spPr>
            <a:xfrm>
              <a:off x="7403112" y="2631548"/>
              <a:ext cx="109294" cy="35664"/>
            </a:xfrm>
            <a:custGeom>
              <a:avLst/>
              <a:gdLst/>
              <a:ahLst/>
              <a:cxnLst/>
              <a:rect l="l" t="t" r="r" b="b"/>
              <a:pathLst>
                <a:path w="30171" h="9845" extrusionOk="0">
                  <a:moveTo>
                    <a:pt x="30172" y="4727"/>
                  </a:moveTo>
                  <a:cubicBezTo>
                    <a:pt x="26052" y="4436"/>
                    <a:pt x="20392" y="4436"/>
                    <a:pt x="13818" y="5684"/>
                  </a:cubicBezTo>
                  <a:cubicBezTo>
                    <a:pt x="8158" y="6724"/>
                    <a:pt x="3539" y="8347"/>
                    <a:pt x="126" y="9845"/>
                  </a:cubicBezTo>
                  <a:cubicBezTo>
                    <a:pt x="2" y="9096"/>
                    <a:pt x="-40" y="8222"/>
                    <a:pt x="43" y="7224"/>
                  </a:cubicBezTo>
                  <a:cubicBezTo>
                    <a:pt x="251" y="4852"/>
                    <a:pt x="1167" y="2937"/>
                    <a:pt x="1874" y="1772"/>
                  </a:cubicBezTo>
                  <a:cubicBezTo>
                    <a:pt x="6369" y="982"/>
                    <a:pt x="10156" y="565"/>
                    <a:pt x="12944" y="316"/>
                  </a:cubicBezTo>
                  <a:cubicBezTo>
                    <a:pt x="19685" y="-267"/>
                    <a:pt x="21641" y="66"/>
                    <a:pt x="22889" y="441"/>
                  </a:cubicBezTo>
                  <a:cubicBezTo>
                    <a:pt x="26468" y="1398"/>
                    <a:pt x="28840" y="3395"/>
                    <a:pt x="30172" y="47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6" name="Google Shape;1966;p56"/>
            <p:cNvSpPr/>
            <p:nvPr/>
          </p:nvSpPr>
          <p:spPr>
            <a:xfrm>
              <a:off x="7397335" y="2637209"/>
              <a:ext cx="7745" cy="30451"/>
            </a:xfrm>
            <a:custGeom>
              <a:avLst/>
              <a:gdLst/>
              <a:ahLst/>
              <a:cxnLst/>
              <a:rect l="l" t="t" r="r" b="b"/>
              <a:pathLst>
                <a:path w="2138" h="8406" extrusionOk="0">
                  <a:moveTo>
                    <a:pt x="932" y="499"/>
                  </a:moveTo>
                  <a:cubicBezTo>
                    <a:pt x="640" y="1248"/>
                    <a:pt x="266" y="2372"/>
                    <a:pt x="99" y="3745"/>
                  </a:cubicBezTo>
                  <a:cubicBezTo>
                    <a:pt x="-192" y="6159"/>
                    <a:pt x="224" y="8406"/>
                    <a:pt x="474" y="8406"/>
                  </a:cubicBezTo>
                  <a:cubicBezTo>
                    <a:pt x="765" y="8406"/>
                    <a:pt x="1057" y="5535"/>
                    <a:pt x="1140" y="4702"/>
                  </a:cubicBezTo>
                  <a:cubicBezTo>
                    <a:pt x="1265" y="3454"/>
                    <a:pt x="1306" y="2372"/>
                    <a:pt x="1806" y="874"/>
                  </a:cubicBezTo>
                  <a:cubicBezTo>
                    <a:pt x="1930" y="499"/>
                    <a:pt x="2055" y="208"/>
                    <a:pt x="2139" y="0"/>
                  </a:cubicBezTo>
                  <a:lnTo>
                    <a:pt x="890" y="49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7" name="Google Shape;1967;p56"/>
            <p:cNvSpPr/>
            <p:nvPr/>
          </p:nvSpPr>
          <p:spPr>
            <a:xfrm>
              <a:off x="7229888" y="2657697"/>
              <a:ext cx="110493" cy="29393"/>
            </a:xfrm>
            <a:custGeom>
              <a:avLst/>
              <a:gdLst/>
              <a:ahLst/>
              <a:cxnLst/>
              <a:rect l="l" t="t" r="r" b="b"/>
              <a:pathLst>
                <a:path w="30502" h="8114" extrusionOk="0">
                  <a:moveTo>
                    <a:pt x="0" y="8115"/>
                  </a:moveTo>
                  <a:cubicBezTo>
                    <a:pt x="3995" y="7074"/>
                    <a:pt x="9571" y="6076"/>
                    <a:pt x="16271" y="6076"/>
                  </a:cubicBezTo>
                  <a:cubicBezTo>
                    <a:pt x="22014" y="6076"/>
                    <a:pt x="26841" y="6825"/>
                    <a:pt x="30503" y="7657"/>
                  </a:cubicBezTo>
                  <a:cubicBezTo>
                    <a:pt x="30503" y="6908"/>
                    <a:pt x="30378" y="5992"/>
                    <a:pt x="30087" y="5035"/>
                  </a:cubicBezTo>
                  <a:cubicBezTo>
                    <a:pt x="29463" y="2705"/>
                    <a:pt x="28214" y="1040"/>
                    <a:pt x="27299" y="0"/>
                  </a:cubicBezTo>
                  <a:cubicBezTo>
                    <a:pt x="22721" y="42"/>
                    <a:pt x="18934" y="333"/>
                    <a:pt x="16146" y="583"/>
                  </a:cubicBezTo>
                  <a:cubicBezTo>
                    <a:pt x="9405" y="1207"/>
                    <a:pt x="7574" y="1914"/>
                    <a:pt x="6367" y="2497"/>
                  </a:cubicBezTo>
                  <a:cubicBezTo>
                    <a:pt x="3038" y="4120"/>
                    <a:pt x="1040" y="6492"/>
                    <a:pt x="0" y="807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8" name="Google Shape;1968;p56"/>
            <p:cNvSpPr/>
            <p:nvPr/>
          </p:nvSpPr>
          <p:spPr>
            <a:xfrm>
              <a:off x="7333225" y="2656339"/>
              <a:ext cx="12110" cy="28944"/>
            </a:xfrm>
            <a:custGeom>
              <a:avLst/>
              <a:gdLst/>
              <a:ahLst/>
              <a:cxnLst/>
              <a:rect l="l" t="t" r="r" b="b"/>
              <a:pathLst>
                <a:path w="3343" h="7990" extrusionOk="0">
                  <a:moveTo>
                    <a:pt x="1290" y="250"/>
                  </a:moveTo>
                  <a:cubicBezTo>
                    <a:pt x="1706" y="957"/>
                    <a:pt x="2289" y="1997"/>
                    <a:pt x="2705" y="3329"/>
                  </a:cubicBezTo>
                  <a:cubicBezTo>
                    <a:pt x="3412" y="5660"/>
                    <a:pt x="3454" y="7948"/>
                    <a:pt x="3204" y="7990"/>
                  </a:cubicBezTo>
                  <a:cubicBezTo>
                    <a:pt x="2913" y="8032"/>
                    <a:pt x="2122" y="5285"/>
                    <a:pt x="1873" y="4453"/>
                  </a:cubicBezTo>
                  <a:cubicBezTo>
                    <a:pt x="1498" y="3246"/>
                    <a:pt x="1290" y="2206"/>
                    <a:pt x="499" y="791"/>
                  </a:cubicBezTo>
                  <a:cubicBezTo>
                    <a:pt x="291" y="458"/>
                    <a:pt x="125" y="166"/>
                    <a:pt x="0" y="0"/>
                  </a:cubicBezTo>
                  <a:lnTo>
                    <a:pt x="1290" y="2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9" name="Google Shape;1969;p56"/>
            <p:cNvSpPr/>
            <p:nvPr/>
          </p:nvSpPr>
          <p:spPr>
            <a:xfrm>
              <a:off x="7281622" y="2724680"/>
              <a:ext cx="44184" cy="37931"/>
            </a:xfrm>
            <a:custGeom>
              <a:avLst/>
              <a:gdLst/>
              <a:ahLst/>
              <a:cxnLst/>
              <a:rect l="l" t="t" r="r" b="b"/>
              <a:pathLst>
                <a:path w="12197" h="10471" extrusionOk="0">
                  <a:moveTo>
                    <a:pt x="12174" y="4508"/>
                  </a:moveTo>
                  <a:cubicBezTo>
                    <a:pt x="12466" y="7379"/>
                    <a:pt x="9969" y="10001"/>
                    <a:pt x="6598" y="10417"/>
                  </a:cubicBezTo>
                  <a:cubicBezTo>
                    <a:pt x="3227" y="10833"/>
                    <a:pt x="314" y="8835"/>
                    <a:pt x="23" y="5964"/>
                  </a:cubicBezTo>
                  <a:cubicBezTo>
                    <a:pt x="-268" y="3134"/>
                    <a:pt x="2229" y="471"/>
                    <a:pt x="5599" y="55"/>
                  </a:cubicBezTo>
                  <a:cubicBezTo>
                    <a:pt x="8970" y="-361"/>
                    <a:pt x="11883" y="1636"/>
                    <a:pt x="12174" y="45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0" name="Google Shape;1970;p56"/>
            <p:cNvSpPr/>
            <p:nvPr/>
          </p:nvSpPr>
          <p:spPr>
            <a:xfrm>
              <a:off x="7243849" y="2715486"/>
              <a:ext cx="96728" cy="22963"/>
            </a:xfrm>
            <a:custGeom>
              <a:avLst/>
              <a:gdLst/>
              <a:ahLst/>
              <a:cxnLst/>
              <a:rect l="l" t="t" r="r" b="b"/>
              <a:pathLst>
                <a:path w="26702" h="6339" extrusionOk="0">
                  <a:moveTo>
                    <a:pt x="1845" y="6340"/>
                  </a:moveTo>
                  <a:cubicBezTo>
                    <a:pt x="929" y="6340"/>
                    <a:pt x="138" y="5632"/>
                    <a:pt x="14" y="4717"/>
                  </a:cubicBezTo>
                  <a:cubicBezTo>
                    <a:pt x="-111" y="3718"/>
                    <a:pt x="638" y="2802"/>
                    <a:pt x="1637" y="2678"/>
                  </a:cubicBezTo>
                  <a:cubicBezTo>
                    <a:pt x="7213" y="2095"/>
                    <a:pt x="12789" y="1471"/>
                    <a:pt x="18449" y="763"/>
                  </a:cubicBezTo>
                  <a:lnTo>
                    <a:pt x="24649" y="14"/>
                  </a:lnTo>
                  <a:cubicBezTo>
                    <a:pt x="25565" y="-111"/>
                    <a:pt x="26563" y="597"/>
                    <a:pt x="26688" y="1596"/>
                  </a:cubicBezTo>
                  <a:cubicBezTo>
                    <a:pt x="26813" y="2594"/>
                    <a:pt x="26106" y="3510"/>
                    <a:pt x="25107" y="3635"/>
                  </a:cubicBezTo>
                  <a:lnTo>
                    <a:pt x="18906" y="4384"/>
                  </a:lnTo>
                  <a:cubicBezTo>
                    <a:pt x="13247" y="5091"/>
                    <a:pt x="7587" y="5715"/>
                    <a:pt x="2011" y="6298"/>
                  </a:cubicBezTo>
                  <a:cubicBezTo>
                    <a:pt x="1969" y="6298"/>
                    <a:pt x="1886" y="6298"/>
                    <a:pt x="1845" y="629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1" name="Google Shape;1971;p56"/>
            <p:cNvSpPr/>
            <p:nvPr/>
          </p:nvSpPr>
          <p:spPr>
            <a:xfrm>
              <a:off x="7434510" y="2706227"/>
              <a:ext cx="43890" cy="37935"/>
            </a:xfrm>
            <a:custGeom>
              <a:avLst/>
              <a:gdLst/>
              <a:ahLst/>
              <a:cxnLst/>
              <a:rect l="l" t="t" r="r" b="b"/>
              <a:pathLst>
                <a:path w="12116" h="10472" extrusionOk="0">
                  <a:moveTo>
                    <a:pt x="232" y="7067"/>
                  </a:moveTo>
                  <a:cubicBezTo>
                    <a:pt x="1148" y="9772"/>
                    <a:pt x="4519" y="11145"/>
                    <a:pt x="7723" y="10147"/>
                  </a:cubicBezTo>
                  <a:cubicBezTo>
                    <a:pt x="10927" y="9148"/>
                    <a:pt x="12800" y="6110"/>
                    <a:pt x="11884" y="3405"/>
                  </a:cubicBezTo>
                  <a:cubicBezTo>
                    <a:pt x="10969" y="700"/>
                    <a:pt x="7598" y="-673"/>
                    <a:pt x="4394" y="326"/>
                  </a:cubicBezTo>
                  <a:cubicBezTo>
                    <a:pt x="1190" y="1325"/>
                    <a:pt x="-683" y="4362"/>
                    <a:pt x="232" y="706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2" name="Google Shape;1972;p56"/>
            <p:cNvSpPr/>
            <p:nvPr/>
          </p:nvSpPr>
          <p:spPr>
            <a:xfrm>
              <a:off x="7413377" y="2685808"/>
              <a:ext cx="93500" cy="38645"/>
            </a:xfrm>
            <a:custGeom>
              <a:avLst/>
              <a:gdLst/>
              <a:ahLst/>
              <a:cxnLst/>
              <a:rect l="l" t="t" r="r" b="b"/>
              <a:pathLst>
                <a:path w="25811" h="10668" extrusionOk="0">
                  <a:moveTo>
                    <a:pt x="1827" y="10669"/>
                  </a:moveTo>
                  <a:cubicBezTo>
                    <a:pt x="1036" y="10669"/>
                    <a:pt x="287" y="10169"/>
                    <a:pt x="79" y="9378"/>
                  </a:cubicBezTo>
                  <a:cubicBezTo>
                    <a:pt x="-212" y="8421"/>
                    <a:pt x="329" y="7381"/>
                    <a:pt x="1286" y="7090"/>
                  </a:cubicBezTo>
                  <a:lnTo>
                    <a:pt x="7236" y="5259"/>
                  </a:lnTo>
                  <a:cubicBezTo>
                    <a:pt x="12688" y="3553"/>
                    <a:pt x="18098" y="1846"/>
                    <a:pt x="23383" y="99"/>
                  </a:cubicBezTo>
                  <a:cubicBezTo>
                    <a:pt x="24340" y="-234"/>
                    <a:pt x="25380" y="307"/>
                    <a:pt x="25713" y="1264"/>
                  </a:cubicBezTo>
                  <a:cubicBezTo>
                    <a:pt x="26046" y="2221"/>
                    <a:pt x="25505" y="3261"/>
                    <a:pt x="24548" y="3594"/>
                  </a:cubicBezTo>
                  <a:cubicBezTo>
                    <a:pt x="19221" y="5342"/>
                    <a:pt x="13811" y="7090"/>
                    <a:pt x="8360" y="8754"/>
                  </a:cubicBezTo>
                  <a:lnTo>
                    <a:pt x="2368" y="10585"/>
                  </a:lnTo>
                  <a:cubicBezTo>
                    <a:pt x="2368" y="10585"/>
                    <a:pt x="1993" y="10669"/>
                    <a:pt x="1827" y="1066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3" name="Google Shape;1973;p56"/>
            <p:cNvSpPr/>
            <p:nvPr/>
          </p:nvSpPr>
          <p:spPr>
            <a:xfrm>
              <a:off x="7321034" y="2807363"/>
              <a:ext cx="132156" cy="38351"/>
            </a:xfrm>
            <a:custGeom>
              <a:avLst/>
              <a:gdLst/>
              <a:ahLst/>
              <a:cxnLst/>
              <a:rect l="l" t="t" r="r" b="b"/>
              <a:pathLst>
                <a:path w="36482" h="10587" extrusionOk="0">
                  <a:moveTo>
                    <a:pt x="15935" y="10588"/>
                  </a:moveTo>
                  <a:cubicBezTo>
                    <a:pt x="9152" y="10588"/>
                    <a:pt x="3826" y="8299"/>
                    <a:pt x="954" y="6759"/>
                  </a:cubicBezTo>
                  <a:cubicBezTo>
                    <a:pt x="81" y="6260"/>
                    <a:pt x="-252" y="5136"/>
                    <a:pt x="205" y="4262"/>
                  </a:cubicBezTo>
                  <a:cubicBezTo>
                    <a:pt x="705" y="3388"/>
                    <a:pt x="1828" y="3056"/>
                    <a:pt x="2702" y="3513"/>
                  </a:cubicBezTo>
                  <a:cubicBezTo>
                    <a:pt x="5740" y="5178"/>
                    <a:pt x="11982" y="7800"/>
                    <a:pt x="19889" y="6634"/>
                  </a:cubicBezTo>
                  <a:cubicBezTo>
                    <a:pt x="26214" y="5677"/>
                    <a:pt x="30750" y="2723"/>
                    <a:pt x="33455" y="434"/>
                  </a:cubicBezTo>
                  <a:cubicBezTo>
                    <a:pt x="34246" y="-232"/>
                    <a:pt x="35411" y="-107"/>
                    <a:pt x="36035" y="642"/>
                  </a:cubicBezTo>
                  <a:cubicBezTo>
                    <a:pt x="36701" y="1433"/>
                    <a:pt x="36618" y="2556"/>
                    <a:pt x="35827" y="3222"/>
                  </a:cubicBezTo>
                  <a:cubicBezTo>
                    <a:pt x="32747" y="5844"/>
                    <a:pt x="27587" y="9173"/>
                    <a:pt x="20430" y="10255"/>
                  </a:cubicBezTo>
                  <a:cubicBezTo>
                    <a:pt x="18848" y="10504"/>
                    <a:pt x="17350" y="10588"/>
                    <a:pt x="15935" y="1058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4" name="Google Shape;1974;p56"/>
            <p:cNvSpPr/>
            <p:nvPr/>
          </p:nvSpPr>
          <p:spPr>
            <a:xfrm>
              <a:off x="6297770" y="4815961"/>
              <a:ext cx="383257" cy="172301"/>
            </a:xfrm>
            <a:custGeom>
              <a:avLst/>
              <a:gdLst/>
              <a:ahLst/>
              <a:cxnLst/>
              <a:rect l="l" t="t" r="r" b="b"/>
              <a:pathLst>
                <a:path w="105799" h="47564" extrusionOk="0">
                  <a:moveTo>
                    <a:pt x="65209" y="0"/>
                  </a:moveTo>
                  <a:cubicBezTo>
                    <a:pt x="54889" y="19101"/>
                    <a:pt x="44319" y="24927"/>
                    <a:pt x="36537" y="26758"/>
                  </a:cubicBezTo>
                  <a:cubicBezTo>
                    <a:pt x="26217" y="29171"/>
                    <a:pt x="17436" y="25218"/>
                    <a:pt x="9197" y="31211"/>
                  </a:cubicBezTo>
                  <a:cubicBezTo>
                    <a:pt x="3204" y="35580"/>
                    <a:pt x="957" y="42654"/>
                    <a:pt x="0" y="47565"/>
                  </a:cubicBezTo>
                  <a:lnTo>
                    <a:pt x="105159" y="47565"/>
                  </a:lnTo>
                  <a:cubicBezTo>
                    <a:pt x="105908" y="42654"/>
                    <a:pt x="106407" y="34956"/>
                    <a:pt x="104243" y="25967"/>
                  </a:cubicBezTo>
                  <a:cubicBezTo>
                    <a:pt x="102662" y="19517"/>
                    <a:pt x="101788" y="15855"/>
                    <a:pt x="98625" y="13691"/>
                  </a:cubicBezTo>
                  <a:cubicBezTo>
                    <a:pt x="90469" y="8115"/>
                    <a:pt x="75987" y="18393"/>
                    <a:pt x="73449" y="14731"/>
                  </a:cubicBezTo>
                  <a:cubicBezTo>
                    <a:pt x="71826" y="12359"/>
                    <a:pt x="77527" y="7449"/>
                    <a:pt x="75696" y="3579"/>
                  </a:cubicBezTo>
                  <a:cubicBezTo>
                    <a:pt x="74281" y="666"/>
                    <a:pt x="69412" y="42"/>
                    <a:pt x="65209"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5" name="Google Shape;1975;p56"/>
            <p:cNvSpPr/>
            <p:nvPr/>
          </p:nvSpPr>
          <p:spPr>
            <a:xfrm>
              <a:off x="6599941" y="4810843"/>
              <a:ext cx="383257" cy="172301"/>
            </a:xfrm>
            <a:custGeom>
              <a:avLst/>
              <a:gdLst/>
              <a:ahLst/>
              <a:cxnLst/>
              <a:rect l="l" t="t" r="r" b="b"/>
              <a:pathLst>
                <a:path w="105799" h="47564" extrusionOk="0">
                  <a:moveTo>
                    <a:pt x="65209" y="0"/>
                  </a:moveTo>
                  <a:cubicBezTo>
                    <a:pt x="54889" y="19101"/>
                    <a:pt x="44319" y="24927"/>
                    <a:pt x="36537" y="26758"/>
                  </a:cubicBezTo>
                  <a:cubicBezTo>
                    <a:pt x="26217" y="29171"/>
                    <a:pt x="17436" y="25218"/>
                    <a:pt x="9197" y="31211"/>
                  </a:cubicBezTo>
                  <a:cubicBezTo>
                    <a:pt x="3204" y="35580"/>
                    <a:pt x="957" y="42654"/>
                    <a:pt x="0" y="47565"/>
                  </a:cubicBezTo>
                  <a:lnTo>
                    <a:pt x="105159" y="47565"/>
                  </a:lnTo>
                  <a:cubicBezTo>
                    <a:pt x="105908" y="42654"/>
                    <a:pt x="106407" y="34956"/>
                    <a:pt x="104243" y="25967"/>
                  </a:cubicBezTo>
                  <a:cubicBezTo>
                    <a:pt x="102662" y="19517"/>
                    <a:pt x="101788" y="15855"/>
                    <a:pt x="98625" y="13691"/>
                  </a:cubicBezTo>
                  <a:cubicBezTo>
                    <a:pt x="90469" y="8115"/>
                    <a:pt x="75987" y="18393"/>
                    <a:pt x="73449" y="14731"/>
                  </a:cubicBezTo>
                  <a:cubicBezTo>
                    <a:pt x="71826" y="12359"/>
                    <a:pt x="77527" y="7449"/>
                    <a:pt x="75696" y="3579"/>
                  </a:cubicBezTo>
                  <a:cubicBezTo>
                    <a:pt x="74281" y="666"/>
                    <a:pt x="69412" y="42"/>
                    <a:pt x="65209"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6" name="Google Shape;1976;p56"/>
            <p:cNvSpPr/>
            <p:nvPr/>
          </p:nvSpPr>
          <p:spPr>
            <a:xfrm>
              <a:off x="6760973" y="3908105"/>
              <a:ext cx="37069" cy="129182"/>
            </a:xfrm>
            <a:custGeom>
              <a:avLst/>
              <a:gdLst/>
              <a:ahLst/>
              <a:cxnLst/>
              <a:rect l="l" t="t" r="r" b="b"/>
              <a:pathLst>
                <a:path w="10233" h="35661" extrusionOk="0">
                  <a:moveTo>
                    <a:pt x="8404" y="35662"/>
                  </a:moveTo>
                  <a:cubicBezTo>
                    <a:pt x="7531" y="35662"/>
                    <a:pt x="6781" y="35079"/>
                    <a:pt x="6615" y="34205"/>
                  </a:cubicBezTo>
                  <a:lnTo>
                    <a:pt x="40" y="2204"/>
                  </a:lnTo>
                  <a:cubicBezTo>
                    <a:pt x="-168" y="1205"/>
                    <a:pt x="456" y="248"/>
                    <a:pt x="1455" y="40"/>
                  </a:cubicBezTo>
                  <a:cubicBezTo>
                    <a:pt x="2578" y="-168"/>
                    <a:pt x="3411" y="456"/>
                    <a:pt x="3619" y="1455"/>
                  </a:cubicBezTo>
                  <a:lnTo>
                    <a:pt x="10194" y="33456"/>
                  </a:lnTo>
                  <a:cubicBezTo>
                    <a:pt x="10402" y="34455"/>
                    <a:pt x="9778" y="35412"/>
                    <a:pt x="8779" y="35620"/>
                  </a:cubicBezTo>
                  <a:cubicBezTo>
                    <a:pt x="8654" y="35620"/>
                    <a:pt x="8529" y="35620"/>
                    <a:pt x="8404" y="3562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7" name="Google Shape;1977;p56"/>
            <p:cNvSpPr/>
            <p:nvPr/>
          </p:nvSpPr>
          <p:spPr>
            <a:xfrm>
              <a:off x="6786786" y="3737795"/>
              <a:ext cx="454598" cy="108324"/>
            </a:xfrm>
            <a:custGeom>
              <a:avLst/>
              <a:gdLst/>
              <a:ahLst/>
              <a:cxnLst/>
              <a:rect l="l" t="t" r="r" b="b"/>
              <a:pathLst>
                <a:path w="125493" h="29903" extrusionOk="0">
                  <a:moveTo>
                    <a:pt x="1856" y="29904"/>
                  </a:moveTo>
                  <a:cubicBezTo>
                    <a:pt x="1191" y="29904"/>
                    <a:pt x="566" y="29571"/>
                    <a:pt x="233" y="28947"/>
                  </a:cubicBezTo>
                  <a:cubicBezTo>
                    <a:pt x="-266" y="28073"/>
                    <a:pt x="67" y="26949"/>
                    <a:pt x="941" y="26450"/>
                  </a:cubicBezTo>
                  <a:cubicBezTo>
                    <a:pt x="9264" y="21872"/>
                    <a:pt x="17961" y="17836"/>
                    <a:pt x="26742" y="14465"/>
                  </a:cubicBezTo>
                  <a:cubicBezTo>
                    <a:pt x="57037" y="2771"/>
                    <a:pt x="89662" y="-1889"/>
                    <a:pt x="123785" y="691"/>
                  </a:cubicBezTo>
                  <a:cubicBezTo>
                    <a:pt x="124784" y="774"/>
                    <a:pt x="125533" y="1648"/>
                    <a:pt x="125492" y="2647"/>
                  </a:cubicBezTo>
                  <a:cubicBezTo>
                    <a:pt x="125408" y="3604"/>
                    <a:pt x="124618" y="4353"/>
                    <a:pt x="123661" y="4353"/>
                  </a:cubicBezTo>
                  <a:cubicBezTo>
                    <a:pt x="89995" y="1814"/>
                    <a:pt x="57827" y="6392"/>
                    <a:pt x="28073" y="17877"/>
                  </a:cubicBezTo>
                  <a:cubicBezTo>
                    <a:pt x="19459" y="21206"/>
                    <a:pt x="10928" y="25160"/>
                    <a:pt x="2730" y="29654"/>
                  </a:cubicBezTo>
                  <a:cubicBezTo>
                    <a:pt x="2439" y="29821"/>
                    <a:pt x="2148" y="29904"/>
                    <a:pt x="1856" y="2990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8" name="Google Shape;1978;p56"/>
            <p:cNvSpPr/>
            <p:nvPr/>
          </p:nvSpPr>
          <p:spPr>
            <a:xfrm>
              <a:off x="7499220" y="3033402"/>
              <a:ext cx="300436" cy="497891"/>
            </a:xfrm>
            <a:custGeom>
              <a:avLst/>
              <a:gdLst/>
              <a:ahLst/>
              <a:cxnLst/>
              <a:rect l="l" t="t" r="r" b="b"/>
              <a:pathLst>
                <a:path w="82936" h="137444" extrusionOk="0">
                  <a:moveTo>
                    <a:pt x="41947" y="5777"/>
                  </a:moveTo>
                  <a:cubicBezTo>
                    <a:pt x="27965" y="48806"/>
                    <a:pt x="13982" y="91793"/>
                    <a:pt x="0" y="134822"/>
                  </a:cubicBezTo>
                  <a:cubicBezTo>
                    <a:pt x="12318" y="135696"/>
                    <a:pt x="24635" y="136570"/>
                    <a:pt x="36995" y="137444"/>
                  </a:cubicBezTo>
                  <a:cubicBezTo>
                    <a:pt x="43653" y="125709"/>
                    <a:pt x="50228" y="112684"/>
                    <a:pt x="56595" y="98369"/>
                  </a:cubicBezTo>
                  <a:cubicBezTo>
                    <a:pt x="59092" y="92459"/>
                    <a:pt x="61630" y="86425"/>
                    <a:pt x="64044" y="80017"/>
                  </a:cubicBezTo>
                  <a:cubicBezTo>
                    <a:pt x="67165" y="71902"/>
                    <a:pt x="70286" y="63454"/>
                    <a:pt x="72908" y="54674"/>
                  </a:cubicBezTo>
                  <a:cubicBezTo>
                    <a:pt x="76986" y="41357"/>
                    <a:pt x="80315" y="28707"/>
                    <a:pt x="82937" y="16638"/>
                  </a:cubicBezTo>
                  <a:cubicBezTo>
                    <a:pt x="78567" y="7192"/>
                    <a:pt x="69828" y="742"/>
                    <a:pt x="60215" y="76"/>
                  </a:cubicBezTo>
                  <a:cubicBezTo>
                    <a:pt x="50769" y="-673"/>
                    <a:pt x="43861" y="4321"/>
                    <a:pt x="41988" y="5860"/>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9" name="Google Shape;1979;p56"/>
            <p:cNvSpPr/>
            <p:nvPr/>
          </p:nvSpPr>
          <p:spPr>
            <a:xfrm>
              <a:off x="7578305" y="3298187"/>
              <a:ext cx="152706" cy="91200"/>
            </a:xfrm>
            <a:custGeom>
              <a:avLst/>
              <a:gdLst/>
              <a:ahLst/>
              <a:cxnLst/>
              <a:rect l="l" t="t" r="r" b="b"/>
              <a:pathLst>
                <a:path w="42155" h="25176" extrusionOk="0">
                  <a:moveTo>
                    <a:pt x="0" y="0"/>
                  </a:moveTo>
                  <a:cubicBezTo>
                    <a:pt x="3828" y="4120"/>
                    <a:pt x="8614" y="8572"/>
                    <a:pt x="14440" y="13067"/>
                  </a:cubicBezTo>
                  <a:cubicBezTo>
                    <a:pt x="21639" y="18435"/>
                    <a:pt x="28631" y="22305"/>
                    <a:pt x="34706" y="25176"/>
                  </a:cubicBezTo>
                  <a:cubicBezTo>
                    <a:pt x="37203" y="19267"/>
                    <a:pt x="39741" y="13233"/>
                    <a:pt x="42155" y="6825"/>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0" name="Google Shape;1980;p56"/>
            <p:cNvSpPr/>
            <p:nvPr/>
          </p:nvSpPr>
          <p:spPr>
            <a:xfrm>
              <a:off x="7552847" y="3006225"/>
              <a:ext cx="263157" cy="348963"/>
            </a:xfrm>
            <a:custGeom>
              <a:avLst/>
              <a:gdLst/>
              <a:ahLst/>
              <a:cxnLst/>
              <a:rect l="l" t="t" r="r" b="b"/>
              <a:pathLst>
                <a:path w="72645" h="96332" extrusionOk="0">
                  <a:moveTo>
                    <a:pt x="71951" y="35465"/>
                  </a:moveTo>
                  <a:cubicBezTo>
                    <a:pt x="73282" y="47866"/>
                    <a:pt x="73698" y="69422"/>
                    <a:pt x="63669" y="96305"/>
                  </a:cubicBezTo>
                  <a:cubicBezTo>
                    <a:pt x="53807" y="96513"/>
                    <a:pt x="40116" y="95639"/>
                    <a:pt x="24635" y="90936"/>
                  </a:cubicBezTo>
                  <a:cubicBezTo>
                    <a:pt x="14773" y="87940"/>
                    <a:pt x="6492" y="84153"/>
                    <a:pt x="0" y="80533"/>
                  </a:cubicBezTo>
                  <a:cubicBezTo>
                    <a:pt x="8489" y="56813"/>
                    <a:pt x="17020" y="33093"/>
                    <a:pt x="25509" y="9414"/>
                  </a:cubicBezTo>
                  <a:cubicBezTo>
                    <a:pt x="26758" y="8457"/>
                    <a:pt x="44985" y="-4984"/>
                    <a:pt x="58592" y="2007"/>
                  </a:cubicBezTo>
                  <a:cubicBezTo>
                    <a:pt x="68871" y="7334"/>
                    <a:pt x="70411" y="21191"/>
                    <a:pt x="71951" y="3546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1" name="Google Shape;1981;p56"/>
            <p:cNvSpPr/>
            <p:nvPr/>
          </p:nvSpPr>
          <p:spPr>
            <a:xfrm>
              <a:off x="7273875" y="3392181"/>
              <a:ext cx="152855" cy="384101"/>
            </a:xfrm>
            <a:custGeom>
              <a:avLst/>
              <a:gdLst/>
              <a:ahLst/>
              <a:cxnLst/>
              <a:rect l="l" t="t" r="r" b="b"/>
              <a:pathLst>
                <a:path w="42196" h="106032" extrusionOk="0">
                  <a:moveTo>
                    <a:pt x="33957" y="0"/>
                  </a:moveTo>
                  <a:cubicBezTo>
                    <a:pt x="36704" y="35164"/>
                    <a:pt x="39450" y="70328"/>
                    <a:pt x="42197" y="105492"/>
                  </a:cubicBezTo>
                  <a:cubicBezTo>
                    <a:pt x="36995" y="105658"/>
                    <a:pt x="31793" y="105866"/>
                    <a:pt x="26591" y="106033"/>
                  </a:cubicBezTo>
                  <a:cubicBezTo>
                    <a:pt x="17728" y="86932"/>
                    <a:pt x="8864" y="67873"/>
                    <a:pt x="0" y="48772"/>
                  </a:cubicBezTo>
                  <a:cubicBezTo>
                    <a:pt x="11319" y="32501"/>
                    <a:pt x="22638" y="16271"/>
                    <a:pt x="33999"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2" name="Google Shape;1982;p56"/>
            <p:cNvSpPr/>
            <p:nvPr/>
          </p:nvSpPr>
          <p:spPr>
            <a:xfrm>
              <a:off x="6925459" y="3228445"/>
              <a:ext cx="540126" cy="374606"/>
            </a:xfrm>
            <a:custGeom>
              <a:avLst/>
              <a:gdLst/>
              <a:ahLst/>
              <a:cxnLst/>
              <a:rect l="l" t="t" r="r" b="b"/>
              <a:pathLst>
                <a:path w="149103" h="103411" extrusionOk="0">
                  <a:moveTo>
                    <a:pt x="0" y="100498"/>
                  </a:moveTo>
                  <a:cubicBezTo>
                    <a:pt x="874" y="100415"/>
                    <a:pt x="1665" y="100415"/>
                    <a:pt x="2538" y="100332"/>
                  </a:cubicBezTo>
                  <a:cubicBezTo>
                    <a:pt x="21057" y="99374"/>
                    <a:pt x="41198" y="99291"/>
                    <a:pt x="62879" y="100498"/>
                  </a:cubicBezTo>
                  <a:cubicBezTo>
                    <a:pt x="74198" y="101122"/>
                    <a:pt x="85059" y="102163"/>
                    <a:pt x="95421" y="103411"/>
                  </a:cubicBezTo>
                  <a:cubicBezTo>
                    <a:pt x="112275" y="77985"/>
                    <a:pt x="129170" y="52642"/>
                    <a:pt x="146024" y="27216"/>
                  </a:cubicBezTo>
                  <a:cubicBezTo>
                    <a:pt x="147064" y="25718"/>
                    <a:pt x="148021" y="24136"/>
                    <a:pt x="149103" y="22638"/>
                  </a:cubicBezTo>
                  <a:cubicBezTo>
                    <a:pt x="145608" y="20266"/>
                    <a:pt x="141987" y="17977"/>
                    <a:pt x="138492" y="15605"/>
                  </a:cubicBezTo>
                  <a:cubicBezTo>
                    <a:pt x="130585" y="10445"/>
                    <a:pt x="122720" y="5160"/>
                    <a:pt x="114813" y="0"/>
                  </a:cubicBezTo>
                  <a:cubicBezTo>
                    <a:pt x="112108" y="2206"/>
                    <a:pt x="109445" y="4369"/>
                    <a:pt x="106740" y="6575"/>
                  </a:cubicBezTo>
                  <a:cubicBezTo>
                    <a:pt x="98917" y="12900"/>
                    <a:pt x="91135" y="19184"/>
                    <a:pt x="83311" y="25593"/>
                  </a:cubicBezTo>
                  <a:cubicBezTo>
                    <a:pt x="56470" y="24178"/>
                    <a:pt x="29546" y="22888"/>
                    <a:pt x="2622" y="21556"/>
                  </a:cubicBezTo>
                  <a:cubicBezTo>
                    <a:pt x="1748" y="47856"/>
                    <a:pt x="874" y="74156"/>
                    <a:pt x="0" y="10045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3" name="Google Shape;1983;p56"/>
            <p:cNvSpPr/>
            <p:nvPr/>
          </p:nvSpPr>
          <p:spPr>
            <a:xfrm>
              <a:off x="7311684" y="3091477"/>
              <a:ext cx="304174" cy="238371"/>
            </a:xfrm>
            <a:custGeom>
              <a:avLst/>
              <a:gdLst/>
              <a:ahLst/>
              <a:cxnLst/>
              <a:rect l="l" t="t" r="r" b="b"/>
              <a:pathLst>
                <a:path w="83968" h="65803" extrusionOk="0">
                  <a:moveTo>
                    <a:pt x="42" y="44414"/>
                  </a:moveTo>
                  <a:cubicBezTo>
                    <a:pt x="8905" y="49075"/>
                    <a:pt x="17852" y="53694"/>
                    <a:pt x="26716" y="58438"/>
                  </a:cubicBezTo>
                  <a:cubicBezTo>
                    <a:pt x="30919" y="60560"/>
                    <a:pt x="35122" y="62807"/>
                    <a:pt x="39325" y="65013"/>
                  </a:cubicBezTo>
                  <a:cubicBezTo>
                    <a:pt x="39866" y="65262"/>
                    <a:pt x="40282" y="65554"/>
                    <a:pt x="40823" y="65803"/>
                  </a:cubicBezTo>
                  <a:cubicBezTo>
                    <a:pt x="41156" y="64472"/>
                    <a:pt x="43819" y="55982"/>
                    <a:pt x="52309" y="52112"/>
                  </a:cubicBezTo>
                  <a:cubicBezTo>
                    <a:pt x="57760" y="49574"/>
                    <a:pt x="62754" y="50281"/>
                    <a:pt x="64751" y="50614"/>
                  </a:cubicBezTo>
                  <a:cubicBezTo>
                    <a:pt x="75987" y="44206"/>
                    <a:pt x="83436" y="37214"/>
                    <a:pt x="83936" y="32013"/>
                  </a:cubicBezTo>
                  <a:cubicBezTo>
                    <a:pt x="84019" y="31139"/>
                    <a:pt x="83936" y="30431"/>
                    <a:pt x="83769" y="29807"/>
                  </a:cubicBezTo>
                  <a:cubicBezTo>
                    <a:pt x="83519" y="29017"/>
                    <a:pt x="82978" y="28059"/>
                    <a:pt x="81855" y="27185"/>
                  </a:cubicBezTo>
                  <a:cubicBezTo>
                    <a:pt x="79233" y="26145"/>
                    <a:pt x="76487" y="24980"/>
                    <a:pt x="73865" y="23940"/>
                  </a:cubicBezTo>
                  <a:cubicBezTo>
                    <a:pt x="72492" y="20278"/>
                    <a:pt x="70120" y="15492"/>
                    <a:pt x="65792" y="11122"/>
                  </a:cubicBezTo>
                  <a:cubicBezTo>
                    <a:pt x="52850" y="-2028"/>
                    <a:pt x="34040" y="-30"/>
                    <a:pt x="31086" y="303"/>
                  </a:cubicBezTo>
                  <a:cubicBezTo>
                    <a:pt x="25426" y="6711"/>
                    <a:pt x="19475" y="14119"/>
                    <a:pt x="13566" y="22608"/>
                  </a:cubicBezTo>
                  <a:cubicBezTo>
                    <a:pt x="8281" y="30223"/>
                    <a:pt x="3787" y="37547"/>
                    <a:pt x="0" y="4437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4" name="Google Shape;1984;p56"/>
            <p:cNvSpPr/>
            <p:nvPr/>
          </p:nvSpPr>
          <p:spPr>
            <a:xfrm>
              <a:off x="7414264" y="3018775"/>
              <a:ext cx="61405" cy="88172"/>
            </a:xfrm>
            <a:custGeom>
              <a:avLst/>
              <a:gdLst/>
              <a:ahLst/>
              <a:cxnLst/>
              <a:rect l="l" t="t" r="r" b="b"/>
              <a:pathLst>
                <a:path w="16951" h="24340" extrusionOk="0">
                  <a:moveTo>
                    <a:pt x="0" y="24341"/>
                  </a:moveTo>
                  <a:cubicBezTo>
                    <a:pt x="7282" y="7445"/>
                    <a:pt x="12193" y="-628"/>
                    <a:pt x="14815" y="38"/>
                  </a:cubicBezTo>
                  <a:cubicBezTo>
                    <a:pt x="17145" y="662"/>
                    <a:pt x="17561" y="8444"/>
                    <a:pt x="16105" y="23425"/>
                  </a:cubicBezTo>
                  <a:lnTo>
                    <a:pt x="42" y="2434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5" name="Google Shape;1985;p56"/>
            <p:cNvSpPr/>
            <p:nvPr/>
          </p:nvSpPr>
          <p:spPr>
            <a:xfrm>
              <a:off x="7479789" y="3040015"/>
              <a:ext cx="61405" cy="88172"/>
            </a:xfrm>
            <a:custGeom>
              <a:avLst/>
              <a:gdLst/>
              <a:ahLst/>
              <a:cxnLst/>
              <a:rect l="l" t="t" r="r" b="b"/>
              <a:pathLst>
                <a:path w="16951" h="24340" extrusionOk="0">
                  <a:moveTo>
                    <a:pt x="0" y="24341"/>
                  </a:moveTo>
                  <a:cubicBezTo>
                    <a:pt x="7282" y="7445"/>
                    <a:pt x="12193" y="-628"/>
                    <a:pt x="14815" y="38"/>
                  </a:cubicBezTo>
                  <a:cubicBezTo>
                    <a:pt x="17145" y="662"/>
                    <a:pt x="17561" y="8444"/>
                    <a:pt x="16105" y="23425"/>
                  </a:cubicBezTo>
                  <a:lnTo>
                    <a:pt x="42" y="2434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6" name="Google Shape;1986;p56"/>
            <p:cNvSpPr/>
            <p:nvPr/>
          </p:nvSpPr>
          <p:spPr>
            <a:xfrm>
              <a:off x="6863840" y="2858394"/>
              <a:ext cx="242077" cy="479018"/>
            </a:xfrm>
            <a:custGeom>
              <a:avLst/>
              <a:gdLst/>
              <a:ahLst/>
              <a:cxnLst/>
              <a:rect l="l" t="t" r="r" b="b"/>
              <a:pathLst>
                <a:path w="66826" h="132234" extrusionOk="0">
                  <a:moveTo>
                    <a:pt x="21102" y="127074"/>
                  </a:moveTo>
                  <a:cubicBezTo>
                    <a:pt x="20394" y="122206"/>
                    <a:pt x="19520" y="113175"/>
                    <a:pt x="21102" y="102231"/>
                  </a:cubicBezTo>
                  <a:cubicBezTo>
                    <a:pt x="28093" y="53792"/>
                    <a:pt x="74701" y="28616"/>
                    <a:pt x="65670" y="7975"/>
                  </a:cubicBezTo>
                  <a:cubicBezTo>
                    <a:pt x="65462" y="7434"/>
                    <a:pt x="62841" y="1691"/>
                    <a:pt x="57639" y="318"/>
                  </a:cubicBezTo>
                  <a:cubicBezTo>
                    <a:pt x="48151" y="-2262"/>
                    <a:pt x="36873" y="11471"/>
                    <a:pt x="30590" y="19336"/>
                  </a:cubicBezTo>
                  <a:cubicBezTo>
                    <a:pt x="21518" y="30655"/>
                    <a:pt x="-6489" y="65569"/>
                    <a:pt x="1377" y="111053"/>
                  </a:cubicBezTo>
                  <a:cubicBezTo>
                    <a:pt x="3000" y="120499"/>
                    <a:pt x="5746" y="127865"/>
                    <a:pt x="7577" y="132235"/>
                  </a:cubicBezTo>
                  <a:lnTo>
                    <a:pt x="21102" y="12711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7" name="Google Shape;1987;p56"/>
            <p:cNvSpPr/>
            <p:nvPr/>
          </p:nvSpPr>
          <p:spPr>
            <a:xfrm>
              <a:off x="7357778" y="3718462"/>
              <a:ext cx="102839" cy="95413"/>
            </a:xfrm>
            <a:custGeom>
              <a:avLst/>
              <a:gdLst/>
              <a:ahLst/>
              <a:cxnLst/>
              <a:rect l="l" t="t" r="r" b="b"/>
              <a:pathLst>
                <a:path w="28389" h="26339" extrusionOk="0">
                  <a:moveTo>
                    <a:pt x="20224" y="14438"/>
                  </a:moveTo>
                  <a:cubicBezTo>
                    <a:pt x="25176" y="14313"/>
                    <a:pt x="28589" y="17933"/>
                    <a:pt x="28381" y="21138"/>
                  </a:cubicBezTo>
                  <a:cubicBezTo>
                    <a:pt x="28256" y="23302"/>
                    <a:pt x="26425" y="25341"/>
                    <a:pt x="24011" y="26339"/>
                  </a:cubicBezTo>
                  <a:lnTo>
                    <a:pt x="0" y="26339"/>
                  </a:lnTo>
                  <a:cubicBezTo>
                    <a:pt x="624" y="20638"/>
                    <a:pt x="1248" y="14937"/>
                    <a:pt x="1831" y="9194"/>
                  </a:cubicBezTo>
                  <a:cubicBezTo>
                    <a:pt x="7823" y="622"/>
                    <a:pt x="16146" y="-1542"/>
                    <a:pt x="19475" y="996"/>
                  </a:cubicBezTo>
                  <a:cubicBezTo>
                    <a:pt x="22139" y="3036"/>
                    <a:pt x="22305" y="8737"/>
                    <a:pt x="20224" y="14438"/>
                  </a:cubicBezTo>
                  <a:close/>
                </a:path>
              </a:pathLst>
            </a:custGeom>
            <a:solidFill>
              <a:srgbClr val="FFF1D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8" name="Google Shape;1988;p56"/>
            <p:cNvSpPr/>
            <p:nvPr/>
          </p:nvSpPr>
          <p:spPr>
            <a:xfrm>
              <a:off x="6934649" y="3200327"/>
              <a:ext cx="681374" cy="402742"/>
            </a:xfrm>
            <a:custGeom>
              <a:avLst/>
              <a:gdLst/>
              <a:ahLst/>
              <a:cxnLst/>
              <a:rect l="l" t="t" r="r" b="b"/>
              <a:pathLst>
                <a:path w="188095" h="111178" extrusionOk="0">
                  <a:moveTo>
                    <a:pt x="0" y="108099"/>
                  </a:moveTo>
                  <a:cubicBezTo>
                    <a:pt x="18518" y="107142"/>
                    <a:pt x="38660" y="107059"/>
                    <a:pt x="60340" y="108266"/>
                  </a:cubicBezTo>
                  <a:cubicBezTo>
                    <a:pt x="71660" y="108890"/>
                    <a:pt x="82521" y="109930"/>
                    <a:pt x="92883" y="111179"/>
                  </a:cubicBezTo>
                  <a:cubicBezTo>
                    <a:pt x="109736" y="85753"/>
                    <a:pt x="126632" y="60410"/>
                    <a:pt x="143486" y="34983"/>
                  </a:cubicBezTo>
                  <a:cubicBezTo>
                    <a:pt x="144027" y="35233"/>
                    <a:pt x="144443" y="35524"/>
                    <a:pt x="144984" y="35774"/>
                  </a:cubicBezTo>
                  <a:cubicBezTo>
                    <a:pt x="145317" y="34443"/>
                    <a:pt x="147980" y="25953"/>
                    <a:pt x="156469" y="22083"/>
                  </a:cubicBezTo>
                  <a:cubicBezTo>
                    <a:pt x="161921" y="19545"/>
                    <a:pt x="166914" y="20252"/>
                    <a:pt x="168912" y="20585"/>
                  </a:cubicBezTo>
                  <a:cubicBezTo>
                    <a:pt x="180148" y="14176"/>
                    <a:pt x="187596" y="7185"/>
                    <a:pt x="188096" y="1984"/>
                  </a:cubicBezTo>
                  <a:cubicBezTo>
                    <a:pt x="181687" y="-4591"/>
                    <a:pt x="155387" y="5854"/>
                    <a:pt x="135912" y="23373"/>
                  </a:cubicBezTo>
                  <a:cubicBezTo>
                    <a:pt x="134788" y="24413"/>
                    <a:pt x="133706" y="25371"/>
                    <a:pt x="132666" y="26453"/>
                  </a:cubicBezTo>
                  <a:cubicBezTo>
                    <a:pt x="131958" y="27077"/>
                    <a:pt x="131334" y="27784"/>
                    <a:pt x="130835" y="28367"/>
                  </a:cubicBezTo>
                  <a:cubicBezTo>
                    <a:pt x="103494" y="56706"/>
                    <a:pt x="114439" y="80967"/>
                    <a:pt x="92883" y="92536"/>
                  </a:cubicBezTo>
                  <a:cubicBezTo>
                    <a:pt x="66125" y="106809"/>
                    <a:pt x="34998" y="77097"/>
                    <a:pt x="9946" y="96572"/>
                  </a:cubicBezTo>
                  <a:cubicBezTo>
                    <a:pt x="5992" y="99652"/>
                    <a:pt x="1540" y="104396"/>
                    <a:pt x="42" y="10805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9" name="Google Shape;1989;p56"/>
            <p:cNvSpPr/>
            <p:nvPr/>
          </p:nvSpPr>
          <p:spPr>
            <a:xfrm>
              <a:off x="7150072" y="3310538"/>
              <a:ext cx="224291" cy="489776"/>
            </a:xfrm>
            <a:custGeom>
              <a:avLst/>
              <a:gdLst/>
              <a:ahLst/>
              <a:cxnLst/>
              <a:rect l="l" t="t" r="r" b="b"/>
              <a:pathLst>
                <a:path w="61916" h="135204" extrusionOk="0">
                  <a:moveTo>
                    <a:pt x="61834" y="0"/>
                  </a:moveTo>
                  <a:cubicBezTo>
                    <a:pt x="55841" y="19392"/>
                    <a:pt x="49973" y="39367"/>
                    <a:pt x="44314" y="59924"/>
                  </a:cubicBezTo>
                  <a:cubicBezTo>
                    <a:pt x="37198" y="85642"/>
                    <a:pt x="30748" y="110735"/>
                    <a:pt x="24964" y="135204"/>
                  </a:cubicBezTo>
                  <a:cubicBezTo>
                    <a:pt x="19138" y="134830"/>
                    <a:pt x="13270" y="134455"/>
                    <a:pt x="7444" y="134122"/>
                  </a:cubicBezTo>
                  <a:cubicBezTo>
                    <a:pt x="7569" y="123885"/>
                    <a:pt x="7694" y="113648"/>
                    <a:pt x="7818" y="103453"/>
                  </a:cubicBezTo>
                  <a:cubicBezTo>
                    <a:pt x="5238" y="100789"/>
                    <a:pt x="3616" y="98126"/>
                    <a:pt x="2534" y="95796"/>
                  </a:cubicBezTo>
                  <a:cubicBezTo>
                    <a:pt x="-5457" y="78526"/>
                    <a:pt x="7860" y="58842"/>
                    <a:pt x="9483" y="56512"/>
                  </a:cubicBezTo>
                  <a:cubicBezTo>
                    <a:pt x="26961" y="37702"/>
                    <a:pt x="44439" y="18893"/>
                    <a:pt x="61917" y="8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0" name="Google Shape;1990;p56"/>
            <p:cNvSpPr/>
            <p:nvPr/>
          </p:nvSpPr>
          <p:spPr>
            <a:xfrm>
              <a:off x="7170390" y="3733676"/>
              <a:ext cx="102839" cy="95413"/>
            </a:xfrm>
            <a:custGeom>
              <a:avLst/>
              <a:gdLst/>
              <a:ahLst/>
              <a:cxnLst/>
              <a:rect l="l" t="t" r="r" b="b"/>
              <a:pathLst>
                <a:path w="28389" h="26339" extrusionOk="0">
                  <a:moveTo>
                    <a:pt x="20224" y="14438"/>
                  </a:moveTo>
                  <a:cubicBezTo>
                    <a:pt x="25176" y="14313"/>
                    <a:pt x="28589" y="17933"/>
                    <a:pt x="28381" y="21138"/>
                  </a:cubicBezTo>
                  <a:cubicBezTo>
                    <a:pt x="28256" y="23302"/>
                    <a:pt x="26425" y="25341"/>
                    <a:pt x="24011" y="26339"/>
                  </a:cubicBezTo>
                  <a:lnTo>
                    <a:pt x="0" y="26339"/>
                  </a:lnTo>
                  <a:cubicBezTo>
                    <a:pt x="624" y="20638"/>
                    <a:pt x="1248" y="14937"/>
                    <a:pt x="1831" y="9194"/>
                  </a:cubicBezTo>
                  <a:cubicBezTo>
                    <a:pt x="7823" y="622"/>
                    <a:pt x="16146" y="-1542"/>
                    <a:pt x="19475" y="996"/>
                  </a:cubicBezTo>
                  <a:cubicBezTo>
                    <a:pt x="22139" y="3035"/>
                    <a:pt x="22305" y="8737"/>
                    <a:pt x="20224" y="1443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1" name="Google Shape;1991;p56"/>
            <p:cNvSpPr/>
            <p:nvPr/>
          </p:nvSpPr>
          <p:spPr>
            <a:xfrm>
              <a:off x="6814303" y="3302621"/>
              <a:ext cx="236509" cy="452019"/>
            </a:xfrm>
            <a:custGeom>
              <a:avLst/>
              <a:gdLst/>
              <a:ahLst/>
              <a:cxnLst/>
              <a:rect l="l" t="t" r="r" b="b"/>
              <a:pathLst>
                <a:path w="65289" h="124781" extrusionOk="0">
                  <a:moveTo>
                    <a:pt x="65289" y="44758"/>
                  </a:moveTo>
                  <a:cubicBezTo>
                    <a:pt x="49559" y="70808"/>
                    <a:pt x="33871" y="96817"/>
                    <a:pt x="18140" y="122868"/>
                  </a:cubicBezTo>
                  <a:cubicBezTo>
                    <a:pt x="12273" y="123492"/>
                    <a:pt x="6405" y="124116"/>
                    <a:pt x="496" y="124782"/>
                  </a:cubicBezTo>
                  <a:cubicBezTo>
                    <a:pt x="-1293" y="91657"/>
                    <a:pt x="2077" y="65191"/>
                    <a:pt x="5531" y="46964"/>
                  </a:cubicBezTo>
                  <a:cubicBezTo>
                    <a:pt x="13646" y="4268"/>
                    <a:pt x="23675" y="855"/>
                    <a:pt x="26754" y="231"/>
                  </a:cubicBezTo>
                  <a:cubicBezTo>
                    <a:pt x="32830" y="-1017"/>
                    <a:pt x="38906" y="3019"/>
                    <a:pt x="43317" y="6931"/>
                  </a:cubicBezTo>
                  <a:lnTo>
                    <a:pt x="65247" y="4475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2" name="Google Shape;1992;p56"/>
            <p:cNvSpPr/>
            <p:nvPr/>
          </p:nvSpPr>
          <p:spPr>
            <a:xfrm>
              <a:off x="6809471" y="3720721"/>
              <a:ext cx="102839" cy="95413"/>
            </a:xfrm>
            <a:custGeom>
              <a:avLst/>
              <a:gdLst/>
              <a:ahLst/>
              <a:cxnLst/>
              <a:rect l="l" t="t" r="r" b="b"/>
              <a:pathLst>
                <a:path w="28389" h="26339" extrusionOk="0">
                  <a:moveTo>
                    <a:pt x="20225" y="14438"/>
                  </a:moveTo>
                  <a:cubicBezTo>
                    <a:pt x="25176" y="14313"/>
                    <a:pt x="28589" y="17933"/>
                    <a:pt x="28381" y="21138"/>
                  </a:cubicBezTo>
                  <a:cubicBezTo>
                    <a:pt x="28256" y="23302"/>
                    <a:pt x="26425" y="25299"/>
                    <a:pt x="24011" y="26339"/>
                  </a:cubicBezTo>
                  <a:lnTo>
                    <a:pt x="0" y="26339"/>
                  </a:lnTo>
                  <a:cubicBezTo>
                    <a:pt x="624" y="20638"/>
                    <a:pt x="1248" y="14937"/>
                    <a:pt x="1831" y="9194"/>
                  </a:cubicBezTo>
                  <a:cubicBezTo>
                    <a:pt x="7823" y="622"/>
                    <a:pt x="16146" y="-1542"/>
                    <a:pt x="19475" y="996"/>
                  </a:cubicBezTo>
                  <a:cubicBezTo>
                    <a:pt x="22139" y="3035"/>
                    <a:pt x="22305" y="8737"/>
                    <a:pt x="20225" y="1443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3" name="Google Shape;1993;p56"/>
            <p:cNvSpPr/>
            <p:nvPr/>
          </p:nvSpPr>
          <p:spPr>
            <a:xfrm>
              <a:off x="7590054" y="3186043"/>
              <a:ext cx="28650" cy="34305"/>
            </a:xfrm>
            <a:custGeom>
              <a:avLst/>
              <a:gdLst/>
              <a:ahLst/>
              <a:cxnLst/>
              <a:rect l="l" t="t" r="r" b="b"/>
              <a:pathLst>
                <a:path w="7909" h="9470" extrusionOk="0">
                  <a:moveTo>
                    <a:pt x="42" y="1102"/>
                  </a:moveTo>
                  <a:cubicBezTo>
                    <a:pt x="0" y="1810"/>
                    <a:pt x="2039" y="1810"/>
                    <a:pt x="3620" y="3516"/>
                  </a:cubicBezTo>
                  <a:cubicBezTo>
                    <a:pt x="5868" y="5930"/>
                    <a:pt x="4952" y="9342"/>
                    <a:pt x="5784" y="9467"/>
                  </a:cubicBezTo>
                  <a:cubicBezTo>
                    <a:pt x="6575" y="9592"/>
                    <a:pt x="8406" y="6804"/>
                    <a:pt x="7782" y="4057"/>
                  </a:cubicBezTo>
                  <a:cubicBezTo>
                    <a:pt x="7366" y="2226"/>
                    <a:pt x="5909" y="603"/>
                    <a:pt x="4078" y="145"/>
                  </a:cubicBezTo>
                  <a:cubicBezTo>
                    <a:pt x="2206" y="-312"/>
                    <a:pt x="83" y="395"/>
                    <a:pt x="0" y="110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4" name="Google Shape;1994;p56"/>
            <p:cNvSpPr/>
            <p:nvPr/>
          </p:nvSpPr>
          <p:spPr>
            <a:xfrm>
              <a:off x="7559210" y="3202571"/>
              <a:ext cx="37761" cy="34182"/>
            </a:xfrm>
            <a:custGeom>
              <a:avLst/>
              <a:gdLst/>
              <a:ahLst/>
              <a:cxnLst/>
              <a:rect l="l" t="t" r="r" b="b"/>
              <a:pathLst>
                <a:path w="10424" h="9436" extrusionOk="0">
                  <a:moveTo>
                    <a:pt x="1821" y="9436"/>
                  </a:moveTo>
                  <a:cubicBezTo>
                    <a:pt x="1322" y="9436"/>
                    <a:pt x="781" y="9228"/>
                    <a:pt x="448" y="8812"/>
                  </a:cubicBezTo>
                  <a:cubicBezTo>
                    <a:pt x="-218" y="8063"/>
                    <a:pt x="-135" y="6898"/>
                    <a:pt x="656" y="6232"/>
                  </a:cubicBezTo>
                  <a:lnTo>
                    <a:pt x="7397" y="448"/>
                  </a:lnTo>
                  <a:cubicBezTo>
                    <a:pt x="8146" y="-218"/>
                    <a:pt x="9311" y="-135"/>
                    <a:pt x="9977" y="656"/>
                  </a:cubicBezTo>
                  <a:cubicBezTo>
                    <a:pt x="10643" y="1405"/>
                    <a:pt x="10560" y="2570"/>
                    <a:pt x="9769" y="3236"/>
                  </a:cubicBezTo>
                  <a:lnTo>
                    <a:pt x="3028" y="9020"/>
                  </a:lnTo>
                  <a:cubicBezTo>
                    <a:pt x="2695" y="9311"/>
                    <a:pt x="2279" y="9436"/>
                    <a:pt x="1821" y="943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5" name="Google Shape;1995;p56"/>
            <p:cNvSpPr/>
            <p:nvPr/>
          </p:nvSpPr>
          <p:spPr>
            <a:xfrm>
              <a:off x="7496788" y="3190916"/>
              <a:ext cx="87929" cy="18862"/>
            </a:xfrm>
            <a:custGeom>
              <a:avLst/>
              <a:gdLst/>
              <a:ahLst/>
              <a:cxnLst/>
              <a:rect l="l" t="t" r="r" b="b"/>
              <a:pathLst>
                <a:path w="24273" h="5207" extrusionOk="0">
                  <a:moveTo>
                    <a:pt x="1837" y="5208"/>
                  </a:moveTo>
                  <a:cubicBezTo>
                    <a:pt x="880" y="5208"/>
                    <a:pt x="89" y="4459"/>
                    <a:pt x="6" y="3502"/>
                  </a:cubicBezTo>
                  <a:cubicBezTo>
                    <a:pt x="-77" y="2503"/>
                    <a:pt x="713" y="1629"/>
                    <a:pt x="1712" y="1546"/>
                  </a:cubicBezTo>
                  <a:lnTo>
                    <a:pt x="22311" y="6"/>
                  </a:lnTo>
                  <a:cubicBezTo>
                    <a:pt x="23310" y="-77"/>
                    <a:pt x="24184" y="713"/>
                    <a:pt x="24267" y="1712"/>
                  </a:cubicBezTo>
                  <a:cubicBezTo>
                    <a:pt x="24350" y="2711"/>
                    <a:pt x="23560" y="3585"/>
                    <a:pt x="22561" y="3668"/>
                  </a:cubicBezTo>
                  <a:lnTo>
                    <a:pt x="1962" y="5208"/>
                  </a:lnTo>
                  <a:cubicBezTo>
                    <a:pt x="1962" y="5208"/>
                    <a:pt x="1879" y="5208"/>
                    <a:pt x="1837" y="52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6" name="Google Shape;1996;p56"/>
            <p:cNvSpPr/>
            <p:nvPr/>
          </p:nvSpPr>
          <p:spPr>
            <a:xfrm>
              <a:off x="7533963" y="3139073"/>
              <a:ext cx="22843" cy="44209"/>
            </a:xfrm>
            <a:custGeom>
              <a:avLst/>
              <a:gdLst/>
              <a:ahLst/>
              <a:cxnLst/>
              <a:rect l="l" t="t" r="r" b="b"/>
              <a:pathLst>
                <a:path w="6306" h="12204" extrusionOk="0">
                  <a:moveTo>
                    <a:pt x="4467" y="12163"/>
                  </a:moveTo>
                  <a:cubicBezTo>
                    <a:pt x="3385" y="12163"/>
                    <a:pt x="2595" y="11289"/>
                    <a:pt x="2636" y="10291"/>
                  </a:cubicBezTo>
                  <a:cubicBezTo>
                    <a:pt x="2636" y="9292"/>
                    <a:pt x="2595" y="8376"/>
                    <a:pt x="2387" y="7419"/>
                  </a:cubicBezTo>
                  <a:cubicBezTo>
                    <a:pt x="1929" y="5380"/>
                    <a:pt x="1055" y="3841"/>
                    <a:pt x="347" y="2925"/>
                  </a:cubicBezTo>
                  <a:cubicBezTo>
                    <a:pt x="-235" y="2093"/>
                    <a:pt x="-69" y="969"/>
                    <a:pt x="722" y="345"/>
                  </a:cubicBezTo>
                  <a:cubicBezTo>
                    <a:pt x="1554" y="-238"/>
                    <a:pt x="2678" y="-71"/>
                    <a:pt x="3302" y="761"/>
                  </a:cubicBezTo>
                  <a:cubicBezTo>
                    <a:pt x="4592" y="2509"/>
                    <a:pt x="5508" y="4548"/>
                    <a:pt x="5966" y="6670"/>
                  </a:cubicBezTo>
                  <a:cubicBezTo>
                    <a:pt x="6215" y="7877"/>
                    <a:pt x="6340" y="9125"/>
                    <a:pt x="6298" y="10416"/>
                  </a:cubicBezTo>
                  <a:cubicBezTo>
                    <a:pt x="6298" y="11414"/>
                    <a:pt x="5466" y="12205"/>
                    <a:pt x="4467" y="1220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7" name="Google Shape;1997;p56"/>
            <p:cNvSpPr/>
            <p:nvPr/>
          </p:nvSpPr>
          <p:spPr>
            <a:xfrm>
              <a:off x="7475851" y="3091170"/>
              <a:ext cx="65995" cy="33965"/>
            </a:xfrm>
            <a:custGeom>
              <a:avLst/>
              <a:gdLst/>
              <a:ahLst/>
              <a:cxnLst/>
              <a:rect l="l" t="t" r="r" b="b"/>
              <a:pathLst>
                <a:path w="18218" h="9376" extrusionOk="0">
                  <a:moveTo>
                    <a:pt x="16402" y="9376"/>
                  </a:moveTo>
                  <a:cubicBezTo>
                    <a:pt x="16028" y="9376"/>
                    <a:pt x="15612" y="9251"/>
                    <a:pt x="15279" y="9002"/>
                  </a:cubicBezTo>
                  <a:cubicBezTo>
                    <a:pt x="13156" y="7420"/>
                    <a:pt x="10868" y="6130"/>
                    <a:pt x="8412" y="5215"/>
                  </a:cubicBezTo>
                  <a:cubicBezTo>
                    <a:pt x="6248" y="4424"/>
                    <a:pt x="4001" y="3883"/>
                    <a:pt x="1671" y="3675"/>
                  </a:cubicBezTo>
                  <a:cubicBezTo>
                    <a:pt x="672" y="3592"/>
                    <a:pt x="-77" y="2676"/>
                    <a:pt x="6" y="1678"/>
                  </a:cubicBezTo>
                  <a:cubicBezTo>
                    <a:pt x="90" y="679"/>
                    <a:pt x="964" y="-112"/>
                    <a:pt x="2004" y="13"/>
                  </a:cubicBezTo>
                  <a:cubicBezTo>
                    <a:pt x="4626" y="263"/>
                    <a:pt x="7247" y="845"/>
                    <a:pt x="9702" y="1761"/>
                  </a:cubicBezTo>
                  <a:cubicBezTo>
                    <a:pt x="12449" y="2801"/>
                    <a:pt x="15112" y="4216"/>
                    <a:pt x="17484" y="6047"/>
                  </a:cubicBezTo>
                  <a:cubicBezTo>
                    <a:pt x="18317" y="6671"/>
                    <a:pt x="18442" y="7795"/>
                    <a:pt x="17859" y="8627"/>
                  </a:cubicBezTo>
                  <a:cubicBezTo>
                    <a:pt x="17484" y="9126"/>
                    <a:pt x="16943" y="9376"/>
                    <a:pt x="16402" y="93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8" name="Google Shape;1998;p56"/>
            <p:cNvSpPr/>
            <p:nvPr/>
          </p:nvSpPr>
          <p:spPr>
            <a:xfrm>
              <a:off x="7279472" y="3542213"/>
              <a:ext cx="31722" cy="63915"/>
            </a:xfrm>
            <a:custGeom>
              <a:avLst/>
              <a:gdLst/>
              <a:ahLst/>
              <a:cxnLst/>
              <a:rect l="l" t="t" r="r" b="b"/>
              <a:pathLst>
                <a:path w="8757" h="17644" extrusionOk="0">
                  <a:moveTo>
                    <a:pt x="1825" y="17644"/>
                  </a:moveTo>
                  <a:cubicBezTo>
                    <a:pt x="243" y="17187"/>
                    <a:pt x="-256" y="16146"/>
                    <a:pt x="118" y="15189"/>
                  </a:cubicBezTo>
                  <a:lnTo>
                    <a:pt x="5237" y="1207"/>
                  </a:lnTo>
                  <a:cubicBezTo>
                    <a:pt x="5570" y="250"/>
                    <a:pt x="6610" y="-250"/>
                    <a:pt x="7567" y="125"/>
                  </a:cubicBezTo>
                  <a:cubicBezTo>
                    <a:pt x="8524" y="458"/>
                    <a:pt x="8982" y="1540"/>
                    <a:pt x="8649" y="2455"/>
                  </a:cubicBezTo>
                  <a:lnTo>
                    <a:pt x="3531" y="16438"/>
                  </a:lnTo>
                  <a:cubicBezTo>
                    <a:pt x="3240" y="17187"/>
                    <a:pt x="2574" y="17644"/>
                    <a:pt x="1825" y="176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9" name="Google Shape;1999;p56"/>
            <p:cNvSpPr/>
            <p:nvPr/>
          </p:nvSpPr>
          <p:spPr>
            <a:xfrm>
              <a:off x="7174336" y="3685946"/>
              <a:ext cx="16674" cy="24691"/>
            </a:xfrm>
            <a:custGeom>
              <a:avLst/>
              <a:gdLst/>
              <a:ahLst/>
              <a:cxnLst/>
              <a:rect l="l" t="t" r="r" b="b"/>
              <a:pathLst>
                <a:path w="4603" h="6816" extrusionOk="0">
                  <a:moveTo>
                    <a:pt x="2739" y="6817"/>
                  </a:moveTo>
                  <a:cubicBezTo>
                    <a:pt x="1948" y="6817"/>
                    <a:pt x="1199" y="6276"/>
                    <a:pt x="991" y="5485"/>
                  </a:cubicBezTo>
                  <a:lnTo>
                    <a:pt x="75" y="2364"/>
                  </a:lnTo>
                  <a:cubicBezTo>
                    <a:pt x="-216" y="1407"/>
                    <a:pt x="367" y="367"/>
                    <a:pt x="1324" y="75"/>
                  </a:cubicBezTo>
                  <a:cubicBezTo>
                    <a:pt x="2281" y="-216"/>
                    <a:pt x="3321" y="367"/>
                    <a:pt x="3613" y="1324"/>
                  </a:cubicBezTo>
                  <a:lnTo>
                    <a:pt x="4528" y="4445"/>
                  </a:lnTo>
                  <a:cubicBezTo>
                    <a:pt x="4819" y="5402"/>
                    <a:pt x="4237" y="6442"/>
                    <a:pt x="3280" y="6734"/>
                  </a:cubicBezTo>
                  <a:cubicBezTo>
                    <a:pt x="3113" y="6775"/>
                    <a:pt x="2947" y="6817"/>
                    <a:pt x="2780" y="68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0" name="Google Shape;2000;p56"/>
            <p:cNvSpPr/>
            <p:nvPr/>
          </p:nvSpPr>
          <p:spPr>
            <a:xfrm>
              <a:off x="6821771" y="3528056"/>
              <a:ext cx="20003" cy="33765"/>
            </a:xfrm>
            <a:custGeom>
              <a:avLst/>
              <a:gdLst/>
              <a:ahLst/>
              <a:cxnLst/>
              <a:rect l="l" t="t" r="r" b="b"/>
              <a:pathLst>
                <a:path w="5522" h="9321" extrusionOk="0">
                  <a:moveTo>
                    <a:pt x="3677" y="9321"/>
                  </a:moveTo>
                  <a:cubicBezTo>
                    <a:pt x="2886" y="9321"/>
                    <a:pt x="2179" y="8822"/>
                    <a:pt x="1929" y="8073"/>
                  </a:cubicBezTo>
                  <a:lnTo>
                    <a:pt x="98" y="2413"/>
                  </a:lnTo>
                  <a:cubicBezTo>
                    <a:pt x="-235" y="1456"/>
                    <a:pt x="306" y="416"/>
                    <a:pt x="1305" y="83"/>
                  </a:cubicBezTo>
                  <a:cubicBezTo>
                    <a:pt x="2262" y="-209"/>
                    <a:pt x="3303" y="291"/>
                    <a:pt x="3594" y="1248"/>
                  </a:cubicBezTo>
                  <a:lnTo>
                    <a:pt x="5425" y="6907"/>
                  </a:lnTo>
                  <a:cubicBezTo>
                    <a:pt x="5758" y="7865"/>
                    <a:pt x="5217" y="8905"/>
                    <a:pt x="4218" y="9238"/>
                  </a:cubicBezTo>
                  <a:cubicBezTo>
                    <a:pt x="4052" y="9279"/>
                    <a:pt x="3843" y="9321"/>
                    <a:pt x="3677" y="932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1" name="Google Shape;2001;p56"/>
            <p:cNvSpPr/>
            <p:nvPr/>
          </p:nvSpPr>
          <p:spPr>
            <a:xfrm>
              <a:off x="6918788" y="3300124"/>
              <a:ext cx="22695" cy="17055"/>
            </a:xfrm>
            <a:custGeom>
              <a:avLst/>
              <a:gdLst/>
              <a:ahLst/>
              <a:cxnLst/>
              <a:rect l="l" t="t" r="r" b="b"/>
              <a:pathLst>
                <a:path w="6265" h="4708" extrusionOk="0">
                  <a:moveTo>
                    <a:pt x="1843" y="4709"/>
                  </a:moveTo>
                  <a:cubicBezTo>
                    <a:pt x="1135" y="4709"/>
                    <a:pt x="428" y="4292"/>
                    <a:pt x="137" y="3585"/>
                  </a:cubicBezTo>
                  <a:cubicBezTo>
                    <a:pt x="-238" y="2628"/>
                    <a:pt x="178" y="1588"/>
                    <a:pt x="1135" y="1213"/>
                  </a:cubicBezTo>
                  <a:lnTo>
                    <a:pt x="3757" y="131"/>
                  </a:lnTo>
                  <a:cubicBezTo>
                    <a:pt x="4714" y="-243"/>
                    <a:pt x="5796" y="214"/>
                    <a:pt x="6129" y="1130"/>
                  </a:cubicBezTo>
                  <a:cubicBezTo>
                    <a:pt x="6503" y="2087"/>
                    <a:pt x="6087" y="3127"/>
                    <a:pt x="5130" y="3502"/>
                  </a:cubicBezTo>
                  <a:lnTo>
                    <a:pt x="2509" y="4584"/>
                  </a:lnTo>
                  <a:cubicBezTo>
                    <a:pt x="2259" y="4667"/>
                    <a:pt x="2051" y="4709"/>
                    <a:pt x="1801" y="47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2" name="Google Shape;2002;p56"/>
            <p:cNvSpPr/>
            <p:nvPr/>
          </p:nvSpPr>
          <p:spPr>
            <a:xfrm>
              <a:off x="7204579" y="3313853"/>
              <a:ext cx="23224" cy="13715"/>
            </a:xfrm>
            <a:custGeom>
              <a:avLst/>
              <a:gdLst/>
              <a:ahLst/>
              <a:cxnLst/>
              <a:rect l="l" t="t" r="r" b="b"/>
              <a:pathLst>
                <a:path w="6411" h="3786" extrusionOk="0">
                  <a:moveTo>
                    <a:pt x="4621" y="3787"/>
                  </a:moveTo>
                  <a:cubicBezTo>
                    <a:pt x="4621" y="3787"/>
                    <a:pt x="1749" y="3662"/>
                    <a:pt x="1749" y="3662"/>
                  </a:cubicBezTo>
                  <a:cubicBezTo>
                    <a:pt x="751" y="3620"/>
                    <a:pt x="-40" y="2747"/>
                    <a:pt x="2" y="1748"/>
                  </a:cubicBezTo>
                  <a:cubicBezTo>
                    <a:pt x="43" y="749"/>
                    <a:pt x="875" y="0"/>
                    <a:pt x="1833" y="0"/>
                  </a:cubicBezTo>
                  <a:cubicBezTo>
                    <a:pt x="1916" y="0"/>
                    <a:pt x="4662" y="125"/>
                    <a:pt x="4662" y="125"/>
                  </a:cubicBezTo>
                  <a:cubicBezTo>
                    <a:pt x="5661" y="166"/>
                    <a:pt x="6452" y="1040"/>
                    <a:pt x="6410" y="2039"/>
                  </a:cubicBezTo>
                  <a:cubicBezTo>
                    <a:pt x="6368" y="3038"/>
                    <a:pt x="5536" y="3787"/>
                    <a:pt x="4579" y="378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3" name="Google Shape;2003;p56"/>
            <p:cNvSpPr/>
            <p:nvPr/>
          </p:nvSpPr>
          <p:spPr>
            <a:xfrm>
              <a:off x="7334376" y="3221941"/>
              <a:ext cx="15627" cy="32132"/>
            </a:xfrm>
            <a:custGeom>
              <a:avLst/>
              <a:gdLst/>
              <a:ahLst/>
              <a:cxnLst/>
              <a:rect l="l" t="t" r="r" b="b"/>
              <a:pathLst>
                <a:path w="4314" h="8870" extrusionOk="0">
                  <a:moveTo>
                    <a:pt x="2469" y="8871"/>
                  </a:moveTo>
                  <a:cubicBezTo>
                    <a:pt x="1554" y="8871"/>
                    <a:pt x="763" y="8205"/>
                    <a:pt x="638" y="7248"/>
                  </a:cubicBezTo>
                  <a:lnTo>
                    <a:pt x="14" y="2046"/>
                  </a:lnTo>
                  <a:cubicBezTo>
                    <a:pt x="-111" y="1047"/>
                    <a:pt x="597" y="132"/>
                    <a:pt x="1637" y="7"/>
                  </a:cubicBezTo>
                  <a:cubicBezTo>
                    <a:pt x="2594" y="-76"/>
                    <a:pt x="3551" y="590"/>
                    <a:pt x="3676" y="1588"/>
                  </a:cubicBezTo>
                  <a:lnTo>
                    <a:pt x="4300" y="6790"/>
                  </a:lnTo>
                  <a:cubicBezTo>
                    <a:pt x="4425" y="7789"/>
                    <a:pt x="3718" y="8704"/>
                    <a:pt x="2677" y="8829"/>
                  </a:cubicBezTo>
                  <a:cubicBezTo>
                    <a:pt x="2594" y="8829"/>
                    <a:pt x="2553" y="8829"/>
                    <a:pt x="2469" y="882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4" name="Google Shape;2004;p56"/>
            <p:cNvSpPr/>
            <p:nvPr/>
          </p:nvSpPr>
          <p:spPr>
            <a:xfrm>
              <a:off x="7017495" y="3439354"/>
              <a:ext cx="619082" cy="155673"/>
            </a:xfrm>
            <a:custGeom>
              <a:avLst/>
              <a:gdLst/>
              <a:ahLst/>
              <a:cxnLst/>
              <a:rect l="l" t="t" r="r" b="b"/>
              <a:pathLst>
                <a:path w="170899" h="42974" extrusionOk="0">
                  <a:moveTo>
                    <a:pt x="1665" y="535"/>
                  </a:moveTo>
                  <a:cubicBezTo>
                    <a:pt x="1124" y="5196"/>
                    <a:pt x="541" y="9856"/>
                    <a:pt x="0" y="14559"/>
                  </a:cubicBezTo>
                  <a:cubicBezTo>
                    <a:pt x="30462" y="27875"/>
                    <a:pt x="71493" y="40817"/>
                    <a:pt x="120681" y="42732"/>
                  </a:cubicBezTo>
                  <a:cubicBezTo>
                    <a:pt x="132499" y="43189"/>
                    <a:pt x="143694" y="42981"/>
                    <a:pt x="154263" y="42274"/>
                  </a:cubicBezTo>
                  <a:cubicBezTo>
                    <a:pt x="162711" y="40984"/>
                    <a:pt x="169328" y="34658"/>
                    <a:pt x="170659" y="26918"/>
                  </a:cubicBezTo>
                  <a:cubicBezTo>
                    <a:pt x="172241" y="17597"/>
                    <a:pt x="165874" y="7776"/>
                    <a:pt x="155595" y="5237"/>
                  </a:cubicBezTo>
                  <a:cubicBezTo>
                    <a:pt x="144276" y="2532"/>
                    <a:pt x="135163" y="1409"/>
                    <a:pt x="129794" y="868"/>
                  </a:cubicBezTo>
                  <a:cubicBezTo>
                    <a:pt x="85475" y="-3460"/>
                    <a:pt x="63961" y="10106"/>
                    <a:pt x="21306" y="4363"/>
                  </a:cubicBezTo>
                  <a:cubicBezTo>
                    <a:pt x="12360" y="3157"/>
                    <a:pt x="5327" y="1492"/>
                    <a:pt x="1706" y="53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5" name="Google Shape;2005;p56"/>
            <p:cNvSpPr/>
            <p:nvPr/>
          </p:nvSpPr>
          <p:spPr>
            <a:xfrm>
              <a:off x="6862634" y="3299888"/>
              <a:ext cx="326829" cy="231800"/>
            </a:xfrm>
            <a:custGeom>
              <a:avLst/>
              <a:gdLst/>
              <a:ahLst/>
              <a:cxnLst/>
              <a:rect l="l" t="t" r="r" b="b"/>
              <a:pathLst>
                <a:path w="90222" h="63989" extrusionOk="0">
                  <a:moveTo>
                    <a:pt x="90223" y="48343"/>
                  </a:moveTo>
                  <a:cubicBezTo>
                    <a:pt x="85604" y="42975"/>
                    <a:pt x="78945" y="34777"/>
                    <a:pt x="71871" y="24082"/>
                  </a:cubicBezTo>
                  <a:cubicBezTo>
                    <a:pt x="61800" y="8893"/>
                    <a:pt x="57930" y="-595"/>
                    <a:pt x="56058" y="29"/>
                  </a:cubicBezTo>
                  <a:cubicBezTo>
                    <a:pt x="54185" y="653"/>
                    <a:pt x="55350" y="12056"/>
                    <a:pt x="60136" y="21960"/>
                  </a:cubicBezTo>
                  <a:cubicBezTo>
                    <a:pt x="61384" y="24540"/>
                    <a:pt x="62716" y="26662"/>
                    <a:pt x="63839" y="28243"/>
                  </a:cubicBezTo>
                  <a:cubicBezTo>
                    <a:pt x="60219" y="27661"/>
                    <a:pt x="54393" y="26662"/>
                    <a:pt x="47277" y="25081"/>
                  </a:cubicBezTo>
                  <a:cubicBezTo>
                    <a:pt x="34086" y="22168"/>
                    <a:pt x="30632" y="20378"/>
                    <a:pt x="23474" y="20337"/>
                  </a:cubicBezTo>
                  <a:cubicBezTo>
                    <a:pt x="12613" y="20253"/>
                    <a:pt x="3208" y="24207"/>
                    <a:pt x="3374" y="25663"/>
                  </a:cubicBezTo>
                  <a:cubicBezTo>
                    <a:pt x="3582" y="27286"/>
                    <a:pt x="15276" y="25372"/>
                    <a:pt x="32837" y="29533"/>
                  </a:cubicBezTo>
                  <a:cubicBezTo>
                    <a:pt x="37331" y="30574"/>
                    <a:pt x="40952" y="31739"/>
                    <a:pt x="43449" y="32613"/>
                  </a:cubicBezTo>
                  <a:cubicBezTo>
                    <a:pt x="43116" y="33612"/>
                    <a:pt x="42741" y="34652"/>
                    <a:pt x="42408" y="35651"/>
                  </a:cubicBezTo>
                  <a:cubicBezTo>
                    <a:pt x="35875" y="32946"/>
                    <a:pt x="24597" y="29450"/>
                    <a:pt x="11239" y="31739"/>
                  </a:cubicBezTo>
                  <a:cubicBezTo>
                    <a:pt x="5455" y="32738"/>
                    <a:pt x="-163" y="34694"/>
                    <a:pt x="4" y="35609"/>
                  </a:cubicBezTo>
                  <a:cubicBezTo>
                    <a:pt x="212" y="37024"/>
                    <a:pt x="14194" y="33986"/>
                    <a:pt x="31339" y="38772"/>
                  </a:cubicBezTo>
                  <a:cubicBezTo>
                    <a:pt x="35542" y="39937"/>
                    <a:pt x="38913" y="41310"/>
                    <a:pt x="41118" y="42309"/>
                  </a:cubicBezTo>
                  <a:cubicBezTo>
                    <a:pt x="40993" y="42683"/>
                    <a:pt x="40785" y="43266"/>
                    <a:pt x="40328" y="43724"/>
                  </a:cubicBezTo>
                  <a:cubicBezTo>
                    <a:pt x="37956" y="46096"/>
                    <a:pt x="31838" y="43349"/>
                    <a:pt x="28800" y="42267"/>
                  </a:cubicBezTo>
                  <a:cubicBezTo>
                    <a:pt x="16732" y="37939"/>
                    <a:pt x="3582" y="42101"/>
                    <a:pt x="3541" y="43183"/>
                  </a:cubicBezTo>
                  <a:cubicBezTo>
                    <a:pt x="3541" y="44140"/>
                    <a:pt x="13944" y="44390"/>
                    <a:pt x="31381" y="49009"/>
                  </a:cubicBezTo>
                  <a:cubicBezTo>
                    <a:pt x="34460" y="49841"/>
                    <a:pt x="36999" y="50590"/>
                    <a:pt x="38871" y="51173"/>
                  </a:cubicBezTo>
                  <a:cubicBezTo>
                    <a:pt x="38788" y="52047"/>
                    <a:pt x="38746" y="52962"/>
                    <a:pt x="38663" y="53836"/>
                  </a:cubicBezTo>
                  <a:cubicBezTo>
                    <a:pt x="35625" y="52879"/>
                    <a:pt x="31089" y="51755"/>
                    <a:pt x="25513" y="51381"/>
                  </a:cubicBezTo>
                  <a:cubicBezTo>
                    <a:pt x="19271" y="50965"/>
                    <a:pt x="12280" y="51547"/>
                    <a:pt x="12197" y="52546"/>
                  </a:cubicBezTo>
                  <a:cubicBezTo>
                    <a:pt x="12155" y="53253"/>
                    <a:pt x="15567" y="53794"/>
                    <a:pt x="22933" y="55667"/>
                  </a:cubicBezTo>
                  <a:cubicBezTo>
                    <a:pt x="29050" y="57207"/>
                    <a:pt x="34002" y="58663"/>
                    <a:pt x="37331" y="59662"/>
                  </a:cubicBezTo>
                  <a:cubicBezTo>
                    <a:pt x="44739" y="60661"/>
                    <a:pt x="52354" y="61576"/>
                    <a:pt x="60094" y="62409"/>
                  </a:cubicBezTo>
                  <a:cubicBezTo>
                    <a:pt x="65712" y="62991"/>
                    <a:pt x="71247" y="63532"/>
                    <a:pt x="76698" y="63990"/>
                  </a:cubicBezTo>
                  <a:cubicBezTo>
                    <a:pt x="81193" y="58788"/>
                    <a:pt x="85729" y="53586"/>
                    <a:pt x="90223" y="48385"/>
                  </a:cubicBezTo>
                  <a:close/>
                </a:path>
              </a:pathLst>
            </a:custGeom>
            <a:solidFill>
              <a:srgbClr val="FD947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6" name="Google Shape;2006;p56"/>
            <p:cNvSpPr/>
            <p:nvPr/>
          </p:nvSpPr>
          <p:spPr>
            <a:xfrm>
              <a:off x="7172012" y="2428349"/>
              <a:ext cx="424655" cy="228163"/>
            </a:xfrm>
            <a:custGeom>
              <a:avLst/>
              <a:gdLst/>
              <a:ahLst/>
              <a:cxnLst/>
              <a:rect l="l" t="t" r="r" b="b"/>
              <a:pathLst>
                <a:path w="117227" h="62985" extrusionOk="0">
                  <a:moveTo>
                    <a:pt x="94473" y="16668"/>
                  </a:moveTo>
                  <a:cubicBezTo>
                    <a:pt x="105043" y="23993"/>
                    <a:pt x="118859" y="33605"/>
                    <a:pt x="117070" y="42220"/>
                  </a:cubicBezTo>
                  <a:cubicBezTo>
                    <a:pt x="114282" y="55578"/>
                    <a:pt x="73625" y="67479"/>
                    <a:pt x="45785" y="53497"/>
                  </a:cubicBezTo>
                  <a:cubicBezTo>
                    <a:pt x="32760" y="46964"/>
                    <a:pt x="25519" y="36227"/>
                    <a:pt x="18153" y="39223"/>
                  </a:cubicBezTo>
                  <a:cubicBezTo>
                    <a:pt x="9123" y="42927"/>
                    <a:pt x="11079" y="62860"/>
                    <a:pt x="7458" y="62985"/>
                  </a:cubicBezTo>
                  <a:cubicBezTo>
                    <a:pt x="4212" y="63110"/>
                    <a:pt x="-2820" y="47421"/>
                    <a:pt x="1216" y="32690"/>
                  </a:cubicBezTo>
                  <a:cubicBezTo>
                    <a:pt x="6418" y="13797"/>
                    <a:pt x="28224" y="2270"/>
                    <a:pt x="46243" y="314"/>
                  </a:cubicBezTo>
                  <a:cubicBezTo>
                    <a:pt x="67674" y="-2016"/>
                    <a:pt x="83695" y="9136"/>
                    <a:pt x="94515" y="166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7" name="Google Shape;2007;p56"/>
            <p:cNvSpPr/>
            <p:nvPr/>
          </p:nvSpPr>
          <p:spPr>
            <a:xfrm>
              <a:off x="7517344" y="3440581"/>
              <a:ext cx="30509" cy="47589"/>
            </a:xfrm>
            <a:custGeom>
              <a:avLst/>
              <a:gdLst/>
              <a:ahLst/>
              <a:cxnLst/>
              <a:rect l="l" t="t" r="r" b="b"/>
              <a:pathLst>
                <a:path w="8422" h="13137" extrusionOk="0">
                  <a:moveTo>
                    <a:pt x="6562" y="13096"/>
                  </a:moveTo>
                  <a:cubicBezTo>
                    <a:pt x="5897" y="13096"/>
                    <a:pt x="5231" y="12721"/>
                    <a:pt x="4939" y="12097"/>
                  </a:cubicBezTo>
                  <a:lnTo>
                    <a:pt x="195" y="2651"/>
                  </a:lnTo>
                  <a:cubicBezTo>
                    <a:pt x="-262" y="1735"/>
                    <a:pt x="112" y="653"/>
                    <a:pt x="1028" y="195"/>
                  </a:cubicBezTo>
                  <a:cubicBezTo>
                    <a:pt x="1943" y="-262"/>
                    <a:pt x="3025" y="112"/>
                    <a:pt x="3483" y="1028"/>
                  </a:cubicBezTo>
                  <a:lnTo>
                    <a:pt x="8227" y="10474"/>
                  </a:lnTo>
                  <a:cubicBezTo>
                    <a:pt x="8685" y="11390"/>
                    <a:pt x="8310" y="12472"/>
                    <a:pt x="7395" y="12929"/>
                  </a:cubicBezTo>
                  <a:cubicBezTo>
                    <a:pt x="7145" y="13054"/>
                    <a:pt x="6854" y="13137"/>
                    <a:pt x="6562" y="131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8" name="Google Shape;2008;p56"/>
            <p:cNvSpPr/>
            <p:nvPr/>
          </p:nvSpPr>
          <p:spPr>
            <a:xfrm>
              <a:off x="7612215" y="3075496"/>
              <a:ext cx="24684" cy="84622"/>
            </a:xfrm>
            <a:custGeom>
              <a:avLst/>
              <a:gdLst/>
              <a:ahLst/>
              <a:cxnLst/>
              <a:rect l="l" t="t" r="r" b="b"/>
              <a:pathLst>
                <a:path w="6814" h="23360" extrusionOk="0">
                  <a:moveTo>
                    <a:pt x="1826" y="23361"/>
                  </a:moveTo>
                  <a:cubicBezTo>
                    <a:pt x="536" y="23194"/>
                    <a:pt x="-172" y="22237"/>
                    <a:pt x="36" y="21238"/>
                  </a:cubicBezTo>
                  <a:lnTo>
                    <a:pt x="3199" y="1555"/>
                  </a:lnTo>
                  <a:cubicBezTo>
                    <a:pt x="3365" y="556"/>
                    <a:pt x="4322" y="-110"/>
                    <a:pt x="5279" y="15"/>
                  </a:cubicBezTo>
                  <a:cubicBezTo>
                    <a:pt x="6278" y="181"/>
                    <a:pt x="6986" y="1139"/>
                    <a:pt x="6778" y="2137"/>
                  </a:cubicBezTo>
                  <a:lnTo>
                    <a:pt x="3615" y="21821"/>
                  </a:lnTo>
                  <a:cubicBezTo>
                    <a:pt x="3490" y="22736"/>
                    <a:pt x="2699" y="23361"/>
                    <a:pt x="1826" y="2336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9" name="Google Shape;2009;p56"/>
            <p:cNvSpPr/>
            <p:nvPr/>
          </p:nvSpPr>
          <p:spPr>
            <a:xfrm>
              <a:off x="7207572" y="3091043"/>
              <a:ext cx="33236" cy="210916"/>
            </a:xfrm>
            <a:custGeom>
              <a:avLst/>
              <a:gdLst/>
              <a:ahLst/>
              <a:cxnLst/>
              <a:rect l="l" t="t" r="r" b="b"/>
              <a:pathLst>
                <a:path w="9175" h="58224" extrusionOk="0">
                  <a:moveTo>
                    <a:pt x="1838" y="58225"/>
                  </a:moveTo>
                  <a:cubicBezTo>
                    <a:pt x="631" y="58100"/>
                    <a:pt x="-76" y="57226"/>
                    <a:pt x="7" y="56186"/>
                  </a:cubicBezTo>
                  <a:lnTo>
                    <a:pt x="5541" y="1630"/>
                  </a:lnTo>
                  <a:cubicBezTo>
                    <a:pt x="5625" y="631"/>
                    <a:pt x="6332" y="-77"/>
                    <a:pt x="7539" y="7"/>
                  </a:cubicBezTo>
                  <a:cubicBezTo>
                    <a:pt x="8538" y="131"/>
                    <a:pt x="9287" y="1005"/>
                    <a:pt x="9162" y="2004"/>
                  </a:cubicBezTo>
                  <a:lnTo>
                    <a:pt x="3627" y="56560"/>
                  </a:lnTo>
                  <a:cubicBezTo>
                    <a:pt x="3544" y="57517"/>
                    <a:pt x="2753" y="58225"/>
                    <a:pt x="1796" y="5822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0" name="Google Shape;2010;p56"/>
            <p:cNvSpPr/>
            <p:nvPr/>
          </p:nvSpPr>
          <p:spPr>
            <a:xfrm>
              <a:off x="7195544" y="3269157"/>
              <a:ext cx="936590" cy="816251"/>
            </a:xfrm>
            <a:custGeom>
              <a:avLst/>
              <a:gdLst/>
              <a:ahLst/>
              <a:cxnLst/>
              <a:rect l="l" t="t" r="r" b="b"/>
              <a:pathLst>
                <a:path w="258548" h="225328" extrusionOk="0">
                  <a:moveTo>
                    <a:pt x="0" y="225328"/>
                  </a:moveTo>
                  <a:cubicBezTo>
                    <a:pt x="1457" y="210888"/>
                    <a:pt x="15231" y="93245"/>
                    <a:pt x="117518" y="32489"/>
                  </a:cubicBezTo>
                  <a:cubicBezTo>
                    <a:pt x="172948" y="-470"/>
                    <a:pt x="228045" y="-1011"/>
                    <a:pt x="253097" y="404"/>
                  </a:cubicBezTo>
                  <a:cubicBezTo>
                    <a:pt x="256509" y="17924"/>
                    <a:pt x="259048" y="39355"/>
                    <a:pt x="258465" y="63699"/>
                  </a:cubicBezTo>
                  <a:cubicBezTo>
                    <a:pt x="256551" y="145970"/>
                    <a:pt x="220513" y="203523"/>
                    <a:pt x="206115" y="224121"/>
                  </a:cubicBezTo>
                  <a:cubicBezTo>
                    <a:pt x="137410" y="224538"/>
                    <a:pt x="68705" y="224912"/>
                    <a:pt x="0" y="22532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11" name="Google Shape;2011;p56"/>
          <p:cNvGrpSpPr/>
          <p:nvPr/>
        </p:nvGrpSpPr>
        <p:grpSpPr>
          <a:xfrm>
            <a:off x="3984940" y="3249230"/>
            <a:ext cx="1709921" cy="1781197"/>
            <a:chOff x="3770640" y="3249230"/>
            <a:chExt cx="1709921" cy="1781197"/>
          </a:xfrm>
        </p:grpSpPr>
        <p:sp>
          <p:nvSpPr>
            <p:cNvPr id="2012" name="Google Shape;2012;p56"/>
            <p:cNvSpPr/>
            <p:nvPr/>
          </p:nvSpPr>
          <p:spPr>
            <a:xfrm>
              <a:off x="3770640" y="3362506"/>
              <a:ext cx="1709921" cy="49444"/>
            </a:xfrm>
            <a:custGeom>
              <a:avLst/>
              <a:gdLst/>
              <a:ahLst/>
              <a:cxnLst/>
              <a:rect l="l" t="t" r="r" b="b"/>
              <a:pathLst>
                <a:path w="472028" h="13649" extrusionOk="0">
                  <a:moveTo>
                    <a:pt x="465204" y="13649"/>
                  </a:moveTo>
                  <a:lnTo>
                    <a:pt x="6825" y="13649"/>
                  </a:lnTo>
                  <a:cubicBezTo>
                    <a:pt x="3079" y="13649"/>
                    <a:pt x="0" y="10570"/>
                    <a:pt x="0" y="6825"/>
                  </a:cubicBezTo>
                  <a:cubicBezTo>
                    <a:pt x="0" y="3079"/>
                    <a:pt x="3079" y="0"/>
                    <a:pt x="6825" y="0"/>
                  </a:cubicBezTo>
                  <a:lnTo>
                    <a:pt x="465204" y="0"/>
                  </a:lnTo>
                  <a:cubicBezTo>
                    <a:pt x="468949" y="0"/>
                    <a:pt x="472029" y="3079"/>
                    <a:pt x="472029" y="6825"/>
                  </a:cubicBezTo>
                  <a:cubicBezTo>
                    <a:pt x="472029" y="10570"/>
                    <a:pt x="468949" y="13649"/>
                    <a:pt x="465204" y="1364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3" name="Google Shape;2013;p56"/>
            <p:cNvSpPr/>
            <p:nvPr/>
          </p:nvSpPr>
          <p:spPr>
            <a:xfrm>
              <a:off x="4222238" y="3417487"/>
              <a:ext cx="805890" cy="23213"/>
            </a:xfrm>
            <a:custGeom>
              <a:avLst/>
              <a:gdLst/>
              <a:ahLst/>
              <a:cxnLst/>
              <a:rect l="l" t="t" r="r" b="b"/>
              <a:pathLst>
                <a:path w="222468" h="6408" extrusionOk="0">
                  <a:moveTo>
                    <a:pt x="219265" y="6409"/>
                  </a:moveTo>
                  <a:lnTo>
                    <a:pt x="3204" y="6409"/>
                  </a:lnTo>
                  <a:cubicBezTo>
                    <a:pt x="1415" y="6409"/>
                    <a:pt x="0" y="4952"/>
                    <a:pt x="0" y="3204"/>
                  </a:cubicBezTo>
                  <a:cubicBezTo>
                    <a:pt x="0" y="1456"/>
                    <a:pt x="1456" y="0"/>
                    <a:pt x="3204" y="0"/>
                  </a:cubicBezTo>
                  <a:lnTo>
                    <a:pt x="219265" y="0"/>
                  </a:lnTo>
                  <a:cubicBezTo>
                    <a:pt x="221054" y="0"/>
                    <a:pt x="222469" y="1456"/>
                    <a:pt x="222469" y="3204"/>
                  </a:cubicBezTo>
                  <a:cubicBezTo>
                    <a:pt x="222469" y="4952"/>
                    <a:pt x="221012" y="6409"/>
                    <a:pt x="219265" y="64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4" name="Google Shape;2014;p56"/>
            <p:cNvSpPr/>
            <p:nvPr/>
          </p:nvSpPr>
          <p:spPr>
            <a:xfrm>
              <a:off x="4416405" y="3437222"/>
              <a:ext cx="417566" cy="39645"/>
            </a:xfrm>
            <a:custGeom>
              <a:avLst/>
              <a:gdLst/>
              <a:ahLst/>
              <a:cxnLst/>
              <a:rect l="l" t="t" r="r" b="b"/>
              <a:pathLst>
                <a:path w="115270" h="10944" extrusionOk="0">
                  <a:moveTo>
                    <a:pt x="114397" y="0"/>
                  </a:moveTo>
                  <a:cubicBezTo>
                    <a:pt x="114880" y="0"/>
                    <a:pt x="115271" y="391"/>
                    <a:pt x="115271" y="874"/>
                  </a:cubicBezTo>
                  <a:lnTo>
                    <a:pt x="115271" y="10071"/>
                  </a:lnTo>
                  <a:cubicBezTo>
                    <a:pt x="115271" y="10553"/>
                    <a:pt x="114880" y="10944"/>
                    <a:pt x="114397" y="10944"/>
                  </a:cubicBezTo>
                  <a:lnTo>
                    <a:pt x="874" y="10944"/>
                  </a:lnTo>
                  <a:cubicBezTo>
                    <a:pt x="391" y="10944"/>
                    <a:pt x="0" y="10553"/>
                    <a:pt x="0" y="10071"/>
                  </a:cubicBezTo>
                  <a:lnTo>
                    <a:pt x="0" y="874"/>
                  </a:lnTo>
                  <a:cubicBezTo>
                    <a:pt x="0" y="391"/>
                    <a:pt x="391" y="0"/>
                    <a:pt x="874"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5" name="Google Shape;2015;p56"/>
            <p:cNvSpPr/>
            <p:nvPr/>
          </p:nvSpPr>
          <p:spPr>
            <a:xfrm>
              <a:off x="4252966" y="4878326"/>
              <a:ext cx="744235" cy="152102"/>
            </a:xfrm>
            <a:custGeom>
              <a:avLst/>
              <a:gdLst/>
              <a:ahLst/>
              <a:cxnLst/>
              <a:rect l="l" t="t" r="r" b="b"/>
              <a:pathLst>
                <a:path w="205448" h="41988" extrusionOk="0">
                  <a:moveTo>
                    <a:pt x="200122" y="41989"/>
                  </a:moveTo>
                  <a:lnTo>
                    <a:pt x="5368" y="41989"/>
                  </a:lnTo>
                  <a:cubicBezTo>
                    <a:pt x="2414" y="41989"/>
                    <a:pt x="0" y="39575"/>
                    <a:pt x="0" y="36620"/>
                  </a:cubicBezTo>
                  <a:lnTo>
                    <a:pt x="0" y="27923"/>
                  </a:lnTo>
                  <a:cubicBezTo>
                    <a:pt x="0" y="26425"/>
                    <a:pt x="624" y="25093"/>
                    <a:pt x="1581" y="24136"/>
                  </a:cubicBezTo>
                  <a:cubicBezTo>
                    <a:pt x="2996" y="22721"/>
                    <a:pt x="4952" y="22596"/>
                    <a:pt x="5368" y="22555"/>
                  </a:cubicBezTo>
                  <a:cubicBezTo>
                    <a:pt x="8947" y="22180"/>
                    <a:pt x="40615" y="13441"/>
                    <a:pt x="88014" y="0"/>
                  </a:cubicBezTo>
                  <a:lnTo>
                    <a:pt x="117435" y="0"/>
                  </a:lnTo>
                  <a:cubicBezTo>
                    <a:pt x="164667" y="13316"/>
                    <a:pt x="197001" y="22222"/>
                    <a:pt x="200081" y="22555"/>
                  </a:cubicBezTo>
                  <a:cubicBezTo>
                    <a:pt x="200455" y="22555"/>
                    <a:pt x="202494" y="22721"/>
                    <a:pt x="203867" y="24136"/>
                  </a:cubicBezTo>
                  <a:cubicBezTo>
                    <a:pt x="204825" y="25093"/>
                    <a:pt x="205449" y="26467"/>
                    <a:pt x="205449" y="27923"/>
                  </a:cubicBezTo>
                  <a:lnTo>
                    <a:pt x="205449" y="36620"/>
                  </a:lnTo>
                  <a:cubicBezTo>
                    <a:pt x="203659" y="38410"/>
                    <a:pt x="201870" y="40199"/>
                    <a:pt x="200081" y="419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6" name="Google Shape;2016;p56"/>
            <p:cNvSpPr/>
            <p:nvPr/>
          </p:nvSpPr>
          <p:spPr>
            <a:xfrm>
              <a:off x="4571708" y="3440686"/>
              <a:ext cx="106578" cy="1576360"/>
            </a:xfrm>
            <a:custGeom>
              <a:avLst/>
              <a:gdLst/>
              <a:ahLst/>
              <a:cxnLst/>
              <a:rect l="l" t="t" r="r" b="b"/>
              <a:pathLst>
                <a:path w="29421" h="435158" extrusionOk="0">
                  <a:moveTo>
                    <a:pt x="0" y="0"/>
                  </a:moveTo>
                  <a:lnTo>
                    <a:pt x="29421" y="0"/>
                  </a:lnTo>
                  <a:lnTo>
                    <a:pt x="29421" y="435158"/>
                  </a:lnTo>
                  <a:lnTo>
                    <a:pt x="0" y="43515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7" name="Google Shape;2017;p56"/>
            <p:cNvSpPr/>
            <p:nvPr/>
          </p:nvSpPr>
          <p:spPr>
            <a:xfrm>
              <a:off x="4146914" y="3249834"/>
              <a:ext cx="185124" cy="103864"/>
            </a:xfrm>
            <a:custGeom>
              <a:avLst/>
              <a:gdLst/>
              <a:ahLst/>
              <a:cxnLst/>
              <a:rect l="l" t="t" r="r" b="b"/>
              <a:pathLst>
                <a:path w="51104" h="28672" extrusionOk="0">
                  <a:moveTo>
                    <a:pt x="44" y="8864"/>
                  </a:moveTo>
                  <a:cubicBezTo>
                    <a:pt x="460" y="18560"/>
                    <a:pt x="4455" y="25551"/>
                    <a:pt x="6619" y="28672"/>
                  </a:cubicBezTo>
                  <a:lnTo>
                    <a:pt x="45112" y="28672"/>
                  </a:lnTo>
                  <a:cubicBezTo>
                    <a:pt x="47110" y="25260"/>
                    <a:pt x="50980" y="17686"/>
                    <a:pt x="51104" y="7407"/>
                  </a:cubicBezTo>
                  <a:cubicBezTo>
                    <a:pt x="51104" y="4702"/>
                    <a:pt x="50980" y="2289"/>
                    <a:pt x="50522" y="0"/>
                  </a:cubicBezTo>
                  <a:lnTo>
                    <a:pt x="626" y="0"/>
                  </a:lnTo>
                  <a:cubicBezTo>
                    <a:pt x="44" y="2705"/>
                    <a:pt x="-81" y="5701"/>
                    <a:pt x="44" y="8822"/>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8" name="Google Shape;2018;p56"/>
            <p:cNvSpPr/>
            <p:nvPr/>
          </p:nvSpPr>
          <p:spPr>
            <a:xfrm>
              <a:off x="4101606" y="3273663"/>
              <a:ext cx="79115" cy="57605"/>
            </a:xfrm>
            <a:custGeom>
              <a:avLst/>
              <a:gdLst/>
              <a:ahLst/>
              <a:cxnLst/>
              <a:rect l="l" t="t" r="r" b="b"/>
              <a:pathLst>
                <a:path w="21840" h="15902" extrusionOk="0">
                  <a:moveTo>
                    <a:pt x="18803" y="8231"/>
                  </a:moveTo>
                  <a:cubicBezTo>
                    <a:pt x="11063" y="1490"/>
                    <a:pt x="4321" y="-1465"/>
                    <a:pt x="1533" y="699"/>
                  </a:cubicBezTo>
                  <a:cubicBezTo>
                    <a:pt x="-714" y="2447"/>
                    <a:pt x="-298" y="7358"/>
                    <a:pt x="1533" y="10437"/>
                  </a:cubicBezTo>
                  <a:cubicBezTo>
                    <a:pt x="4571" y="15555"/>
                    <a:pt x="12894" y="17595"/>
                    <a:pt x="21841" y="14307"/>
                  </a:cubicBezTo>
                  <a:cubicBezTo>
                    <a:pt x="21092" y="13766"/>
                    <a:pt x="19968" y="13100"/>
                    <a:pt x="18470" y="12642"/>
                  </a:cubicBezTo>
                  <a:cubicBezTo>
                    <a:pt x="14225" y="11311"/>
                    <a:pt x="11937" y="13392"/>
                    <a:pt x="9065" y="12310"/>
                  </a:cubicBezTo>
                  <a:cubicBezTo>
                    <a:pt x="5570" y="10978"/>
                    <a:pt x="3531" y="5735"/>
                    <a:pt x="4696" y="4445"/>
                  </a:cubicBezTo>
                  <a:cubicBezTo>
                    <a:pt x="5195" y="3904"/>
                    <a:pt x="6985" y="3196"/>
                    <a:pt x="15765" y="8315"/>
                  </a:cubicBezTo>
                  <a:lnTo>
                    <a:pt x="18803" y="831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9" name="Google Shape;2019;p56"/>
            <p:cNvSpPr/>
            <p:nvPr/>
          </p:nvSpPr>
          <p:spPr>
            <a:xfrm>
              <a:off x="4059855" y="3342623"/>
              <a:ext cx="347622" cy="17185"/>
            </a:xfrm>
            <a:custGeom>
              <a:avLst/>
              <a:gdLst/>
              <a:ahLst/>
              <a:cxnLst/>
              <a:rect l="l" t="t" r="r" b="b"/>
              <a:pathLst>
                <a:path w="95962" h="4744" extrusionOk="0">
                  <a:moveTo>
                    <a:pt x="2372" y="4744"/>
                  </a:moveTo>
                  <a:lnTo>
                    <a:pt x="93590" y="4744"/>
                  </a:lnTo>
                  <a:cubicBezTo>
                    <a:pt x="94880" y="4744"/>
                    <a:pt x="95962" y="3662"/>
                    <a:pt x="95962" y="2372"/>
                  </a:cubicBezTo>
                  <a:cubicBezTo>
                    <a:pt x="95962" y="1082"/>
                    <a:pt x="94880" y="0"/>
                    <a:pt x="93590" y="0"/>
                  </a:cubicBezTo>
                  <a:lnTo>
                    <a:pt x="2372" y="0"/>
                  </a:lnTo>
                  <a:cubicBezTo>
                    <a:pt x="1082" y="0"/>
                    <a:pt x="0" y="1082"/>
                    <a:pt x="0" y="2372"/>
                  </a:cubicBezTo>
                  <a:cubicBezTo>
                    <a:pt x="0" y="3662"/>
                    <a:pt x="1082" y="4744"/>
                    <a:pt x="2372" y="474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0" name="Google Shape;2020;p56"/>
            <p:cNvSpPr/>
            <p:nvPr/>
          </p:nvSpPr>
          <p:spPr>
            <a:xfrm>
              <a:off x="5049516" y="3249230"/>
              <a:ext cx="185124" cy="103864"/>
            </a:xfrm>
            <a:custGeom>
              <a:avLst/>
              <a:gdLst/>
              <a:ahLst/>
              <a:cxnLst/>
              <a:rect l="l" t="t" r="r" b="b"/>
              <a:pathLst>
                <a:path w="51104" h="28672" extrusionOk="0">
                  <a:moveTo>
                    <a:pt x="51061" y="8864"/>
                  </a:moveTo>
                  <a:cubicBezTo>
                    <a:pt x="50644" y="18560"/>
                    <a:pt x="46649" y="25551"/>
                    <a:pt x="44485" y="28672"/>
                  </a:cubicBezTo>
                  <a:lnTo>
                    <a:pt x="5992" y="28672"/>
                  </a:lnTo>
                  <a:cubicBezTo>
                    <a:pt x="3995" y="25260"/>
                    <a:pt x="125" y="17686"/>
                    <a:pt x="0" y="7407"/>
                  </a:cubicBezTo>
                  <a:cubicBezTo>
                    <a:pt x="0" y="4702"/>
                    <a:pt x="125" y="2289"/>
                    <a:pt x="583" y="0"/>
                  </a:cubicBezTo>
                  <a:lnTo>
                    <a:pt x="50478" y="0"/>
                  </a:lnTo>
                  <a:cubicBezTo>
                    <a:pt x="51061" y="2705"/>
                    <a:pt x="51185" y="5701"/>
                    <a:pt x="51061" y="8822"/>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1" name="Google Shape;2021;p56"/>
            <p:cNvSpPr/>
            <p:nvPr/>
          </p:nvSpPr>
          <p:spPr>
            <a:xfrm>
              <a:off x="5200750" y="3273062"/>
              <a:ext cx="79115" cy="57605"/>
            </a:xfrm>
            <a:custGeom>
              <a:avLst/>
              <a:gdLst/>
              <a:ahLst/>
              <a:cxnLst/>
              <a:rect l="l" t="t" r="r" b="b"/>
              <a:pathLst>
                <a:path w="21840" h="15902" extrusionOk="0">
                  <a:moveTo>
                    <a:pt x="3038" y="8231"/>
                  </a:moveTo>
                  <a:cubicBezTo>
                    <a:pt x="10778" y="1490"/>
                    <a:pt x="17519" y="-1465"/>
                    <a:pt x="20307" y="699"/>
                  </a:cubicBezTo>
                  <a:cubicBezTo>
                    <a:pt x="22555" y="2447"/>
                    <a:pt x="22138" y="7358"/>
                    <a:pt x="20307" y="10437"/>
                  </a:cubicBezTo>
                  <a:cubicBezTo>
                    <a:pt x="17270" y="15555"/>
                    <a:pt x="8947" y="17595"/>
                    <a:pt x="0" y="14307"/>
                  </a:cubicBezTo>
                  <a:cubicBezTo>
                    <a:pt x="749" y="13766"/>
                    <a:pt x="1872" y="13100"/>
                    <a:pt x="3371" y="12642"/>
                  </a:cubicBezTo>
                  <a:cubicBezTo>
                    <a:pt x="7615" y="11311"/>
                    <a:pt x="9904" y="13392"/>
                    <a:pt x="12775" y="12310"/>
                  </a:cubicBezTo>
                  <a:cubicBezTo>
                    <a:pt x="16271" y="10978"/>
                    <a:pt x="18310" y="5735"/>
                    <a:pt x="17145" y="4445"/>
                  </a:cubicBezTo>
                  <a:cubicBezTo>
                    <a:pt x="16646" y="3904"/>
                    <a:pt x="14856" y="3196"/>
                    <a:pt x="6075" y="8315"/>
                  </a:cubicBezTo>
                  <a:lnTo>
                    <a:pt x="3038" y="831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2" name="Google Shape;2022;p56"/>
            <p:cNvSpPr/>
            <p:nvPr/>
          </p:nvSpPr>
          <p:spPr>
            <a:xfrm>
              <a:off x="4974200" y="3342022"/>
              <a:ext cx="347622" cy="17185"/>
            </a:xfrm>
            <a:custGeom>
              <a:avLst/>
              <a:gdLst/>
              <a:ahLst/>
              <a:cxnLst/>
              <a:rect l="l" t="t" r="r" b="b"/>
              <a:pathLst>
                <a:path w="95962" h="4744" extrusionOk="0">
                  <a:moveTo>
                    <a:pt x="93590" y="4744"/>
                  </a:moveTo>
                  <a:lnTo>
                    <a:pt x="2372" y="4744"/>
                  </a:lnTo>
                  <a:cubicBezTo>
                    <a:pt x="1082" y="4744"/>
                    <a:pt x="0" y="3662"/>
                    <a:pt x="0" y="2372"/>
                  </a:cubicBezTo>
                  <a:cubicBezTo>
                    <a:pt x="0" y="1082"/>
                    <a:pt x="1082" y="0"/>
                    <a:pt x="2372" y="0"/>
                  </a:cubicBezTo>
                  <a:lnTo>
                    <a:pt x="93590" y="0"/>
                  </a:lnTo>
                  <a:cubicBezTo>
                    <a:pt x="94880" y="0"/>
                    <a:pt x="95962" y="1082"/>
                    <a:pt x="95962" y="2372"/>
                  </a:cubicBezTo>
                  <a:cubicBezTo>
                    <a:pt x="95962" y="3662"/>
                    <a:pt x="94880" y="4744"/>
                    <a:pt x="93590" y="474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23" name="Google Shape;2023;p56"/>
          <p:cNvGrpSpPr/>
          <p:nvPr/>
        </p:nvGrpSpPr>
        <p:grpSpPr>
          <a:xfrm>
            <a:off x="765700" y="2410266"/>
            <a:ext cx="2277918" cy="2596066"/>
            <a:chOff x="1011525" y="2443154"/>
            <a:chExt cx="2277918" cy="2596066"/>
          </a:xfrm>
        </p:grpSpPr>
        <p:sp>
          <p:nvSpPr>
            <p:cNvPr id="2024" name="Google Shape;2024;p56"/>
            <p:cNvSpPr/>
            <p:nvPr/>
          </p:nvSpPr>
          <p:spPr>
            <a:xfrm>
              <a:off x="2679417" y="2966494"/>
              <a:ext cx="392545" cy="372494"/>
            </a:xfrm>
            <a:custGeom>
              <a:avLst/>
              <a:gdLst/>
              <a:ahLst/>
              <a:cxnLst/>
              <a:rect l="l" t="t" r="r" b="b"/>
              <a:pathLst>
                <a:path w="108363" h="102828" extrusionOk="0">
                  <a:moveTo>
                    <a:pt x="0" y="41905"/>
                  </a:moveTo>
                  <a:lnTo>
                    <a:pt x="39325" y="102828"/>
                  </a:lnTo>
                  <a:cubicBezTo>
                    <a:pt x="62338" y="84601"/>
                    <a:pt x="85351" y="66416"/>
                    <a:pt x="108363" y="48189"/>
                  </a:cubicBezTo>
                  <a:lnTo>
                    <a:pt x="77277" y="0"/>
                  </a:lnTo>
                  <a:cubicBezTo>
                    <a:pt x="74572" y="3246"/>
                    <a:pt x="70952" y="7282"/>
                    <a:pt x="66291" y="11527"/>
                  </a:cubicBezTo>
                  <a:cubicBezTo>
                    <a:pt x="59092" y="18185"/>
                    <a:pt x="49438" y="25426"/>
                    <a:pt x="37037" y="31335"/>
                  </a:cubicBezTo>
                  <a:cubicBezTo>
                    <a:pt x="35039" y="32293"/>
                    <a:pt x="33042" y="33166"/>
                    <a:pt x="31127" y="33915"/>
                  </a:cubicBezTo>
                  <a:cubicBezTo>
                    <a:pt x="18976" y="38868"/>
                    <a:pt x="8032" y="40990"/>
                    <a:pt x="42" y="41864"/>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5" name="Google Shape;2025;p56"/>
            <p:cNvSpPr/>
            <p:nvPr/>
          </p:nvSpPr>
          <p:spPr>
            <a:xfrm>
              <a:off x="2435557" y="4816413"/>
              <a:ext cx="424879" cy="217977"/>
            </a:xfrm>
            <a:custGeom>
              <a:avLst/>
              <a:gdLst/>
              <a:ahLst/>
              <a:cxnLst/>
              <a:rect l="l" t="t" r="r" b="b"/>
              <a:pathLst>
                <a:path w="117289" h="60173" extrusionOk="0">
                  <a:moveTo>
                    <a:pt x="116349" y="60174"/>
                  </a:moveTo>
                  <a:cubicBezTo>
                    <a:pt x="77939" y="59799"/>
                    <a:pt x="39529" y="59425"/>
                    <a:pt x="1119" y="59050"/>
                  </a:cubicBezTo>
                  <a:cubicBezTo>
                    <a:pt x="-46" y="54639"/>
                    <a:pt x="-920" y="48023"/>
                    <a:pt x="1785" y="40948"/>
                  </a:cubicBezTo>
                  <a:cubicBezTo>
                    <a:pt x="2867" y="38119"/>
                    <a:pt x="4116" y="36287"/>
                    <a:pt x="4573" y="35538"/>
                  </a:cubicBezTo>
                  <a:cubicBezTo>
                    <a:pt x="7819" y="30545"/>
                    <a:pt x="11939" y="20807"/>
                    <a:pt x="15851" y="0"/>
                  </a:cubicBezTo>
                  <a:cubicBezTo>
                    <a:pt x="22135" y="1623"/>
                    <a:pt x="28460" y="3246"/>
                    <a:pt x="34744" y="4869"/>
                  </a:cubicBezTo>
                  <a:cubicBezTo>
                    <a:pt x="45730" y="15064"/>
                    <a:pt x="56757" y="25301"/>
                    <a:pt x="67744" y="35497"/>
                  </a:cubicBezTo>
                  <a:cubicBezTo>
                    <a:pt x="78397" y="38743"/>
                    <a:pt x="87011" y="41156"/>
                    <a:pt x="92795" y="42696"/>
                  </a:cubicBezTo>
                  <a:cubicBezTo>
                    <a:pt x="107235" y="46608"/>
                    <a:pt x="115433" y="48439"/>
                    <a:pt x="117015" y="54057"/>
                  </a:cubicBezTo>
                  <a:cubicBezTo>
                    <a:pt x="117680" y="56345"/>
                    <a:pt x="117015" y="58593"/>
                    <a:pt x="116307" y="60174"/>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6" name="Google Shape;2026;p56"/>
            <p:cNvSpPr/>
            <p:nvPr/>
          </p:nvSpPr>
          <p:spPr>
            <a:xfrm>
              <a:off x="1733591" y="3075485"/>
              <a:ext cx="1093216" cy="967407"/>
            </a:xfrm>
            <a:custGeom>
              <a:avLst/>
              <a:gdLst/>
              <a:ahLst/>
              <a:cxnLst/>
              <a:rect l="l" t="t" r="r" b="b"/>
              <a:pathLst>
                <a:path w="301785" h="267055" extrusionOk="0">
                  <a:moveTo>
                    <a:pt x="15106" y="267014"/>
                  </a:moveTo>
                  <a:cubicBezTo>
                    <a:pt x="10071" y="215704"/>
                    <a:pt x="5035" y="164352"/>
                    <a:pt x="0" y="113042"/>
                  </a:cubicBezTo>
                  <a:cubicBezTo>
                    <a:pt x="55513" y="59859"/>
                    <a:pt x="108363" y="33934"/>
                    <a:pt x="140198" y="21241"/>
                  </a:cubicBezTo>
                  <a:cubicBezTo>
                    <a:pt x="179315" y="5636"/>
                    <a:pt x="204616" y="1433"/>
                    <a:pt x="221678" y="393"/>
                  </a:cubicBezTo>
                  <a:cubicBezTo>
                    <a:pt x="248686" y="-1230"/>
                    <a:pt x="271116" y="2473"/>
                    <a:pt x="286388" y="6094"/>
                  </a:cubicBezTo>
                  <a:cubicBezTo>
                    <a:pt x="284474" y="14333"/>
                    <a:pt x="281145" y="33892"/>
                    <a:pt x="290217" y="54782"/>
                  </a:cubicBezTo>
                  <a:cubicBezTo>
                    <a:pt x="293629" y="62606"/>
                    <a:pt x="297957" y="68723"/>
                    <a:pt x="301785" y="73217"/>
                  </a:cubicBezTo>
                  <a:cubicBezTo>
                    <a:pt x="296167" y="83413"/>
                    <a:pt x="288677" y="95065"/>
                    <a:pt x="278648" y="106966"/>
                  </a:cubicBezTo>
                  <a:cubicBezTo>
                    <a:pt x="261170" y="127690"/>
                    <a:pt x="242652" y="141464"/>
                    <a:pt x="228420" y="150245"/>
                  </a:cubicBezTo>
                  <a:cubicBezTo>
                    <a:pt x="207196" y="168680"/>
                    <a:pt x="181146" y="188571"/>
                    <a:pt x="149977" y="207506"/>
                  </a:cubicBezTo>
                  <a:cubicBezTo>
                    <a:pt x="99957" y="237843"/>
                    <a:pt x="52725" y="255945"/>
                    <a:pt x="15064" y="26705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7" name="Google Shape;2027;p56"/>
            <p:cNvSpPr/>
            <p:nvPr/>
          </p:nvSpPr>
          <p:spPr>
            <a:xfrm>
              <a:off x="1522715" y="3740669"/>
              <a:ext cx="504832" cy="417721"/>
            </a:xfrm>
            <a:custGeom>
              <a:avLst/>
              <a:gdLst/>
              <a:ahLst/>
              <a:cxnLst/>
              <a:rect l="l" t="t" r="r" b="b"/>
              <a:pathLst>
                <a:path w="139360" h="115313" extrusionOk="0">
                  <a:moveTo>
                    <a:pt x="73030" y="146"/>
                  </a:moveTo>
                  <a:cubicBezTo>
                    <a:pt x="111481" y="2393"/>
                    <a:pt x="141111" y="29983"/>
                    <a:pt x="139280" y="61735"/>
                  </a:cubicBezTo>
                  <a:cubicBezTo>
                    <a:pt x="137407" y="93487"/>
                    <a:pt x="104740" y="117415"/>
                    <a:pt x="66330" y="115167"/>
                  </a:cubicBezTo>
                  <a:cubicBezTo>
                    <a:pt x="27879" y="112920"/>
                    <a:pt x="-1751" y="85330"/>
                    <a:pt x="80" y="53579"/>
                  </a:cubicBezTo>
                  <a:cubicBezTo>
                    <a:pt x="1953" y="21827"/>
                    <a:pt x="34620" y="-2101"/>
                    <a:pt x="73030" y="146"/>
                  </a:cubicBez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8" name="Google Shape;2028;p56"/>
            <p:cNvSpPr/>
            <p:nvPr/>
          </p:nvSpPr>
          <p:spPr>
            <a:xfrm>
              <a:off x="1767936" y="3697022"/>
              <a:ext cx="1030275" cy="409618"/>
            </a:xfrm>
            <a:custGeom>
              <a:avLst/>
              <a:gdLst/>
              <a:ahLst/>
              <a:cxnLst/>
              <a:rect l="l" t="t" r="r" b="b"/>
              <a:pathLst>
                <a:path w="284410" h="113076" extrusionOk="0">
                  <a:moveTo>
                    <a:pt x="218016" y="44164"/>
                  </a:moveTo>
                  <a:cubicBezTo>
                    <a:pt x="255094" y="48242"/>
                    <a:pt x="283517" y="59810"/>
                    <a:pt x="284391" y="72087"/>
                  </a:cubicBezTo>
                  <a:cubicBezTo>
                    <a:pt x="285306" y="85278"/>
                    <a:pt x="254720" y="102715"/>
                    <a:pt x="207696" y="110163"/>
                  </a:cubicBezTo>
                  <a:cubicBezTo>
                    <a:pt x="143152" y="111121"/>
                    <a:pt x="78567" y="112119"/>
                    <a:pt x="14024" y="113076"/>
                  </a:cubicBezTo>
                  <a:cubicBezTo>
                    <a:pt x="9363" y="75915"/>
                    <a:pt x="4661" y="38712"/>
                    <a:pt x="0" y="1551"/>
                  </a:cubicBezTo>
                  <a:cubicBezTo>
                    <a:pt x="21390" y="-322"/>
                    <a:pt x="46316" y="-821"/>
                    <a:pt x="73907" y="1884"/>
                  </a:cubicBezTo>
                  <a:cubicBezTo>
                    <a:pt x="136411" y="7959"/>
                    <a:pt x="185640" y="27684"/>
                    <a:pt x="218058" y="4416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9" name="Google Shape;2029;p56"/>
            <p:cNvSpPr/>
            <p:nvPr/>
          </p:nvSpPr>
          <p:spPr>
            <a:xfrm>
              <a:off x="2471281" y="3898491"/>
              <a:ext cx="367648" cy="1025044"/>
            </a:xfrm>
            <a:custGeom>
              <a:avLst/>
              <a:gdLst/>
              <a:ahLst/>
              <a:cxnLst/>
              <a:rect l="l" t="t" r="r" b="b"/>
              <a:pathLst>
                <a:path w="101490" h="282966" extrusionOk="0">
                  <a:moveTo>
                    <a:pt x="37275" y="282966"/>
                  </a:moveTo>
                  <a:cubicBezTo>
                    <a:pt x="25290" y="279679"/>
                    <a:pt x="13263" y="276433"/>
                    <a:pt x="1279" y="273145"/>
                  </a:cubicBezTo>
                  <a:cubicBezTo>
                    <a:pt x="10558" y="240437"/>
                    <a:pt x="10475" y="214594"/>
                    <a:pt x="8603" y="196784"/>
                  </a:cubicBezTo>
                  <a:cubicBezTo>
                    <a:pt x="5523" y="167571"/>
                    <a:pt x="-1094" y="163784"/>
                    <a:pt x="155" y="137442"/>
                  </a:cubicBezTo>
                  <a:cubicBezTo>
                    <a:pt x="1778" y="103443"/>
                    <a:pt x="15136" y="74854"/>
                    <a:pt x="17550" y="69736"/>
                  </a:cubicBezTo>
                  <a:cubicBezTo>
                    <a:pt x="21212" y="62037"/>
                    <a:pt x="22127" y="61621"/>
                    <a:pt x="27787" y="50260"/>
                  </a:cubicBezTo>
                  <a:cubicBezTo>
                    <a:pt x="37816" y="30078"/>
                    <a:pt x="44141" y="12808"/>
                    <a:pt x="47970" y="1322"/>
                  </a:cubicBezTo>
                  <a:cubicBezTo>
                    <a:pt x="65947" y="-3255"/>
                    <a:pt x="84923" y="4318"/>
                    <a:pt x="94827" y="19924"/>
                  </a:cubicBezTo>
                  <a:cubicBezTo>
                    <a:pt x="104814" y="35654"/>
                    <a:pt x="103483" y="56211"/>
                    <a:pt x="91456" y="70568"/>
                  </a:cubicBezTo>
                  <a:cubicBezTo>
                    <a:pt x="86379" y="83552"/>
                    <a:pt x="81427" y="97035"/>
                    <a:pt x="76766" y="110934"/>
                  </a:cubicBezTo>
                  <a:cubicBezTo>
                    <a:pt x="56126" y="172190"/>
                    <a:pt x="44016" y="230283"/>
                    <a:pt x="37233" y="282966"/>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0" name="Google Shape;2030;p56"/>
            <p:cNvSpPr/>
            <p:nvPr/>
          </p:nvSpPr>
          <p:spPr>
            <a:xfrm>
              <a:off x="2868311" y="2790857"/>
              <a:ext cx="378526" cy="457417"/>
            </a:xfrm>
            <a:custGeom>
              <a:avLst/>
              <a:gdLst/>
              <a:ahLst/>
              <a:cxnLst/>
              <a:rect l="l" t="t" r="r" b="b"/>
              <a:pathLst>
                <a:path w="104493" h="126271" extrusionOk="0">
                  <a:moveTo>
                    <a:pt x="94173" y="66333"/>
                  </a:moveTo>
                  <a:cubicBezTo>
                    <a:pt x="92175" y="69412"/>
                    <a:pt x="90219" y="72533"/>
                    <a:pt x="88222" y="75612"/>
                  </a:cubicBezTo>
                  <a:cubicBezTo>
                    <a:pt x="88638" y="78234"/>
                    <a:pt x="88929" y="82271"/>
                    <a:pt x="87889" y="86931"/>
                  </a:cubicBezTo>
                  <a:cubicBezTo>
                    <a:pt x="86932" y="91259"/>
                    <a:pt x="85184" y="94256"/>
                    <a:pt x="84227" y="96045"/>
                  </a:cubicBezTo>
                  <a:cubicBezTo>
                    <a:pt x="75613" y="112150"/>
                    <a:pt x="71285" y="120306"/>
                    <a:pt x="63836" y="124051"/>
                  </a:cubicBezTo>
                  <a:cubicBezTo>
                    <a:pt x="44610" y="133747"/>
                    <a:pt x="14274" y="109403"/>
                    <a:pt x="6533" y="94921"/>
                  </a:cubicBezTo>
                  <a:cubicBezTo>
                    <a:pt x="2871" y="88013"/>
                    <a:pt x="1248" y="80606"/>
                    <a:pt x="1248" y="80606"/>
                  </a:cubicBezTo>
                  <a:cubicBezTo>
                    <a:pt x="333" y="76195"/>
                    <a:pt x="42" y="72158"/>
                    <a:pt x="0" y="69037"/>
                  </a:cubicBezTo>
                  <a:cubicBezTo>
                    <a:pt x="166" y="61547"/>
                    <a:pt x="1124" y="52142"/>
                    <a:pt x="3953" y="41697"/>
                  </a:cubicBezTo>
                  <a:cubicBezTo>
                    <a:pt x="8781" y="23928"/>
                    <a:pt x="17103" y="10903"/>
                    <a:pt x="23221" y="2871"/>
                  </a:cubicBezTo>
                  <a:cubicBezTo>
                    <a:pt x="29837" y="1040"/>
                    <a:pt x="48148" y="-3205"/>
                    <a:pt x="69454" y="4244"/>
                  </a:cubicBezTo>
                  <a:cubicBezTo>
                    <a:pt x="88929" y="11027"/>
                    <a:pt x="100207" y="23761"/>
                    <a:pt x="104493" y="29254"/>
                  </a:cubicBezTo>
                  <a:cubicBezTo>
                    <a:pt x="102787" y="36329"/>
                    <a:pt x="94506" y="64710"/>
                    <a:pt x="94131" y="66333"/>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1" name="Google Shape;2031;p56"/>
            <p:cNvSpPr/>
            <p:nvPr/>
          </p:nvSpPr>
          <p:spPr>
            <a:xfrm>
              <a:off x="3007722" y="2982461"/>
              <a:ext cx="80496" cy="28491"/>
            </a:xfrm>
            <a:custGeom>
              <a:avLst/>
              <a:gdLst/>
              <a:ahLst/>
              <a:cxnLst/>
              <a:rect l="l" t="t" r="r" b="b"/>
              <a:pathLst>
                <a:path w="22221" h="7865" extrusionOk="0">
                  <a:moveTo>
                    <a:pt x="20328" y="7865"/>
                  </a:moveTo>
                  <a:cubicBezTo>
                    <a:pt x="19911" y="7865"/>
                    <a:pt x="19537" y="7740"/>
                    <a:pt x="19204" y="7490"/>
                  </a:cubicBezTo>
                  <a:cubicBezTo>
                    <a:pt x="17581" y="6200"/>
                    <a:pt x="14876" y="4536"/>
                    <a:pt x="11214" y="3912"/>
                  </a:cubicBezTo>
                  <a:cubicBezTo>
                    <a:pt x="7469" y="3287"/>
                    <a:pt x="4348" y="3995"/>
                    <a:pt x="2433" y="4702"/>
                  </a:cubicBezTo>
                  <a:cubicBezTo>
                    <a:pt x="1476" y="5035"/>
                    <a:pt x="436" y="4536"/>
                    <a:pt x="103" y="3579"/>
                  </a:cubicBezTo>
                  <a:cubicBezTo>
                    <a:pt x="-230" y="2622"/>
                    <a:pt x="270" y="1581"/>
                    <a:pt x="1227" y="1248"/>
                  </a:cubicBezTo>
                  <a:cubicBezTo>
                    <a:pt x="3599" y="374"/>
                    <a:pt x="7344" y="-458"/>
                    <a:pt x="11880" y="291"/>
                  </a:cubicBezTo>
                  <a:cubicBezTo>
                    <a:pt x="16333" y="1040"/>
                    <a:pt x="19578" y="3038"/>
                    <a:pt x="21534" y="4577"/>
                  </a:cubicBezTo>
                  <a:cubicBezTo>
                    <a:pt x="22325" y="5202"/>
                    <a:pt x="22450" y="6367"/>
                    <a:pt x="21826" y="7158"/>
                  </a:cubicBezTo>
                  <a:cubicBezTo>
                    <a:pt x="21451" y="7615"/>
                    <a:pt x="20910" y="7865"/>
                    <a:pt x="20369" y="786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2" name="Google Shape;2032;p56"/>
            <p:cNvSpPr/>
            <p:nvPr/>
          </p:nvSpPr>
          <p:spPr>
            <a:xfrm>
              <a:off x="3019251" y="2986787"/>
              <a:ext cx="34356" cy="35051"/>
            </a:xfrm>
            <a:custGeom>
              <a:avLst/>
              <a:gdLst/>
              <a:ahLst/>
              <a:cxnLst/>
              <a:rect l="l" t="t" r="r" b="b"/>
              <a:pathLst>
                <a:path w="9484" h="9676" extrusionOk="0">
                  <a:moveTo>
                    <a:pt x="248" y="3382"/>
                  </a:moveTo>
                  <a:cubicBezTo>
                    <a:pt x="-585" y="5920"/>
                    <a:pt x="747" y="8667"/>
                    <a:pt x="3244" y="9458"/>
                  </a:cubicBezTo>
                  <a:cubicBezTo>
                    <a:pt x="5741" y="10248"/>
                    <a:pt x="8404" y="8833"/>
                    <a:pt x="9236" y="6295"/>
                  </a:cubicBezTo>
                  <a:cubicBezTo>
                    <a:pt x="10069" y="3756"/>
                    <a:pt x="8737" y="1010"/>
                    <a:pt x="6240" y="219"/>
                  </a:cubicBezTo>
                  <a:cubicBezTo>
                    <a:pt x="3743" y="-571"/>
                    <a:pt x="1080" y="843"/>
                    <a:pt x="248" y="338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3" name="Google Shape;2033;p56"/>
            <p:cNvSpPr/>
            <p:nvPr/>
          </p:nvSpPr>
          <p:spPr>
            <a:xfrm>
              <a:off x="3142019" y="3019354"/>
              <a:ext cx="71635" cy="27444"/>
            </a:xfrm>
            <a:custGeom>
              <a:avLst/>
              <a:gdLst/>
              <a:ahLst/>
              <a:cxnLst/>
              <a:rect l="l" t="t" r="r" b="b"/>
              <a:pathLst>
                <a:path w="19775" h="7576" extrusionOk="0">
                  <a:moveTo>
                    <a:pt x="17934" y="7577"/>
                  </a:moveTo>
                  <a:cubicBezTo>
                    <a:pt x="17434" y="7577"/>
                    <a:pt x="16977" y="7410"/>
                    <a:pt x="16602" y="6994"/>
                  </a:cubicBezTo>
                  <a:cubicBezTo>
                    <a:pt x="15853" y="6245"/>
                    <a:pt x="13148" y="3707"/>
                    <a:pt x="9070" y="3624"/>
                  </a:cubicBezTo>
                  <a:cubicBezTo>
                    <a:pt x="6073" y="3499"/>
                    <a:pt x="3910" y="4789"/>
                    <a:pt x="2869" y="5538"/>
                  </a:cubicBezTo>
                  <a:cubicBezTo>
                    <a:pt x="2037" y="6120"/>
                    <a:pt x="913" y="5912"/>
                    <a:pt x="331" y="5080"/>
                  </a:cubicBezTo>
                  <a:cubicBezTo>
                    <a:pt x="-252" y="4248"/>
                    <a:pt x="-44" y="3083"/>
                    <a:pt x="789" y="2542"/>
                  </a:cubicBezTo>
                  <a:cubicBezTo>
                    <a:pt x="2203" y="1543"/>
                    <a:pt x="5116" y="-80"/>
                    <a:pt x="9153" y="3"/>
                  </a:cubicBezTo>
                  <a:cubicBezTo>
                    <a:pt x="14480" y="86"/>
                    <a:pt x="17975" y="3166"/>
                    <a:pt x="19265" y="4497"/>
                  </a:cubicBezTo>
                  <a:cubicBezTo>
                    <a:pt x="19973" y="5246"/>
                    <a:pt x="19931" y="6370"/>
                    <a:pt x="19224" y="7077"/>
                  </a:cubicBezTo>
                  <a:cubicBezTo>
                    <a:pt x="18849" y="7410"/>
                    <a:pt x="18433" y="7577"/>
                    <a:pt x="17975" y="75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4" name="Google Shape;2034;p56"/>
            <p:cNvSpPr/>
            <p:nvPr/>
          </p:nvSpPr>
          <p:spPr>
            <a:xfrm>
              <a:off x="3142768" y="3022640"/>
              <a:ext cx="34352" cy="35051"/>
            </a:xfrm>
            <a:custGeom>
              <a:avLst/>
              <a:gdLst/>
              <a:ahLst/>
              <a:cxnLst/>
              <a:rect l="l" t="t" r="r" b="b"/>
              <a:pathLst>
                <a:path w="9483" h="9676" extrusionOk="0">
                  <a:moveTo>
                    <a:pt x="248" y="3382"/>
                  </a:moveTo>
                  <a:cubicBezTo>
                    <a:pt x="-585" y="5920"/>
                    <a:pt x="747" y="8667"/>
                    <a:pt x="3244" y="9458"/>
                  </a:cubicBezTo>
                  <a:cubicBezTo>
                    <a:pt x="5741" y="10248"/>
                    <a:pt x="8404" y="8833"/>
                    <a:pt x="9236" y="6295"/>
                  </a:cubicBezTo>
                  <a:cubicBezTo>
                    <a:pt x="10069" y="3756"/>
                    <a:pt x="8737" y="1010"/>
                    <a:pt x="6240" y="219"/>
                  </a:cubicBezTo>
                  <a:cubicBezTo>
                    <a:pt x="3743" y="-571"/>
                    <a:pt x="1080" y="843"/>
                    <a:pt x="248" y="338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5" name="Google Shape;2035;p56"/>
            <p:cNvSpPr/>
            <p:nvPr/>
          </p:nvSpPr>
          <p:spPr>
            <a:xfrm>
              <a:off x="2995516" y="2913378"/>
              <a:ext cx="109827" cy="46368"/>
            </a:xfrm>
            <a:custGeom>
              <a:avLst/>
              <a:gdLst/>
              <a:ahLst/>
              <a:cxnLst/>
              <a:rect l="l" t="t" r="r" b="b"/>
              <a:pathLst>
                <a:path w="30318" h="12800" extrusionOk="0">
                  <a:moveTo>
                    <a:pt x="3350" y="7058"/>
                  </a:moveTo>
                  <a:cubicBezTo>
                    <a:pt x="3350" y="7058"/>
                    <a:pt x="5389" y="6642"/>
                    <a:pt x="7803" y="6850"/>
                  </a:cubicBezTo>
                  <a:cubicBezTo>
                    <a:pt x="11340" y="7141"/>
                    <a:pt x="18581" y="9139"/>
                    <a:pt x="27736" y="12801"/>
                  </a:cubicBezTo>
                  <a:cubicBezTo>
                    <a:pt x="28402" y="12094"/>
                    <a:pt x="29734" y="10471"/>
                    <a:pt x="30191" y="8015"/>
                  </a:cubicBezTo>
                  <a:cubicBezTo>
                    <a:pt x="30399" y="6933"/>
                    <a:pt x="30316" y="5976"/>
                    <a:pt x="30191" y="5227"/>
                  </a:cubicBezTo>
                  <a:cubicBezTo>
                    <a:pt x="25822" y="3771"/>
                    <a:pt x="20870" y="2273"/>
                    <a:pt x="15502" y="899"/>
                  </a:cubicBezTo>
                  <a:cubicBezTo>
                    <a:pt x="14003" y="525"/>
                    <a:pt x="10508" y="-349"/>
                    <a:pt x="6222" y="150"/>
                  </a:cubicBezTo>
                  <a:cubicBezTo>
                    <a:pt x="4016" y="400"/>
                    <a:pt x="3101" y="858"/>
                    <a:pt x="2601" y="1149"/>
                  </a:cubicBezTo>
                  <a:cubicBezTo>
                    <a:pt x="1602" y="1732"/>
                    <a:pt x="1186" y="2647"/>
                    <a:pt x="937" y="3063"/>
                  </a:cubicBezTo>
                  <a:cubicBezTo>
                    <a:pt x="396" y="3979"/>
                    <a:pt x="-395" y="5394"/>
                    <a:pt x="229" y="6351"/>
                  </a:cubicBezTo>
                  <a:cubicBezTo>
                    <a:pt x="729" y="7141"/>
                    <a:pt x="1977" y="7433"/>
                    <a:pt x="3309" y="710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6" name="Google Shape;2036;p56"/>
            <p:cNvSpPr/>
            <p:nvPr/>
          </p:nvSpPr>
          <p:spPr>
            <a:xfrm>
              <a:off x="3153986" y="2967247"/>
              <a:ext cx="82560" cy="49277"/>
            </a:xfrm>
            <a:custGeom>
              <a:avLst/>
              <a:gdLst/>
              <a:ahLst/>
              <a:cxnLst/>
              <a:rect l="l" t="t" r="r" b="b"/>
              <a:pathLst>
                <a:path w="22791" h="13603" extrusionOk="0">
                  <a:moveTo>
                    <a:pt x="19287" y="12734"/>
                  </a:moveTo>
                  <a:cubicBezTo>
                    <a:pt x="19287" y="12734"/>
                    <a:pt x="18081" y="11527"/>
                    <a:pt x="16374" y="10695"/>
                  </a:cubicBezTo>
                  <a:cubicBezTo>
                    <a:pt x="13878" y="9488"/>
                    <a:pt x="8010" y="8281"/>
                    <a:pt x="103" y="7699"/>
                  </a:cubicBezTo>
                  <a:cubicBezTo>
                    <a:pt x="-22" y="6783"/>
                    <a:pt x="-188" y="4786"/>
                    <a:pt x="644" y="2455"/>
                  </a:cubicBezTo>
                  <a:cubicBezTo>
                    <a:pt x="1019" y="1415"/>
                    <a:pt x="1518" y="583"/>
                    <a:pt x="1893" y="0"/>
                  </a:cubicBezTo>
                  <a:cubicBezTo>
                    <a:pt x="5555" y="541"/>
                    <a:pt x="9591" y="1248"/>
                    <a:pt x="13878" y="2247"/>
                  </a:cubicBezTo>
                  <a:cubicBezTo>
                    <a:pt x="15084" y="2538"/>
                    <a:pt x="17831" y="3204"/>
                    <a:pt x="20494" y="5410"/>
                  </a:cubicBezTo>
                  <a:cubicBezTo>
                    <a:pt x="21867" y="6533"/>
                    <a:pt x="22284" y="7324"/>
                    <a:pt x="22492" y="7782"/>
                  </a:cubicBezTo>
                  <a:cubicBezTo>
                    <a:pt x="22908" y="8697"/>
                    <a:pt x="22783" y="9696"/>
                    <a:pt x="22741" y="10154"/>
                  </a:cubicBezTo>
                  <a:cubicBezTo>
                    <a:pt x="22658" y="11194"/>
                    <a:pt x="22575" y="12734"/>
                    <a:pt x="21701" y="13358"/>
                  </a:cubicBezTo>
                  <a:cubicBezTo>
                    <a:pt x="20993" y="13857"/>
                    <a:pt x="20036" y="13566"/>
                    <a:pt x="19287" y="1273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7" name="Google Shape;2037;p56"/>
            <p:cNvSpPr/>
            <p:nvPr/>
          </p:nvSpPr>
          <p:spPr>
            <a:xfrm>
              <a:off x="3068835" y="3173711"/>
              <a:ext cx="44611" cy="22514"/>
            </a:xfrm>
            <a:custGeom>
              <a:avLst/>
              <a:gdLst/>
              <a:ahLst/>
              <a:cxnLst/>
              <a:rect l="l" t="t" r="r" b="b"/>
              <a:pathLst>
                <a:path w="12315" h="6215" extrusionOk="0">
                  <a:moveTo>
                    <a:pt x="9396" y="6215"/>
                  </a:moveTo>
                  <a:cubicBezTo>
                    <a:pt x="8064" y="6215"/>
                    <a:pt x="6691" y="6007"/>
                    <a:pt x="5401" y="5633"/>
                  </a:cubicBezTo>
                  <a:cubicBezTo>
                    <a:pt x="3736" y="5133"/>
                    <a:pt x="2155" y="4343"/>
                    <a:pt x="740" y="3302"/>
                  </a:cubicBezTo>
                  <a:cubicBezTo>
                    <a:pt x="-51" y="2720"/>
                    <a:pt x="-259" y="1554"/>
                    <a:pt x="366" y="722"/>
                  </a:cubicBezTo>
                  <a:cubicBezTo>
                    <a:pt x="948" y="-69"/>
                    <a:pt x="2113" y="-235"/>
                    <a:pt x="2946" y="348"/>
                  </a:cubicBezTo>
                  <a:cubicBezTo>
                    <a:pt x="3986" y="1138"/>
                    <a:pt x="5193" y="1721"/>
                    <a:pt x="6441" y="2095"/>
                  </a:cubicBezTo>
                  <a:cubicBezTo>
                    <a:pt x="7731" y="2470"/>
                    <a:pt x="9021" y="2595"/>
                    <a:pt x="10311" y="2470"/>
                  </a:cubicBezTo>
                  <a:cubicBezTo>
                    <a:pt x="11477" y="2303"/>
                    <a:pt x="12226" y="3136"/>
                    <a:pt x="12309" y="4134"/>
                  </a:cubicBezTo>
                  <a:cubicBezTo>
                    <a:pt x="12392" y="5133"/>
                    <a:pt x="11643" y="6049"/>
                    <a:pt x="10644" y="6132"/>
                  </a:cubicBezTo>
                  <a:cubicBezTo>
                    <a:pt x="10228" y="6132"/>
                    <a:pt x="9854" y="6174"/>
                    <a:pt x="9437" y="61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8" name="Google Shape;2038;p56"/>
            <p:cNvSpPr/>
            <p:nvPr/>
          </p:nvSpPr>
          <p:spPr>
            <a:xfrm>
              <a:off x="3102694" y="3110648"/>
              <a:ext cx="40097" cy="18141"/>
            </a:xfrm>
            <a:custGeom>
              <a:avLst/>
              <a:gdLst/>
              <a:ahLst/>
              <a:cxnLst/>
              <a:rect l="l" t="t" r="r" b="b"/>
              <a:pathLst>
                <a:path w="11069" h="5008" extrusionOk="0">
                  <a:moveTo>
                    <a:pt x="42" y="0"/>
                  </a:moveTo>
                  <a:cubicBezTo>
                    <a:pt x="3704" y="832"/>
                    <a:pt x="7407" y="1665"/>
                    <a:pt x="11069" y="2538"/>
                  </a:cubicBezTo>
                  <a:cubicBezTo>
                    <a:pt x="9987" y="4203"/>
                    <a:pt x="8697" y="4661"/>
                    <a:pt x="8198" y="4827"/>
                  </a:cubicBezTo>
                  <a:cubicBezTo>
                    <a:pt x="5535" y="5618"/>
                    <a:pt x="1998" y="3787"/>
                    <a:pt x="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9" name="Google Shape;2039;p56"/>
            <p:cNvSpPr/>
            <p:nvPr/>
          </p:nvSpPr>
          <p:spPr>
            <a:xfrm>
              <a:off x="1795985" y="2443154"/>
              <a:ext cx="780533" cy="599861"/>
            </a:xfrm>
            <a:custGeom>
              <a:avLst/>
              <a:gdLst/>
              <a:ahLst/>
              <a:cxnLst/>
              <a:rect l="l" t="t" r="r" b="b"/>
              <a:pathLst>
                <a:path w="215468" h="165593" extrusionOk="0">
                  <a:moveTo>
                    <a:pt x="7481" y="155148"/>
                  </a:moveTo>
                  <a:cubicBezTo>
                    <a:pt x="11726" y="155897"/>
                    <a:pt x="16012" y="156813"/>
                    <a:pt x="20257" y="157562"/>
                  </a:cubicBezTo>
                  <a:cubicBezTo>
                    <a:pt x="34572" y="160267"/>
                    <a:pt x="48679" y="162888"/>
                    <a:pt x="62870" y="165593"/>
                  </a:cubicBezTo>
                  <a:cubicBezTo>
                    <a:pt x="69278" y="156189"/>
                    <a:pt x="97826" y="116489"/>
                    <a:pt x="149552" y="107500"/>
                  </a:cubicBezTo>
                  <a:cubicBezTo>
                    <a:pt x="172023" y="103588"/>
                    <a:pt x="191124" y="106959"/>
                    <a:pt x="203525" y="110205"/>
                  </a:cubicBezTo>
                  <a:cubicBezTo>
                    <a:pt x="204191" y="106793"/>
                    <a:pt x="204732" y="103422"/>
                    <a:pt x="205398" y="100010"/>
                  </a:cubicBezTo>
                  <a:cubicBezTo>
                    <a:pt x="208769" y="81658"/>
                    <a:pt x="212223" y="63431"/>
                    <a:pt x="215469" y="45121"/>
                  </a:cubicBezTo>
                  <a:cubicBezTo>
                    <a:pt x="214803" y="44330"/>
                    <a:pt x="213762" y="43082"/>
                    <a:pt x="212264" y="41417"/>
                  </a:cubicBezTo>
                  <a:cubicBezTo>
                    <a:pt x="201902" y="30098"/>
                    <a:pt x="170817" y="552"/>
                    <a:pt x="123918" y="11"/>
                  </a:cubicBezTo>
                  <a:cubicBezTo>
                    <a:pt x="57959" y="-905"/>
                    <a:pt x="21672" y="55774"/>
                    <a:pt x="17552" y="62307"/>
                  </a:cubicBezTo>
                  <a:cubicBezTo>
                    <a:pt x="11684" y="71920"/>
                    <a:pt x="-717" y="92436"/>
                    <a:pt x="32" y="120817"/>
                  </a:cubicBezTo>
                  <a:cubicBezTo>
                    <a:pt x="532" y="135590"/>
                    <a:pt x="4444" y="147574"/>
                    <a:pt x="7481" y="15510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0" name="Google Shape;2040;p56"/>
            <p:cNvSpPr/>
            <p:nvPr/>
          </p:nvSpPr>
          <p:spPr>
            <a:xfrm>
              <a:off x="2272103" y="2791005"/>
              <a:ext cx="314154" cy="340232"/>
            </a:xfrm>
            <a:custGeom>
              <a:avLst/>
              <a:gdLst/>
              <a:ahLst/>
              <a:cxnLst/>
              <a:rect l="l" t="t" r="r" b="b"/>
              <a:pathLst>
                <a:path w="86723" h="93922" extrusionOk="0">
                  <a:moveTo>
                    <a:pt x="64835" y="1082"/>
                  </a:moveTo>
                  <a:cubicBezTo>
                    <a:pt x="63212" y="22804"/>
                    <a:pt x="61630" y="44569"/>
                    <a:pt x="60049" y="66291"/>
                  </a:cubicBezTo>
                  <a:cubicBezTo>
                    <a:pt x="65709" y="62546"/>
                    <a:pt x="72825" y="62130"/>
                    <a:pt x="78442" y="65251"/>
                  </a:cubicBezTo>
                  <a:cubicBezTo>
                    <a:pt x="84809" y="68830"/>
                    <a:pt x="86432" y="75405"/>
                    <a:pt x="86724" y="76528"/>
                  </a:cubicBezTo>
                  <a:cubicBezTo>
                    <a:pt x="73699" y="82313"/>
                    <a:pt x="60673" y="88139"/>
                    <a:pt x="47648" y="93923"/>
                  </a:cubicBezTo>
                  <a:cubicBezTo>
                    <a:pt x="35622" y="87265"/>
                    <a:pt x="21140" y="76570"/>
                    <a:pt x="18560" y="60673"/>
                  </a:cubicBezTo>
                  <a:cubicBezTo>
                    <a:pt x="17852" y="56387"/>
                    <a:pt x="18310" y="53516"/>
                    <a:pt x="18477" y="50311"/>
                  </a:cubicBezTo>
                  <a:cubicBezTo>
                    <a:pt x="19059" y="39117"/>
                    <a:pt x="16229" y="22555"/>
                    <a:pt x="0" y="0"/>
                  </a:cubicBezTo>
                  <a:lnTo>
                    <a:pt x="64876" y="1082"/>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1" name="Google Shape;2041;p56"/>
            <p:cNvSpPr/>
            <p:nvPr/>
          </p:nvSpPr>
          <p:spPr>
            <a:xfrm>
              <a:off x="1820911" y="2878578"/>
              <a:ext cx="336726" cy="425955"/>
            </a:xfrm>
            <a:custGeom>
              <a:avLst/>
              <a:gdLst/>
              <a:ahLst/>
              <a:cxnLst/>
              <a:rect l="l" t="t" r="r" b="b"/>
              <a:pathLst>
                <a:path w="92954" h="117586" extrusionOk="0">
                  <a:moveTo>
                    <a:pt x="64099" y="21458"/>
                  </a:moveTo>
                  <a:cubicBezTo>
                    <a:pt x="61144" y="36772"/>
                    <a:pt x="58189" y="52045"/>
                    <a:pt x="55235" y="67359"/>
                  </a:cubicBezTo>
                  <a:cubicBezTo>
                    <a:pt x="56192" y="73101"/>
                    <a:pt x="57107" y="78886"/>
                    <a:pt x="58065" y="84628"/>
                  </a:cubicBezTo>
                  <a:cubicBezTo>
                    <a:pt x="67386" y="88831"/>
                    <a:pt x="74585" y="89248"/>
                    <a:pt x="79413" y="88790"/>
                  </a:cubicBezTo>
                  <a:cubicBezTo>
                    <a:pt x="83491" y="88415"/>
                    <a:pt x="87194" y="87333"/>
                    <a:pt x="89941" y="89456"/>
                  </a:cubicBezTo>
                  <a:cubicBezTo>
                    <a:pt x="92979" y="91786"/>
                    <a:pt x="93145" y="96696"/>
                    <a:pt x="92854" y="100359"/>
                  </a:cubicBezTo>
                  <a:cubicBezTo>
                    <a:pt x="79954" y="106101"/>
                    <a:pt x="67012" y="111844"/>
                    <a:pt x="54111" y="117587"/>
                  </a:cubicBezTo>
                  <a:cubicBezTo>
                    <a:pt x="50574" y="111886"/>
                    <a:pt x="44623" y="104312"/>
                    <a:pt x="35010" y="99734"/>
                  </a:cubicBezTo>
                  <a:cubicBezTo>
                    <a:pt x="24316" y="94657"/>
                    <a:pt x="14952" y="96114"/>
                    <a:pt x="13246" y="91370"/>
                  </a:cubicBezTo>
                  <a:cubicBezTo>
                    <a:pt x="12372" y="88956"/>
                    <a:pt x="13329" y="84628"/>
                    <a:pt x="23109" y="76264"/>
                  </a:cubicBezTo>
                  <a:cubicBezTo>
                    <a:pt x="17699" y="71686"/>
                    <a:pt x="679" y="56206"/>
                    <a:pt x="55" y="33526"/>
                  </a:cubicBezTo>
                  <a:cubicBezTo>
                    <a:pt x="-70" y="29198"/>
                    <a:pt x="-611" y="14342"/>
                    <a:pt x="7628" y="9640"/>
                  </a:cubicBezTo>
                  <a:cubicBezTo>
                    <a:pt x="13704" y="6144"/>
                    <a:pt x="25564" y="7684"/>
                    <a:pt x="33887" y="11637"/>
                  </a:cubicBezTo>
                  <a:cubicBezTo>
                    <a:pt x="36758" y="13011"/>
                    <a:pt x="38672" y="14425"/>
                    <a:pt x="40961" y="13676"/>
                  </a:cubicBezTo>
                  <a:cubicBezTo>
                    <a:pt x="46371" y="12012"/>
                    <a:pt x="45372" y="1483"/>
                    <a:pt x="50199" y="110"/>
                  </a:cubicBezTo>
                  <a:cubicBezTo>
                    <a:pt x="52988" y="-639"/>
                    <a:pt x="54236" y="2565"/>
                    <a:pt x="60437" y="5645"/>
                  </a:cubicBezTo>
                  <a:cubicBezTo>
                    <a:pt x="69675" y="10222"/>
                    <a:pt x="76624" y="7934"/>
                    <a:pt x="77748" y="10930"/>
                  </a:cubicBezTo>
                  <a:cubicBezTo>
                    <a:pt x="78289" y="12345"/>
                    <a:pt x="77540" y="15091"/>
                    <a:pt x="70382" y="20709"/>
                  </a:cubicBezTo>
                  <a:lnTo>
                    <a:pt x="64015" y="21417"/>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2" name="Google Shape;2042;p56"/>
            <p:cNvSpPr/>
            <p:nvPr/>
          </p:nvSpPr>
          <p:spPr>
            <a:xfrm>
              <a:off x="1229105" y="2639920"/>
              <a:ext cx="700534" cy="298389"/>
            </a:xfrm>
            <a:custGeom>
              <a:avLst/>
              <a:gdLst/>
              <a:ahLst/>
              <a:cxnLst/>
              <a:rect l="l" t="t" r="r" b="b"/>
              <a:pathLst>
                <a:path w="193384" h="82371" extrusionOk="0">
                  <a:moveTo>
                    <a:pt x="5497" y="62837"/>
                  </a:moveTo>
                  <a:cubicBezTo>
                    <a:pt x="10241" y="70702"/>
                    <a:pt x="18064" y="75654"/>
                    <a:pt x="27261" y="78443"/>
                  </a:cubicBezTo>
                  <a:cubicBezTo>
                    <a:pt x="54269" y="87181"/>
                    <a:pt x="93011" y="78859"/>
                    <a:pt x="100335" y="77152"/>
                  </a:cubicBezTo>
                  <a:cubicBezTo>
                    <a:pt x="132212" y="69828"/>
                    <a:pt x="156348" y="53641"/>
                    <a:pt x="173035" y="38868"/>
                  </a:cubicBezTo>
                  <a:lnTo>
                    <a:pt x="193384" y="0"/>
                  </a:lnTo>
                  <a:cubicBezTo>
                    <a:pt x="175366" y="24386"/>
                    <a:pt x="149482" y="49354"/>
                    <a:pt x="115400" y="54182"/>
                  </a:cubicBezTo>
                  <a:cubicBezTo>
                    <a:pt x="84689" y="58468"/>
                    <a:pt x="56100" y="45443"/>
                    <a:pt x="34960" y="37203"/>
                  </a:cubicBezTo>
                  <a:cubicBezTo>
                    <a:pt x="20228" y="31419"/>
                    <a:pt x="8992" y="28006"/>
                    <a:pt x="3291" y="34415"/>
                  </a:cubicBezTo>
                  <a:cubicBezTo>
                    <a:pt x="-2909" y="41240"/>
                    <a:pt x="711" y="54931"/>
                    <a:pt x="5455" y="6279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3" name="Google Shape;2043;p56"/>
            <p:cNvSpPr/>
            <p:nvPr/>
          </p:nvSpPr>
          <p:spPr>
            <a:xfrm>
              <a:off x="2532697" y="2588234"/>
              <a:ext cx="270865" cy="254328"/>
            </a:xfrm>
            <a:custGeom>
              <a:avLst/>
              <a:gdLst/>
              <a:ahLst/>
              <a:cxnLst/>
              <a:rect l="l" t="t" r="r" b="b"/>
              <a:pathLst>
                <a:path w="74773" h="70208" extrusionOk="0">
                  <a:moveTo>
                    <a:pt x="0" y="70167"/>
                  </a:moveTo>
                  <a:cubicBezTo>
                    <a:pt x="9405" y="68502"/>
                    <a:pt x="17270" y="67628"/>
                    <a:pt x="22846" y="67171"/>
                  </a:cubicBezTo>
                  <a:cubicBezTo>
                    <a:pt x="43362" y="65548"/>
                    <a:pt x="52891" y="67379"/>
                    <a:pt x="64377" y="60887"/>
                  </a:cubicBezTo>
                  <a:cubicBezTo>
                    <a:pt x="67498" y="59181"/>
                    <a:pt x="74031" y="55186"/>
                    <a:pt x="74697" y="48985"/>
                  </a:cubicBezTo>
                  <a:cubicBezTo>
                    <a:pt x="75113" y="45698"/>
                    <a:pt x="73699" y="43201"/>
                    <a:pt x="73282" y="42285"/>
                  </a:cubicBezTo>
                  <a:cubicBezTo>
                    <a:pt x="70078" y="36834"/>
                    <a:pt x="63461" y="36335"/>
                    <a:pt x="62837" y="36335"/>
                  </a:cubicBezTo>
                  <a:cubicBezTo>
                    <a:pt x="63295" y="30342"/>
                    <a:pt x="62629" y="25681"/>
                    <a:pt x="61506" y="22435"/>
                  </a:cubicBezTo>
                  <a:cubicBezTo>
                    <a:pt x="60881" y="20688"/>
                    <a:pt x="60257" y="19231"/>
                    <a:pt x="59633" y="18274"/>
                  </a:cubicBezTo>
                  <a:cubicBezTo>
                    <a:pt x="51976" y="3876"/>
                    <a:pt x="31502" y="-3240"/>
                    <a:pt x="8739" y="1420"/>
                  </a:cubicBezTo>
                  <a:cubicBezTo>
                    <a:pt x="6325" y="20896"/>
                    <a:pt x="3787" y="40454"/>
                    <a:pt x="1332" y="59805"/>
                  </a:cubicBezTo>
                  <a:cubicBezTo>
                    <a:pt x="874" y="63301"/>
                    <a:pt x="499" y="66713"/>
                    <a:pt x="42" y="702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4" name="Google Shape;2044;p56"/>
            <p:cNvSpPr/>
            <p:nvPr/>
          </p:nvSpPr>
          <p:spPr>
            <a:xfrm>
              <a:off x="2583913" y="2517641"/>
              <a:ext cx="95475" cy="116040"/>
            </a:xfrm>
            <a:custGeom>
              <a:avLst/>
              <a:gdLst/>
              <a:ahLst/>
              <a:cxnLst/>
              <a:rect l="l" t="t" r="r" b="b"/>
              <a:pathLst>
                <a:path w="26356" h="32033" extrusionOk="0">
                  <a:moveTo>
                    <a:pt x="17187" y="31201"/>
                  </a:moveTo>
                  <a:cubicBezTo>
                    <a:pt x="27132" y="7897"/>
                    <a:pt x="27340" y="1489"/>
                    <a:pt x="25385" y="240"/>
                  </a:cubicBezTo>
                  <a:cubicBezTo>
                    <a:pt x="22638" y="-1466"/>
                    <a:pt x="14690" y="6357"/>
                    <a:pt x="11569" y="9811"/>
                  </a:cubicBezTo>
                  <a:cubicBezTo>
                    <a:pt x="4245" y="17926"/>
                    <a:pt x="1290" y="26707"/>
                    <a:pt x="0" y="32033"/>
                  </a:cubicBezTo>
                  <a:lnTo>
                    <a:pt x="17187" y="3120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5" name="Google Shape;2045;p56"/>
            <p:cNvSpPr/>
            <p:nvPr/>
          </p:nvSpPr>
          <p:spPr>
            <a:xfrm>
              <a:off x="1869311" y="2635899"/>
              <a:ext cx="934754" cy="406973"/>
            </a:xfrm>
            <a:custGeom>
              <a:avLst/>
              <a:gdLst/>
              <a:ahLst/>
              <a:cxnLst/>
              <a:rect l="l" t="t" r="r" b="b"/>
              <a:pathLst>
                <a:path w="258041" h="112346" extrusionOk="0">
                  <a:moveTo>
                    <a:pt x="0" y="104315"/>
                  </a:moveTo>
                  <a:cubicBezTo>
                    <a:pt x="14315" y="107020"/>
                    <a:pt x="28422" y="109641"/>
                    <a:pt x="42613" y="112346"/>
                  </a:cubicBezTo>
                  <a:cubicBezTo>
                    <a:pt x="49021" y="102942"/>
                    <a:pt x="77569" y="63242"/>
                    <a:pt x="129295" y="54253"/>
                  </a:cubicBezTo>
                  <a:cubicBezTo>
                    <a:pt x="151767" y="50341"/>
                    <a:pt x="170867" y="53712"/>
                    <a:pt x="183268" y="56958"/>
                  </a:cubicBezTo>
                  <a:cubicBezTo>
                    <a:pt x="192673" y="57416"/>
                    <a:pt x="200081" y="57873"/>
                    <a:pt x="204533" y="58123"/>
                  </a:cubicBezTo>
                  <a:cubicBezTo>
                    <a:pt x="224508" y="59372"/>
                    <a:pt x="231499" y="60204"/>
                    <a:pt x="238865" y="55876"/>
                  </a:cubicBezTo>
                  <a:cubicBezTo>
                    <a:pt x="243276" y="53296"/>
                    <a:pt x="246064" y="49925"/>
                    <a:pt x="247645" y="47636"/>
                  </a:cubicBezTo>
                  <a:cubicBezTo>
                    <a:pt x="250766" y="45930"/>
                    <a:pt x="257300" y="41935"/>
                    <a:pt x="257966" y="35735"/>
                  </a:cubicBezTo>
                  <a:cubicBezTo>
                    <a:pt x="258382" y="32447"/>
                    <a:pt x="256967" y="29950"/>
                    <a:pt x="256551" y="29035"/>
                  </a:cubicBezTo>
                  <a:cubicBezTo>
                    <a:pt x="253347" y="23583"/>
                    <a:pt x="246730" y="23084"/>
                    <a:pt x="246106" y="23084"/>
                  </a:cubicBezTo>
                  <a:cubicBezTo>
                    <a:pt x="246563" y="17092"/>
                    <a:pt x="245898" y="12431"/>
                    <a:pt x="244774" y="9185"/>
                  </a:cubicBezTo>
                  <a:cubicBezTo>
                    <a:pt x="239655" y="945"/>
                    <a:pt x="238074" y="-220"/>
                    <a:pt x="237533" y="30"/>
                  </a:cubicBezTo>
                  <a:cubicBezTo>
                    <a:pt x="236077" y="696"/>
                    <a:pt x="242236" y="10974"/>
                    <a:pt x="239447" y="21711"/>
                  </a:cubicBezTo>
                  <a:cubicBezTo>
                    <a:pt x="237700" y="28327"/>
                    <a:pt x="233122" y="32239"/>
                    <a:pt x="229502" y="35818"/>
                  </a:cubicBezTo>
                  <a:cubicBezTo>
                    <a:pt x="218890" y="46305"/>
                    <a:pt x="201329" y="50383"/>
                    <a:pt x="187097" y="47179"/>
                  </a:cubicBezTo>
                  <a:cubicBezTo>
                    <a:pt x="186390" y="47012"/>
                    <a:pt x="185724" y="46846"/>
                    <a:pt x="185183" y="46763"/>
                  </a:cubicBezTo>
                  <a:cubicBezTo>
                    <a:pt x="168038" y="41602"/>
                    <a:pt x="168329" y="28494"/>
                    <a:pt x="153639" y="24582"/>
                  </a:cubicBezTo>
                  <a:cubicBezTo>
                    <a:pt x="139366" y="20920"/>
                    <a:pt x="121180" y="33696"/>
                    <a:pt x="85267" y="59663"/>
                  </a:cubicBezTo>
                  <a:cubicBezTo>
                    <a:pt x="48106" y="86338"/>
                    <a:pt x="47398" y="92122"/>
                    <a:pt x="30878" y="96325"/>
                  </a:cubicBezTo>
                  <a:cubicBezTo>
                    <a:pt x="18144" y="99654"/>
                    <a:pt x="7449" y="99113"/>
                    <a:pt x="83" y="104273"/>
                  </a:cubicBezTo>
                  <a:close/>
                </a:path>
              </a:pathLst>
            </a:custGeom>
            <a:solidFill>
              <a:srgbClr val="CC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6" name="Google Shape;2046;p56"/>
            <p:cNvSpPr/>
            <p:nvPr/>
          </p:nvSpPr>
          <p:spPr>
            <a:xfrm>
              <a:off x="1229105" y="2751970"/>
              <a:ext cx="189247" cy="172022"/>
            </a:xfrm>
            <a:custGeom>
              <a:avLst/>
              <a:gdLst/>
              <a:ahLst/>
              <a:cxnLst/>
              <a:rect l="l" t="t" r="r" b="b"/>
              <a:pathLst>
                <a:path w="52242" h="47487" extrusionOk="0">
                  <a:moveTo>
                    <a:pt x="5497" y="31883"/>
                  </a:moveTo>
                  <a:cubicBezTo>
                    <a:pt x="10241" y="39748"/>
                    <a:pt x="18064" y="44700"/>
                    <a:pt x="27261" y="47488"/>
                  </a:cubicBezTo>
                  <a:cubicBezTo>
                    <a:pt x="28218" y="45823"/>
                    <a:pt x="29633" y="44408"/>
                    <a:pt x="31631" y="43659"/>
                  </a:cubicBezTo>
                  <a:cubicBezTo>
                    <a:pt x="35459" y="42120"/>
                    <a:pt x="37498" y="44159"/>
                    <a:pt x="42242" y="42203"/>
                  </a:cubicBezTo>
                  <a:cubicBezTo>
                    <a:pt x="47361" y="40080"/>
                    <a:pt x="52854" y="34504"/>
                    <a:pt x="52188" y="29511"/>
                  </a:cubicBezTo>
                  <a:cubicBezTo>
                    <a:pt x="51272" y="22561"/>
                    <a:pt x="39080" y="22852"/>
                    <a:pt x="35584" y="13947"/>
                  </a:cubicBezTo>
                  <a:cubicBezTo>
                    <a:pt x="34502" y="11450"/>
                    <a:pt x="34544" y="8787"/>
                    <a:pt x="34960" y="6248"/>
                  </a:cubicBezTo>
                  <a:cubicBezTo>
                    <a:pt x="20228" y="464"/>
                    <a:pt x="8992" y="-2948"/>
                    <a:pt x="3291" y="3460"/>
                  </a:cubicBezTo>
                  <a:cubicBezTo>
                    <a:pt x="-2909" y="10285"/>
                    <a:pt x="711" y="23976"/>
                    <a:pt x="5455" y="31841"/>
                  </a:cubicBezTo>
                  <a:close/>
                </a:path>
              </a:pathLst>
            </a:custGeom>
            <a:solidFill>
              <a:srgbClr val="CC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7" name="Google Shape;2047;p56"/>
            <p:cNvSpPr/>
            <p:nvPr/>
          </p:nvSpPr>
          <p:spPr>
            <a:xfrm>
              <a:off x="2721280" y="2676096"/>
              <a:ext cx="32429" cy="45785"/>
            </a:xfrm>
            <a:custGeom>
              <a:avLst/>
              <a:gdLst/>
              <a:ahLst/>
              <a:cxnLst/>
              <a:rect l="l" t="t" r="r" b="b"/>
              <a:pathLst>
                <a:path w="8952" h="12639" extrusionOk="0">
                  <a:moveTo>
                    <a:pt x="918" y="7901"/>
                  </a:moveTo>
                  <a:cubicBezTo>
                    <a:pt x="2417" y="11272"/>
                    <a:pt x="5246" y="13311"/>
                    <a:pt x="7202" y="12437"/>
                  </a:cubicBezTo>
                  <a:cubicBezTo>
                    <a:pt x="9158" y="11563"/>
                    <a:pt x="9533" y="8109"/>
                    <a:pt x="8034" y="4738"/>
                  </a:cubicBezTo>
                  <a:cubicBezTo>
                    <a:pt x="6536" y="1368"/>
                    <a:pt x="3707" y="-672"/>
                    <a:pt x="1751" y="202"/>
                  </a:cubicBezTo>
                  <a:cubicBezTo>
                    <a:pt x="-205" y="1076"/>
                    <a:pt x="-580" y="4530"/>
                    <a:pt x="918" y="790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8" name="Google Shape;2048;p56"/>
            <p:cNvSpPr/>
            <p:nvPr/>
          </p:nvSpPr>
          <p:spPr>
            <a:xfrm>
              <a:off x="2772184" y="2726697"/>
              <a:ext cx="32360" cy="29839"/>
            </a:xfrm>
            <a:custGeom>
              <a:avLst/>
              <a:gdLst/>
              <a:ahLst/>
              <a:cxnLst/>
              <a:rect l="l" t="t" r="r" b="b"/>
              <a:pathLst>
                <a:path w="8933" h="8237" extrusionOk="0">
                  <a:moveTo>
                    <a:pt x="6" y="1038"/>
                  </a:moveTo>
                  <a:cubicBezTo>
                    <a:pt x="-119" y="1787"/>
                    <a:pt x="1671" y="2910"/>
                    <a:pt x="3377" y="3202"/>
                  </a:cubicBezTo>
                  <a:cubicBezTo>
                    <a:pt x="4958" y="3493"/>
                    <a:pt x="5458" y="2910"/>
                    <a:pt x="6373" y="3326"/>
                  </a:cubicBezTo>
                  <a:cubicBezTo>
                    <a:pt x="8495" y="4242"/>
                    <a:pt x="8287" y="8278"/>
                    <a:pt x="8537" y="8237"/>
                  </a:cubicBezTo>
                  <a:cubicBezTo>
                    <a:pt x="8787" y="8237"/>
                    <a:pt x="9827" y="3659"/>
                    <a:pt x="7039" y="1287"/>
                  </a:cubicBezTo>
                  <a:cubicBezTo>
                    <a:pt x="5832" y="247"/>
                    <a:pt x="4417" y="80"/>
                    <a:pt x="3876" y="39"/>
                  </a:cubicBezTo>
                  <a:cubicBezTo>
                    <a:pt x="2295" y="-128"/>
                    <a:pt x="173" y="247"/>
                    <a:pt x="48" y="103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9" name="Google Shape;2049;p56"/>
            <p:cNvSpPr/>
            <p:nvPr/>
          </p:nvSpPr>
          <p:spPr>
            <a:xfrm>
              <a:off x="2285037" y="2818099"/>
              <a:ext cx="30190" cy="38761"/>
            </a:xfrm>
            <a:custGeom>
              <a:avLst/>
              <a:gdLst/>
              <a:ahLst/>
              <a:cxnLst/>
              <a:rect l="l" t="t" r="r" b="b"/>
              <a:pathLst>
                <a:path w="8334" h="10700" extrusionOk="0">
                  <a:moveTo>
                    <a:pt x="6498" y="10701"/>
                  </a:moveTo>
                  <a:cubicBezTo>
                    <a:pt x="5915" y="10701"/>
                    <a:pt x="5332" y="10409"/>
                    <a:pt x="4958" y="9868"/>
                  </a:cubicBezTo>
                  <a:lnTo>
                    <a:pt x="297" y="2836"/>
                  </a:lnTo>
                  <a:cubicBezTo>
                    <a:pt x="-244" y="2003"/>
                    <a:pt x="-36" y="838"/>
                    <a:pt x="838" y="297"/>
                  </a:cubicBezTo>
                  <a:cubicBezTo>
                    <a:pt x="1670" y="-244"/>
                    <a:pt x="2835" y="-36"/>
                    <a:pt x="3377" y="838"/>
                  </a:cubicBezTo>
                  <a:lnTo>
                    <a:pt x="8037" y="7871"/>
                  </a:lnTo>
                  <a:cubicBezTo>
                    <a:pt x="8578" y="8703"/>
                    <a:pt x="8370" y="9868"/>
                    <a:pt x="7496" y="10409"/>
                  </a:cubicBezTo>
                  <a:cubicBezTo>
                    <a:pt x="7205" y="10617"/>
                    <a:pt x="6831" y="10701"/>
                    <a:pt x="6498" y="1070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0" name="Google Shape;2050;p56"/>
            <p:cNvSpPr/>
            <p:nvPr/>
          </p:nvSpPr>
          <p:spPr>
            <a:xfrm>
              <a:off x="2475976" y="3015966"/>
              <a:ext cx="25799" cy="19982"/>
            </a:xfrm>
            <a:custGeom>
              <a:avLst/>
              <a:gdLst/>
              <a:ahLst/>
              <a:cxnLst/>
              <a:rect l="l" t="t" r="r" b="b"/>
              <a:pathLst>
                <a:path w="7122" h="5516" extrusionOk="0">
                  <a:moveTo>
                    <a:pt x="1855" y="5517"/>
                  </a:moveTo>
                  <a:cubicBezTo>
                    <a:pt x="1189" y="5517"/>
                    <a:pt x="565" y="5184"/>
                    <a:pt x="232" y="4560"/>
                  </a:cubicBezTo>
                  <a:cubicBezTo>
                    <a:pt x="-267" y="3644"/>
                    <a:pt x="65" y="2562"/>
                    <a:pt x="981" y="2063"/>
                  </a:cubicBezTo>
                  <a:lnTo>
                    <a:pt x="4393" y="232"/>
                  </a:lnTo>
                  <a:cubicBezTo>
                    <a:pt x="5309" y="-267"/>
                    <a:pt x="6391" y="66"/>
                    <a:pt x="6890" y="981"/>
                  </a:cubicBezTo>
                  <a:cubicBezTo>
                    <a:pt x="7390" y="1855"/>
                    <a:pt x="7057" y="2978"/>
                    <a:pt x="6141" y="3478"/>
                  </a:cubicBezTo>
                  <a:lnTo>
                    <a:pt x="2729" y="5309"/>
                  </a:lnTo>
                  <a:cubicBezTo>
                    <a:pt x="2437" y="5475"/>
                    <a:pt x="2146" y="5517"/>
                    <a:pt x="1855" y="55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1" name="Google Shape;2051;p56"/>
            <p:cNvSpPr/>
            <p:nvPr/>
          </p:nvSpPr>
          <p:spPr>
            <a:xfrm>
              <a:off x="1887515" y="3157603"/>
              <a:ext cx="31697" cy="14363"/>
            </a:xfrm>
            <a:custGeom>
              <a:avLst/>
              <a:gdLst/>
              <a:ahLst/>
              <a:cxnLst/>
              <a:rect l="l" t="t" r="r" b="b"/>
              <a:pathLst>
                <a:path w="8750" h="3965" extrusionOk="0">
                  <a:moveTo>
                    <a:pt x="6872" y="3966"/>
                  </a:moveTo>
                  <a:cubicBezTo>
                    <a:pt x="6872" y="3966"/>
                    <a:pt x="1712" y="3674"/>
                    <a:pt x="1712" y="3674"/>
                  </a:cubicBezTo>
                  <a:cubicBezTo>
                    <a:pt x="713" y="3591"/>
                    <a:pt x="-77" y="2759"/>
                    <a:pt x="6" y="1719"/>
                  </a:cubicBezTo>
                  <a:cubicBezTo>
                    <a:pt x="89" y="720"/>
                    <a:pt x="963" y="-112"/>
                    <a:pt x="1962" y="12"/>
                  </a:cubicBezTo>
                  <a:lnTo>
                    <a:pt x="7039" y="304"/>
                  </a:lnTo>
                  <a:cubicBezTo>
                    <a:pt x="8038" y="387"/>
                    <a:pt x="8828" y="1219"/>
                    <a:pt x="8745" y="2260"/>
                  </a:cubicBezTo>
                  <a:cubicBezTo>
                    <a:pt x="8662" y="3217"/>
                    <a:pt x="7871" y="3966"/>
                    <a:pt x="6914" y="396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2" name="Google Shape;2052;p56"/>
            <p:cNvSpPr/>
            <p:nvPr/>
          </p:nvSpPr>
          <p:spPr>
            <a:xfrm>
              <a:off x="2032124" y="2979855"/>
              <a:ext cx="15417" cy="45567"/>
            </a:xfrm>
            <a:custGeom>
              <a:avLst/>
              <a:gdLst/>
              <a:ahLst/>
              <a:cxnLst/>
              <a:rect l="l" t="t" r="r" b="b"/>
              <a:pathLst>
                <a:path w="4256" h="12579" extrusionOk="0">
                  <a:moveTo>
                    <a:pt x="2420" y="12580"/>
                  </a:moveTo>
                  <a:cubicBezTo>
                    <a:pt x="1463" y="12580"/>
                    <a:pt x="630" y="11831"/>
                    <a:pt x="589" y="10874"/>
                  </a:cubicBezTo>
                  <a:lnTo>
                    <a:pt x="6" y="1968"/>
                  </a:lnTo>
                  <a:cubicBezTo>
                    <a:pt x="-77" y="970"/>
                    <a:pt x="714" y="96"/>
                    <a:pt x="1712" y="12"/>
                  </a:cubicBezTo>
                  <a:cubicBezTo>
                    <a:pt x="2794" y="-112"/>
                    <a:pt x="3585" y="720"/>
                    <a:pt x="3668" y="1719"/>
                  </a:cubicBezTo>
                  <a:lnTo>
                    <a:pt x="4251" y="10624"/>
                  </a:lnTo>
                  <a:cubicBezTo>
                    <a:pt x="4334" y="11623"/>
                    <a:pt x="3543" y="12497"/>
                    <a:pt x="2545" y="12580"/>
                  </a:cubicBezTo>
                  <a:cubicBezTo>
                    <a:pt x="2545" y="12580"/>
                    <a:pt x="2461" y="12580"/>
                    <a:pt x="2420" y="125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3" name="Google Shape;2053;p56"/>
            <p:cNvSpPr/>
            <p:nvPr/>
          </p:nvSpPr>
          <p:spPr>
            <a:xfrm>
              <a:off x="2726271" y="2751137"/>
              <a:ext cx="34504" cy="108939"/>
            </a:xfrm>
            <a:custGeom>
              <a:avLst/>
              <a:gdLst/>
              <a:ahLst/>
              <a:cxnLst/>
              <a:rect l="l" t="t" r="r" b="b"/>
              <a:pathLst>
                <a:path w="9525" h="30073" extrusionOk="0">
                  <a:moveTo>
                    <a:pt x="1829" y="30074"/>
                  </a:moveTo>
                  <a:cubicBezTo>
                    <a:pt x="455" y="29824"/>
                    <a:pt x="-169" y="28825"/>
                    <a:pt x="39" y="27826"/>
                  </a:cubicBezTo>
                  <a:lnTo>
                    <a:pt x="5865" y="1443"/>
                  </a:lnTo>
                  <a:cubicBezTo>
                    <a:pt x="6073" y="444"/>
                    <a:pt x="7114" y="-138"/>
                    <a:pt x="8071" y="28"/>
                  </a:cubicBezTo>
                  <a:cubicBezTo>
                    <a:pt x="9069" y="236"/>
                    <a:pt x="9694" y="1235"/>
                    <a:pt x="9486" y="2234"/>
                  </a:cubicBezTo>
                  <a:lnTo>
                    <a:pt x="3660" y="28617"/>
                  </a:lnTo>
                  <a:cubicBezTo>
                    <a:pt x="3493" y="29491"/>
                    <a:pt x="2703" y="30074"/>
                    <a:pt x="1870" y="300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4" name="Google Shape;2054;p56"/>
            <p:cNvSpPr/>
            <p:nvPr/>
          </p:nvSpPr>
          <p:spPr>
            <a:xfrm>
              <a:off x="2705935" y="2765895"/>
              <a:ext cx="29429" cy="53620"/>
            </a:xfrm>
            <a:custGeom>
              <a:avLst/>
              <a:gdLst/>
              <a:ahLst/>
              <a:cxnLst/>
              <a:rect l="l" t="t" r="r" b="b"/>
              <a:pathLst>
                <a:path w="8124" h="14802" extrusionOk="0">
                  <a:moveTo>
                    <a:pt x="1829" y="14802"/>
                  </a:moveTo>
                  <a:cubicBezTo>
                    <a:pt x="206" y="14303"/>
                    <a:pt x="-252" y="13221"/>
                    <a:pt x="123" y="12264"/>
                  </a:cubicBezTo>
                  <a:lnTo>
                    <a:pt x="4617" y="1153"/>
                  </a:lnTo>
                  <a:cubicBezTo>
                    <a:pt x="4992" y="196"/>
                    <a:pt x="6074" y="-262"/>
                    <a:pt x="6989" y="154"/>
                  </a:cubicBezTo>
                  <a:cubicBezTo>
                    <a:pt x="7946" y="529"/>
                    <a:pt x="8362" y="1611"/>
                    <a:pt x="7988" y="2526"/>
                  </a:cubicBezTo>
                  <a:lnTo>
                    <a:pt x="3494" y="13637"/>
                  </a:lnTo>
                  <a:cubicBezTo>
                    <a:pt x="3202" y="14345"/>
                    <a:pt x="2536" y="14802"/>
                    <a:pt x="1787" y="1480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5" name="Google Shape;2055;p56"/>
            <p:cNvSpPr/>
            <p:nvPr/>
          </p:nvSpPr>
          <p:spPr>
            <a:xfrm>
              <a:off x="3030842" y="3102214"/>
              <a:ext cx="108987" cy="72704"/>
            </a:xfrm>
            <a:custGeom>
              <a:avLst/>
              <a:gdLst/>
              <a:ahLst/>
              <a:cxnLst/>
              <a:rect l="l" t="t" r="r" b="b"/>
              <a:pathLst>
                <a:path w="30086" h="20070" extrusionOk="0">
                  <a:moveTo>
                    <a:pt x="0" y="0"/>
                  </a:moveTo>
                  <a:cubicBezTo>
                    <a:pt x="250" y="1332"/>
                    <a:pt x="2538" y="12692"/>
                    <a:pt x="13150" y="17811"/>
                  </a:cubicBezTo>
                  <a:cubicBezTo>
                    <a:pt x="19642" y="20932"/>
                    <a:pt x="25801" y="20058"/>
                    <a:pt x="28090" y="19600"/>
                  </a:cubicBezTo>
                  <a:cubicBezTo>
                    <a:pt x="28755" y="17062"/>
                    <a:pt x="29421" y="14565"/>
                    <a:pt x="30087" y="12026"/>
                  </a:cubicBezTo>
                  <a:cubicBezTo>
                    <a:pt x="20058" y="8032"/>
                    <a:pt x="10029" y="3995"/>
                    <a:pt x="0"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6" name="Google Shape;2056;p56"/>
            <p:cNvSpPr/>
            <p:nvPr/>
          </p:nvSpPr>
          <p:spPr>
            <a:xfrm>
              <a:off x="2376642" y="3793391"/>
              <a:ext cx="471385" cy="1027566"/>
            </a:xfrm>
            <a:custGeom>
              <a:avLst/>
              <a:gdLst/>
              <a:ahLst/>
              <a:cxnLst/>
              <a:rect l="l" t="t" r="r" b="b"/>
              <a:pathLst>
                <a:path w="130127" h="283662" extrusionOk="0">
                  <a:moveTo>
                    <a:pt x="0" y="1103"/>
                  </a:moveTo>
                  <a:cubicBezTo>
                    <a:pt x="11818" y="52870"/>
                    <a:pt x="21598" y="113710"/>
                    <a:pt x="24968" y="182041"/>
                  </a:cubicBezTo>
                  <a:cubicBezTo>
                    <a:pt x="26758" y="218245"/>
                    <a:pt x="26508" y="252202"/>
                    <a:pt x="24968" y="283662"/>
                  </a:cubicBezTo>
                  <a:cubicBezTo>
                    <a:pt x="41614" y="282788"/>
                    <a:pt x="58260" y="281873"/>
                    <a:pt x="74864" y="280999"/>
                  </a:cubicBezTo>
                  <a:cubicBezTo>
                    <a:pt x="93299" y="216247"/>
                    <a:pt x="111692" y="151454"/>
                    <a:pt x="130127" y="86703"/>
                  </a:cubicBezTo>
                  <a:cubicBezTo>
                    <a:pt x="130002" y="69183"/>
                    <a:pt x="125217" y="56782"/>
                    <a:pt x="121014" y="48959"/>
                  </a:cubicBezTo>
                  <a:cubicBezTo>
                    <a:pt x="101996" y="13504"/>
                    <a:pt x="54098" y="-4931"/>
                    <a:pt x="0" y="114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7" name="Google Shape;2057;p56"/>
            <p:cNvSpPr/>
            <p:nvPr/>
          </p:nvSpPr>
          <p:spPr>
            <a:xfrm>
              <a:off x="2462401" y="3135957"/>
              <a:ext cx="242121" cy="751263"/>
            </a:xfrm>
            <a:custGeom>
              <a:avLst/>
              <a:gdLst/>
              <a:ahLst/>
              <a:cxnLst/>
              <a:rect l="l" t="t" r="r" b="b"/>
              <a:pathLst>
                <a:path w="66838" h="207388" extrusionOk="0">
                  <a:moveTo>
                    <a:pt x="61409" y="90885"/>
                  </a:moveTo>
                  <a:cubicBezTo>
                    <a:pt x="59370" y="107822"/>
                    <a:pt x="57914" y="126590"/>
                    <a:pt x="57664" y="146981"/>
                  </a:cubicBezTo>
                  <a:cubicBezTo>
                    <a:pt x="57415" y="164292"/>
                    <a:pt x="58080" y="180397"/>
                    <a:pt x="59246" y="195212"/>
                  </a:cubicBezTo>
                  <a:cubicBezTo>
                    <a:pt x="47427" y="207113"/>
                    <a:pt x="31364" y="210526"/>
                    <a:pt x="20004" y="204408"/>
                  </a:cubicBezTo>
                  <a:cubicBezTo>
                    <a:pt x="12929" y="200580"/>
                    <a:pt x="9475" y="194005"/>
                    <a:pt x="8019" y="190468"/>
                  </a:cubicBezTo>
                  <a:cubicBezTo>
                    <a:pt x="7519" y="186389"/>
                    <a:pt x="6812" y="180605"/>
                    <a:pt x="6063" y="173697"/>
                  </a:cubicBezTo>
                  <a:cubicBezTo>
                    <a:pt x="4939" y="163169"/>
                    <a:pt x="4315" y="155137"/>
                    <a:pt x="3441" y="145483"/>
                  </a:cubicBezTo>
                  <a:cubicBezTo>
                    <a:pt x="2817" y="138533"/>
                    <a:pt x="2318" y="132000"/>
                    <a:pt x="1901" y="126132"/>
                  </a:cubicBezTo>
                  <a:cubicBezTo>
                    <a:pt x="1402" y="119016"/>
                    <a:pt x="1069" y="112483"/>
                    <a:pt x="736" y="106199"/>
                  </a:cubicBezTo>
                  <a:cubicBezTo>
                    <a:pt x="-2593" y="34082"/>
                    <a:pt x="5688" y="13608"/>
                    <a:pt x="19130" y="3953"/>
                  </a:cubicBezTo>
                  <a:cubicBezTo>
                    <a:pt x="22126" y="1873"/>
                    <a:pt x="24747" y="707"/>
                    <a:pt x="26579" y="0"/>
                  </a:cubicBezTo>
                  <a:cubicBezTo>
                    <a:pt x="32987" y="2871"/>
                    <a:pt x="47760" y="10653"/>
                    <a:pt x="57706" y="27507"/>
                  </a:cubicBezTo>
                  <a:cubicBezTo>
                    <a:pt x="74768" y="56345"/>
                    <a:pt x="62991" y="86932"/>
                    <a:pt x="61409" y="90885"/>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8" name="Google Shape;2058;p56"/>
            <p:cNvSpPr/>
            <p:nvPr/>
          </p:nvSpPr>
          <p:spPr>
            <a:xfrm>
              <a:off x="2465066" y="3513439"/>
              <a:ext cx="197778" cy="149613"/>
            </a:xfrm>
            <a:custGeom>
              <a:avLst/>
              <a:gdLst/>
              <a:ahLst/>
              <a:cxnLst/>
              <a:rect l="l" t="t" r="r" b="b"/>
              <a:pathLst>
                <a:path w="54597" h="41301" extrusionOk="0">
                  <a:moveTo>
                    <a:pt x="54598" y="21473"/>
                  </a:moveTo>
                  <a:cubicBezTo>
                    <a:pt x="50187" y="25926"/>
                    <a:pt x="42654" y="32209"/>
                    <a:pt x="31960" y="36537"/>
                  </a:cubicBezTo>
                  <a:cubicBezTo>
                    <a:pt x="21140" y="40907"/>
                    <a:pt x="10861" y="41614"/>
                    <a:pt x="2705" y="41198"/>
                  </a:cubicBezTo>
                  <a:cubicBezTo>
                    <a:pt x="2081" y="34248"/>
                    <a:pt x="1581" y="27715"/>
                    <a:pt x="1165" y="21847"/>
                  </a:cubicBezTo>
                  <a:cubicBezTo>
                    <a:pt x="666" y="14731"/>
                    <a:pt x="333" y="8198"/>
                    <a:pt x="0" y="1914"/>
                  </a:cubicBezTo>
                  <a:cubicBezTo>
                    <a:pt x="250" y="1332"/>
                    <a:pt x="458" y="583"/>
                    <a:pt x="707" y="0"/>
                  </a:cubicBezTo>
                  <a:lnTo>
                    <a:pt x="54556" y="214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9" name="Google Shape;2059;p56"/>
            <p:cNvSpPr/>
            <p:nvPr/>
          </p:nvSpPr>
          <p:spPr>
            <a:xfrm>
              <a:off x="2422736" y="3126766"/>
              <a:ext cx="306619" cy="498130"/>
            </a:xfrm>
            <a:custGeom>
              <a:avLst/>
              <a:gdLst/>
              <a:ahLst/>
              <a:cxnLst/>
              <a:rect l="l" t="t" r="r" b="b"/>
              <a:pathLst>
                <a:path w="84643" h="137510" extrusionOk="0">
                  <a:moveTo>
                    <a:pt x="15772" y="17436"/>
                  </a:moveTo>
                  <a:cubicBezTo>
                    <a:pt x="10528" y="52059"/>
                    <a:pt x="5243" y="86682"/>
                    <a:pt x="0" y="121347"/>
                  </a:cubicBezTo>
                  <a:cubicBezTo>
                    <a:pt x="4869" y="125633"/>
                    <a:pt x="12443" y="131084"/>
                    <a:pt x="22846" y="134455"/>
                  </a:cubicBezTo>
                  <a:cubicBezTo>
                    <a:pt x="48688" y="142819"/>
                    <a:pt x="71451" y="131667"/>
                    <a:pt x="76944" y="128795"/>
                  </a:cubicBezTo>
                  <a:cubicBezTo>
                    <a:pt x="79524" y="102246"/>
                    <a:pt x="82063" y="75696"/>
                    <a:pt x="84643" y="49146"/>
                  </a:cubicBezTo>
                  <a:cubicBezTo>
                    <a:pt x="77860" y="16396"/>
                    <a:pt x="55305" y="-2414"/>
                    <a:pt x="37786" y="250"/>
                  </a:cubicBezTo>
                  <a:cubicBezTo>
                    <a:pt x="27007" y="1873"/>
                    <a:pt x="19517" y="11444"/>
                    <a:pt x="15772" y="1747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0" name="Google Shape;2060;p56"/>
            <p:cNvSpPr/>
            <p:nvPr/>
          </p:nvSpPr>
          <p:spPr>
            <a:xfrm>
              <a:off x="2523058" y="3094228"/>
              <a:ext cx="455703" cy="591156"/>
            </a:xfrm>
            <a:custGeom>
              <a:avLst/>
              <a:gdLst/>
              <a:ahLst/>
              <a:cxnLst/>
              <a:rect l="l" t="t" r="r" b="b"/>
              <a:pathLst>
                <a:path w="125798" h="163190" extrusionOk="0">
                  <a:moveTo>
                    <a:pt x="0" y="16979"/>
                  </a:moveTo>
                  <a:cubicBezTo>
                    <a:pt x="8115" y="11319"/>
                    <a:pt x="16230" y="5660"/>
                    <a:pt x="24344" y="0"/>
                  </a:cubicBezTo>
                  <a:cubicBezTo>
                    <a:pt x="34124" y="11860"/>
                    <a:pt x="44277" y="23803"/>
                    <a:pt x="54806" y="35871"/>
                  </a:cubicBezTo>
                  <a:cubicBezTo>
                    <a:pt x="74281" y="58176"/>
                    <a:pt x="93673" y="79233"/>
                    <a:pt x="112857" y="99083"/>
                  </a:cubicBezTo>
                  <a:cubicBezTo>
                    <a:pt x="115271" y="100956"/>
                    <a:pt x="121846" y="106532"/>
                    <a:pt x="124426" y="116311"/>
                  </a:cubicBezTo>
                  <a:cubicBezTo>
                    <a:pt x="126049" y="122387"/>
                    <a:pt x="125467" y="127589"/>
                    <a:pt x="124884" y="130585"/>
                  </a:cubicBezTo>
                  <a:cubicBezTo>
                    <a:pt x="128421" y="143985"/>
                    <a:pt x="121347" y="157509"/>
                    <a:pt x="109736" y="161796"/>
                  </a:cubicBezTo>
                  <a:cubicBezTo>
                    <a:pt x="100165" y="165291"/>
                    <a:pt x="88805" y="162087"/>
                    <a:pt x="81688" y="153639"/>
                  </a:cubicBezTo>
                  <a:cubicBezTo>
                    <a:pt x="71701" y="142029"/>
                    <a:pt x="65001" y="131833"/>
                    <a:pt x="60923" y="125175"/>
                  </a:cubicBezTo>
                  <a:cubicBezTo>
                    <a:pt x="38618" y="88513"/>
                    <a:pt x="39201" y="64335"/>
                    <a:pt x="14565" y="33083"/>
                  </a:cubicBezTo>
                  <a:cubicBezTo>
                    <a:pt x="8697" y="25634"/>
                    <a:pt x="3246" y="20183"/>
                    <a:pt x="42" y="17062"/>
                  </a:cubicBez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1" name="Google Shape;2061;p56"/>
            <p:cNvSpPr/>
            <p:nvPr/>
          </p:nvSpPr>
          <p:spPr>
            <a:xfrm>
              <a:off x="2276367" y="3034278"/>
              <a:ext cx="358580" cy="138684"/>
            </a:xfrm>
            <a:custGeom>
              <a:avLst/>
              <a:gdLst/>
              <a:ahLst/>
              <a:cxnLst/>
              <a:rect l="l" t="t" r="r" b="b"/>
              <a:pathLst>
                <a:path w="98987" h="38284" extrusionOk="0">
                  <a:moveTo>
                    <a:pt x="98987" y="37453"/>
                  </a:moveTo>
                  <a:cubicBezTo>
                    <a:pt x="96324" y="24968"/>
                    <a:pt x="93619" y="12484"/>
                    <a:pt x="90956" y="0"/>
                  </a:cubicBezTo>
                  <a:cubicBezTo>
                    <a:pt x="76682" y="874"/>
                    <a:pt x="62450" y="1789"/>
                    <a:pt x="48176" y="2663"/>
                  </a:cubicBezTo>
                  <a:cubicBezTo>
                    <a:pt x="7395" y="16438"/>
                    <a:pt x="-554" y="22222"/>
                    <a:pt x="29" y="24927"/>
                  </a:cubicBezTo>
                  <a:cubicBezTo>
                    <a:pt x="861" y="28672"/>
                    <a:pt x="18131" y="26342"/>
                    <a:pt x="47719" y="31169"/>
                  </a:cubicBezTo>
                  <a:cubicBezTo>
                    <a:pt x="61243" y="33375"/>
                    <a:pt x="72188" y="36204"/>
                    <a:pt x="79345" y="38285"/>
                  </a:cubicBezTo>
                  <a:lnTo>
                    <a:pt x="98946" y="37411"/>
                  </a:lnTo>
                  <a:close/>
                </a:path>
              </a:pathLst>
            </a:custGeom>
            <a:solidFill>
              <a:srgbClr val="8C452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2" name="Google Shape;2062;p56"/>
            <p:cNvSpPr/>
            <p:nvPr/>
          </p:nvSpPr>
          <p:spPr>
            <a:xfrm>
              <a:off x="2422233" y="3332177"/>
              <a:ext cx="49433" cy="254361"/>
            </a:xfrm>
            <a:custGeom>
              <a:avLst/>
              <a:gdLst/>
              <a:ahLst/>
              <a:cxnLst/>
              <a:rect l="l" t="t" r="r" b="b"/>
              <a:pathLst>
                <a:path w="13646" h="70217" extrusionOk="0">
                  <a:moveTo>
                    <a:pt x="1846" y="70218"/>
                  </a:moveTo>
                  <a:cubicBezTo>
                    <a:pt x="556" y="70051"/>
                    <a:pt x="-110" y="69094"/>
                    <a:pt x="15" y="68096"/>
                  </a:cubicBezTo>
                  <a:lnTo>
                    <a:pt x="10002" y="1555"/>
                  </a:lnTo>
                  <a:cubicBezTo>
                    <a:pt x="10127" y="556"/>
                    <a:pt x="11001" y="-110"/>
                    <a:pt x="12083" y="15"/>
                  </a:cubicBezTo>
                  <a:cubicBezTo>
                    <a:pt x="13082" y="181"/>
                    <a:pt x="13789" y="1097"/>
                    <a:pt x="13623" y="2096"/>
                  </a:cubicBezTo>
                  <a:lnTo>
                    <a:pt x="3635" y="68637"/>
                  </a:lnTo>
                  <a:cubicBezTo>
                    <a:pt x="3510" y="69552"/>
                    <a:pt x="2720" y="70176"/>
                    <a:pt x="1804" y="701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3" name="Google Shape;2063;p56"/>
            <p:cNvSpPr/>
            <p:nvPr/>
          </p:nvSpPr>
          <p:spPr>
            <a:xfrm>
              <a:off x="2697632" y="3472880"/>
              <a:ext cx="27636" cy="47375"/>
            </a:xfrm>
            <a:custGeom>
              <a:avLst/>
              <a:gdLst/>
              <a:ahLst/>
              <a:cxnLst/>
              <a:rect l="l" t="t" r="r" b="b"/>
              <a:pathLst>
                <a:path w="7629" h="13078" extrusionOk="0">
                  <a:moveTo>
                    <a:pt x="1834" y="13079"/>
                  </a:moveTo>
                  <a:cubicBezTo>
                    <a:pt x="169" y="12538"/>
                    <a:pt x="-247" y="11456"/>
                    <a:pt x="128" y="10540"/>
                  </a:cubicBezTo>
                  <a:lnTo>
                    <a:pt x="4081" y="1135"/>
                  </a:lnTo>
                  <a:cubicBezTo>
                    <a:pt x="4455" y="178"/>
                    <a:pt x="5537" y="-238"/>
                    <a:pt x="6494" y="137"/>
                  </a:cubicBezTo>
                  <a:cubicBezTo>
                    <a:pt x="7452" y="511"/>
                    <a:pt x="7868" y="1593"/>
                    <a:pt x="7493" y="2550"/>
                  </a:cubicBezTo>
                  <a:lnTo>
                    <a:pt x="3540" y="11955"/>
                  </a:lnTo>
                  <a:cubicBezTo>
                    <a:pt x="3249" y="12662"/>
                    <a:pt x="2583" y="13079"/>
                    <a:pt x="1834" y="1307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4" name="Google Shape;2064;p56"/>
            <p:cNvSpPr/>
            <p:nvPr/>
          </p:nvSpPr>
          <p:spPr>
            <a:xfrm>
              <a:off x="2425903" y="4880432"/>
              <a:ext cx="445904" cy="155568"/>
            </a:xfrm>
            <a:custGeom>
              <a:avLst/>
              <a:gdLst/>
              <a:ahLst/>
              <a:cxnLst/>
              <a:rect l="l" t="t" r="r" b="b"/>
              <a:pathLst>
                <a:path w="123093" h="42945" extrusionOk="0">
                  <a:moveTo>
                    <a:pt x="11027" y="6200"/>
                  </a:moveTo>
                  <a:cubicBezTo>
                    <a:pt x="8447" y="9280"/>
                    <a:pt x="4535" y="14731"/>
                    <a:pt x="2121" y="22472"/>
                  </a:cubicBezTo>
                  <a:cubicBezTo>
                    <a:pt x="-625" y="31252"/>
                    <a:pt x="-126" y="38784"/>
                    <a:pt x="457" y="42946"/>
                  </a:cubicBezTo>
                  <a:lnTo>
                    <a:pt x="123093" y="42946"/>
                  </a:lnTo>
                  <a:cubicBezTo>
                    <a:pt x="122636" y="39200"/>
                    <a:pt x="121346" y="33166"/>
                    <a:pt x="117059" y="27840"/>
                  </a:cubicBezTo>
                  <a:cubicBezTo>
                    <a:pt x="109194" y="18144"/>
                    <a:pt x="97626" y="18768"/>
                    <a:pt x="78150" y="11402"/>
                  </a:cubicBezTo>
                  <a:cubicBezTo>
                    <a:pt x="72657" y="9322"/>
                    <a:pt x="64418" y="5826"/>
                    <a:pt x="54846" y="0"/>
                  </a:cubicBezTo>
                  <a:cubicBezTo>
                    <a:pt x="50102" y="9113"/>
                    <a:pt x="41030" y="14939"/>
                    <a:pt x="31210" y="15106"/>
                  </a:cubicBezTo>
                  <a:cubicBezTo>
                    <a:pt x="19683" y="15272"/>
                    <a:pt x="12275" y="7532"/>
                    <a:pt x="11068" y="620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5" name="Google Shape;2065;p56"/>
            <p:cNvSpPr/>
            <p:nvPr/>
          </p:nvSpPr>
          <p:spPr>
            <a:xfrm>
              <a:off x="2860626" y="2773913"/>
              <a:ext cx="428817" cy="284533"/>
            </a:xfrm>
            <a:custGeom>
              <a:avLst/>
              <a:gdLst/>
              <a:ahLst/>
              <a:cxnLst/>
              <a:rect l="l" t="t" r="r" b="b"/>
              <a:pathLst>
                <a:path w="118376" h="78546" extrusionOk="0">
                  <a:moveTo>
                    <a:pt x="0" y="71389"/>
                  </a:moveTo>
                  <a:cubicBezTo>
                    <a:pt x="0" y="71097"/>
                    <a:pt x="0" y="70723"/>
                    <a:pt x="83" y="70223"/>
                  </a:cubicBezTo>
                  <a:cubicBezTo>
                    <a:pt x="416" y="64439"/>
                    <a:pt x="1248" y="51331"/>
                    <a:pt x="4370" y="37681"/>
                  </a:cubicBezTo>
                  <a:cubicBezTo>
                    <a:pt x="8240" y="20911"/>
                    <a:pt x="10487" y="11131"/>
                    <a:pt x="18477" y="6970"/>
                  </a:cubicBezTo>
                  <a:cubicBezTo>
                    <a:pt x="19975" y="6179"/>
                    <a:pt x="22721" y="5389"/>
                    <a:pt x="28214" y="3766"/>
                  </a:cubicBezTo>
                  <a:cubicBezTo>
                    <a:pt x="35871" y="1518"/>
                    <a:pt x="39700" y="395"/>
                    <a:pt x="44153" y="62"/>
                  </a:cubicBezTo>
                  <a:cubicBezTo>
                    <a:pt x="46941" y="-146"/>
                    <a:pt x="47565" y="62"/>
                    <a:pt x="63129" y="2392"/>
                  </a:cubicBezTo>
                  <a:cubicBezTo>
                    <a:pt x="75488" y="4223"/>
                    <a:pt x="75322" y="4099"/>
                    <a:pt x="77236" y="4556"/>
                  </a:cubicBezTo>
                  <a:cubicBezTo>
                    <a:pt x="80357" y="5305"/>
                    <a:pt x="81356" y="5721"/>
                    <a:pt x="96045" y="11423"/>
                  </a:cubicBezTo>
                  <a:cubicBezTo>
                    <a:pt x="106615" y="15542"/>
                    <a:pt x="108738" y="16333"/>
                    <a:pt x="111484" y="18955"/>
                  </a:cubicBezTo>
                  <a:cubicBezTo>
                    <a:pt x="115937" y="23241"/>
                    <a:pt x="117227" y="27777"/>
                    <a:pt x="117518" y="28859"/>
                  </a:cubicBezTo>
                  <a:cubicBezTo>
                    <a:pt x="117851" y="30066"/>
                    <a:pt x="120015" y="38680"/>
                    <a:pt x="115854" y="42134"/>
                  </a:cubicBezTo>
                  <a:cubicBezTo>
                    <a:pt x="114189" y="43507"/>
                    <a:pt x="112025" y="43549"/>
                    <a:pt x="104285" y="42134"/>
                  </a:cubicBezTo>
                  <a:cubicBezTo>
                    <a:pt x="92675" y="40011"/>
                    <a:pt x="90302" y="38555"/>
                    <a:pt x="82146" y="37099"/>
                  </a:cubicBezTo>
                  <a:cubicBezTo>
                    <a:pt x="72076" y="35267"/>
                    <a:pt x="71327" y="36682"/>
                    <a:pt x="66707" y="34394"/>
                  </a:cubicBezTo>
                  <a:cubicBezTo>
                    <a:pt x="60549" y="31356"/>
                    <a:pt x="59800" y="27860"/>
                    <a:pt x="55139" y="27527"/>
                  </a:cubicBezTo>
                  <a:cubicBezTo>
                    <a:pt x="49646" y="27111"/>
                    <a:pt x="47940" y="31772"/>
                    <a:pt x="42738" y="31064"/>
                  </a:cubicBezTo>
                  <a:cubicBezTo>
                    <a:pt x="37286" y="30315"/>
                    <a:pt x="36329" y="24822"/>
                    <a:pt x="33166" y="25197"/>
                  </a:cubicBezTo>
                  <a:cubicBezTo>
                    <a:pt x="26799" y="25988"/>
                    <a:pt x="25634" y="48667"/>
                    <a:pt x="19600" y="48959"/>
                  </a:cubicBezTo>
                  <a:cubicBezTo>
                    <a:pt x="17603" y="49083"/>
                    <a:pt x="16687" y="46628"/>
                    <a:pt x="14024" y="47003"/>
                  </a:cubicBezTo>
                  <a:cubicBezTo>
                    <a:pt x="11361" y="47377"/>
                    <a:pt x="9155" y="50290"/>
                    <a:pt x="8489" y="53037"/>
                  </a:cubicBezTo>
                  <a:cubicBezTo>
                    <a:pt x="7491" y="57240"/>
                    <a:pt x="10445" y="59445"/>
                    <a:pt x="10820" y="63274"/>
                  </a:cubicBezTo>
                  <a:cubicBezTo>
                    <a:pt x="11153" y="66728"/>
                    <a:pt x="9405" y="71721"/>
                    <a:pt x="83" y="78546"/>
                  </a:cubicBezTo>
                  <a:lnTo>
                    <a:pt x="83" y="7134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6" name="Google Shape;2066;p56"/>
            <p:cNvSpPr/>
            <p:nvPr/>
          </p:nvSpPr>
          <p:spPr>
            <a:xfrm>
              <a:off x="1209841" y="4213732"/>
              <a:ext cx="295614" cy="825488"/>
            </a:xfrm>
            <a:custGeom>
              <a:avLst/>
              <a:gdLst/>
              <a:ahLst/>
              <a:cxnLst/>
              <a:rect l="l" t="t" r="r" b="b"/>
              <a:pathLst>
                <a:path w="81605" h="227878" extrusionOk="0">
                  <a:moveTo>
                    <a:pt x="46982" y="0"/>
                  </a:moveTo>
                  <a:cubicBezTo>
                    <a:pt x="31335" y="75946"/>
                    <a:pt x="15647" y="151933"/>
                    <a:pt x="0" y="227879"/>
                  </a:cubicBezTo>
                  <a:lnTo>
                    <a:pt x="9571" y="227879"/>
                  </a:lnTo>
                  <a:cubicBezTo>
                    <a:pt x="33583" y="153306"/>
                    <a:pt x="57594" y="78692"/>
                    <a:pt x="81605" y="4120"/>
                  </a:cubicBezTo>
                  <a:lnTo>
                    <a:pt x="46982"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7" name="Google Shape;2067;p56"/>
            <p:cNvSpPr/>
            <p:nvPr/>
          </p:nvSpPr>
          <p:spPr>
            <a:xfrm>
              <a:off x="2191365" y="4213732"/>
              <a:ext cx="295614" cy="825488"/>
            </a:xfrm>
            <a:custGeom>
              <a:avLst/>
              <a:gdLst/>
              <a:ahLst/>
              <a:cxnLst/>
              <a:rect l="l" t="t" r="r" b="b"/>
              <a:pathLst>
                <a:path w="81605" h="227878" extrusionOk="0">
                  <a:moveTo>
                    <a:pt x="46982" y="0"/>
                  </a:moveTo>
                  <a:cubicBezTo>
                    <a:pt x="31335" y="75946"/>
                    <a:pt x="15647" y="151933"/>
                    <a:pt x="0" y="227879"/>
                  </a:cubicBezTo>
                  <a:lnTo>
                    <a:pt x="9571" y="227879"/>
                  </a:lnTo>
                  <a:cubicBezTo>
                    <a:pt x="33583" y="153306"/>
                    <a:pt x="57594" y="78692"/>
                    <a:pt x="81605" y="4120"/>
                  </a:cubicBezTo>
                  <a:lnTo>
                    <a:pt x="46982"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8" name="Google Shape;2068;p56"/>
            <p:cNvSpPr/>
            <p:nvPr/>
          </p:nvSpPr>
          <p:spPr>
            <a:xfrm>
              <a:off x="1357458" y="4193700"/>
              <a:ext cx="1156077" cy="117753"/>
            </a:xfrm>
            <a:custGeom>
              <a:avLst/>
              <a:gdLst/>
              <a:ahLst/>
              <a:cxnLst/>
              <a:rect l="l" t="t" r="r" b="b"/>
              <a:pathLst>
                <a:path w="319138" h="32506" extrusionOk="0">
                  <a:moveTo>
                    <a:pt x="319138" y="21390"/>
                  </a:moveTo>
                  <a:cubicBezTo>
                    <a:pt x="278481" y="27049"/>
                    <a:pt x="233080" y="31211"/>
                    <a:pt x="183601" y="32251"/>
                  </a:cubicBezTo>
                  <a:cubicBezTo>
                    <a:pt x="114730" y="33707"/>
                    <a:pt x="52933" y="28797"/>
                    <a:pt x="0" y="21390"/>
                  </a:cubicBezTo>
                  <a:lnTo>
                    <a:pt x="0" y="0"/>
                  </a:lnTo>
                  <a:lnTo>
                    <a:pt x="319138" y="0"/>
                  </a:lnTo>
                  <a:lnTo>
                    <a:pt x="319138" y="21390"/>
                  </a:lnTo>
                  <a:close/>
                </a:path>
              </a:pathLst>
            </a:custGeom>
            <a:solidFill>
              <a:srgbClr val="2E1A1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9" name="Google Shape;2069;p56"/>
            <p:cNvSpPr/>
            <p:nvPr/>
          </p:nvSpPr>
          <p:spPr>
            <a:xfrm>
              <a:off x="1207430" y="4004955"/>
              <a:ext cx="1470384" cy="306619"/>
            </a:xfrm>
            <a:custGeom>
              <a:avLst/>
              <a:gdLst/>
              <a:ahLst/>
              <a:cxnLst/>
              <a:rect l="l" t="t" r="r" b="b"/>
              <a:pathLst>
                <a:path w="405903" h="84643" extrusionOk="0">
                  <a:moveTo>
                    <a:pt x="10612" y="0"/>
                  </a:moveTo>
                  <a:lnTo>
                    <a:pt x="395292" y="0"/>
                  </a:lnTo>
                  <a:cubicBezTo>
                    <a:pt x="401160" y="0"/>
                    <a:pt x="405904" y="4744"/>
                    <a:pt x="405904" y="10612"/>
                  </a:cubicBezTo>
                  <a:lnTo>
                    <a:pt x="405904" y="74031"/>
                  </a:lnTo>
                  <a:cubicBezTo>
                    <a:pt x="405904" y="79899"/>
                    <a:pt x="401160" y="84643"/>
                    <a:pt x="395292" y="84643"/>
                  </a:cubicBezTo>
                  <a:lnTo>
                    <a:pt x="10612" y="84643"/>
                  </a:lnTo>
                  <a:cubicBezTo>
                    <a:pt x="4744" y="84643"/>
                    <a:pt x="0" y="79899"/>
                    <a:pt x="0" y="74031"/>
                  </a:cubicBezTo>
                  <a:lnTo>
                    <a:pt x="0" y="10612"/>
                  </a:lnTo>
                  <a:cubicBezTo>
                    <a:pt x="0" y="4744"/>
                    <a:pt x="4744" y="0"/>
                    <a:pt x="10612"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0" name="Google Shape;2070;p56"/>
            <p:cNvSpPr/>
            <p:nvPr/>
          </p:nvSpPr>
          <p:spPr>
            <a:xfrm>
              <a:off x="1011525" y="3318302"/>
              <a:ext cx="1227310" cy="818475"/>
            </a:xfrm>
            <a:custGeom>
              <a:avLst/>
              <a:gdLst/>
              <a:ahLst/>
              <a:cxnLst/>
              <a:rect l="l" t="t" r="r" b="b"/>
              <a:pathLst>
                <a:path w="338802" h="225942" extrusionOk="0">
                  <a:moveTo>
                    <a:pt x="338802" y="212584"/>
                  </a:moveTo>
                  <a:cubicBezTo>
                    <a:pt x="330979" y="189655"/>
                    <a:pt x="294109" y="89739"/>
                    <a:pt x="187286" y="34309"/>
                  </a:cubicBezTo>
                  <a:cubicBezTo>
                    <a:pt x="109634" y="-5973"/>
                    <a:pt x="36435" y="-1271"/>
                    <a:pt x="7222" y="2225"/>
                  </a:cubicBezTo>
                  <a:cubicBezTo>
                    <a:pt x="2686" y="19744"/>
                    <a:pt x="-644" y="41176"/>
                    <a:pt x="106" y="65520"/>
                  </a:cubicBezTo>
                  <a:cubicBezTo>
                    <a:pt x="2644" y="147791"/>
                    <a:pt x="50500" y="205343"/>
                    <a:pt x="69643" y="225942"/>
                  </a:cubicBezTo>
                  <a:cubicBezTo>
                    <a:pt x="159363" y="221490"/>
                    <a:pt x="249083" y="217037"/>
                    <a:pt x="338802" y="21258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 name="Google Shape;2525;p71">
            <a:extLst>
              <a:ext uri="{FF2B5EF4-FFF2-40B4-BE49-F238E27FC236}">
                <a16:creationId xmlns:a16="http://schemas.microsoft.com/office/drawing/2014/main" id="{9518437F-4A42-7F93-49C1-647A05C8DA01}"/>
              </a:ext>
            </a:extLst>
          </p:cNvPr>
          <p:cNvSpPr txBox="1">
            <a:spLocks noGrp="1"/>
          </p:cNvSpPr>
          <p:nvPr>
            <p:ph type="title"/>
          </p:nvPr>
        </p:nvSpPr>
        <p:spPr>
          <a:xfrm>
            <a:off x="3265038" y="931867"/>
            <a:ext cx="3271200" cy="903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THANKS!</a:t>
            </a:r>
            <a:endParaRPr dirty="0"/>
          </a:p>
        </p:txBody>
      </p:sp>
      <p:sp>
        <p:nvSpPr>
          <p:cNvPr id="7" name="Google Shape;2526;p71">
            <a:extLst>
              <a:ext uri="{FF2B5EF4-FFF2-40B4-BE49-F238E27FC236}">
                <a16:creationId xmlns:a16="http://schemas.microsoft.com/office/drawing/2014/main" id="{D17C8F79-4177-75B9-9DEE-4CF63AABDD83}"/>
              </a:ext>
            </a:extLst>
          </p:cNvPr>
          <p:cNvSpPr txBox="1">
            <a:spLocks noGrp="1"/>
          </p:cNvSpPr>
          <p:nvPr>
            <p:ph type="subTitle" idx="1"/>
          </p:nvPr>
        </p:nvSpPr>
        <p:spPr>
          <a:xfrm>
            <a:off x="3201243" y="1903864"/>
            <a:ext cx="32712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t>Do you have any questions?</a:t>
            </a:r>
            <a:endParaRPr b="1" dirty="0"/>
          </a:p>
          <a:p>
            <a:pPr marL="0" lvl="0" indent="0" algn="ctr" rtl="0">
              <a:spcBef>
                <a:spcPts val="0"/>
              </a:spcBef>
              <a:spcAft>
                <a:spcPts val="0"/>
              </a:spcAft>
              <a:buNone/>
            </a:pPr>
            <a:r>
              <a:rPr lang="en-US" sz="1400" dirty="0"/>
              <a:t>fhc24001@uconn.edu</a:t>
            </a:r>
            <a:endParaRPr sz="1400" dirty="0"/>
          </a:p>
        </p:txBody>
      </p:sp>
    </p:spTree>
  </p:cSld>
  <p:clrMapOvr>
    <a:masterClrMapping/>
  </p:clrMapOvr>
</p:sld>
</file>

<file path=ppt/theme/theme1.xml><?xml version="1.0" encoding="utf-8"?>
<a:theme xmlns:a="http://schemas.openxmlformats.org/drawingml/2006/main" name="Pet Friends Forever by Slidesgo">
  <a:themeElements>
    <a:clrScheme name="Simple Light">
      <a:dk1>
        <a:srgbClr val="1B0000"/>
      </a:dk1>
      <a:lt1>
        <a:srgbClr val="F8EAD3"/>
      </a:lt1>
      <a:dk2>
        <a:srgbClr val="FFFFFF"/>
      </a:dk2>
      <a:lt2>
        <a:srgbClr val="F1741E"/>
      </a:lt2>
      <a:accent1>
        <a:srgbClr val="C5122A"/>
      </a:accent1>
      <a:accent2>
        <a:srgbClr val="AC5D13"/>
      </a:accent2>
      <a:accent3>
        <a:srgbClr val="794846"/>
      </a:accent3>
      <a:accent4>
        <a:srgbClr val="45818E"/>
      </a:accent4>
      <a:accent5>
        <a:srgbClr val="75A4C3"/>
      </a:accent5>
      <a:accent6>
        <a:srgbClr val="E0C285"/>
      </a:accent6>
      <a:hlink>
        <a:srgbClr val="1B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BC168846102A4FAF851C866408691F" ma:contentTypeVersion="11" ma:contentTypeDescription="Create a new document." ma:contentTypeScope="" ma:versionID="7c25dd5b37808ef9f0dbb5c233e47c98">
  <xsd:schema xmlns:xsd="http://www.w3.org/2001/XMLSchema" xmlns:xs="http://www.w3.org/2001/XMLSchema" xmlns:p="http://schemas.microsoft.com/office/2006/metadata/properties" xmlns:ns3="1eb676a1-3d8f-42c7-a61c-8cfa1a81b2db" targetNamespace="http://schemas.microsoft.com/office/2006/metadata/properties" ma:root="true" ma:fieldsID="f80365714167d08bbf315e19f3ac0d47" ns3:_="">
    <xsd:import namespace="1eb676a1-3d8f-42c7-a61c-8cfa1a81b2db"/>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Location"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b676a1-3d8f-42c7-a61c-8cfa1a81b2d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Location" ma:index="15" nillable="true" ma:displayName="Location" ma:indexed="true"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eb676a1-3d8f-42c7-a61c-8cfa1a81b2db" xsi:nil="true"/>
  </documentManagement>
</p:properties>
</file>

<file path=customXml/itemProps1.xml><?xml version="1.0" encoding="utf-8"?>
<ds:datastoreItem xmlns:ds="http://schemas.openxmlformats.org/officeDocument/2006/customXml" ds:itemID="{75876C63-4726-4A6B-BAA4-7285372580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b676a1-3d8f-42c7-a61c-8cfa1a81b2d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6F1176-17C6-4E6B-A00D-38CE19E317B9}">
  <ds:schemaRefs>
    <ds:schemaRef ds:uri="http://schemas.microsoft.com/sharepoint/v3/contenttype/forms"/>
  </ds:schemaRefs>
</ds:datastoreItem>
</file>

<file path=customXml/itemProps3.xml><?xml version="1.0" encoding="utf-8"?>
<ds:datastoreItem xmlns:ds="http://schemas.openxmlformats.org/officeDocument/2006/customXml" ds:itemID="{263319F4-6E33-4868-A81F-E6E588B33D3B}">
  <ds:schemaRefs>
    <ds:schemaRef ds:uri="http://schemas.microsoft.com/office/2006/metadata/properties"/>
    <ds:schemaRef ds:uri="http://purl.org/dc/dcmitype/"/>
    <ds:schemaRef ds:uri="http://www.w3.org/XML/1998/namespace"/>
    <ds:schemaRef ds:uri="http://purl.org/dc/elements/1.1/"/>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1eb676a1-3d8f-42c7-a61c-8cfa1a81b2db"/>
  </ds:schemaRefs>
</ds:datastoreItem>
</file>

<file path=docProps/app.xml><?xml version="1.0" encoding="utf-8"?>
<Properties xmlns="http://schemas.openxmlformats.org/officeDocument/2006/extended-properties" xmlns:vt="http://schemas.openxmlformats.org/officeDocument/2006/docPropsVTypes">
  <TotalTime>562</TotalTime>
  <Words>2504</Words>
  <Application>Microsoft Office PowerPoint</Application>
  <PresentationFormat>On-screen Show (16:9)</PresentationFormat>
  <Paragraphs>294</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Assistant</vt:lpstr>
      <vt:lpstr>Calibri</vt:lpstr>
      <vt:lpstr>Nunito Light</vt:lpstr>
      <vt:lpstr>Quicksand Medium</vt:lpstr>
      <vt:lpstr>Vibur</vt:lpstr>
      <vt:lpstr>Pet Friends Forever by Slidesgo</vt:lpstr>
      <vt:lpstr>PAWSURE</vt:lpstr>
      <vt:lpstr>AGENDA</vt:lpstr>
      <vt:lpstr>CHALLENGE</vt:lpstr>
      <vt:lpstr>THE STAKES – WHY THIS MATTERS?</vt:lpstr>
      <vt:lpstr>The Problem – “The Industry is Broken”</vt:lpstr>
      <vt:lpstr>THE CHALLENGE</vt:lpstr>
      <vt:lpstr>SOLUTION</vt:lpstr>
      <vt:lpstr>MY CRAZY IDEA</vt:lpstr>
      <vt:lpstr>PowerPoint Presentation</vt:lpstr>
      <vt:lpstr>EXECUTION &amp; TECHNICAL WORK </vt:lpstr>
      <vt:lpstr>THE AI BRAIN TRUST </vt:lpstr>
      <vt:lpstr>THE SECRET WEAPON: PROMPT ENGINEERING</vt:lpstr>
      <vt:lpstr>PowerPoint Presentation</vt:lpstr>
      <vt:lpstr>Real-World Data Collection Process</vt:lpstr>
      <vt:lpstr>PowerPoint Presentation</vt:lpstr>
      <vt:lpstr>THE CHAOS: 614 FIELDS</vt:lpstr>
      <vt:lpstr>THE BREAKTHROUGH  I Built a Smart Deduplication Algorithm</vt:lpstr>
      <vt:lpstr>THE HUMAN TOUCH: MANUAL DATA CLEANING</vt:lpstr>
      <vt:lpstr>Data Processing Pipeline Results</vt:lpstr>
      <vt:lpstr>MAKING IT VALUABLE</vt:lpstr>
      <vt:lpstr>THE STRUCTURE EMERGES 10 Perfect Categories</vt:lpstr>
      <vt:lpstr>RESULTS  &amp; DELIVERABLES</vt:lpstr>
      <vt:lpstr>THE CRITICAL 40 Priority Implementation Roadmap</vt:lpstr>
      <vt:lpstr> DELIVERABLES: 37 Production-Ready Files </vt:lpstr>
      <vt:lpstr>BY THE NUMBERS The Impact</vt:lpstr>
      <vt:lpstr>CONCLUSION  &amp;  FUTURE ENHANCEMENTS</vt:lpstr>
      <vt:lpstr>THE FUTURE I SAW</vt:lpstr>
      <vt:lpstr>WHY THIS MATTERS</vt:lpstr>
      <vt:lpstr>WHAT MADE THIS DIFFERENT Technical Excellence</vt:lpstr>
      <vt:lpstr>WHAT’S NEXT: FUTURE IMPROVEMENTS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Manasa Ramaka</dc:creator>
  <cp:lastModifiedBy>Ramaka, Manasa</cp:lastModifiedBy>
  <cp:revision>8</cp:revision>
  <dcterms:modified xsi:type="dcterms:W3CDTF">2025-11-02T02:28:49Z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0x01010040BC168846102A4FAF851C866408691F</vt:lpwstr>
  </property>
</Properties>
</file>